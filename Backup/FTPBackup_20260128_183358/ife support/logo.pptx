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  <p:sldMasterId id="2147483681" r:id="rId2"/>
  </p:sldMasterIdLst>
  <p:notesMasterIdLst>
    <p:notesMasterId r:id="rId8"/>
  </p:notesMasterIdLst>
  <p:sldIdLst>
    <p:sldId id="281" r:id="rId3"/>
    <p:sldId id="286" r:id="rId4"/>
    <p:sldId id="292" r:id="rId5"/>
    <p:sldId id="294" r:id="rId6"/>
    <p:sldId id="295" r:id="rId7"/>
  </p:sldIdLst>
  <p:sldSz cx="6858000" cy="5143500"/>
  <p:notesSz cx="6858000" cy="9144000"/>
  <p:embeddedFontLst>
    <p:embeddedFont>
      <p:font typeface="Anton" pitchFamily="2" charset="0"/>
      <p:regular r:id="rId9"/>
    </p:embeddedFont>
    <p:embeddedFont>
      <p:font typeface="Proxima Nova" panose="02000506030000020004" pitchFamily="2" charset="0"/>
      <p:regular r:id="rId10"/>
      <p:bold r:id="rId11"/>
      <p:italic r:id="rId12"/>
      <p:boldItalic r:id="rId13"/>
    </p:embeddedFont>
    <p:embeddedFont>
      <p:font typeface="Proxima Nova Semibold" panose="02000506030000020004" pitchFamily="2" charset="0"/>
      <p:regular r:id="rId14"/>
      <p:bold r:id="rId15"/>
      <p:italic r:id="rId16"/>
      <p:boldItalic r:id="rId17"/>
    </p:embeddedFont>
    <p:embeddedFont>
      <p:font typeface="Space Mono" panose="02000509040000020004" pitchFamily="49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9F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3DCCD23-3E09-4408-B9CB-DA08A3D318BA}">
  <a:tblStyle styleId="{83DCCD23-3E09-4408-B9CB-DA08A3D318B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27"/>
    <p:restoredTop sz="94662"/>
  </p:normalViewPr>
  <p:slideViewPr>
    <p:cSldViewPr snapToGrid="0" snapToObjects="1">
      <p:cViewPr>
        <p:scale>
          <a:sx n="129" d="100"/>
          <a:sy n="129" d="100"/>
        </p:scale>
        <p:origin x="4040" y="1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1.xml"/><Relationship Id="rId21" Type="http://schemas.openxmlformats.org/officeDocument/2006/relationships/font" Target="fonts/font13.fntdata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7.fntdata"/><Relationship Id="rId23" Type="http://schemas.openxmlformats.org/officeDocument/2006/relationships/viewProps" Target="view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64bc52ab8b_2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9" name="Google Shape;1039;g64bc52ab8b_2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63e73e7c4b_0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5" name="Google Shape;1505;g63e73e7c4b_0_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6" name="Google Shape;5856;g63e73e7c4b_0_47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7" name="Google Shape;5857;g63e73e7c4b_0_47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2" name="Google Shape;7792;g7088912b60_0_5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3" name="Google Shape;7793;g7088912b60_0_5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1">
  <p:cSld name="SECTION_HEADER_1_3">
    <p:bg>
      <p:bgPr>
        <a:solidFill>
          <a:schemeClr val="accent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 rotWithShape="1">
          <a:blip r:embed="rId2">
            <a:alphaModFix amt="21000"/>
          </a:blip>
          <a:srcRect t="18615" b="31504"/>
          <a:stretch/>
        </p:blipFill>
        <p:spPr>
          <a:xfrm>
            <a:off x="-79294" y="-1"/>
            <a:ext cx="701658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672225" y="575400"/>
            <a:ext cx="54369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27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27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27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27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27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27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27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27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27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81" name="Google Shape;81;p10"/>
          <p:cNvCxnSpPr/>
          <p:nvPr/>
        </p:nvCxnSpPr>
        <p:spPr>
          <a:xfrm>
            <a:off x="-140963" y="446015"/>
            <a:ext cx="713992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2" name="Google Shape;82;p10"/>
          <p:cNvCxnSpPr/>
          <p:nvPr/>
        </p:nvCxnSpPr>
        <p:spPr>
          <a:xfrm>
            <a:off x="-95250" y="1374600"/>
            <a:ext cx="713992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">
    <p:bg>
      <p:bgPr>
        <a:solidFill>
          <a:schemeClr val="accent1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6"/>
          <p:cNvPicPr preferRelativeResize="0"/>
          <p:nvPr/>
        </p:nvPicPr>
        <p:blipFill rotWithShape="1">
          <a:blip r:embed="rId2">
            <a:alphaModFix amt="21000"/>
          </a:blip>
          <a:srcRect t="18615" b="31504"/>
          <a:stretch/>
        </p:blipFill>
        <p:spPr>
          <a:xfrm>
            <a:off x="-79294" y="-1"/>
            <a:ext cx="701658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">
    <p:bg>
      <p:bgPr>
        <a:solidFill>
          <a:schemeClr val="accent2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7"/>
          <p:cNvPicPr preferRelativeResize="0"/>
          <p:nvPr/>
        </p:nvPicPr>
        <p:blipFill rotWithShape="1">
          <a:blip r:embed="rId2">
            <a:alphaModFix amt="21000"/>
          </a:blip>
          <a:srcRect t="18615" b="31504"/>
          <a:stretch/>
        </p:blipFill>
        <p:spPr>
          <a:xfrm>
            <a:off x="-79294" y="-1"/>
            <a:ext cx="701658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">
    <p:bg>
      <p:bgPr>
        <a:solidFill>
          <a:schemeClr val="accent3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8"/>
          <p:cNvPicPr preferRelativeResize="0"/>
          <p:nvPr/>
        </p:nvPicPr>
        <p:blipFill rotWithShape="1">
          <a:blip r:embed="rId2">
            <a:alphaModFix amt="21000"/>
          </a:blip>
          <a:srcRect t="18615" b="31504"/>
          <a:stretch/>
        </p:blipFill>
        <p:spPr>
          <a:xfrm>
            <a:off x="-79294" y="-1"/>
            <a:ext cx="701658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BLANK_1_1_1_1">
    <p:bg>
      <p:bgPr>
        <a:solidFill>
          <a:schemeClr val="accent4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9"/>
          <p:cNvPicPr preferRelativeResize="0"/>
          <p:nvPr/>
        </p:nvPicPr>
        <p:blipFill rotWithShape="1">
          <a:blip r:embed="rId2">
            <a:alphaModFix amt="21000"/>
          </a:blip>
          <a:srcRect t="18615" b="31504"/>
          <a:stretch/>
        </p:blipFill>
        <p:spPr>
          <a:xfrm>
            <a:off x="-79294" y="-1"/>
            <a:ext cx="701658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5">
  <p:cSld name="BLANK_1_1_1_1_1">
    <p:bg>
      <p:bgPr>
        <a:solidFill>
          <a:schemeClr val="accent5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0"/>
          <p:cNvPicPr preferRelativeResize="0"/>
          <p:nvPr/>
        </p:nvPicPr>
        <p:blipFill rotWithShape="1">
          <a:blip r:embed="rId2">
            <a:alphaModFix amt="21000"/>
          </a:blip>
          <a:srcRect t="18615" b="31504"/>
          <a:stretch/>
        </p:blipFill>
        <p:spPr>
          <a:xfrm>
            <a:off x="-79294" y="-1"/>
            <a:ext cx="701658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6">
  <p:cSld name="BLANK_1_1_1_1_1_1">
    <p:bg>
      <p:bgPr>
        <a:solidFill>
          <a:schemeClr val="accent6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31"/>
          <p:cNvPicPr preferRelativeResize="0"/>
          <p:nvPr/>
        </p:nvPicPr>
        <p:blipFill rotWithShape="1">
          <a:blip r:embed="rId2">
            <a:alphaModFix amt="21000"/>
          </a:blip>
          <a:srcRect t="18615" b="31504"/>
          <a:stretch/>
        </p:blipFill>
        <p:spPr>
          <a:xfrm>
            <a:off x="-79294" y="-1"/>
            <a:ext cx="701658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33775" y="445025"/>
            <a:ext cx="639045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33775" y="1152475"/>
            <a:ext cx="639045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Mono"/>
              <a:buChar char="●"/>
              <a:defRPr sz="18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Mono"/>
              <a:buChar char="○"/>
              <a:defRPr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Mono"/>
              <a:buChar char="■"/>
              <a:defRPr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Mono"/>
              <a:buChar char="●"/>
              <a:defRPr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Mono"/>
              <a:buChar char="○"/>
              <a:defRPr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Mono"/>
              <a:buChar char="■"/>
              <a:defRPr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Mono"/>
              <a:buChar char="●"/>
              <a:defRPr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Mono"/>
              <a:buChar char="○"/>
              <a:defRPr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Space Mono"/>
              <a:buChar char="■"/>
              <a:defRPr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750">
                <a:solidFill>
                  <a:schemeClr val="dk2"/>
                </a:solidFill>
              </a:defRPr>
            </a:lvl1pPr>
            <a:lvl2pPr lvl="1" algn="r">
              <a:buNone/>
              <a:defRPr sz="750">
                <a:solidFill>
                  <a:schemeClr val="dk2"/>
                </a:solidFill>
              </a:defRPr>
            </a:lvl2pPr>
            <a:lvl3pPr lvl="2" algn="r">
              <a:buNone/>
              <a:defRPr sz="750">
                <a:solidFill>
                  <a:schemeClr val="dk2"/>
                </a:solidFill>
              </a:defRPr>
            </a:lvl3pPr>
            <a:lvl4pPr lvl="3" algn="r">
              <a:buNone/>
              <a:defRPr sz="750">
                <a:solidFill>
                  <a:schemeClr val="dk2"/>
                </a:solidFill>
              </a:defRPr>
            </a:lvl4pPr>
            <a:lvl5pPr lvl="4" algn="r">
              <a:buNone/>
              <a:defRPr sz="750">
                <a:solidFill>
                  <a:schemeClr val="dk2"/>
                </a:solidFill>
              </a:defRPr>
            </a:lvl5pPr>
            <a:lvl6pPr lvl="5" algn="r">
              <a:buNone/>
              <a:defRPr sz="750">
                <a:solidFill>
                  <a:schemeClr val="dk2"/>
                </a:solidFill>
              </a:defRPr>
            </a:lvl6pPr>
            <a:lvl7pPr lvl="6" algn="r">
              <a:buNone/>
              <a:defRPr sz="750">
                <a:solidFill>
                  <a:schemeClr val="dk2"/>
                </a:solidFill>
              </a:defRPr>
            </a:lvl7pPr>
            <a:lvl8pPr lvl="7" algn="r">
              <a:buNone/>
              <a:defRPr sz="750">
                <a:solidFill>
                  <a:schemeClr val="dk2"/>
                </a:solidFill>
              </a:defRPr>
            </a:lvl8pPr>
            <a:lvl9pPr lvl="8" algn="r">
              <a:buNone/>
              <a:defRPr sz="75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>
            <a:spLocks noGrp="1"/>
          </p:cNvSpPr>
          <p:nvPr>
            <p:ph type="title"/>
          </p:nvPr>
        </p:nvSpPr>
        <p:spPr>
          <a:xfrm>
            <a:off x="801075" y="933450"/>
            <a:ext cx="5285475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94" name="Google Shape;194;p33"/>
          <p:cNvSpPr txBox="1">
            <a:spLocks noGrp="1"/>
          </p:cNvSpPr>
          <p:nvPr>
            <p:ph type="body" idx="1"/>
          </p:nvPr>
        </p:nvSpPr>
        <p:spPr>
          <a:xfrm>
            <a:off x="801075" y="1695450"/>
            <a:ext cx="5285475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60"/>
          <p:cNvSpPr txBox="1">
            <a:spLocks noGrp="1"/>
          </p:cNvSpPr>
          <p:nvPr>
            <p:ph type="title"/>
          </p:nvPr>
        </p:nvSpPr>
        <p:spPr>
          <a:xfrm>
            <a:off x="672225" y="1074488"/>
            <a:ext cx="5436900" cy="631350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r>
              <a:rPr lang="en"/>
              <a:t>ALTERNATIVE ICONS</a:t>
            </a:r>
            <a:endParaRPr/>
          </a:p>
        </p:txBody>
      </p:sp>
      <p:sp>
        <p:nvSpPr>
          <p:cNvPr id="1042" name="Google Shape;1042;p60"/>
          <p:cNvSpPr/>
          <p:nvPr/>
        </p:nvSpPr>
        <p:spPr>
          <a:xfrm>
            <a:off x="748125" y="2070323"/>
            <a:ext cx="258169" cy="220238"/>
          </a:xfrm>
          <a:custGeom>
            <a:avLst/>
            <a:gdLst/>
            <a:ahLst/>
            <a:cxnLst/>
            <a:rect l="l" t="t" r="r" b="b"/>
            <a:pathLst>
              <a:path w="13769" h="11746" extrusionOk="0">
                <a:moveTo>
                  <a:pt x="6435" y="620"/>
                </a:moveTo>
                <a:lnTo>
                  <a:pt x="6436" y="621"/>
                </a:lnTo>
                <a:lnTo>
                  <a:pt x="6436" y="1220"/>
                </a:lnTo>
                <a:lnTo>
                  <a:pt x="5791" y="1220"/>
                </a:lnTo>
                <a:cubicBezTo>
                  <a:pt x="5670" y="1220"/>
                  <a:pt x="5572" y="1319"/>
                  <a:pt x="5572" y="1441"/>
                </a:cubicBezTo>
                <a:lnTo>
                  <a:pt x="5572" y="1997"/>
                </a:lnTo>
                <a:cubicBezTo>
                  <a:pt x="5572" y="2118"/>
                  <a:pt x="5671" y="2217"/>
                  <a:pt x="5793" y="2217"/>
                </a:cubicBezTo>
                <a:lnTo>
                  <a:pt x="6435" y="2216"/>
                </a:lnTo>
                <a:lnTo>
                  <a:pt x="6435" y="2842"/>
                </a:lnTo>
                <a:cubicBezTo>
                  <a:pt x="5302" y="2890"/>
                  <a:pt x="4305" y="3142"/>
                  <a:pt x="3709" y="3525"/>
                </a:cubicBezTo>
                <a:lnTo>
                  <a:pt x="2867" y="1728"/>
                </a:lnTo>
                <a:cubicBezTo>
                  <a:pt x="2972" y="1285"/>
                  <a:pt x="4327" y="694"/>
                  <a:pt x="6435" y="620"/>
                </a:cubicBezTo>
                <a:close/>
                <a:moveTo>
                  <a:pt x="7509" y="629"/>
                </a:moveTo>
                <a:cubicBezTo>
                  <a:pt x="9511" y="729"/>
                  <a:pt x="10790" y="1299"/>
                  <a:pt x="10891" y="1730"/>
                </a:cubicBezTo>
                <a:lnTo>
                  <a:pt x="10029" y="3573"/>
                </a:lnTo>
                <a:cubicBezTo>
                  <a:pt x="9489" y="3195"/>
                  <a:pt x="8571" y="2936"/>
                  <a:pt x="7509" y="2859"/>
                </a:cubicBezTo>
                <a:lnTo>
                  <a:pt x="7509" y="2216"/>
                </a:lnTo>
                <a:lnTo>
                  <a:pt x="8152" y="2216"/>
                </a:lnTo>
                <a:cubicBezTo>
                  <a:pt x="8274" y="2216"/>
                  <a:pt x="8373" y="2117"/>
                  <a:pt x="8373" y="1996"/>
                </a:cubicBezTo>
                <a:lnTo>
                  <a:pt x="8372" y="1439"/>
                </a:lnTo>
                <a:cubicBezTo>
                  <a:pt x="8372" y="1318"/>
                  <a:pt x="8273" y="1219"/>
                  <a:pt x="8151" y="1219"/>
                </a:cubicBezTo>
                <a:lnTo>
                  <a:pt x="7509" y="1219"/>
                </a:lnTo>
                <a:lnTo>
                  <a:pt x="7509" y="629"/>
                </a:lnTo>
                <a:close/>
                <a:moveTo>
                  <a:pt x="6886" y="5038"/>
                </a:moveTo>
                <a:cubicBezTo>
                  <a:pt x="7488" y="6234"/>
                  <a:pt x="8841" y="7163"/>
                  <a:pt x="9848" y="7567"/>
                </a:cubicBezTo>
                <a:cubicBezTo>
                  <a:pt x="9910" y="7591"/>
                  <a:pt x="9968" y="7621"/>
                  <a:pt x="10022" y="7658"/>
                </a:cubicBezTo>
                <a:cubicBezTo>
                  <a:pt x="9842" y="9314"/>
                  <a:pt x="8514" y="11133"/>
                  <a:pt x="6890" y="11133"/>
                </a:cubicBezTo>
                <a:cubicBezTo>
                  <a:pt x="5618" y="11133"/>
                  <a:pt x="4527" y="10014"/>
                  <a:pt x="4027" y="8733"/>
                </a:cubicBezTo>
                <a:cubicBezTo>
                  <a:pt x="4013" y="8679"/>
                  <a:pt x="3994" y="8626"/>
                  <a:pt x="3970" y="8575"/>
                </a:cubicBezTo>
                <a:cubicBezTo>
                  <a:pt x="3864" y="8276"/>
                  <a:pt x="3794" y="7967"/>
                  <a:pt x="3758" y="7652"/>
                </a:cubicBezTo>
                <a:cubicBezTo>
                  <a:pt x="3810" y="7618"/>
                  <a:pt x="3865" y="7589"/>
                  <a:pt x="3922" y="7567"/>
                </a:cubicBezTo>
                <a:cubicBezTo>
                  <a:pt x="4931" y="7163"/>
                  <a:pt x="6283" y="6234"/>
                  <a:pt x="6886" y="5038"/>
                </a:cubicBezTo>
                <a:close/>
                <a:moveTo>
                  <a:pt x="6880" y="1"/>
                </a:moveTo>
                <a:cubicBezTo>
                  <a:pt x="4579" y="1"/>
                  <a:pt x="2249" y="613"/>
                  <a:pt x="2249" y="1785"/>
                </a:cubicBezTo>
                <a:lnTo>
                  <a:pt x="2249" y="1852"/>
                </a:lnTo>
                <a:lnTo>
                  <a:pt x="3291" y="4079"/>
                </a:lnTo>
                <a:cubicBezTo>
                  <a:pt x="3137" y="4310"/>
                  <a:pt x="2803" y="4504"/>
                  <a:pt x="2313" y="4644"/>
                </a:cubicBezTo>
                <a:cubicBezTo>
                  <a:pt x="110" y="5273"/>
                  <a:pt x="1" y="6915"/>
                  <a:pt x="152" y="8277"/>
                </a:cubicBezTo>
                <a:cubicBezTo>
                  <a:pt x="224" y="8926"/>
                  <a:pt x="796" y="9699"/>
                  <a:pt x="3108" y="9699"/>
                </a:cubicBezTo>
                <a:cubicBezTo>
                  <a:pt x="3167" y="9699"/>
                  <a:pt x="3226" y="9699"/>
                  <a:pt x="3282" y="9698"/>
                </a:cubicBezTo>
                <a:cubicBezTo>
                  <a:pt x="3443" y="9696"/>
                  <a:pt x="3598" y="9643"/>
                  <a:pt x="3728" y="9549"/>
                </a:cubicBezTo>
                <a:cubicBezTo>
                  <a:pt x="4393" y="10781"/>
                  <a:pt x="5545" y="11745"/>
                  <a:pt x="6890" y="11745"/>
                </a:cubicBezTo>
                <a:cubicBezTo>
                  <a:pt x="8260" y="11745"/>
                  <a:pt x="9433" y="10744"/>
                  <a:pt x="10090" y="9479"/>
                </a:cubicBezTo>
                <a:cubicBezTo>
                  <a:pt x="10248" y="9621"/>
                  <a:pt x="10453" y="9699"/>
                  <a:pt x="10666" y="9699"/>
                </a:cubicBezTo>
                <a:cubicBezTo>
                  <a:pt x="12974" y="9698"/>
                  <a:pt x="13545" y="8926"/>
                  <a:pt x="13618" y="8277"/>
                </a:cubicBezTo>
                <a:cubicBezTo>
                  <a:pt x="13768" y="6915"/>
                  <a:pt x="13659" y="5273"/>
                  <a:pt x="11457" y="4644"/>
                </a:cubicBezTo>
                <a:lnTo>
                  <a:pt x="11458" y="4644"/>
                </a:lnTo>
                <a:cubicBezTo>
                  <a:pt x="10960" y="4502"/>
                  <a:pt x="10623" y="4305"/>
                  <a:pt x="10473" y="4070"/>
                </a:cubicBezTo>
                <a:lnTo>
                  <a:pt x="11510" y="1852"/>
                </a:lnTo>
                <a:lnTo>
                  <a:pt x="11510" y="1785"/>
                </a:lnTo>
                <a:cubicBezTo>
                  <a:pt x="11510" y="613"/>
                  <a:pt x="9181" y="1"/>
                  <a:pt x="688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43" name="Google Shape;1043;p60"/>
          <p:cNvSpPr/>
          <p:nvPr/>
        </p:nvSpPr>
        <p:spPr>
          <a:xfrm>
            <a:off x="1111985" y="2069640"/>
            <a:ext cx="141075" cy="221606"/>
          </a:xfrm>
          <a:custGeom>
            <a:avLst/>
            <a:gdLst/>
            <a:ahLst/>
            <a:cxnLst/>
            <a:rect l="l" t="t" r="r" b="b"/>
            <a:pathLst>
              <a:path w="7524" h="11819" extrusionOk="0">
                <a:moveTo>
                  <a:pt x="2846" y="0"/>
                </a:moveTo>
                <a:lnTo>
                  <a:pt x="2846" y="719"/>
                </a:lnTo>
                <a:lnTo>
                  <a:pt x="1885" y="719"/>
                </a:lnTo>
                <a:cubicBezTo>
                  <a:pt x="1855" y="719"/>
                  <a:pt x="1831" y="743"/>
                  <a:pt x="1831" y="773"/>
                </a:cubicBezTo>
                <a:lnTo>
                  <a:pt x="1831" y="1567"/>
                </a:lnTo>
                <a:cubicBezTo>
                  <a:pt x="1831" y="1596"/>
                  <a:pt x="1855" y="1620"/>
                  <a:pt x="1885" y="1620"/>
                </a:cubicBezTo>
                <a:lnTo>
                  <a:pt x="5640" y="1620"/>
                </a:lnTo>
                <a:cubicBezTo>
                  <a:pt x="5670" y="1620"/>
                  <a:pt x="5694" y="1596"/>
                  <a:pt x="5694" y="1567"/>
                </a:cubicBezTo>
                <a:lnTo>
                  <a:pt x="5694" y="773"/>
                </a:lnTo>
                <a:cubicBezTo>
                  <a:pt x="5694" y="743"/>
                  <a:pt x="5670" y="719"/>
                  <a:pt x="5641" y="719"/>
                </a:cubicBezTo>
                <a:lnTo>
                  <a:pt x="4679" y="719"/>
                </a:lnTo>
                <a:lnTo>
                  <a:pt x="4679" y="0"/>
                </a:lnTo>
                <a:close/>
                <a:moveTo>
                  <a:pt x="5403" y="4114"/>
                </a:moveTo>
                <a:cubicBezTo>
                  <a:pt x="5568" y="4119"/>
                  <a:pt x="5702" y="4254"/>
                  <a:pt x="5702" y="4421"/>
                </a:cubicBezTo>
                <a:cubicBezTo>
                  <a:pt x="5702" y="4588"/>
                  <a:pt x="5568" y="4723"/>
                  <a:pt x="5403" y="4727"/>
                </a:cubicBezTo>
                <a:lnTo>
                  <a:pt x="1357" y="4727"/>
                </a:lnTo>
                <a:cubicBezTo>
                  <a:pt x="1188" y="4727"/>
                  <a:pt x="1051" y="4590"/>
                  <a:pt x="1051" y="4421"/>
                </a:cubicBezTo>
                <a:cubicBezTo>
                  <a:pt x="1051" y="4251"/>
                  <a:pt x="1188" y="4114"/>
                  <a:pt x="1358" y="4114"/>
                </a:cubicBezTo>
                <a:close/>
                <a:moveTo>
                  <a:pt x="1350" y="5537"/>
                </a:moveTo>
                <a:cubicBezTo>
                  <a:pt x="1353" y="5537"/>
                  <a:pt x="1355" y="5537"/>
                  <a:pt x="1358" y="5537"/>
                </a:cubicBezTo>
                <a:lnTo>
                  <a:pt x="6332" y="5537"/>
                </a:lnTo>
                <a:cubicBezTo>
                  <a:pt x="6501" y="5537"/>
                  <a:pt x="6637" y="5674"/>
                  <a:pt x="6637" y="5843"/>
                </a:cubicBezTo>
                <a:cubicBezTo>
                  <a:pt x="6637" y="6012"/>
                  <a:pt x="6501" y="6149"/>
                  <a:pt x="6332" y="6149"/>
                </a:cubicBezTo>
                <a:lnTo>
                  <a:pt x="1358" y="6149"/>
                </a:lnTo>
                <a:cubicBezTo>
                  <a:pt x="1355" y="6149"/>
                  <a:pt x="1353" y="6149"/>
                  <a:pt x="1350" y="6149"/>
                </a:cubicBezTo>
                <a:cubicBezTo>
                  <a:pt x="1181" y="6149"/>
                  <a:pt x="1044" y="6011"/>
                  <a:pt x="1044" y="5843"/>
                </a:cubicBezTo>
                <a:cubicBezTo>
                  <a:pt x="1044" y="5673"/>
                  <a:pt x="1181" y="5537"/>
                  <a:pt x="1350" y="5537"/>
                </a:cubicBezTo>
                <a:close/>
                <a:moveTo>
                  <a:pt x="5403" y="6959"/>
                </a:moveTo>
                <a:cubicBezTo>
                  <a:pt x="5572" y="6959"/>
                  <a:pt x="5708" y="7096"/>
                  <a:pt x="5709" y="7265"/>
                </a:cubicBezTo>
                <a:lnTo>
                  <a:pt x="5709" y="7265"/>
                </a:lnTo>
                <a:cubicBezTo>
                  <a:pt x="5708" y="7435"/>
                  <a:pt x="5572" y="7571"/>
                  <a:pt x="5403" y="7571"/>
                </a:cubicBezTo>
                <a:lnTo>
                  <a:pt x="1358" y="7571"/>
                </a:lnTo>
                <a:cubicBezTo>
                  <a:pt x="1189" y="7571"/>
                  <a:pt x="1051" y="7434"/>
                  <a:pt x="1051" y="7265"/>
                </a:cubicBezTo>
                <a:cubicBezTo>
                  <a:pt x="1051" y="7096"/>
                  <a:pt x="1189" y="6959"/>
                  <a:pt x="1358" y="6959"/>
                </a:cubicBezTo>
                <a:close/>
                <a:moveTo>
                  <a:pt x="939" y="1651"/>
                </a:moveTo>
                <a:cubicBezTo>
                  <a:pt x="421" y="1652"/>
                  <a:pt x="2" y="2072"/>
                  <a:pt x="1" y="2589"/>
                </a:cubicBezTo>
                <a:lnTo>
                  <a:pt x="1" y="10882"/>
                </a:lnTo>
                <a:cubicBezTo>
                  <a:pt x="2" y="11399"/>
                  <a:pt x="421" y="11818"/>
                  <a:pt x="939" y="11818"/>
                </a:cubicBezTo>
                <a:lnTo>
                  <a:pt x="6586" y="11818"/>
                </a:lnTo>
                <a:cubicBezTo>
                  <a:pt x="7103" y="11818"/>
                  <a:pt x="7522" y="11399"/>
                  <a:pt x="7522" y="10882"/>
                </a:cubicBezTo>
                <a:lnTo>
                  <a:pt x="7522" y="2589"/>
                </a:lnTo>
                <a:lnTo>
                  <a:pt x="7524" y="2589"/>
                </a:lnTo>
                <a:cubicBezTo>
                  <a:pt x="7524" y="2070"/>
                  <a:pt x="7103" y="1651"/>
                  <a:pt x="6586" y="1651"/>
                </a:cubicBezTo>
                <a:lnTo>
                  <a:pt x="6301" y="1651"/>
                </a:lnTo>
                <a:cubicBezTo>
                  <a:pt x="6258" y="1983"/>
                  <a:pt x="5975" y="2231"/>
                  <a:pt x="5641" y="2233"/>
                </a:cubicBezTo>
                <a:lnTo>
                  <a:pt x="1885" y="2233"/>
                </a:lnTo>
                <a:cubicBezTo>
                  <a:pt x="1550" y="2231"/>
                  <a:pt x="1266" y="1983"/>
                  <a:pt x="1224" y="165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44" name="Google Shape;1044;p60"/>
          <p:cNvSpPr/>
          <p:nvPr/>
        </p:nvSpPr>
        <p:spPr>
          <a:xfrm>
            <a:off x="1360430" y="2061015"/>
            <a:ext cx="230194" cy="238856"/>
          </a:xfrm>
          <a:custGeom>
            <a:avLst/>
            <a:gdLst/>
            <a:ahLst/>
            <a:cxnLst/>
            <a:rect l="l" t="t" r="r" b="b"/>
            <a:pathLst>
              <a:path w="12277" h="12739" extrusionOk="0">
                <a:moveTo>
                  <a:pt x="8379" y="1"/>
                </a:moveTo>
                <a:cubicBezTo>
                  <a:pt x="8271" y="1"/>
                  <a:pt x="8166" y="58"/>
                  <a:pt x="8110" y="160"/>
                </a:cubicBezTo>
                <a:cubicBezTo>
                  <a:pt x="8029" y="308"/>
                  <a:pt x="8083" y="494"/>
                  <a:pt x="8231" y="576"/>
                </a:cubicBezTo>
                <a:lnTo>
                  <a:pt x="9902" y="1493"/>
                </a:lnTo>
                <a:lnTo>
                  <a:pt x="9561" y="3141"/>
                </a:lnTo>
                <a:lnTo>
                  <a:pt x="8211" y="2453"/>
                </a:lnTo>
                <a:cubicBezTo>
                  <a:pt x="8166" y="2430"/>
                  <a:pt x="8119" y="2419"/>
                  <a:pt x="8072" y="2419"/>
                </a:cubicBezTo>
                <a:cubicBezTo>
                  <a:pt x="7960" y="2419"/>
                  <a:pt x="7852" y="2480"/>
                  <a:pt x="7798" y="2586"/>
                </a:cubicBezTo>
                <a:cubicBezTo>
                  <a:pt x="7722" y="2737"/>
                  <a:pt x="7782" y="2922"/>
                  <a:pt x="7933" y="2999"/>
                </a:cubicBezTo>
                <a:lnTo>
                  <a:pt x="11301" y="4715"/>
                </a:lnTo>
                <a:cubicBezTo>
                  <a:pt x="11344" y="4737"/>
                  <a:pt x="11392" y="4748"/>
                  <a:pt x="11441" y="4748"/>
                </a:cubicBezTo>
                <a:cubicBezTo>
                  <a:pt x="11582" y="4748"/>
                  <a:pt x="11705" y="4651"/>
                  <a:pt x="11738" y="4514"/>
                </a:cubicBezTo>
                <a:cubicBezTo>
                  <a:pt x="11772" y="4376"/>
                  <a:pt x="11706" y="4233"/>
                  <a:pt x="11580" y="4169"/>
                </a:cubicBezTo>
                <a:lnTo>
                  <a:pt x="10127" y="3430"/>
                </a:lnTo>
                <a:lnTo>
                  <a:pt x="10546" y="1395"/>
                </a:lnTo>
                <a:cubicBezTo>
                  <a:pt x="10574" y="1263"/>
                  <a:pt x="10512" y="1129"/>
                  <a:pt x="10393" y="1064"/>
                </a:cubicBezTo>
                <a:lnTo>
                  <a:pt x="8526" y="38"/>
                </a:lnTo>
                <a:cubicBezTo>
                  <a:pt x="8479" y="13"/>
                  <a:pt x="8429" y="1"/>
                  <a:pt x="8379" y="1"/>
                </a:cubicBezTo>
                <a:close/>
                <a:moveTo>
                  <a:pt x="3341" y="399"/>
                </a:moveTo>
                <a:cubicBezTo>
                  <a:pt x="3283" y="399"/>
                  <a:pt x="3225" y="415"/>
                  <a:pt x="3173" y="449"/>
                </a:cubicBezTo>
                <a:lnTo>
                  <a:pt x="796" y="2008"/>
                </a:lnTo>
                <a:cubicBezTo>
                  <a:pt x="634" y="2114"/>
                  <a:pt x="610" y="2342"/>
                  <a:pt x="747" y="2479"/>
                </a:cubicBezTo>
                <a:lnTo>
                  <a:pt x="1972" y="3715"/>
                </a:lnTo>
                <a:lnTo>
                  <a:pt x="656" y="4385"/>
                </a:lnTo>
                <a:cubicBezTo>
                  <a:pt x="505" y="4462"/>
                  <a:pt x="445" y="4647"/>
                  <a:pt x="522" y="4797"/>
                </a:cubicBezTo>
                <a:cubicBezTo>
                  <a:pt x="577" y="4903"/>
                  <a:pt x="684" y="4964"/>
                  <a:pt x="795" y="4964"/>
                </a:cubicBezTo>
                <a:cubicBezTo>
                  <a:pt x="842" y="4964"/>
                  <a:pt x="889" y="4954"/>
                  <a:pt x="934" y="4931"/>
                </a:cubicBezTo>
                <a:lnTo>
                  <a:pt x="4222" y="3256"/>
                </a:lnTo>
                <a:cubicBezTo>
                  <a:pt x="4373" y="3179"/>
                  <a:pt x="4433" y="2994"/>
                  <a:pt x="4356" y="2843"/>
                </a:cubicBezTo>
                <a:cubicBezTo>
                  <a:pt x="4301" y="2737"/>
                  <a:pt x="4194" y="2677"/>
                  <a:pt x="4083" y="2677"/>
                </a:cubicBezTo>
                <a:cubicBezTo>
                  <a:pt x="4036" y="2677"/>
                  <a:pt x="3989" y="2687"/>
                  <a:pt x="3944" y="2710"/>
                </a:cubicBezTo>
                <a:lnTo>
                  <a:pt x="2534" y="3429"/>
                </a:lnTo>
                <a:cubicBezTo>
                  <a:pt x="2522" y="3407"/>
                  <a:pt x="2506" y="3386"/>
                  <a:pt x="2489" y="3368"/>
                </a:cubicBezTo>
                <a:lnTo>
                  <a:pt x="1445" y="2315"/>
                </a:lnTo>
                <a:lnTo>
                  <a:pt x="3509" y="961"/>
                </a:lnTo>
                <a:cubicBezTo>
                  <a:pt x="3650" y="869"/>
                  <a:pt x="3689" y="678"/>
                  <a:pt x="3597" y="537"/>
                </a:cubicBezTo>
                <a:cubicBezTo>
                  <a:pt x="3538" y="447"/>
                  <a:pt x="3441" y="399"/>
                  <a:pt x="3341" y="399"/>
                </a:cubicBezTo>
                <a:close/>
                <a:moveTo>
                  <a:pt x="5259" y="6250"/>
                </a:moveTo>
                <a:cubicBezTo>
                  <a:pt x="4103" y="6250"/>
                  <a:pt x="3148" y="6749"/>
                  <a:pt x="2807" y="7459"/>
                </a:cubicBezTo>
                <a:cubicBezTo>
                  <a:pt x="2739" y="6939"/>
                  <a:pt x="2295" y="6555"/>
                  <a:pt x="1778" y="6555"/>
                </a:cubicBezTo>
                <a:cubicBezTo>
                  <a:pt x="1755" y="6555"/>
                  <a:pt x="1731" y="6556"/>
                  <a:pt x="1707" y="6557"/>
                </a:cubicBezTo>
                <a:cubicBezTo>
                  <a:pt x="1159" y="6593"/>
                  <a:pt x="734" y="7047"/>
                  <a:pt x="734" y="7596"/>
                </a:cubicBezTo>
                <a:cubicBezTo>
                  <a:pt x="734" y="7667"/>
                  <a:pt x="742" y="7739"/>
                  <a:pt x="757" y="7809"/>
                </a:cubicBezTo>
                <a:lnTo>
                  <a:pt x="306" y="7809"/>
                </a:lnTo>
                <a:cubicBezTo>
                  <a:pt x="137" y="7809"/>
                  <a:pt x="1" y="7947"/>
                  <a:pt x="1" y="8116"/>
                </a:cubicBezTo>
                <a:lnTo>
                  <a:pt x="1" y="8548"/>
                </a:lnTo>
                <a:cubicBezTo>
                  <a:pt x="1" y="8717"/>
                  <a:pt x="137" y="8855"/>
                  <a:pt x="306" y="8855"/>
                </a:cubicBezTo>
                <a:lnTo>
                  <a:pt x="4235" y="8855"/>
                </a:lnTo>
                <a:lnTo>
                  <a:pt x="4235" y="9616"/>
                </a:lnTo>
                <a:lnTo>
                  <a:pt x="4056" y="9616"/>
                </a:lnTo>
                <a:cubicBezTo>
                  <a:pt x="3887" y="9616"/>
                  <a:pt x="3750" y="9752"/>
                  <a:pt x="3750" y="9923"/>
                </a:cubicBezTo>
                <a:lnTo>
                  <a:pt x="3750" y="11154"/>
                </a:lnTo>
                <a:lnTo>
                  <a:pt x="1209" y="11154"/>
                </a:lnTo>
                <a:cubicBezTo>
                  <a:pt x="1208" y="11154"/>
                  <a:pt x="1207" y="11154"/>
                  <a:pt x="1207" y="11154"/>
                </a:cubicBezTo>
                <a:cubicBezTo>
                  <a:pt x="1039" y="11154"/>
                  <a:pt x="903" y="11291"/>
                  <a:pt x="903" y="11459"/>
                </a:cubicBezTo>
                <a:lnTo>
                  <a:pt x="903" y="12433"/>
                </a:lnTo>
                <a:cubicBezTo>
                  <a:pt x="903" y="12602"/>
                  <a:pt x="1040" y="12739"/>
                  <a:pt x="1209" y="12739"/>
                </a:cubicBezTo>
                <a:lnTo>
                  <a:pt x="11068" y="12739"/>
                </a:lnTo>
                <a:cubicBezTo>
                  <a:pt x="11237" y="12739"/>
                  <a:pt x="11374" y="12602"/>
                  <a:pt x="11374" y="12433"/>
                </a:cubicBezTo>
                <a:lnTo>
                  <a:pt x="11374" y="11459"/>
                </a:lnTo>
                <a:cubicBezTo>
                  <a:pt x="11374" y="11291"/>
                  <a:pt x="11238" y="11154"/>
                  <a:pt x="11070" y="11154"/>
                </a:cubicBezTo>
                <a:cubicBezTo>
                  <a:pt x="11070" y="11154"/>
                  <a:pt x="11069" y="11154"/>
                  <a:pt x="11068" y="11154"/>
                </a:cubicBezTo>
                <a:lnTo>
                  <a:pt x="6321" y="11154"/>
                </a:lnTo>
                <a:lnTo>
                  <a:pt x="6321" y="9923"/>
                </a:lnTo>
                <a:cubicBezTo>
                  <a:pt x="6322" y="9752"/>
                  <a:pt x="6186" y="9616"/>
                  <a:pt x="6015" y="9616"/>
                </a:cubicBezTo>
                <a:lnTo>
                  <a:pt x="5837" y="9616"/>
                </a:lnTo>
                <a:lnTo>
                  <a:pt x="5837" y="8854"/>
                </a:lnTo>
                <a:lnTo>
                  <a:pt x="11970" y="8854"/>
                </a:lnTo>
                <a:cubicBezTo>
                  <a:pt x="12139" y="8854"/>
                  <a:pt x="12276" y="8717"/>
                  <a:pt x="12276" y="8548"/>
                </a:cubicBezTo>
                <a:lnTo>
                  <a:pt x="12276" y="8116"/>
                </a:lnTo>
                <a:cubicBezTo>
                  <a:pt x="12276" y="7947"/>
                  <a:pt x="12139" y="7809"/>
                  <a:pt x="11970" y="7809"/>
                </a:cubicBezTo>
                <a:lnTo>
                  <a:pt x="11683" y="7809"/>
                </a:lnTo>
                <a:cubicBezTo>
                  <a:pt x="11474" y="6913"/>
                  <a:pt x="10373" y="6250"/>
                  <a:pt x="9004" y="625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45" name="Google Shape;1045;p60"/>
          <p:cNvSpPr/>
          <p:nvPr/>
        </p:nvSpPr>
        <p:spPr>
          <a:xfrm>
            <a:off x="1697994" y="2061136"/>
            <a:ext cx="199481" cy="238613"/>
          </a:xfrm>
          <a:custGeom>
            <a:avLst/>
            <a:gdLst/>
            <a:ahLst/>
            <a:cxnLst/>
            <a:rect l="l" t="t" r="r" b="b"/>
            <a:pathLst>
              <a:path w="10639" h="12726" extrusionOk="0">
                <a:moveTo>
                  <a:pt x="6273" y="1143"/>
                </a:moveTo>
                <a:lnTo>
                  <a:pt x="6273" y="5307"/>
                </a:lnTo>
                <a:lnTo>
                  <a:pt x="7518" y="7318"/>
                </a:lnTo>
                <a:lnTo>
                  <a:pt x="3122" y="7318"/>
                </a:lnTo>
                <a:lnTo>
                  <a:pt x="4366" y="5307"/>
                </a:lnTo>
                <a:lnTo>
                  <a:pt x="4366" y="1143"/>
                </a:lnTo>
                <a:close/>
                <a:moveTo>
                  <a:pt x="3446" y="0"/>
                </a:moveTo>
                <a:cubicBezTo>
                  <a:pt x="3226" y="0"/>
                  <a:pt x="3049" y="178"/>
                  <a:pt x="3049" y="397"/>
                </a:cubicBezTo>
                <a:lnTo>
                  <a:pt x="3049" y="440"/>
                </a:lnTo>
                <a:cubicBezTo>
                  <a:pt x="3049" y="660"/>
                  <a:pt x="3226" y="837"/>
                  <a:pt x="3446" y="837"/>
                </a:cubicBezTo>
                <a:lnTo>
                  <a:pt x="3754" y="837"/>
                </a:lnTo>
                <a:lnTo>
                  <a:pt x="3754" y="5133"/>
                </a:lnTo>
                <a:lnTo>
                  <a:pt x="251" y="10789"/>
                </a:lnTo>
                <a:cubicBezTo>
                  <a:pt x="12" y="11169"/>
                  <a:pt x="1" y="11648"/>
                  <a:pt x="222" y="12039"/>
                </a:cubicBezTo>
                <a:cubicBezTo>
                  <a:pt x="457" y="12462"/>
                  <a:pt x="917" y="12725"/>
                  <a:pt x="1422" y="12725"/>
                </a:cubicBezTo>
                <a:lnTo>
                  <a:pt x="9218" y="12725"/>
                </a:lnTo>
                <a:cubicBezTo>
                  <a:pt x="9722" y="12725"/>
                  <a:pt x="10182" y="12462"/>
                  <a:pt x="10418" y="12039"/>
                </a:cubicBezTo>
                <a:cubicBezTo>
                  <a:pt x="10639" y="11648"/>
                  <a:pt x="10626" y="11169"/>
                  <a:pt x="10387" y="10789"/>
                </a:cubicBezTo>
                <a:lnTo>
                  <a:pt x="6886" y="5133"/>
                </a:lnTo>
                <a:lnTo>
                  <a:pt x="6886" y="837"/>
                </a:lnTo>
                <a:lnTo>
                  <a:pt x="7194" y="837"/>
                </a:lnTo>
                <a:cubicBezTo>
                  <a:pt x="7413" y="837"/>
                  <a:pt x="7590" y="660"/>
                  <a:pt x="7590" y="440"/>
                </a:cubicBezTo>
                <a:lnTo>
                  <a:pt x="7590" y="397"/>
                </a:lnTo>
                <a:cubicBezTo>
                  <a:pt x="7590" y="178"/>
                  <a:pt x="7413" y="0"/>
                  <a:pt x="719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46" name="Google Shape;1046;p60"/>
          <p:cNvSpPr/>
          <p:nvPr/>
        </p:nvSpPr>
        <p:spPr>
          <a:xfrm>
            <a:off x="2004844" y="2094933"/>
            <a:ext cx="240131" cy="171019"/>
          </a:xfrm>
          <a:custGeom>
            <a:avLst/>
            <a:gdLst/>
            <a:ahLst/>
            <a:cxnLst/>
            <a:rect l="l" t="t" r="r" b="b"/>
            <a:pathLst>
              <a:path w="12807" h="9121" extrusionOk="0">
                <a:moveTo>
                  <a:pt x="7342" y="613"/>
                </a:moveTo>
                <a:cubicBezTo>
                  <a:pt x="7624" y="614"/>
                  <a:pt x="7853" y="841"/>
                  <a:pt x="7853" y="1124"/>
                </a:cubicBezTo>
                <a:lnTo>
                  <a:pt x="7853" y="1508"/>
                </a:lnTo>
                <a:lnTo>
                  <a:pt x="4952" y="1508"/>
                </a:lnTo>
                <a:lnTo>
                  <a:pt x="4952" y="1124"/>
                </a:lnTo>
                <a:cubicBezTo>
                  <a:pt x="4953" y="841"/>
                  <a:pt x="5180" y="614"/>
                  <a:pt x="5462" y="613"/>
                </a:cubicBezTo>
                <a:close/>
                <a:moveTo>
                  <a:pt x="10058" y="2120"/>
                </a:moveTo>
                <a:lnTo>
                  <a:pt x="10058" y="2832"/>
                </a:lnTo>
                <a:lnTo>
                  <a:pt x="2746" y="2832"/>
                </a:lnTo>
                <a:lnTo>
                  <a:pt x="2746" y="2120"/>
                </a:lnTo>
                <a:close/>
                <a:moveTo>
                  <a:pt x="6402" y="3785"/>
                </a:moveTo>
                <a:cubicBezTo>
                  <a:pt x="6463" y="3785"/>
                  <a:pt x="6524" y="3797"/>
                  <a:pt x="6583" y="3822"/>
                </a:cubicBezTo>
                <a:cubicBezTo>
                  <a:pt x="6760" y="3894"/>
                  <a:pt x="6875" y="4067"/>
                  <a:pt x="6875" y="4257"/>
                </a:cubicBezTo>
                <a:cubicBezTo>
                  <a:pt x="6873" y="4517"/>
                  <a:pt x="6663" y="4729"/>
                  <a:pt x="6402" y="4729"/>
                </a:cubicBezTo>
                <a:cubicBezTo>
                  <a:pt x="6211" y="4729"/>
                  <a:pt x="6039" y="4614"/>
                  <a:pt x="5967" y="4437"/>
                </a:cubicBezTo>
                <a:cubicBezTo>
                  <a:pt x="5894" y="4261"/>
                  <a:pt x="5934" y="4059"/>
                  <a:pt x="6069" y="3923"/>
                </a:cubicBezTo>
                <a:cubicBezTo>
                  <a:pt x="6159" y="3833"/>
                  <a:pt x="6280" y="3785"/>
                  <a:pt x="6402" y="3785"/>
                </a:cubicBezTo>
                <a:close/>
                <a:moveTo>
                  <a:pt x="5462" y="0"/>
                </a:moveTo>
                <a:cubicBezTo>
                  <a:pt x="4842" y="1"/>
                  <a:pt x="4340" y="504"/>
                  <a:pt x="4340" y="1123"/>
                </a:cubicBezTo>
                <a:lnTo>
                  <a:pt x="4340" y="1508"/>
                </a:lnTo>
                <a:lnTo>
                  <a:pt x="2440" y="1508"/>
                </a:lnTo>
                <a:cubicBezTo>
                  <a:pt x="2440" y="1508"/>
                  <a:pt x="2439" y="1508"/>
                  <a:pt x="2438" y="1508"/>
                </a:cubicBezTo>
                <a:cubicBezTo>
                  <a:pt x="2269" y="1508"/>
                  <a:pt x="2133" y="1646"/>
                  <a:pt x="2133" y="1814"/>
                </a:cubicBezTo>
                <a:lnTo>
                  <a:pt x="2133" y="2999"/>
                </a:lnTo>
                <a:lnTo>
                  <a:pt x="375" y="4759"/>
                </a:lnTo>
                <a:cubicBezTo>
                  <a:pt x="135" y="4998"/>
                  <a:pt x="0" y="5323"/>
                  <a:pt x="1" y="5661"/>
                </a:cubicBezTo>
                <a:lnTo>
                  <a:pt x="1" y="7791"/>
                </a:lnTo>
                <a:cubicBezTo>
                  <a:pt x="1" y="8524"/>
                  <a:pt x="597" y="9119"/>
                  <a:pt x="1330" y="9121"/>
                </a:cubicBezTo>
                <a:lnTo>
                  <a:pt x="11476" y="9121"/>
                </a:lnTo>
                <a:cubicBezTo>
                  <a:pt x="12209" y="9119"/>
                  <a:pt x="12804" y="8525"/>
                  <a:pt x="12805" y="7791"/>
                </a:cubicBezTo>
                <a:lnTo>
                  <a:pt x="12805" y="5661"/>
                </a:lnTo>
                <a:cubicBezTo>
                  <a:pt x="12807" y="5323"/>
                  <a:pt x="12672" y="4998"/>
                  <a:pt x="12432" y="4759"/>
                </a:cubicBezTo>
                <a:lnTo>
                  <a:pt x="12431" y="4759"/>
                </a:lnTo>
                <a:lnTo>
                  <a:pt x="10671" y="2999"/>
                </a:lnTo>
                <a:lnTo>
                  <a:pt x="10671" y="1814"/>
                </a:lnTo>
                <a:cubicBezTo>
                  <a:pt x="10671" y="1646"/>
                  <a:pt x="10535" y="1508"/>
                  <a:pt x="10366" y="1508"/>
                </a:cubicBezTo>
                <a:cubicBezTo>
                  <a:pt x="10366" y="1508"/>
                  <a:pt x="10365" y="1508"/>
                  <a:pt x="10364" y="1508"/>
                </a:cubicBezTo>
                <a:lnTo>
                  <a:pt x="8465" y="1508"/>
                </a:lnTo>
                <a:lnTo>
                  <a:pt x="8465" y="1123"/>
                </a:lnTo>
                <a:cubicBezTo>
                  <a:pt x="8464" y="504"/>
                  <a:pt x="7962" y="1"/>
                  <a:pt x="734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47" name="Google Shape;1047;p60"/>
          <p:cNvSpPr/>
          <p:nvPr/>
        </p:nvSpPr>
        <p:spPr>
          <a:xfrm>
            <a:off x="2352344" y="2052042"/>
            <a:ext cx="147300" cy="256800"/>
          </a:xfrm>
          <a:custGeom>
            <a:avLst/>
            <a:gdLst/>
            <a:ahLst/>
            <a:cxnLst/>
            <a:rect l="l" t="t" r="r" b="b"/>
            <a:pathLst>
              <a:path w="7856" h="13696" extrusionOk="0">
                <a:moveTo>
                  <a:pt x="5715" y="613"/>
                </a:moveTo>
                <a:cubicBezTo>
                  <a:pt x="5859" y="613"/>
                  <a:pt x="5976" y="729"/>
                  <a:pt x="5976" y="872"/>
                </a:cubicBezTo>
                <a:lnTo>
                  <a:pt x="5976" y="2384"/>
                </a:lnTo>
                <a:lnTo>
                  <a:pt x="4955" y="2384"/>
                </a:lnTo>
                <a:lnTo>
                  <a:pt x="4955" y="872"/>
                </a:lnTo>
                <a:cubicBezTo>
                  <a:pt x="4955" y="729"/>
                  <a:pt x="5071" y="613"/>
                  <a:pt x="5215" y="613"/>
                </a:cubicBezTo>
                <a:close/>
                <a:moveTo>
                  <a:pt x="5216" y="0"/>
                </a:moveTo>
                <a:cubicBezTo>
                  <a:pt x="4733" y="0"/>
                  <a:pt x="4344" y="391"/>
                  <a:pt x="4343" y="872"/>
                </a:cubicBezTo>
                <a:lnTo>
                  <a:pt x="4343" y="2384"/>
                </a:lnTo>
                <a:lnTo>
                  <a:pt x="3608" y="2384"/>
                </a:lnTo>
                <a:cubicBezTo>
                  <a:pt x="3443" y="2384"/>
                  <a:pt x="3307" y="2515"/>
                  <a:pt x="3302" y="2680"/>
                </a:cubicBezTo>
                <a:lnTo>
                  <a:pt x="2996" y="13347"/>
                </a:lnTo>
                <a:cubicBezTo>
                  <a:pt x="2991" y="13519"/>
                  <a:pt x="3129" y="13662"/>
                  <a:pt x="3302" y="13662"/>
                </a:cubicBezTo>
                <a:lnTo>
                  <a:pt x="7550" y="13662"/>
                </a:lnTo>
                <a:cubicBezTo>
                  <a:pt x="7550" y="13662"/>
                  <a:pt x="7551" y="13662"/>
                  <a:pt x="7552" y="13662"/>
                </a:cubicBezTo>
                <a:cubicBezTo>
                  <a:pt x="7720" y="13662"/>
                  <a:pt x="7855" y="13524"/>
                  <a:pt x="7855" y="13356"/>
                </a:cubicBezTo>
                <a:cubicBezTo>
                  <a:pt x="7855" y="13345"/>
                  <a:pt x="7854" y="13332"/>
                  <a:pt x="7853" y="13319"/>
                </a:cubicBezTo>
                <a:lnTo>
                  <a:pt x="7548" y="2682"/>
                </a:lnTo>
                <a:cubicBezTo>
                  <a:pt x="7543" y="2515"/>
                  <a:pt x="7407" y="2384"/>
                  <a:pt x="7241" y="2384"/>
                </a:cubicBezTo>
                <a:lnTo>
                  <a:pt x="6589" y="2384"/>
                </a:lnTo>
                <a:lnTo>
                  <a:pt x="6589" y="872"/>
                </a:lnTo>
                <a:cubicBezTo>
                  <a:pt x="6587" y="391"/>
                  <a:pt x="6198" y="0"/>
                  <a:pt x="5716" y="0"/>
                </a:cubicBezTo>
                <a:close/>
                <a:moveTo>
                  <a:pt x="1596" y="348"/>
                </a:moveTo>
                <a:cubicBezTo>
                  <a:pt x="1429" y="348"/>
                  <a:pt x="1293" y="482"/>
                  <a:pt x="1290" y="648"/>
                </a:cubicBezTo>
                <a:lnTo>
                  <a:pt x="1290" y="748"/>
                </a:lnTo>
                <a:lnTo>
                  <a:pt x="307" y="748"/>
                </a:lnTo>
                <a:cubicBezTo>
                  <a:pt x="138" y="748"/>
                  <a:pt x="0" y="885"/>
                  <a:pt x="1" y="1055"/>
                </a:cubicBezTo>
                <a:lnTo>
                  <a:pt x="1" y="3156"/>
                </a:lnTo>
                <a:cubicBezTo>
                  <a:pt x="1" y="3325"/>
                  <a:pt x="138" y="3463"/>
                  <a:pt x="307" y="3463"/>
                </a:cubicBezTo>
                <a:lnTo>
                  <a:pt x="1290" y="3463"/>
                </a:lnTo>
                <a:lnTo>
                  <a:pt x="1290" y="4074"/>
                </a:lnTo>
                <a:cubicBezTo>
                  <a:pt x="1038" y="4361"/>
                  <a:pt x="375" y="5241"/>
                  <a:pt x="375" y="6559"/>
                </a:cubicBezTo>
                <a:lnTo>
                  <a:pt x="375" y="13389"/>
                </a:lnTo>
                <a:cubicBezTo>
                  <a:pt x="375" y="13558"/>
                  <a:pt x="512" y="13695"/>
                  <a:pt x="681" y="13695"/>
                </a:cubicBezTo>
                <a:cubicBezTo>
                  <a:pt x="850" y="13695"/>
                  <a:pt x="986" y="13558"/>
                  <a:pt x="986" y="13389"/>
                </a:cubicBezTo>
                <a:lnTo>
                  <a:pt x="986" y="6559"/>
                </a:lnTo>
                <a:cubicBezTo>
                  <a:pt x="986" y="5237"/>
                  <a:pt x="1801" y="4421"/>
                  <a:pt x="1809" y="4414"/>
                </a:cubicBezTo>
                <a:cubicBezTo>
                  <a:pt x="1868" y="4356"/>
                  <a:pt x="1903" y="4277"/>
                  <a:pt x="1901" y="4194"/>
                </a:cubicBezTo>
                <a:lnTo>
                  <a:pt x="1901" y="648"/>
                </a:lnTo>
                <a:cubicBezTo>
                  <a:pt x="1898" y="482"/>
                  <a:pt x="1762" y="348"/>
                  <a:pt x="1596" y="34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48" name="Google Shape;1048;p60"/>
          <p:cNvSpPr/>
          <p:nvPr/>
        </p:nvSpPr>
        <p:spPr>
          <a:xfrm>
            <a:off x="2607015" y="2095740"/>
            <a:ext cx="239269" cy="169406"/>
          </a:xfrm>
          <a:custGeom>
            <a:avLst/>
            <a:gdLst/>
            <a:ahLst/>
            <a:cxnLst/>
            <a:rect l="l" t="t" r="r" b="b"/>
            <a:pathLst>
              <a:path w="12761" h="9035" extrusionOk="0">
                <a:moveTo>
                  <a:pt x="878" y="1101"/>
                </a:moveTo>
                <a:cubicBezTo>
                  <a:pt x="890" y="1101"/>
                  <a:pt x="903" y="1102"/>
                  <a:pt x="916" y="1103"/>
                </a:cubicBezTo>
                <a:lnTo>
                  <a:pt x="3002" y="1393"/>
                </a:lnTo>
                <a:cubicBezTo>
                  <a:pt x="3170" y="1416"/>
                  <a:pt x="3287" y="1570"/>
                  <a:pt x="3264" y="1738"/>
                </a:cubicBezTo>
                <a:lnTo>
                  <a:pt x="3264" y="1739"/>
                </a:lnTo>
                <a:cubicBezTo>
                  <a:pt x="3242" y="1891"/>
                  <a:pt x="3111" y="2003"/>
                  <a:pt x="2961" y="2003"/>
                </a:cubicBezTo>
                <a:cubicBezTo>
                  <a:pt x="2947" y="2003"/>
                  <a:pt x="2933" y="2002"/>
                  <a:pt x="2918" y="2000"/>
                </a:cubicBezTo>
                <a:lnTo>
                  <a:pt x="832" y="1710"/>
                </a:lnTo>
                <a:cubicBezTo>
                  <a:pt x="667" y="1685"/>
                  <a:pt x="552" y="1531"/>
                  <a:pt x="575" y="1365"/>
                </a:cubicBezTo>
                <a:cubicBezTo>
                  <a:pt x="596" y="1211"/>
                  <a:pt x="727" y="1101"/>
                  <a:pt x="878" y="1101"/>
                </a:cubicBezTo>
                <a:close/>
                <a:moveTo>
                  <a:pt x="9799" y="1113"/>
                </a:moveTo>
                <a:cubicBezTo>
                  <a:pt x="9811" y="1113"/>
                  <a:pt x="9824" y="1114"/>
                  <a:pt x="9837" y="1116"/>
                </a:cubicBezTo>
                <a:lnTo>
                  <a:pt x="11923" y="1404"/>
                </a:lnTo>
                <a:cubicBezTo>
                  <a:pt x="12091" y="1428"/>
                  <a:pt x="12207" y="1582"/>
                  <a:pt x="12184" y="1749"/>
                </a:cubicBezTo>
                <a:lnTo>
                  <a:pt x="12185" y="1750"/>
                </a:lnTo>
                <a:cubicBezTo>
                  <a:pt x="12164" y="1901"/>
                  <a:pt x="12034" y="2013"/>
                  <a:pt x="11881" y="2015"/>
                </a:cubicBezTo>
                <a:cubicBezTo>
                  <a:pt x="11868" y="2015"/>
                  <a:pt x="11853" y="2013"/>
                  <a:pt x="11839" y="2011"/>
                </a:cubicBezTo>
                <a:lnTo>
                  <a:pt x="9753" y="1723"/>
                </a:lnTo>
                <a:cubicBezTo>
                  <a:pt x="9587" y="1696"/>
                  <a:pt x="9473" y="1543"/>
                  <a:pt x="9496" y="1378"/>
                </a:cubicBezTo>
                <a:cubicBezTo>
                  <a:pt x="9518" y="1225"/>
                  <a:pt x="9648" y="1113"/>
                  <a:pt x="9799" y="1113"/>
                </a:cubicBezTo>
                <a:close/>
                <a:moveTo>
                  <a:pt x="9793" y="2600"/>
                </a:moveTo>
                <a:cubicBezTo>
                  <a:pt x="9807" y="2600"/>
                  <a:pt x="9822" y="2601"/>
                  <a:pt x="9837" y="2603"/>
                </a:cubicBezTo>
                <a:lnTo>
                  <a:pt x="10478" y="2692"/>
                </a:lnTo>
                <a:cubicBezTo>
                  <a:pt x="10637" y="2713"/>
                  <a:pt x="10752" y="2855"/>
                  <a:pt x="10740" y="3016"/>
                </a:cubicBezTo>
                <a:cubicBezTo>
                  <a:pt x="10730" y="3176"/>
                  <a:pt x="10596" y="3301"/>
                  <a:pt x="10437" y="3301"/>
                </a:cubicBezTo>
                <a:cubicBezTo>
                  <a:pt x="10422" y="3301"/>
                  <a:pt x="10407" y="3300"/>
                  <a:pt x="10393" y="3299"/>
                </a:cubicBezTo>
                <a:lnTo>
                  <a:pt x="9752" y="3209"/>
                </a:lnTo>
                <a:cubicBezTo>
                  <a:pt x="9584" y="3186"/>
                  <a:pt x="9468" y="3032"/>
                  <a:pt x="9491" y="2864"/>
                </a:cubicBezTo>
                <a:lnTo>
                  <a:pt x="9492" y="2864"/>
                </a:lnTo>
                <a:cubicBezTo>
                  <a:pt x="9512" y="2711"/>
                  <a:pt x="9643" y="2600"/>
                  <a:pt x="9793" y="2600"/>
                </a:cubicBezTo>
                <a:close/>
                <a:moveTo>
                  <a:pt x="878" y="2635"/>
                </a:moveTo>
                <a:cubicBezTo>
                  <a:pt x="891" y="2635"/>
                  <a:pt x="903" y="2636"/>
                  <a:pt x="916" y="2638"/>
                </a:cubicBezTo>
                <a:lnTo>
                  <a:pt x="3002" y="2927"/>
                </a:lnTo>
                <a:cubicBezTo>
                  <a:pt x="3169" y="2950"/>
                  <a:pt x="3286" y="3104"/>
                  <a:pt x="3263" y="3272"/>
                </a:cubicBezTo>
                <a:lnTo>
                  <a:pt x="3264" y="3272"/>
                </a:lnTo>
                <a:cubicBezTo>
                  <a:pt x="3243" y="3424"/>
                  <a:pt x="3114" y="3536"/>
                  <a:pt x="2961" y="3536"/>
                </a:cubicBezTo>
                <a:cubicBezTo>
                  <a:pt x="2946" y="3536"/>
                  <a:pt x="2932" y="3535"/>
                  <a:pt x="2918" y="3534"/>
                </a:cubicBezTo>
                <a:lnTo>
                  <a:pt x="831" y="3245"/>
                </a:lnTo>
                <a:cubicBezTo>
                  <a:pt x="666" y="3219"/>
                  <a:pt x="551" y="3065"/>
                  <a:pt x="574" y="2900"/>
                </a:cubicBezTo>
                <a:cubicBezTo>
                  <a:pt x="596" y="2747"/>
                  <a:pt x="727" y="2635"/>
                  <a:pt x="878" y="2635"/>
                </a:cubicBezTo>
                <a:close/>
                <a:moveTo>
                  <a:pt x="7409" y="939"/>
                </a:moveTo>
                <a:cubicBezTo>
                  <a:pt x="7575" y="939"/>
                  <a:pt x="7714" y="1074"/>
                  <a:pt x="7715" y="1246"/>
                </a:cubicBezTo>
                <a:lnTo>
                  <a:pt x="7715" y="4370"/>
                </a:lnTo>
                <a:cubicBezTo>
                  <a:pt x="7715" y="4523"/>
                  <a:pt x="7601" y="4651"/>
                  <a:pt x="7451" y="4673"/>
                </a:cubicBezTo>
                <a:lnTo>
                  <a:pt x="5494" y="4943"/>
                </a:lnTo>
                <a:cubicBezTo>
                  <a:pt x="5480" y="4944"/>
                  <a:pt x="5466" y="4946"/>
                  <a:pt x="5452" y="4946"/>
                </a:cubicBezTo>
                <a:cubicBezTo>
                  <a:pt x="5283" y="4946"/>
                  <a:pt x="5146" y="4809"/>
                  <a:pt x="5146" y="4640"/>
                </a:cubicBezTo>
                <a:lnTo>
                  <a:pt x="5146" y="1516"/>
                </a:lnTo>
                <a:cubicBezTo>
                  <a:pt x="5146" y="1363"/>
                  <a:pt x="5259" y="1233"/>
                  <a:pt x="5410" y="1212"/>
                </a:cubicBezTo>
                <a:lnTo>
                  <a:pt x="7367" y="942"/>
                </a:lnTo>
                <a:cubicBezTo>
                  <a:pt x="7381" y="940"/>
                  <a:pt x="7395" y="939"/>
                  <a:pt x="7409" y="939"/>
                </a:cubicBezTo>
                <a:close/>
                <a:moveTo>
                  <a:pt x="9800" y="4087"/>
                </a:moveTo>
                <a:cubicBezTo>
                  <a:pt x="9812" y="4087"/>
                  <a:pt x="9824" y="4088"/>
                  <a:pt x="9837" y="4089"/>
                </a:cubicBezTo>
                <a:lnTo>
                  <a:pt x="11923" y="4379"/>
                </a:lnTo>
                <a:cubicBezTo>
                  <a:pt x="12091" y="4402"/>
                  <a:pt x="12207" y="4557"/>
                  <a:pt x="12184" y="4724"/>
                </a:cubicBezTo>
                <a:lnTo>
                  <a:pt x="12185" y="4725"/>
                </a:lnTo>
                <a:cubicBezTo>
                  <a:pt x="12164" y="4875"/>
                  <a:pt x="12034" y="4988"/>
                  <a:pt x="11881" y="4988"/>
                </a:cubicBezTo>
                <a:cubicBezTo>
                  <a:pt x="11868" y="4988"/>
                  <a:pt x="11853" y="4988"/>
                  <a:pt x="11839" y="4986"/>
                </a:cubicBezTo>
                <a:lnTo>
                  <a:pt x="9753" y="4696"/>
                </a:lnTo>
                <a:cubicBezTo>
                  <a:pt x="9587" y="4671"/>
                  <a:pt x="9473" y="4517"/>
                  <a:pt x="9496" y="4351"/>
                </a:cubicBezTo>
                <a:cubicBezTo>
                  <a:pt x="9518" y="4198"/>
                  <a:pt x="9648" y="4087"/>
                  <a:pt x="9800" y="4087"/>
                </a:cubicBezTo>
                <a:close/>
                <a:moveTo>
                  <a:pt x="874" y="4169"/>
                </a:moveTo>
                <a:cubicBezTo>
                  <a:pt x="888" y="4169"/>
                  <a:pt x="902" y="4170"/>
                  <a:pt x="916" y="4172"/>
                </a:cubicBezTo>
                <a:lnTo>
                  <a:pt x="3002" y="4462"/>
                </a:lnTo>
                <a:cubicBezTo>
                  <a:pt x="3170" y="4485"/>
                  <a:pt x="3287" y="4639"/>
                  <a:pt x="3264" y="4807"/>
                </a:cubicBezTo>
                <a:cubicBezTo>
                  <a:pt x="3243" y="4960"/>
                  <a:pt x="3111" y="5071"/>
                  <a:pt x="2961" y="5071"/>
                </a:cubicBezTo>
                <a:cubicBezTo>
                  <a:pt x="2947" y="5071"/>
                  <a:pt x="2933" y="5071"/>
                  <a:pt x="2918" y="5069"/>
                </a:cubicBezTo>
                <a:lnTo>
                  <a:pt x="832" y="4779"/>
                </a:lnTo>
                <a:cubicBezTo>
                  <a:pt x="664" y="4756"/>
                  <a:pt x="547" y="4601"/>
                  <a:pt x="570" y="4433"/>
                </a:cubicBezTo>
                <a:cubicBezTo>
                  <a:pt x="592" y="4280"/>
                  <a:pt x="723" y="4169"/>
                  <a:pt x="874" y="4169"/>
                </a:cubicBezTo>
                <a:close/>
                <a:moveTo>
                  <a:pt x="9795" y="5574"/>
                </a:moveTo>
                <a:cubicBezTo>
                  <a:pt x="9808" y="5574"/>
                  <a:pt x="9823" y="5575"/>
                  <a:pt x="9837" y="5577"/>
                </a:cubicBezTo>
                <a:lnTo>
                  <a:pt x="11119" y="5755"/>
                </a:lnTo>
                <a:cubicBezTo>
                  <a:pt x="11279" y="5777"/>
                  <a:pt x="11394" y="5918"/>
                  <a:pt x="11383" y="6079"/>
                </a:cubicBezTo>
                <a:cubicBezTo>
                  <a:pt x="11372" y="6240"/>
                  <a:pt x="11239" y="6364"/>
                  <a:pt x="11078" y="6364"/>
                </a:cubicBezTo>
                <a:cubicBezTo>
                  <a:pt x="11063" y="6364"/>
                  <a:pt x="11049" y="6363"/>
                  <a:pt x="11035" y="6362"/>
                </a:cubicBezTo>
                <a:lnTo>
                  <a:pt x="9753" y="6184"/>
                </a:lnTo>
                <a:cubicBezTo>
                  <a:pt x="9585" y="6161"/>
                  <a:pt x="9468" y="6007"/>
                  <a:pt x="9491" y="5839"/>
                </a:cubicBezTo>
                <a:lnTo>
                  <a:pt x="9492" y="5839"/>
                </a:lnTo>
                <a:cubicBezTo>
                  <a:pt x="9513" y="5685"/>
                  <a:pt x="9644" y="5574"/>
                  <a:pt x="9795" y="5574"/>
                </a:cubicBezTo>
                <a:close/>
                <a:moveTo>
                  <a:pt x="7542" y="5667"/>
                </a:moveTo>
                <a:cubicBezTo>
                  <a:pt x="7693" y="5667"/>
                  <a:pt x="7825" y="5778"/>
                  <a:pt x="7846" y="5932"/>
                </a:cubicBezTo>
                <a:cubicBezTo>
                  <a:pt x="7870" y="6101"/>
                  <a:pt x="7751" y="6257"/>
                  <a:pt x="7580" y="6278"/>
                </a:cubicBezTo>
                <a:lnTo>
                  <a:pt x="5494" y="6567"/>
                </a:lnTo>
                <a:cubicBezTo>
                  <a:pt x="5478" y="6570"/>
                  <a:pt x="5462" y="6571"/>
                  <a:pt x="5446" y="6571"/>
                </a:cubicBezTo>
                <a:cubicBezTo>
                  <a:pt x="5295" y="6571"/>
                  <a:pt x="5164" y="6460"/>
                  <a:pt x="5144" y="6306"/>
                </a:cubicBezTo>
                <a:cubicBezTo>
                  <a:pt x="5120" y="6138"/>
                  <a:pt x="5240" y="5981"/>
                  <a:pt x="5409" y="5961"/>
                </a:cubicBezTo>
                <a:lnTo>
                  <a:pt x="7496" y="5671"/>
                </a:lnTo>
                <a:cubicBezTo>
                  <a:pt x="7512" y="5669"/>
                  <a:pt x="7527" y="5667"/>
                  <a:pt x="7542" y="5667"/>
                </a:cubicBezTo>
                <a:close/>
                <a:moveTo>
                  <a:pt x="874" y="5735"/>
                </a:moveTo>
                <a:cubicBezTo>
                  <a:pt x="888" y="5735"/>
                  <a:pt x="902" y="5736"/>
                  <a:pt x="916" y="5738"/>
                </a:cubicBezTo>
                <a:lnTo>
                  <a:pt x="2560" y="5964"/>
                </a:lnTo>
                <a:cubicBezTo>
                  <a:pt x="2720" y="5986"/>
                  <a:pt x="2835" y="6127"/>
                  <a:pt x="2824" y="6288"/>
                </a:cubicBezTo>
                <a:cubicBezTo>
                  <a:pt x="2813" y="6449"/>
                  <a:pt x="2679" y="6573"/>
                  <a:pt x="2518" y="6573"/>
                </a:cubicBezTo>
                <a:cubicBezTo>
                  <a:pt x="2504" y="6573"/>
                  <a:pt x="2490" y="6572"/>
                  <a:pt x="2476" y="6571"/>
                </a:cubicBezTo>
                <a:lnTo>
                  <a:pt x="832" y="6346"/>
                </a:lnTo>
                <a:cubicBezTo>
                  <a:pt x="664" y="6321"/>
                  <a:pt x="548" y="6167"/>
                  <a:pt x="571" y="6001"/>
                </a:cubicBezTo>
                <a:lnTo>
                  <a:pt x="571" y="6000"/>
                </a:lnTo>
                <a:cubicBezTo>
                  <a:pt x="591" y="5846"/>
                  <a:pt x="723" y="5735"/>
                  <a:pt x="874" y="5735"/>
                </a:cubicBezTo>
                <a:close/>
                <a:moveTo>
                  <a:pt x="9799" y="7063"/>
                </a:moveTo>
                <a:cubicBezTo>
                  <a:pt x="9811" y="7063"/>
                  <a:pt x="9824" y="7064"/>
                  <a:pt x="9837" y="7065"/>
                </a:cubicBezTo>
                <a:lnTo>
                  <a:pt x="11924" y="7354"/>
                </a:lnTo>
                <a:cubicBezTo>
                  <a:pt x="12091" y="7377"/>
                  <a:pt x="12208" y="7532"/>
                  <a:pt x="12185" y="7698"/>
                </a:cubicBezTo>
                <a:lnTo>
                  <a:pt x="12185" y="7700"/>
                </a:lnTo>
                <a:cubicBezTo>
                  <a:pt x="12164" y="7853"/>
                  <a:pt x="12032" y="7963"/>
                  <a:pt x="11882" y="7963"/>
                </a:cubicBezTo>
                <a:cubicBezTo>
                  <a:pt x="11868" y="7963"/>
                  <a:pt x="11854" y="7962"/>
                  <a:pt x="11840" y="7960"/>
                </a:cubicBezTo>
                <a:lnTo>
                  <a:pt x="9753" y="7672"/>
                </a:lnTo>
                <a:cubicBezTo>
                  <a:pt x="9588" y="7646"/>
                  <a:pt x="9475" y="7493"/>
                  <a:pt x="9498" y="7327"/>
                </a:cubicBezTo>
                <a:cubicBezTo>
                  <a:pt x="9518" y="7174"/>
                  <a:pt x="9649" y="7063"/>
                  <a:pt x="9799" y="7063"/>
                </a:cubicBezTo>
                <a:close/>
                <a:moveTo>
                  <a:pt x="7533" y="7062"/>
                </a:moveTo>
                <a:cubicBezTo>
                  <a:pt x="7684" y="7062"/>
                  <a:pt x="7815" y="7173"/>
                  <a:pt x="7837" y="7326"/>
                </a:cubicBezTo>
                <a:cubicBezTo>
                  <a:pt x="7860" y="7492"/>
                  <a:pt x="7746" y="7646"/>
                  <a:pt x="7580" y="7671"/>
                </a:cubicBezTo>
                <a:lnTo>
                  <a:pt x="5494" y="7960"/>
                </a:lnTo>
                <a:cubicBezTo>
                  <a:pt x="5478" y="7963"/>
                  <a:pt x="5462" y="7964"/>
                  <a:pt x="5446" y="7964"/>
                </a:cubicBezTo>
                <a:cubicBezTo>
                  <a:pt x="5295" y="7964"/>
                  <a:pt x="5164" y="7854"/>
                  <a:pt x="5143" y="7700"/>
                </a:cubicBezTo>
                <a:cubicBezTo>
                  <a:pt x="5120" y="7529"/>
                  <a:pt x="5240" y="7374"/>
                  <a:pt x="5409" y="7354"/>
                </a:cubicBezTo>
                <a:lnTo>
                  <a:pt x="7496" y="7064"/>
                </a:lnTo>
                <a:cubicBezTo>
                  <a:pt x="7509" y="7063"/>
                  <a:pt x="7521" y="7062"/>
                  <a:pt x="7533" y="7062"/>
                </a:cubicBezTo>
                <a:close/>
                <a:moveTo>
                  <a:pt x="872" y="7238"/>
                </a:moveTo>
                <a:cubicBezTo>
                  <a:pt x="887" y="7238"/>
                  <a:pt x="901" y="7239"/>
                  <a:pt x="916" y="7241"/>
                </a:cubicBezTo>
                <a:lnTo>
                  <a:pt x="3002" y="7529"/>
                </a:lnTo>
                <a:cubicBezTo>
                  <a:pt x="3170" y="7552"/>
                  <a:pt x="3287" y="7708"/>
                  <a:pt x="3264" y="7875"/>
                </a:cubicBezTo>
                <a:cubicBezTo>
                  <a:pt x="3243" y="8029"/>
                  <a:pt x="3112" y="8139"/>
                  <a:pt x="2961" y="8139"/>
                </a:cubicBezTo>
                <a:cubicBezTo>
                  <a:pt x="2947" y="8139"/>
                  <a:pt x="2933" y="8138"/>
                  <a:pt x="2918" y="8136"/>
                </a:cubicBezTo>
                <a:lnTo>
                  <a:pt x="832" y="7847"/>
                </a:lnTo>
                <a:cubicBezTo>
                  <a:pt x="664" y="7824"/>
                  <a:pt x="547" y="7669"/>
                  <a:pt x="570" y="7502"/>
                </a:cubicBezTo>
                <a:cubicBezTo>
                  <a:pt x="592" y="7349"/>
                  <a:pt x="722" y="7238"/>
                  <a:pt x="872" y="7238"/>
                </a:cubicBezTo>
                <a:close/>
                <a:moveTo>
                  <a:pt x="8915" y="2"/>
                </a:moveTo>
                <a:lnTo>
                  <a:pt x="8915" y="8489"/>
                </a:lnTo>
                <a:lnTo>
                  <a:pt x="11916" y="8914"/>
                </a:lnTo>
                <a:cubicBezTo>
                  <a:pt x="11952" y="8920"/>
                  <a:pt x="11986" y="8923"/>
                  <a:pt x="12022" y="8923"/>
                </a:cubicBezTo>
                <a:cubicBezTo>
                  <a:pt x="12430" y="8921"/>
                  <a:pt x="12761" y="8589"/>
                  <a:pt x="12761" y="8181"/>
                </a:cubicBezTo>
                <a:lnTo>
                  <a:pt x="12761" y="1189"/>
                </a:lnTo>
                <a:cubicBezTo>
                  <a:pt x="12758" y="822"/>
                  <a:pt x="12488" y="510"/>
                  <a:pt x="12124" y="456"/>
                </a:cubicBezTo>
                <a:lnTo>
                  <a:pt x="12124" y="457"/>
                </a:lnTo>
                <a:lnTo>
                  <a:pt x="8915" y="2"/>
                </a:lnTo>
                <a:close/>
                <a:moveTo>
                  <a:pt x="739" y="114"/>
                </a:moveTo>
                <a:cubicBezTo>
                  <a:pt x="330" y="115"/>
                  <a:pt x="0" y="446"/>
                  <a:pt x="0" y="854"/>
                </a:cubicBezTo>
                <a:lnTo>
                  <a:pt x="0" y="7847"/>
                </a:lnTo>
                <a:cubicBezTo>
                  <a:pt x="1" y="8214"/>
                  <a:pt x="273" y="8526"/>
                  <a:pt x="637" y="8579"/>
                </a:cubicBezTo>
                <a:lnTo>
                  <a:pt x="3845" y="9034"/>
                </a:lnTo>
                <a:lnTo>
                  <a:pt x="3845" y="546"/>
                </a:lnTo>
                <a:lnTo>
                  <a:pt x="845" y="120"/>
                </a:lnTo>
                <a:cubicBezTo>
                  <a:pt x="809" y="116"/>
                  <a:pt x="774" y="114"/>
                  <a:pt x="739" y="114"/>
                </a:cubicBezTo>
                <a:close/>
                <a:moveTo>
                  <a:pt x="8303" y="1"/>
                </a:moveTo>
                <a:lnTo>
                  <a:pt x="4457" y="546"/>
                </a:lnTo>
                <a:lnTo>
                  <a:pt x="4457" y="9034"/>
                </a:lnTo>
                <a:lnTo>
                  <a:pt x="8303" y="8488"/>
                </a:lnTo>
                <a:lnTo>
                  <a:pt x="830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1049" name="Google Shape;1049;p60"/>
          <p:cNvGrpSpPr/>
          <p:nvPr/>
        </p:nvGrpSpPr>
        <p:grpSpPr>
          <a:xfrm>
            <a:off x="2953652" y="2064830"/>
            <a:ext cx="191700" cy="231225"/>
            <a:chOff x="4052375" y="1884788"/>
            <a:chExt cx="255600" cy="308300"/>
          </a:xfrm>
        </p:grpSpPr>
        <p:sp>
          <p:nvSpPr>
            <p:cNvPr id="1050" name="Google Shape;1050;p60"/>
            <p:cNvSpPr/>
            <p:nvPr/>
          </p:nvSpPr>
          <p:spPr>
            <a:xfrm>
              <a:off x="4155625" y="1884788"/>
              <a:ext cx="32125" cy="30925"/>
            </a:xfrm>
            <a:custGeom>
              <a:avLst/>
              <a:gdLst/>
              <a:ahLst/>
              <a:cxnLst/>
              <a:rect l="l" t="t" r="r" b="b"/>
              <a:pathLst>
                <a:path w="1285" h="1237" extrusionOk="0">
                  <a:moveTo>
                    <a:pt x="667" y="1"/>
                  </a:moveTo>
                  <a:cubicBezTo>
                    <a:pt x="417" y="1"/>
                    <a:pt x="191" y="151"/>
                    <a:pt x="96" y="382"/>
                  </a:cubicBezTo>
                  <a:cubicBezTo>
                    <a:pt x="1" y="613"/>
                    <a:pt x="53" y="879"/>
                    <a:pt x="230" y="1056"/>
                  </a:cubicBezTo>
                  <a:cubicBezTo>
                    <a:pt x="348" y="1174"/>
                    <a:pt x="506" y="1237"/>
                    <a:pt x="666" y="1237"/>
                  </a:cubicBezTo>
                  <a:cubicBezTo>
                    <a:pt x="746" y="1237"/>
                    <a:pt x="826" y="1221"/>
                    <a:pt x="903" y="1189"/>
                  </a:cubicBezTo>
                  <a:cubicBezTo>
                    <a:pt x="1134" y="1094"/>
                    <a:pt x="1284" y="868"/>
                    <a:pt x="1284" y="619"/>
                  </a:cubicBezTo>
                  <a:cubicBezTo>
                    <a:pt x="1284" y="278"/>
                    <a:pt x="1009" y="1"/>
                    <a:pt x="6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051" name="Google Shape;1051;p60"/>
            <p:cNvSpPr/>
            <p:nvPr/>
          </p:nvSpPr>
          <p:spPr>
            <a:xfrm>
              <a:off x="4237400" y="1884788"/>
              <a:ext cx="32150" cy="30925"/>
            </a:xfrm>
            <a:custGeom>
              <a:avLst/>
              <a:gdLst/>
              <a:ahLst/>
              <a:cxnLst/>
              <a:rect l="l" t="t" r="r" b="b"/>
              <a:pathLst>
                <a:path w="1286" h="1237" extrusionOk="0">
                  <a:moveTo>
                    <a:pt x="667" y="1"/>
                  </a:moveTo>
                  <a:cubicBezTo>
                    <a:pt x="418" y="1"/>
                    <a:pt x="193" y="151"/>
                    <a:pt x="97" y="382"/>
                  </a:cubicBezTo>
                  <a:cubicBezTo>
                    <a:pt x="1" y="613"/>
                    <a:pt x="54" y="879"/>
                    <a:pt x="231" y="1056"/>
                  </a:cubicBezTo>
                  <a:cubicBezTo>
                    <a:pt x="349" y="1174"/>
                    <a:pt x="506" y="1237"/>
                    <a:pt x="667" y="1237"/>
                  </a:cubicBezTo>
                  <a:cubicBezTo>
                    <a:pt x="747" y="1237"/>
                    <a:pt x="827" y="1221"/>
                    <a:pt x="904" y="1189"/>
                  </a:cubicBezTo>
                  <a:cubicBezTo>
                    <a:pt x="1135" y="1094"/>
                    <a:pt x="1286" y="868"/>
                    <a:pt x="1286" y="619"/>
                  </a:cubicBezTo>
                  <a:cubicBezTo>
                    <a:pt x="1286" y="278"/>
                    <a:pt x="1009" y="1"/>
                    <a:pt x="6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052" name="Google Shape;1052;p60"/>
            <p:cNvSpPr/>
            <p:nvPr/>
          </p:nvSpPr>
          <p:spPr>
            <a:xfrm>
              <a:off x="4052375" y="1892588"/>
              <a:ext cx="255600" cy="300500"/>
            </a:xfrm>
            <a:custGeom>
              <a:avLst/>
              <a:gdLst/>
              <a:ahLst/>
              <a:cxnLst/>
              <a:rect l="l" t="t" r="r" b="b"/>
              <a:pathLst>
                <a:path w="10224" h="12020" extrusionOk="0">
                  <a:moveTo>
                    <a:pt x="8415" y="0"/>
                  </a:moveTo>
                  <a:cubicBezTo>
                    <a:pt x="8412" y="0"/>
                    <a:pt x="8408" y="0"/>
                    <a:pt x="8405" y="0"/>
                  </a:cubicBezTo>
                  <a:lnTo>
                    <a:pt x="8405" y="613"/>
                  </a:lnTo>
                  <a:cubicBezTo>
                    <a:pt x="8807" y="613"/>
                    <a:pt x="9178" y="828"/>
                    <a:pt x="9379" y="1175"/>
                  </a:cubicBezTo>
                  <a:cubicBezTo>
                    <a:pt x="9579" y="1522"/>
                    <a:pt x="9579" y="1951"/>
                    <a:pt x="9379" y="2298"/>
                  </a:cubicBezTo>
                  <a:lnTo>
                    <a:pt x="7411" y="5706"/>
                  </a:lnTo>
                  <a:cubicBezTo>
                    <a:pt x="7211" y="6053"/>
                    <a:pt x="6840" y="6268"/>
                    <a:pt x="6439" y="6268"/>
                  </a:cubicBezTo>
                  <a:cubicBezTo>
                    <a:pt x="6037" y="6268"/>
                    <a:pt x="5666" y="6053"/>
                    <a:pt x="5465" y="5706"/>
                  </a:cubicBezTo>
                  <a:lnTo>
                    <a:pt x="3498" y="2298"/>
                  </a:lnTo>
                  <a:cubicBezTo>
                    <a:pt x="3298" y="1951"/>
                    <a:pt x="3298" y="1522"/>
                    <a:pt x="3498" y="1175"/>
                  </a:cubicBezTo>
                  <a:cubicBezTo>
                    <a:pt x="3700" y="827"/>
                    <a:pt x="4071" y="613"/>
                    <a:pt x="4472" y="613"/>
                  </a:cubicBezTo>
                  <a:lnTo>
                    <a:pt x="4472" y="0"/>
                  </a:lnTo>
                  <a:cubicBezTo>
                    <a:pt x="3851" y="0"/>
                    <a:pt x="3279" y="331"/>
                    <a:pt x="2969" y="868"/>
                  </a:cubicBezTo>
                  <a:cubicBezTo>
                    <a:pt x="2658" y="1406"/>
                    <a:pt x="2658" y="2067"/>
                    <a:pt x="2969" y="2603"/>
                  </a:cubicBezTo>
                  <a:lnTo>
                    <a:pt x="4935" y="6011"/>
                  </a:lnTo>
                  <a:cubicBezTo>
                    <a:pt x="5189" y="6456"/>
                    <a:pt x="5628" y="6764"/>
                    <a:pt x="6133" y="6852"/>
                  </a:cubicBezTo>
                  <a:lnTo>
                    <a:pt x="6133" y="8495"/>
                  </a:lnTo>
                  <a:cubicBezTo>
                    <a:pt x="6133" y="10100"/>
                    <a:pt x="5185" y="11407"/>
                    <a:pt x="4020" y="11407"/>
                  </a:cubicBezTo>
                  <a:cubicBezTo>
                    <a:pt x="2856" y="11407"/>
                    <a:pt x="1909" y="10100"/>
                    <a:pt x="1909" y="8495"/>
                  </a:cubicBezTo>
                  <a:lnTo>
                    <a:pt x="1909" y="6539"/>
                  </a:lnTo>
                  <a:cubicBezTo>
                    <a:pt x="2678" y="6382"/>
                    <a:pt x="3204" y="5668"/>
                    <a:pt x="3125" y="4886"/>
                  </a:cubicBezTo>
                  <a:cubicBezTo>
                    <a:pt x="3046" y="4105"/>
                    <a:pt x="2388" y="3510"/>
                    <a:pt x="1602" y="3510"/>
                  </a:cubicBezTo>
                  <a:cubicBezTo>
                    <a:pt x="817" y="3510"/>
                    <a:pt x="158" y="4105"/>
                    <a:pt x="80" y="4886"/>
                  </a:cubicBezTo>
                  <a:cubicBezTo>
                    <a:pt x="1" y="5668"/>
                    <a:pt x="526" y="6382"/>
                    <a:pt x="1296" y="6539"/>
                  </a:cubicBezTo>
                  <a:lnTo>
                    <a:pt x="1296" y="8495"/>
                  </a:lnTo>
                  <a:cubicBezTo>
                    <a:pt x="1296" y="10438"/>
                    <a:pt x="2518" y="12019"/>
                    <a:pt x="4021" y="12019"/>
                  </a:cubicBezTo>
                  <a:cubicBezTo>
                    <a:pt x="5524" y="12019"/>
                    <a:pt x="6745" y="10439"/>
                    <a:pt x="6745" y="8495"/>
                  </a:cubicBezTo>
                  <a:lnTo>
                    <a:pt x="6745" y="6852"/>
                  </a:lnTo>
                  <a:cubicBezTo>
                    <a:pt x="7250" y="6764"/>
                    <a:pt x="7689" y="6456"/>
                    <a:pt x="7942" y="6011"/>
                  </a:cubicBezTo>
                  <a:lnTo>
                    <a:pt x="9910" y="2603"/>
                  </a:lnTo>
                  <a:cubicBezTo>
                    <a:pt x="10224" y="2068"/>
                    <a:pt x="10224" y="1405"/>
                    <a:pt x="9910" y="868"/>
                  </a:cubicBezTo>
                  <a:lnTo>
                    <a:pt x="9909" y="868"/>
                  </a:lnTo>
                  <a:cubicBezTo>
                    <a:pt x="9603" y="332"/>
                    <a:pt x="9033" y="0"/>
                    <a:pt x="84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1053" name="Google Shape;1053;p60"/>
          <p:cNvSpPr/>
          <p:nvPr/>
        </p:nvSpPr>
        <p:spPr>
          <a:xfrm>
            <a:off x="3252723" y="2080890"/>
            <a:ext cx="235069" cy="199106"/>
          </a:xfrm>
          <a:custGeom>
            <a:avLst/>
            <a:gdLst/>
            <a:ahLst/>
            <a:cxnLst/>
            <a:rect l="l" t="t" r="r" b="b"/>
            <a:pathLst>
              <a:path w="12537" h="10619" extrusionOk="0">
                <a:moveTo>
                  <a:pt x="9314" y="7230"/>
                </a:moveTo>
                <a:cubicBezTo>
                  <a:pt x="9371" y="7230"/>
                  <a:pt x="9423" y="7233"/>
                  <a:pt x="9470" y="7240"/>
                </a:cubicBezTo>
                <a:cubicBezTo>
                  <a:pt x="9638" y="7263"/>
                  <a:pt x="9755" y="7417"/>
                  <a:pt x="9733" y="7584"/>
                </a:cubicBezTo>
                <a:cubicBezTo>
                  <a:pt x="9712" y="7738"/>
                  <a:pt x="9581" y="7849"/>
                  <a:pt x="9431" y="7849"/>
                </a:cubicBezTo>
                <a:cubicBezTo>
                  <a:pt x="9418" y="7849"/>
                  <a:pt x="9404" y="7848"/>
                  <a:pt x="9391" y="7846"/>
                </a:cubicBezTo>
                <a:cubicBezTo>
                  <a:pt x="9373" y="7844"/>
                  <a:pt x="9344" y="7842"/>
                  <a:pt x="9306" y="7842"/>
                </a:cubicBezTo>
                <a:cubicBezTo>
                  <a:pt x="9108" y="7842"/>
                  <a:pt x="8681" y="7911"/>
                  <a:pt x="8533" y="8486"/>
                </a:cubicBezTo>
                <a:cubicBezTo>
                  <a:pt x="8498" y="8625"/>
                  <a:pt x="8373" y="8719"/>
                  <a:pt x="8235" y="8719"/>
                </a:cubicBezTo>
                <a:cubicBezTo>
                  <a:pt x="8210" y="8719"/>
                  <a:pt x="8184" y="8716"/>
                  <a:pt x="8159" y="8710"/>
                </a:cubicBezTo>
                <a:cubicBezTo>
                  <a:pt x="7994" y="8667"/>
                  <a:pt x="7895" y="8498"/>
                  <a:pt x="7940" y="8334"/>
                </a:cubicBezTo>
                <a:cubicBezTo>
                  <a:pt x="8167" y="7451"/>
                  <a:pt x="8868" y="7230"/>
                  <a:pt x="9314" y="7230"/>
                </a:cubicBezTo>
                <a:close/>
                <a:moveTo>
                  <a:pt x="3123" y="7250"/>
                </a:moveTo>
                <a:cubicBezTo>
                  <a:pt x="3180" y="7250"/>
                  <a:pt x="3233" y="7254"/>
                  <a:pt x="3281" y="7260"/>
                </a:cubicBezTo>
                <a:cubicBezTo>
                  <a:pt x="3448" y="7282"/>
                  <a:pt x="3566" y="7437"/>
                  <a:pt x="3543" y="7605"/>
                </a:cubicBezTo>
                <a:lnTo>
                  <a:pt x="3543" y="7604"/>
                </a:lnTo>
                <a:cubicBezTo>
                  <a:pt x="3523" y="7757"/>
                  <a:pt x="3392" y="7870"/>
                  <a:pt x="3241" y="7870"/>
                </a:cubicBezTo>
                <a:cubicBezTo>
                  <a:pt x="3228" y="7870"/>
                  <a:pt x="3215" y="7869"/>
                  <a:pt x="3201" y="7867"/>
                </a:cubicBezTo>
                <a:cubicBezTo>
                  <a:pt x="3183" y="7865"/>
                  <a:pt x="3154" y="7863"/>
                  <a:pt x="3117" y="7863"/>
                </a:cubicBezTo>
                <a:cubicBezTo>
                  <a:pt x="2918" y="7863"/>
                  <a:pt x="2491" y="7932"/>
                  <a:pt x="2344" y="8506"/>
                </a:cubicBezTo>
                <a:cubicBezTo>
                  <a:pt x="2310" y="8647"/>
                  <a:pt x="2184" y="8742"/>
                  <a:pt x="2045" y="8742"/>
                </a:cubicBezTo>
                <a:cubicBezTo>
                  <a:pt x="2020" y="8742"/>
                  <a:pt x="1995" y="8739"/>
                  <a:pt x="1969" y="8733"/>
                </a:cubicBezTo>
                <a:cubicBezTo>
                  <a:pt x="1804" y="8689"/>
                  <a:pt x="1705" y="8519"/>
                  <a:pt x="1751" y="8353"/>
                </a:cubicBezTo>
                <a:cubicBezTo>
                  <a:pt x="1977" y="7473"/>
                  <a:pt x="2676" y="7250"/>
                  <a:pt x="3123" y="7250"/>
                </a:cubicBezTo>
                <a:close/>
                <a:moveTo>
                  <a:pt x="11515" y="0"/>
                </a:moveTo>
                <a:cubicBezTo>
                  <a:pt x="11436" y="0"/>
                  <a:pt x="11358" y="30"/>
                  <a:pt x="11298" y="90"/>
                </a:cubicBezTo>
                <a:cubicBezTo>
                  <a:pt x="11177" y="212"/>
                  <a:pt x="11178" y="409"/>
                  <a:pt x="11302" y="528"/>
                </a:cubicBezTo>
                <a:lnTo>
                  <a:pt x="11641" y="867"/>
                </a:lnTo>
                <a:cubicBezTo>
                  <a:pt x="11822" y="1047"/>
                  <a:pt x="11923" y="1290"/>
                  <a:pt x="11922" y="1544"/>
                </a:cubicBezTo>
                <a:lnTo>
                  <a:pt x="11922" y="7757"/>
                </a:lnTo>
                <a:cubicBezTo>
                  <a:pt x="11922" y="8069"/>
                  <a:pt x="11669" y="8321"/>
                  <a:pt x="11356" y="8322"/>
                </a:cubicBezTo>
                <a:cubicBezTo>
                  <a:pt x="11348" y="8322"/>
                  <a:pt x="11341" y="8323"/>
                  <a:pt x="11333" y="8325"/>
                </a:cubicBezTo>
                <a:cubicBezTo>
                  <a:pt x="11191" y="7402"/>
                  <a:pt x="10426" y="6703"/>
                  <a:pt x="9494" y="6644"/>
                </a:cubicBezTo>
                <a:cubicBezTo>
                  <a:pt x="9451" y="6641"/>
                  <a:pt x="9409" y="6640"/>
                  <a:pt x="9366" y="6640"/>
                </a:cubicBezTo>
                <a:cubicBezTo>
                  <a:pt x="8486" y="6640"/>
                  <a:pt x="7704" y="7222"/>
                  <a:pt x="7458" y="8077"/>
                </a:cubicBezTo>
                <a:cubicBezTo>
                  <a:pt x="7057" y="7872"/>
                  <a:pt x="6652" y="7769"/>
                  <a:pt x="6254" y="7769"/>
                </a:cubicBezTo>
                <a:cubicBezTo>
                  <a:pt x="5874" y="7769"/>
                  <a:pt x="5501" y="7862"/>
                  <a:pt x="5142" y="8048"/>
                </a:cubicBezTo>
                <a:cubicBezTo>
                  <a:pt x="4885" y="7206"/>
                  <a:pt x="4108" y="6640"/>
                  <a:pt x="3240" y="6640"/>
                </a:cubicBezTo>
                <a:cubicBezTo>
                  <a:pt x="3191" y="6640"/>
                  <a:pt x="3141" y="6642"/>
                  <a:pt x="3091" y="6645"/>
                </a:cubicBezTo>
                <a:cubicBezTo>
                  <a:pt x="2163" y="6715"/>
                  <a:pt x="1408" y="7418"/>
                  <a:pt x="1273" y="8338"/>
                </a:cubicBezTo>
                <a:cubicBezTo>
                  <a:pt x="1243" y="8328"/>
                  <a:pt x="1211" y="8322"/>
                  <a:pt x="1178" y="8322"/>
                </a:cubicBezTo>
                <a:cubicBezTo>
                  <a:pt x="867" y="8321"/>
                  <a:pt x="614" y="8068"/>
                  <a:pt x="614" y="7757"/>
                </a:cubicBezTo>
                <a:lnTo>
                  <a:pt x="614" y="1544"/>
                </a:lnTo>
                <a:cubicBezTo>
                  <a:pt x="613" y="1290"/>
                  <a:pt x="714" y="1047"/>
                  <a:pt x="894" y="867"/>
                </a:cubicBezTo>
                <a:lnTo>
                  <a:pt x="1234" y="528"/>
                </a:lnTo>
                <a:cubicBezTo>
                  <a:pt x="1349" y="408"/>
                  <a:pt x="1346" y="217"/>
                  <a:pt x="1229" y="100"/>
                </a:cubicBezTo>
                <a:cubicBezTo>
                  <a:pt x="1169" y="40"/>
                  <a:pt x="1090" y="10"/>
                  <a:pt x="1012" y="10"/>
                </a:cubicBezTo>
                <a:cubicBezTo>
                  <a:pt x="936" y="10"/>
                  <a:pt x="860" y="38"/>
                  <a:pt x="800" y="95"/>
                </a:cubicBezTo>
                <a:lnTo>
                  <a:pt x="461" y="434"/>
                </a:lnTo>
                <a:cubicBezTo>
                  <a:pt x="166" y="728"/>
                  <a:pt x="0" y="1127"/>
                  <a:pt x="1" y="1543"/>
                </a:cubicBezTo>
                <a:lnTo>
                  <a:pt x="1" y="7757"/>
                </a:lnTo>
                <a:cubicBezTo>
                  <a:pt x="3" y="8407"/>
                  <a:pt x="529" y="8935"/>
                  <a:pt x="1180" y="8935"/>
                </a:cubicBezTo>
                <a:cubicBezTo>
                  <a:pt x="1212" y="8935"/>
                  <a:pt x="1243" y="8929"/>
                  <a:pt x="1273" y="8919"/>
                </a:cubicBezTo>
                <a:cubicBezTo>
                  <a:pt x="1417" y="9899"/>
                  <a:pt x="2258" y="10617"/>
                  <a:pt x="3239" y="10617"/>
                </a:cubicBezTo>
                <a:cubicBezTo>
                  <a:pt x="3275" y="10617"/>
                  <a:pt x="3311" y="10616"/>
                  <a:pt x="3347" y="10614"/>
                </a:cubicBezTo>
                <a:cubicBezTo>
                  <a:pt x="4373" y="10559"/>
                  <a:pt x="5187" y="9731"/>
                  <a:pt x="5227" y="8706"/>
                </a:cubicBezTo>
                <a:cubicBezTo>
                  <a:pt x="5560" y="8489"/>
                  <a:pt x="5905" y="8381"/>
                  <a:pt x="6257" y="8381"/>
                </a:cubicBezTo>
                <a:cubicBezTo>
                  <a:pt x="6626" y="8381"/>
                  <a:pt x="7003" y="8500"/>
                  <a:pt x="7383" y="8737"/>
                </a:cubicBezTo>
                <a:cubicBezTo>
                  <a:pt x="7438" y="9756"/>
                  <a:pt x="8253" y="10567"/>
                  <a:pt x="9271" y="10617"/>
                </a:cubicBezTo>
                <a:cubicBezTo>
                  <a:pt x="9305" y="10618"/>
                  <a:pt x="9338" y="10619"/>
                  <a:pt x="9371" y="10619"/>
                </a:cubicBezTo>
                <a:cubicBezTo>
                  <a:pt x="10346" y="10619"/>
                  <a:pt x="11184" y="9906"/>
                  <a:pt x="11334" y="8933"/>
                </a:cubicBezTo>
                <a:cubicBezTo>
                  <a:pt x="11342" y="8933"/>
                  <a:pt x="11349" y="8935"/>
                  <a:pt x="11357" y="8935"/>
                </a:cubicBezTo>
                <a:cubicBezTo>
                  <a:pt x="12008" y="8935"/>
                  <a:pt x="12536" y="8407"/>
                  <a:pt x="12536" y="7757"/>
                </a:cubicBezTo>
                <a:lnTo>
                  <a:pt x="12536" y="1544"/>
                </a:lnTo>
                <a:cubicBezTo>
                  <a:pt x="12537" y="1127"/>
                  <a:pt x="12371" y="728"/>
                  <a:pt x="12076" y="434"/>
                </a:cubicBezTo>
                <a:lnTo>
                  <a:pt x="12075" y="434"/>
                </a:lnTo>
                <a:lnTo>
                  <a:pt x="11736" y="95"/>
                </a:lnTo>
                <a:cubicBezTo>
                  <a:pt x="11676" y="32"/>
                  <a:pt x="11595" y="0"/>
                  <a:pt x="1151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54" name="Google Shape;1054;p60"/>
          <p:cNvSpPr/>
          <p:nvPr/>
        </p:nvSpPr>
        <p:spPr>
          <a:xfrm>
            <a:off x="3595160" y="2060340"/>
            <a:ext cx="230438" cy="240206"/>
          </a:xfrm>
          <a:custGeom>
            <a:avLst/>
            <a:gdLst/>
            <a:ahLst/>
            <a:cxnLst/>
            <a:rect l="l" t="t" r="r" b="b"/>
            <a:pathLst>
              <a:path w="12290" h="12811" extrusionOk="0">
                <a:moveTo>
                  <a:pt x="5085" y="0"/>
                </a:moveTo>
                <a:cubicBezTo>
                  <a:pt x="4742" y="1"/>
                  <a:pt x="4465" y="278"/>
                  <a:pt x="4464" y="621"/>
                </a:cubicBezTo>
                <a:lnTo>
                  <a:pt x="4464" y="3325"/>
                </a:lnTo>
                <a:lnTo>
                  <a:pt x="2191" y="1862"/>
                </a:lnTo>
                <a:cubicBezTo>
                  <a:pt x="2087" y="1796"/>
                  <a:pt x="1970" y="1764"/>
                  <a:pt x="1855" y="1764"/>
                </a:cubicBezTo>
                <a:cubicBezTo>
                  <a:pt x="1651" y="1764"/>
                  <a:pt x="1451" y="1864"/>
                  <a:pt x="1332" y="2048"/>
                </a:cubicBezTo>
                <a:lnTo>
                  <a:pt x="186" y="3830"/>
                </a:lnTo>
                <a:cubicBezTo>
                  <a:pt x="1" y="4119"/>
                  <a:pt x="84" y="4502"/>
                  <a:pt x="372" y="4687"/>
                </a:cubicBezTo>
                <a:lnTo>
                  <a:pt x="3040" y="6406"/>
                </a:lnTo>
                <a:lnTo>
                  <a:pt x="372" y="8123"/>
                </a:lnTo>
                <a:cubicBezTo>
                  <a:pt x="84" y="8308"/>
                  <a:pt x="0" y="8692"/>
                  <a:pt x="185" y="8980"/>
                </a:cubicBezTo>
                <a:lnTo>
                  <a:pt x="1332" y="10762"/>
                </a:lnTo>
                <a:cubicBezTo>
                  <a:pt x="1451" y="10947"/>
                  <a:pt x="1650" y="11048"/>
                  <a:pt x="1855" y="11048"/>
                </a:cubicBezTo>
                <a:cubicBezTo>
                  <a:pt x="1969" y="11048"/>
                  <a:pt x="2086" y="11016"/>
                  <a:pt x="2190" y="10949"/>
                </a:cubicBezTo>
                <a:lnTo>
                  <a:pt x="4464" y="9486"/>
                </a:lnTo>
                <a:lnTo>
                  <a:pt x="4464" y="12190"/>
                </a:lnTo>
                <a:cubicBezTo>
                  <a:pt x="4464" y="12532"/>
                  <a:pt x="4742" y="12810"/>
                  <a:pt x="5085" y="12810"/>
                </a:cubicBezTo>
                <a:lnTo>
                  <a:pt x="7203" y="12810"/>
                </a:lnTo>
                <a:cubicBezTo>
                  <a:pt x="7546" y="12810"/>
                  <a:pt x="7824" y="12532"/>
                  <a:pt x="7825" y="12190"/>
                </a:cubicBezTo>
                <a:lnTo>
                  <a:pt x="7825" y="9485"/>
                </a:lnTo>
                <a:lnTo>
                  <a:pt x="10099" y="10949"/>
                </a:lnTo>
                <a:cubicBezTo>
                  <a:pt x="10202" y="11016"/>
                  <a:pt x="10318" y="11048"/>
                  <a:pt x="10433" y="11048"/>
                </a:cubicBezTo>
                <a:cubicBezTo>
                  <a:pt x="10637" y="11048"/>
                  <a:pt x="10837" y="10947"/>
                  <a:pt x="10956" y="10762"/>
                </a:cubicBezTo>
                <a:lnTo>
                  <a:pt x="12103" y="8980"/>
                </a:lnTo>
                <a:cubicBezTo>
                  <a:pt x="12288" y="8692"/>
                  <a:pt x="12205" y="8308"/>
                  <a:pt x="11917" y="8123"/>
                </a:cubicBezTo>
                <a:lnTo>
                  <a:pt x="11918" y="8123"/>
                </a:lnTo>
                <a:lnTo>
                  <a:pt x="9249" y="6406"/>
                </a:lnTo>
                <a:lnTo>
                  <a:pt x="11918" y="4689"/>
                </a:lnTo>
                <a:cubicBezTo>
                  <a:pt x="12205" y="4502"/>
                  <a:pt x="12289" y="4119"/>
                  <a:pt x="12104" y="3830"/>
                </a:cubicBezTo>
                <a:lnTo>
                  <a:pt x="10957" y="2048"/>
                </a:lnTo>
                <a:cubicBezTo>
                  <a:pt x="10838" y="1864"/>
                  <a:pt x="10638" y="1764"/>
                  <a:pt x="10434" y="1764"/>
                </a:cubicBezTo>
                <a:cubicBezTo>
                  <a:pt x="10319" y="1764"/>
                  <a:pt x="10203" y="1796"/>
                  <a:pt x="10099" y="1862"/>
                </a:cubicBezTo>
                <a:lnTo>
                  <a:pt x="7825" y="3327"/>
                </a:lnTo>
                <a:lnTo>
                  <a:pt x="7825" y="621"/>
                </a:lnTo>
                <a:cubicBezTo>
                  <a:pt x="7825" y="278"/>
                  <a:pt x="7547" y="1"/>
                  <a:pt x="72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55" name="Google Shape;1055;p60"/>
          <p:cNvSpPr/>
          <p:nvPr/>
        </p:nvSpPr>
        <p:spPr>
          <a:xfrm>
            <a:off x="3932967" y="2062298"/>
            <a:ext cx="227194" cy="236288"/>
          </a:xfrm>
          <a:custGeom>
            <a:avLst/>
            <a:gdLst/>
            <a:ahLst/>
            <a:cxnLst/>
            <a:rect l="l" t="t" r="r" b="b"/>
            <a:pathLst>
              <a:path w="12117" h="12602" extrusionOk="0">
                <a:moveTo>
                  <a:pt x="1695" y="4397"/>
                </a:moveTo>
                <a:cubicBezTo>
                  <a:pt x="2242" y="4397"/>
                  <a:pt x="2777" y="5169"/>
                  <a:pt x="2777" y="5957"/>
                </a:cubicBezTo>
                <a:cubicBezTo>
                  <a:pt x="2777" y="6520"/>
                  <a:pt x="2481" y="6915"/>
                  <a:pt x="2001" y="7031"/>
                </a:cubicBezTo>
                <a:lnTo>
                  <a:pt x="2001" y="5671"/>
                </a:lnTo>
                <a:cubicBezTo>
                  <a:pt x="1998" y="5504"/>
                  <a:pt x="1861" y="5372"/>
                  <a:pt x="1695" y="5372"/>
                </a:cubicBezTo>
                <a:cubicBezTo>
                  <a:pt x="1528" y="5372"/>
                  <a:pt x="1392" y="5504"/>
                  <a:pt x="1389" y="5671"/>
                </a:cubicBezTo>
                <a:lnTo>
                  <a:pt x="1389" y="7031"/>
                </a:lnTo>
                <a:cubicBezTo>
                  <a:pt x="910" y="6915"/>
                  <a:pt x="613" y="6520"/>
                  <a:pt x="613" y="5957"/>
                </a:cubicBezTo>
                <a:cubicBezTo>
                  <a:pt x="613" y="5169"/>
                  <a:pt x="1149" y="4397"/>
                  <a:pt x="1695" y="4397"/>
                </a:cubicBezTo>
                <a:close/>
                <a:moveTo>
                  <a:pt x="8980" y="1"/>
                </a:moveTo>
                <a:cubicBezTo>
                  <a:pt x="8733" y="1"/>
                  <a:pt x="8496" y="118"/>
                  <a:pt x="8346" y="322"/>
                </a:cubicBezTo>
                <a:cubicBezTo>
                  <a:pt x="8171" y="560"/>
                  <a:pt x="8146" y="878"/>
                  <a:pt x="8279" y="1141"/>
                </a:cubicBezTo>
                <a:cubicBezTo>
                  <a:pt x="8413" y="1405"/>
                  <a:pt x="8684" y="1571"/>
                  <a:pt x="8979" y="1571"/>
                </a:cubicBezTo>
                <a:cubicBezTo>
                  <a:pt x="9069" y="1571"/>
                  <a:pt x="9158" y="1555"/>
                  <a:pt x="9241" y="1525"/>
                </a:cubicBezTo>
                <a:lnTo>
                  <a:pt x="9241" y="1794"/>
                </a:lnTo>
                <a:lnTo>
                  <a:pt x="7122" y="1794"/>
                </a:lnTo>
                <a:cubicBezTo>
                  <a:pt x="5962" y="1794"/>
                  <a:pt x="5019" y="2737"/>
                  <a:pt x="5019" y="3897"/>
                </a:cubicBezTo>
                <a:lnTo>
                  <a:pt x="5019" y="8636"/>
                </a:lnTo>
                <a:cubicBezTo>
                  <a:pt x="5017" y="9458"/>
                  <a:pt x="4351" y="10124"/>
                  <a:pt x="3529" y="10126"/>
                </a:cubicBezTo>
                <a:lnTo>
                  <a:pt x="3492" y="10126"/>
                </a:lnTo>
                <a:cubicBezTo>
                  <a:pt x="2669" y="10124"/>
                  <a:pt x="2003" y="9458"/>
                  <a:pt x="2001" y="8636"/>
                </a:cubicBezTo>
                <a:lnTo>
                  <a:pt x="2001" y="7657"/>
                </a:lnTo>
                <a:cubicBezTo>
                  <a:pt x="2832" y="7527"/>
                  <a:pt x="3389" y="6864"/>
                  <a:pt x="3389" y="5957"/>
                </a:cubicBezTo>
                <a:cubicBezTo>
                  <a:pt x="3389" y="4931"/>
                  <a:pt x="2665" y="3784"/>
                  <a:pt x="1695" y="3784"/>
                </a:cubicBezTo>
                <a:cubicBezTo>
                  <a:pt x="726" y="3784"/>
                  <a:pt x="0" y="4931"/>
                  <a:pt x="0" y="5957"/>
                </a:cubicBezTo>
                <a:cubicBezTo>
                  <a:pt x="0" y="6864"/>
                  <a:pt x="558" y="7527"/>
                  <a:pt x="1389" y="7657"/>
                </a:cubicBezTo>
                <a:lnTo>
                  <a:pt x="1389" y="8636"/>
                </a:lnTo>
                <a:cubicBezTo>
                  <a:pt x="1389" y="9795"/>
                  <a:pt x="2332" y="10738"/>
                  <a:pt x="3492" y="10738"/>
                </a:cubicBezTo>
                <a:lnTo>
                  <a:pt x="3529" y="10738"/>
                </a:lnTo>
                <a:cubicBezTo>
                  <a:pt x="4688" y="10738"/>
                  <a:pt x="5631" y="9795"/>
                  <a:pt x="5631" y="8636"/>
                </a:cubicBezTo>
                <a:lnTo>
                  <a:pt x="5631" y="3897"/>
                </a:lnTo>
                <a:cubicBezTo>
                  <a:pt x="5632" y="3074"/>
                  <a:pt x="6299" y="2407"/>
                  <a:pt x="7122" y="2406"/>
                </a:cubicBezTo>
                <a:lnTo>
                  <a:pt x="9241" y="2406"/>
                </a:lnTo>
                <a:lnTo>
                  <a:pt x="9241" y="2590"/>
                </a:lnTo>
                <a:cubicBezTo>
                  <a:pt x="8158" y="2807"/>
                  <a:pt x="7339" y="3766"/>
                  <a:pt x="7339" y="4912"/>
                </a:cubicBezTo>
                <a:lnTo>
                  <a:pt x="7339" y="12294"/>
                </a:lnTo>
                <a:cubicBezTo>
                  <a:pt x="7339" y="12465"/>
                  <a:pt x="7476" y="12601"/>
                  <a:pt x="7645" y="12601"/>
                </a:cubicBezTo>
                <a:lnTo>
                  <a:pt x="11809" y="12601"/>
                </a:lnTo>
                <a:cubicBezTo>
                  <a:pt x="11978" y="12601"/>
                  <a:pt x="12116" y="12463"/>
                  <a:pt x="12116" y="12294"/>
                </a:cubicBezTo>
                <a:lnTo>
                  <a:pt x="12116" y="4912"/>
                </a:lnTo>
                <a:cubicBezTo>
                  <a:pt x="12116" y="3766"/>
                  <a:pt x="11297" y="2807"/>
                  <a:pt x="10214" y="2590"/>
                </a:cubicBezTo>
                <a:lnTo>
                  <a:pt x="10214" y="1526"/>
                </a:lnTo>
                <a:cubicBezTo>
                  <a:pt x="10299" y="1556"/>
                  <a:pt x="10388" y="1571"/>
                  <a:pt x="10475" y="1571"/>
                </a:cubicBezTo>
                <a:cubicBezTo>
                  <a:pt x="10696" y="1571"/>
                  <a:pt x="10911" y="1477"/>
                  <a:pt x="11063" y="1306"/>
                </a:cubicBezTo>
                <a:cubicBezTo>
                  <a:pt x="11275" y="1067"/>
                  <a:pt x="11321" y="722"/>
                  <a:pt x="11178" y="436"/>
                </a:cubicBezTo>
                <a:cubicBezTo>
                  <a:pt x="11045" y="169"/>
                  <a:pt x="10772" y="2"/>
                  <a:pt x="10477" y="2"/>
                </a:cubicBezTo>
                <a:cubicBezTo>
                  <a:pt x="10456" y="2"/>
                  <a:pt x="10436" y="2"/>
                  <a:pt x="10415" y="4"/>
                </a:cubicBezTo>
                <a:cubicBezTo>
                  <a:pt x="10097" y="28"/>
                  <a:pt x="9824" y="244"/>
                  <a:pt x="9728" y="549"/>
                </a:cubicBezTo>
                <a:cubicBezTo>
                  <a:pt x="9638" y="267"/>
                  <a:pt x="9398" y="59"/>
                  <a:pt x="9106" y="11"/>
                </a:cubicBezTo>
                <a:cubicBezTo>
                  <a:pt x="9064" y="4"/>
                  <a:pt x="9022" y="1"/>
                  <a:pt x="898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56" name="Google Shape;1056;p60"/>
          <p:cNvSpPr/>
          <p:nvPr/>
        </p:nvSpPr>
        <p:spPr>
          <a:xfrm>
            <a:off x="4267531" y="2074542"/>
            <a:ext cx="232575" cy="211800"/>
          </a:xfrm>
          <a:custGeom>
            <a:avLst/>
            <a:gdLst/>
            <a:ahLst/>
            <a:cxnLst/>
            <a:rect l="l" t="t" r="r" b="b"/>
            <a:pathLst>
              <a:path w="12404" h="11296" extrusionOk="0">
                <a:moveTo>
                  <a:pt x="2603" y="3464"/>
                </a:moveTo>
                <a:lnTo>
                  <a:pt x="2603" y="7833"/>
                </a:lnTo>
                <a:lnTo>
                  <a:pt x="613" y="7833"/>
                </a:lnTo>
                <a:lnTo>
                  <a:pt x="613" y="3464"/>
                </a:lnTo>
                <a:close/>
                <a:moveTo>
                  <a:pt x="8483" y="2780"/>
                </a:moveTo>
                <a:cubicBezTo>
                  <a:pt x="8652" y="2780"/>
                  <a:pt x="8788" y="2917"/>
                  <a:pt x="8788" y="3086"/>
                </a:cubicBezTo>
                <a:lnTo>
                  <a:pt x="8788" y="4361"/>
                </a:lnTo>
                <a:lnTo>
                  <a:pt x="10064" y="4361"/>
                </a:lnTo>
                <a:cubicBezTo>
                  <a:pt x="10233" y="4361"/>
                  <a:pt x="10371" y="4499"/>
                  <a:pt x="10371" y="4668"/>
                </a:cubicBezTo>
                <a:lnTo>
                  <a:pt x="10371" y="6628"/>
                </a:lnTo>
                <a:cubicBezTo>
                  <a:pt x="10370" y="6797"/>
                  <a:pt x="10233" y="6934"/>
                  <a:pt x="10064" y="6934"/>
                </a:cubicBezTo>
                <a:lnTo>
                  <a:pt x="8788" y="6934"/>
                </a:lnTo>
                <a:lnTo>
                  <a:pt x="8788" y="8211"/>
                </a:lnTo>
                <a:cubicBezTo>
                  <a:pt x="8788" y="8380"/>
                  <a:pt x="8652" y="8517"/>
                  <a:pt x="8483" y="8517"/>
                </a:cubicBezTo>
                <a:lnTo>
                  <a:pt x="6523" y="8517"/>
                </a:lnTo>
                <a:cubicBezTo>
                  <a:pt x="6354" y="8517"/>
                  <a:pt x="6217" y="8380"/>
                  <a:pt x="6217" y="8211"/>
                </a:cubicBezTo>
                <a:lnTo>
                  <a:pt x="6217" y="6935"/>
                </a:lnTo>
                <a:lnTo>
                  <a:pt x="4940" y="6935"/>
                </a:lnTo>
                <a:cubicBezTo>
                  <a:pt x="4771" y="6935"/>
                  <a:pt x="4634" y="6797"/>
                  <a:pt x="4634" y="6628"/>
                </a:cubicBezTo>
                <a:lnTo>
                  <a:pt x="4634" y="4668"/>
                </a:lnTo>
                <a:cubicBezTo>
                  <a:pt x="4634" y="4499"/>
                  <a:pt x="4771" y="4363"/>
                  <a:pt x="4940" y="4363"/>
                </a:cubicBezTo>
                <a:lnTo>
                  <a:pt x="6217" y="4363"/>
                </a:lnTo>
                <a:lnTo>
                  <a:pt x="6217" y="3086"/>
                </a:lnTo>
                <a:cubicBezTo>
                  <a:pt x="6217" y="2917"/>
                  <a:pt x="6354" y="2780"/>
                  <a:pt x="6523" y="2780"/>
                </a:cubicBezTo>
                <a:close/>
                <a:moveTo>
                  <a:pt x="307" y="1"/>
                </a:moveTo>
                <a:cubicBezTo>
                  <a:pt x="140" y="1"/>
                  <a:pt x="5" y="134"/>
                  <a:pt x="0" y="301"/>
                </a:cubicBezTo>
                <a:lnTo>
                  <a:pt x="0" y="10997"/>
                </a:lnTo>
                <a:cubicBezTo>
                  <a:pt x="5" y="11162"/>
                  <a:pt x="140" y="11296"/>
                  <a:pt x="307" y="11296"/>
                </a:cubicBezTo>
                <a:cubicBezTo>
                  <a:pt x="474" y="11296"/>
                  <a:pt x="609" y="11162"/>
                  <a:pt x="613" y="10997"/>
                </a:cubicBezTo>
                <a:lnTo>
                  <a:pt x="613" y="8445"/>
                </a:lnTo>
                <a:lnTo>
                  <a:pt x="2603" y="8445"/>
                </a:lnTo>
                <a:lnTo>
                  <a:pt x="2603" y="8925"/>
                </a:lnTo>
                <a:cubicBezTo>
                  <a:pt x="2603" y="9821"/>
                  <a:pt x="3331" y="10548"/>
                  <a:pt x="4226" y="10549"/>
                </a:cubicBezTo>
                <a:lnTo>
                  <a:pt x="10780" y="10549"/>
                </a:lnTo>
                <a:cubicBezTo>
                  <a:pt x="11676" y="10548"/>
                  <a:pt x="12402" y="9821"/>
                  <a:pt x="12403" y="8925"/>
                </a:cubicBezTo>
                <a:lnTo>
                  <a:pt x="12403" y="2372"/>
                </a:lnTo>
                <a:cubicBezTo>
                  <a:pt x="12403" y="1475"/>
                  <a:pt x="11676" y="749"/>
                  <a:pt x="10780" y="748"/>
                </a:cubicBezTo>
                <a:lnTo>
                  <a:pt x="10779" y="749"/>
                </a:lnTo>
                <a:lnTo>
                  <a:pt x="4226" y="749"/>
                </a:lnTo>
                <a:cubicBezTo>
                  <a:pt x="3330" y="749"/>
                  <a:pt x="2603" y="1475"/>
                  <a:pt x="2602" y="2372"/>
                </a:cubicBezTo>
                <a:lnTo>
                  <a:pt x="2602" y="2852"/>
                </a:lnTo>
                <a:lnTo>
                  <a:pt x="613" y="2852"/>
                </a:lnTo>
                <a:lnTo>
                  <a:pt x="613" y="301"/>
                </a:lnTo>
                <a:cubicBezTo>
                  <a:pt x="609" y="134"/>
                  <a:pt x="474" y="1"/>
                  <a:pt x="30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57" name="Google Shape;1057;p60"/>
          <p:cNvSpPr/>
          <p:nvPr/>
        </p:nvSpPr>
        <p:spPr>
          <a:xfrm>
            <a:off x="4607475" y="2062927"/>
            <a:ext cx="161925" cy="235031"/>
          </a:xfrm>
          <a:custGeom>
            <a:avLst/>
            <a:gdLst/>
            <a:ahLst/>
            <a:cxnLst/>
            <a:rect l="l" t="t" r="r" b="b"/>
            <a:pathLst>
              <a:path w="8636" h="12535" extrusionOk="0">
                <a:moveTo>
                  <a:pt x="2243" y="1405"/>
                </a:moveTo>
                <a:cubicBezTo>
                  <a:pt x="2135" y="1405"/>
                  <a:pt x="2026" y="1426"/>
                  <a:pt x="1922" y="1469"/>
                </a:cubicBezTo>
                <a:cubicBezTo>
                  <a:pt x="1609" y="1599"/>
                  <a:pt x="1405" y="1905"/>
                  <a:pt x="1405" y="2244"/>
                </a:cubicBezTo>
                <a:cubicBezTo>
                  <a:pt x="1406" y="2706"/>
                  <a:pt x="1781" y="3081"/>
                  <a:pt x="2243" y="3082"/>
                </a:cubicBezTo>
                <a:cubicBezTo>
                  <a:pt x="2582" y="3082"/>
                  <a:pt x="2888" y="2877"/>
                  <a:pt x="3017" y="2564"/>
                </a:cubicBezTo>
                <a:cubicBezTo>
                  <a:pt x="3147" y="2251"/>
                  <a:pt x="3075" y="1890"/>
                  <a:pt x="2836" y="1651"/>
                </a:cubicBezTo>
                <a:cubicBezTo>
                  <a:pt x="2675" y="1490"/>
                  <a:pt x="2461" y="1405"/>
                  <a:pt x="2243" y="1405"/>
                </a:cubicBezTo>
                <a:close/>
                <a:moveTo>
                  <a:pt x="2243" y="614"/>
                </a:moveTo>
                <a:cubicBezTo>
                  <a:pt x="2667" y="614"/>
                  <a:pt x="3085" y="780"/>
                  <a:pt x="3397" y="1092"/>
                </a:cubicBezTo>
                <a:cubicBezTo>
                  <a:pt x="3862" y="1558"/>
                  <a:pt x="4003" y="2259"/>
                  <a:pt x="3750" y="2868"/>
                </a:cubicBezTo>
                <a:cubicBezTo>
                  <a:pt x="3497" y="3477"/>
                  <a:pt x="2903" y="3875"/>
                  <a:pt x="2243" y="3875"/>
                </a:cubicBezTo>
                <a:cubicBezTo>
                  <a:pt x="1343" y="3874"/>
                  <a:pt x="614" y="3144"/>
                  <a:pt x="613" y="2244"/>
                </a:cubicBezTo>
                <a:cubicBezTo>
                  <a:pt x="613" y="1584"/>
                  <a:pt x="1011" y="990"/>
                  <a:pt x="1620" y="738"/>
                </a:cubicBezTo>
                <a:cubicBezTo>
                  <a:pt x="1821" y="655"/>
                  <a:pt x="2033" y="614"/>
                  <a:pt x="2243" y="614"/>
                </a:cubicBezTo>
                <a:close/>
                <a:moveTo>
                  <a:pt x="7540" y="3772"/>
                </a:moveTo>
                <a:cubicBezTo>
                  <a:pt x="7655" y="3775"/>
                  <a:pt x="7746" y="3868"/>
                  <a:pt x="7746" y="3983"/>
                </a:cubicBezTo>
                <a:cubicBezTo>
                  <a:pt x="7746" y="4098"/>
                  <a:pt x="7655" y="4191"/>
                  <a:pt x="7540" y="4195"/>
                </a:cubicBezTo>
                <a:lnTo>
                  <a:pt x="4346" y="4195"/>
                </a:lnTo>
                <a:cubicBezTo>
                  <a:pt x="4231" y="4191"/>
                  <a:pt x="4140" y="4098"/>
                  <a:pt x="4140" y="3983"/>
                </a:cubicBezTo>
                <a:cubicBezTo>
                  <a:pt x="4140" y="3868"/>
                  <a:pt x="4231" y="3775"/>
                  <a:pt x="4346" y="3772"/>
                </a:cubicBezTo>
                <a:close/>
                <a:moveTo>
                  <a:pt x="7881" y="6208"/>
                </a:moveTo>
                <a:cubicBezTo>
                  <a:pt x="7976" y="6527"/>
                  <a:pt x="8024" y="6857"/>
                  <a:pt x="8023" y="7189"/>
                </a:cubicBezTo>
                <a:cubicBezTo>
                  <a:pt x="8023" y="7755"/>
                  <a:pt x="7892" y="8357"/>
                  <a:pt x="7661" y="8924"/>
                </a:cubicBezTo>
                <a:lnTo>
                  <a:pt x="5231" y="7557"/>
                </a:lnTo>
                <a:cubicBezTo>
                  <a:pt x="5045" y="7444"/>
                  <a:pt x="4740" y="7428"/>
                  <a:pt x="4573" y="7428"/>
                </a:cubicBezTo>
                <a:cubicBezTo>
                  <a:pt x="4406" y="7428"/>
                  <a:pt x="4101" y="7445"/>
                  <a:pt x="3915" y="7557"/>
                </a:cubicBezTo>
                <a:lnTo>
                  <a:pt x="1485" y="8924"/>
                </a:lnTo>
                <a:cubicBezTo>
                  <a:pt x="1253" y="8357"/>
                  <a:pt x="1123" y="7755"/>
                  <a:pt x="1123" y="7189"/>
                </a:cubicBezTo>
                <a:cubicBezTo>
                  <a:pt x="1122" y="6857"/>
                  <a:pt x="1169" y="6527"/>
                  <a:pt x="1265" y="6208"/>
                </a:cubicBezTo>
                <a:close/>
                <a:moveTo>
                  <a:pt x="2243" y="0"/>
                </a:moveTo>
                <a:cubicBezTo>
                  <a:pt x="1006" y="0"/>
                  <a:pt x="0" y="1006"/>
                  <a:pt x="0" y="2244"/>
                </a:cubicBezTo>
                <a:cubicBezTo>
                  <a:pt x="0" y="2843"/>
                  <a:pt x="239" y="3416"/>
                  <a:pt x="667" y="3837"/>
                </a:cubicBezTo>
                <a:lnTo>
                  <a:pt x="667" y="6067"/>
                </a:lnTo>
                <a:cubicBezTo>
                  <a:pt x="561" y="6431"/>
                  <a:pt x="509" y="6809"/>
                  <a:pt x="511" y="7189"/>
                </a:cubicBezTo>
                <a:cubicBezTo>
                  <a:pt x="511" y="8083"/>
                  <a:pt x="795" y="9057"/>
                  <a:pt x="1286" y="9900"/>
                </a:cubicBezTo>
                <a:lnTo>
                  <a:pt x="1927" y="11614"/>
                </a:lnTo>
                <a:cubicBezTo>
                  <a:pt x="2270" y="12535"/>
                  <a:pt x="3237" y="12535"/>
                  <a:pt x="3757" y="12535"/>
                </a:cubicBezTo>
                <a:lnTo>
                  <a:pt x="5390" y="12535"/>
                </a:lnTo>
                <a:cubicBezTo>
                  <a:pt x="5909" y="12535"/>
                  <a:pt x="6876" y="12535"/>
                  <a:pt x="7220" y="11614"/>
                </a:cubicBezTo>
                <a:lnTo>
                  <a:pt x="7860" y="9900"/>
                </a:lnTo>
                <a:cubicBezTo>
                  <a:pt x="8352" y="9058"/>
                  <a:pt x="8636" y="8083"/>
                  <a:pt x="8636" y="7189"/>
                </a:cubicBezTo>
                <a:cubicBezTo>
                  <a:pt x="8636" y="6814"/>
                  <a:pt x="8584" y="6442"/>
                  <a:pt x="8479" y="6081"/>
                </a:cubicBezTo>
                <a:lnTo>
                  <a:pt x="8479" y="3647"/>
                </a:lnTo>
                <a:cubicBezTo>
                  <a:pt x="8479" y="1980"/>
                  <a:pt x="7123" y="622"/>
                  <a:pt x="5455" y="622"/>
                </a:cubicBezTo>
                <a:lnTo>
                  <a:pt x="3791" y="622"/>
                </a:lnTo>
                <a:cubicBezTo>
                  <a:pt x="3374" y="223"/>
                  <a:pt x="2820" y="0"/>
                  <a:pt x="224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58" name="Google Shape;1058;p60"/>
          <p:cNvSpPr/>
          <p:nvPr/>
        </p:nvSpPr>
        <p:spPr>
          <a:xfrm>
            <a:off x="4876770" y="2061417"/>
            <a:ext cx="175894" cy="238050"/>
          </a:xfrm>
          <a:custGeom>
            <a:avLst/>
            <a:gdLst/>
            <a:ahLst/>
            <a:cxnLst/>
            <a:rect l="l" t="t" r="r" b="b"/>
            <a:pathLst>
              <a:path w="9381" h="12696" extrusionOk="0">
                <a:moveTo>
                  <a:pt x="513" y="0"/>
                </a:moveTo>
                <a:cubicBezTo>
                  <a:pt x="230" y="1"/>
                  <a:pt x="0" y="230"/>
                  <a:pt x="0" y="513"/>
                </a:cubicBezTo>
                <a:lnTo>
                  <a:pt x="0" y="8020"/>
                </a:lnTo>
                <a:cubicBezTo>
                  <a:pt x="0" y="8225"/>
                  <a:pt x="167" y="8391"/>
                  <a:pt x="373" y="8392"/>
                </a:cubicBezTo>
                <a:lnTo>
                  <a:pt x="5353" y="8392"/>
                </a:lnTo>
                <a:cubicBezTo>
                  <a:pt x="5559" y="8391"/>
                  <a:pt x="5724" y="8225"/>
                  <a:pt x="5726" y="8020"/>
                </a:cubicBezTo>
                <a:lnTo>
                  <a:pt x="5726" y="513"/>
                </a:lnTo>
                <a:cubicBezTo>
                  <a:pt x="5724" y="230"/>
                  <a:pt x="5496" y="1"/>
                  <a:pt x="5213" y="0"/>
                </a:cubicBezTo>
                <a:close/>
                <a:moveTo>
                  <a:pt x="836" y="9004"/>
                </a:moveTo>
                <a:lnTo>
                  <a:pt x="836" y="10721"/>
                </a:lnTo>
                <a:cubicBezTo>
                  <a:pt x="836" y="11809"/>
                  <a:pt x="1722" y="12695"/>
                  <a:pt x="2811" y="12695"/>
                </a:cubicBezTo>
                <a:lnTo>
                  <a:pt x="9074" y="12695"/>
                </a:lnTo>
                <a:cubicBezTo>
                  <a:pt x="9243" y="12695"/>
                  <a:pt x="9381" y="12559"/>
                  <a:pt x="9381" y="12390"/>
                </a:cubicBezTo>
                <a:lnTo>
                  <a:pt x="9381" y="10785"/>
                </a:lnTo>
                <a:cubicBezTo>
                  <a:pt x="9381" y="10616"/>
                  <a:pt x="9243" y="10479"/>
                  <a:pt x="9074" y="10479"/>
                </a:cubicBezTo>
                <a:lnTo>
                  <a:pt x="5528" y="10479"/>
                </a:lnTo>
                <a:cubicBezTo>
                  <a:pt x="5176" y="10478"/>
                  <a:pt x="4891" y="10193"/>
                  <a:pt x="4890" y="9841"/>
                </a:cubicBezTo>
                <a:lnTo>
                  <a:pt x="4890" y="900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59" name="Google Shape;1059;p60"/>
          <p:cNvSpPr/>
          <p:nvPr/>
        </p:nvSpPr>
        <p:spPr>
          <a:xfrm>
            <a:off x="5160034" y="2082361"/>
            <a:ext cx="238256" cy="196163"/>
          </a:xfrm>
          <a:custGeom>
            <a:avLst/>
            <a:gdLst/>
            <a:ahLst/>
            <a:cxnLst/>
            <a:rect l="l" t="t" r="r" b="b"/>
            <a:pathLst>
              <a:path w="12707" h="10462" extrusionOk="0">
                <a:moveTo>
                  <a:pt x="7810" y="1"/>
                </a:moveTo>
                <a:cubicBezTo>
                  <a:pt x="7641" y="1"/>
                  <a:pt x="7504" y="137"/>
                  <a:pt x="7504" y="306"/>
                </a:cubicBezTo>
                <a:lnTo>
                  <a:pt x="7504" y="1164"/>
                </a:lnTo>
                <a:cubicBezTo>
                  <a:pt x="7504" y="1333"/>
                  <a:pt x="7641" y="1470"/>
                  <a:pt x="7810" y="1470"/>
                </a:cubicBezTo>
                <a:cubicBezTo>
                  <a:pt x="7980" y="1470"/>
                  <a:pt x="8117" y="1333"/>
                  <a:pt x="8117" y="1164"/>
                </a:cubicBezTo>
                <a:lnTo>
                  <a:pt x="8117" y="306"/>
                </a:lnTo>
                <a:cubicBezTo>
                  <a:pt x="8117" y="137"/>
                  <a:pt x="7980" y="1"/>
                  <a:pt x="7810" y="1"/>
                </a:cubicBezTo>
                <a:close/>
                <a:moveTo>
                  <a:pt x="5928" y="578"/>
                </a:moveTo>
                <a:cubicBezTo>
                  <a:pt x="5849" y="578"/>
                  <a:pt x="5771" y="608"/>
                  <a:pt x="5711" y="667"/>
                </a:cubicBezTo>
                <a:cubicBezTo>
                  <a:pt x="5592" y="787"/>
                  <a:pt x="5592" y="981"/>
                  <a:pt x="5711" y="1101"/>
                </a:cubicBezTo>
                <a:lnTo>
                  <a:pt x="6251" y="1641"/>
                </a:lnTo>
                <a:cubicBezTo>
                  <a:pt x="6309" y="1698"/>
                  <a:pt x="6387" y="1731"/>
                  <a:pt x="6467" y="1731"/>
                </a:cubicBezTo>
                <a:cubicBezTo>
                  <a:pt x="6741" y="1731"/>
                  <a:pt x="6877" y="1401"/>
                  <a:pt x="6685" y="1208"/>
                </a:cubicBezTo>
                <a:lnTo>
                  <a:pt x="6144" y="667"/>
                </a:lnTo>
                <a:cubicBezTo>
                  <a:pt x="6085" y="608"/>
                  <a:pt x="6006" y="578"/>
                  <a:pt x="5928" y="578"/>
                </a:cubicBezTo>
                <a:close/>
                <a:moveTo>
                  <a:pt x="9837" y="578"/>
                </a:moveTo>
                <a:cubicBezTo>
                  <a:pt x="9759" y="578"/>
                  <a:pt x="9681" y="608"/>
                  <a:pt x="9620" y="667"/>
                </a:cubicBezTo>
                <a:lnTo>
                  <a:pt x="9080" y="1208"/>
                </a:lnTo>
                <a:cubicBezTo>
                  <a:pt x="8888" y="1401"/>
                  <a:pt x="9025" y="1731"/>
                  <a:pt x="9297" y="1731"/>
                </a:cubicBezTo>
                <a:cubicBezTo>
                  <a:pt x="9378" y="1731"/>
                  <a:pt x="9456" y="1698"/>
                  <a:pt x="9513" y="1641"/>
                </a:cubicBezTo>
                <a:lnTo>
                  <a:pt x="10054" y="1101"/>
                </a:lnTo>
                <a:cubicBezTo>
                  <a:pt x="10173" y="981"/>
                  <a:pt x="10173" y="787"/>
                  <a:pt x="10054" y="667"/>
                </a:cubicBezTo>
                <a:cubicBezTo>
                  <a:pt x="9994" y="608"/>
                  <a:pt x="9916" y="578"/>
                  <a:pt x="9837" y="578"/>
                </a:cubicBezTo>
                <a:close/>
                <a:moveTo>
                  <a:pt x="8198" y="2419"/>
                </a:moveTo>
                <a:lnTo>
                  <a:pt x="8198" y="2766"/>
                </a:lnTo>
                <a:lnTo>
                  <a:pt x="7423" y="2766"/>
                </a:lnTo>
                <a:lnTo>
                  <a:pt x="7423" y="2419"/>
                </a:lnTo>
                <a:close/>
                <a:moveTo>
                  <a:pt x="8594" y="3890"/>
                </a:moveTo>
                <a:cubicBezTo>
                  <a:pt x="8688" y="3890"/>
                  <a:pt x="8779" y="3927"/>
                  <a:pt x="8845" y="3995"/>
                </a:cubicBezTo>
                <a:lnTo>
                  <a:pt x="10319" y="5468"/>
                </a:lnTo>
                <a:cubicBezTo>
                  <a:pt x="10426" y="5574"/>
                  <a:pt x="10350" y="5756"/>
                  <a:pt x="10201" y="5756"/>
                </a:cubicBezTo>
                <a:lnTo>
                  <a:pt x="7749" y="5755"/>
                </a:lnTo>
                <a:cubicBezTo>
                  <a:pt x="7601" y="5755"/>
                  <a:pt x="7480" y="5634"/>
                  <a:pt x="7480" y="5486"/>
                </a:cubicBezTo>
                <a:lnTo>
                  <a:pt x="7480" y="4041"/>
                </a:lnTo>
                <a:cubicBezTo>
                  <a:pt x="7480" y="3957"/>
                  <a:pt x="7547" y="3890"/>
                  <a:pt x="7629" y="3890"/>
                </a:cubicBezTo>
                <a:close/>
                <a:moveTo>
                  <a:pt x="2909" y="3757"/>
                </a:moveTo>
                <a:cubicBezTo>
                  <a:pt x="3079" y="3757"/>
                  <a:pt x="3216" y="3894"/>
                  <a:pt x="3216" y="4064"/>
                </a:cubicBezTo>
                <a:lnTo>
                  <a:pt x="3216" y="4560"/>
                </a:lnTo>
                <a:lnTo>
                  <a:pt x="3712" y="4560"/>
                </a:lnTo>
                <a:cubicBezTo>
                  <a:pt x="3881" y="4560"/>
                  <a:pt x="4019" y="4697"/>
                  <a:pt x="4018" y="4866"/>
                </a:cubicBezTo>
                <a:lnTo>
                  <a:pt x="4018" y="5457"/>
                </a:lnTo>
                <a:cubicBezTo>
                  <a:pt x="4018" y="5626"/>
                  <a:pt x="3881" y="5763"/>
                  <a:pt x="3712" y="5763"/>
                </a:cubicBezTo>
                <a:lnTo>
                  <a:pt x="3215" y="5763"/>
                </a:lnTo>
                <a:lnTo>
                  <a:pt x="3215" y="6260"/>
                </a:lnTo>
                <a:cubicBezTo>
                  <a:pt x="3215" y="6429"/>
                  <a:pt x="3078" y="6566"/>
                  <a:pt x="2909" y="6566"/>
                </a:cubicBezTo>
                <a:lnTo>
                  <a:pt x="2317" y="6566"/>
                </a:lnTo>
                <a:cubicBezTo>
                  <a:pt x="2147" y="6566"/>
                  <a:pt x="2010" y="6429"/>
                  <a:pt x="2010" y="6260"/>
                </a:cubicBezTo>
                <a:lnTo>
                  <a:pt x="2010" y="5763"/>
                </a:lnTo>
                <a:lnTo>
                  <a:pt x="1514" y="5763"/>
                </a:lnTo>
                <a:cubicBezTo>
                  <a:pt x="1513" y="5763"/>
                  <a:pt x="1512" y="5763"/>
                  <a:pt x="1511" y="5763"/>
                </a:cubicBezTo>
                <a:cubicBezTo>
                  <a:pt x="1343" y="5763"/>
                  <a:pt x="1208" y="5625"/>
                  <a:pt x="1208" y="5457"/>
                </a:cubicBezTo>
                <a:lnTo>
                  <a:pt x="1208" y="4865"/>
                </a:lnTo>
                <a:cubicBezTo>
                  <a:pt x="1208" y="4696"/>
                  <a:pt x="1345" y="4559"/>
                  <a:pt x="1514" y="4559"/>
                </a:cubicBezTo>
                <a:lnTo>
                  <a:pt x="2010" y="4559"/>
                </a:lnTo>
                <a:lnTo>
                  <a:pt x="2010" y="4064"/>
                </a:lnTo>
                <a:cubicBezTo>
                  <a:pt x="2010" y="3894"/>
                  <a:pt x="2147" y="3757"/>
                  <a:pt x="2317" y="3757"/>
                </a:cubicBezTo>
                <a:close/>
                <a:moveTo>
                  <a:pt x="10361" y="8334"/>
                </a:moveTo>
                <a:cubicBezTo>
                  <a:pt x="10458" y="8334"/>
                  <a:pt x="10557" y="8352"/>
                  <a:pt x="10651" y="8391"/>
                </a:cubicBezTo>
                <a:cubicBezTo>
                  <a:pt x="10934" y="8509"/>
                  <a:pt x="11118" y="8784"/>
                  <a:pt x="11118" y="9091"/>
                </a:cubicBezTo>
                <a:cubicBezTo>
                  <a:pt x="11118" y="9510"/>
                  <a:pt x="10779" y="9849"/>
                  <a:pt x="10360" y="9849"/>
                </a:cubicBezTo>
                <a:cubicBezTo>
                  <a:pt x="10055" y="9849"/>
                  <a:pt x="9778" y="9664"/>
                  <a:pt x="9660" y="9381"/>
                </a:cubicBezTo>
                <a:cubicBezTo>
                  <a:pt x="9543" y="9098"/>
                  <a:pt x="9609" y="8772"/>
                  <a:pt x="9825" y="8556"/>
                </a:cubicBezTo>
                <a:cubicBezTo>
                  <a:pt x="9970" y="8410"/>
                  <a:pt x="10164" y="8334"/>
                  <a:pt x="10361" y="8334"/>
                </a:cubicBezTo>
                <a:close/>
                <a:moveTo>
                  <a:pt x="2443" y="8334"/>
                </a:moveTo>
                <a:cubicBezTo>
                  <a:pt x="2541" y="8334"/>
                  <a:pt x="2639" y="8353"/>
                  <a:pt x="2733" y="8391"/>
                </a:cubicBezTo>
                <a:cubicBezTo>
                  <a:pt x="3016" y="8509"/>
                  <a:pt x="3200" y="8786"/>
                  <a:pt x="3200" y="9092"/>
                </a:cubicBezTo>
                <a:cubicBezTo>
                  <a:pt x="3200" y="9510"/>
                  <a:pt x="2861" y="9849"/>
                  <a:pt x="2442" y="9850"/>
                </a:cubicBezTo>
                <a:cubicBezTo>
                  <a:pt x="2136" y="9850"/>
                  <a:pt x="1859" y="9665"/>
                  <a:pt x="1742" y="9382"/>
                </a:cubicBezTo>
                <a:cubicBezTo>
                  <a:pt x="1625" y="9098"/>
                  <a:pt x="1691" y="8773"/>
                  <a:pt x="1907" y="8556"/>
                </a:cubicBezTo>
                <a:cubicBezTo>
                  <a:pt x="2052" y="8411"/>
                  <a:pt x="2246" y="8334"/>
                  <a:pt x="2443" y="8334"/>
                </a:cubicBezTo>
                <a:close/>
                <a:moveTo>
                  <a:pt x="7115" y="1808"/>
                </a:moveTo>
                <a:cubicBezTo>
                  <a:pt x="6946" y="1808"/>
                  <a:pt x="6810" y="1945"/>
                  <a:pt x="6810" y="2113"/>
                </a:cubicBezTo>
                <a:lnTo>
                  <a:pt x="6810" y="2766"/>
                </a:lnTo>
                <a:lnTo>
                  <a:pt x="907" y="2766"/>
                </a:lnTo>
                <a:cubicBezTo>
                  <a:pt x="407" y="2766"/>
                  <a:pt x="1" y="3172"/>
                  <a:pt x="1" y="3672"/>
                </a:cubicBezTo>
                <a:lnTo>
                  <a:pt x="1" y="9092"/>
                </a:lnTo>
                <a:cubicBezTo>
                  <a:pt x="2" y="9261"/>
                  <a:pt x="139" y="9398"/>
                  <a:pt x="308" y="9398"/>
                </a:cubicBezTo>
                <a:lnTo>
                  <a:pt x="1108" y="9398"/>
                </a:lnTo>
                <a:cubicBezTo>
                  <a:pt x="1250" y="10020"/>
                  <a:pt x="1804" y="10461"/>
                  <a:pt x="2442" y="10461"/>
                </a:cubicBezTo>
                <a:cubicBezTo>
                  <a:pt x="3081" y="10461"/>
                  <a:pt x="3634" y="10020"/>
                  <a:pt x="3778" y="9398"/>
                </a:cubicBezTo>
                <a:lnTo>
                  <a:pt x="9025" y="9398"/>
                </a:lnTo>
                <a:cubicBezTo>
                  <a:pt x="9168" y="10020"/>
                  <a:pt x="9721" y="10461"/>
                  <a:pt x="10359" y="10461"/>
                </a:cubicBezTo>
                <a:cubicBezTo>
                  <a:pt x="10360" y="10461"/>
                  <a:pt x="10361" y="10461"/>
                  <a:pt x="10362" y="10461"/>
                </a:cubicBezTo>
                <a:cubicBezTo>
                  <a:pt x="11001" y="10461"/>
                  <a:pt x="11553" y="10019"/>
                  <a:pt x="11696" y="9396"/>
                </a:cubicBezTo>
                <a:cubicBezTo>
                  <a:pt x="12259" y="9376"/>
                  <a:pt x="12705" y="8914"/>
                  <a:pt x="12706" y="8350"/>
                </a:cubicBezTo>
                <a:lnTo>
                  <a:pt x="12706" y="7066"/>
                </a:lnTo>
                <a:cubicBezTo>
                  <a:pt x="12706" y="6668"/>
                  <a:pt x="12541" y="6288"/>
                  <a:pt x="12252" y="6015"/>
                </a:cubicBezTo>
                <a:lnTo>
                  <a:pt x="12222" y="5988"/>
                </a:lnTo>
                <a:cubicBezTo>
                  <a:pt x="12204" y="5972"/>
                  <a:pt x="12186" y="5955"/>
                  <a:pt x="12168" y="5936"/>
                </a:cubicBezTo>
                <a:lnTo>
                  <a:pt x="9313" y="3083"/>
                </a:lnTo>
                <a:cubicBezTo>
                  <a:pt x="9308" y="3078"/>
                  <a:pt x="9301" y="3071"/>
                  <a:pt x="9295" y="3066"/>
                </a:cubicBezTo>
                <a:cubicBezTo>
                  <a:pt x="9154" y="2947"/>
                  <a:pt x="8988" y="2860"/>
                  <a:pt x="8811" y="2812"/>
                </a:cubicBezTo>
                <a:lnTo>
                  <a:pt x="8811" y="2113"/>
                </a:lnTo>
                <a:cubicBezTo>
                  <a:pt x="8811" y="1944"/>
                  <a:pt x="8673" y="1808"/>
                  <a:pt x="8504" y="1808"/>
                </a:cubicBezTo>
                <a:lnTo>
                  <a:pt x="7117" y="1808"/>
                </a:lnTo>
                <a:cubicBezTo>
                  <a:pt x="7116" y="1808"/>
                  <a:pt x="7115" y="1808"/>
                  <a:pt x="7115" y="180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60" name="Google Shape;1060;p60"/>
          <p:cNvSpPr/>
          <p:nvPr/>
        </p:nvSpPr>
        <p:spPr>
          <a:xfrm>
            <a:off x="5505659" y="2065046"/>
            <a:ext cx="233006" cy="230794"/>
          </a:xfrm>
          <a:custGeom>
            <a:avLst/>
            <a:gdLst/>
            <a:ahLst/>
            <a:cxnLst/>
            <a:rect l="l" t="t" r="r" b="b"/>
            <a:pathLst>
              <a:path w="12427" h="12309" extrusionOk="0">
                <a:moveTo>
                  <a:pt x="7975" y="1653"/>
                </a:moveTo>
                <a:cubicBezTo>
                  <a:pt x="8143" y="1653"/>
                  <a:pt x="8307" y="1718"/>
                  <a:pt x="8430" y="1841"/>
                </a:cubicBezTo>
                <a:cubicBezTo>
                  <a:pt x="8614" y="2025"/>
                  <a:pt x="8669" y="2301"/>
                  <a:pt x="8569" y="2541"/>
                </a:cubicBezTo>
                <a:cubicBezTo>
                  <a:pt x="8470" y="2782"/>
                  <a:pt x="8236" y="2939"/>
                  <a:pt x="7976" y="2939"/>
                </a:cubicBezTo>
                <a:cubicBezTo>
                  <a:pt x="7621" y="2939"/>
                  <a:pt x="7333" y="2651"/>
                  <a:pt x="7333" y="2297"/>
                </a:cubicBezTo>
                <a:cubicBezTo>
                  <a:pt x="7333" y="2036"/>
                  <a:pt x="7489" y="1801"/>
                  <a:pt x="7729" y="1702"/>
                </a:cubicBezTo>
                <a:cubicBezTo>
                  <a:pt x="7809" y="1669"/>
                  <a:pt x="7892" y="1653"/>
                  <a:pt x="7975" y="1653"/>
                </a:cubicBezTo>
                <a:close/>
                <a:moveTo>
                  <a:pt x="5604" y="0"/>
                </a:moveTo>
                <a:cubicBezTo>
                  <a:pt x="5603" y="0"/>
                  <a:pt x="5602" y="0"/>
                  <a:pt x="5602" y="0"/>
                </a:cubicBezTo>
                <a:lnTo>
                  <a:pt x="306" y="0"/>
                </a:lnTo>
                <a:cubicBezTo>
                  <a:pt x="137" y="0"/>
                  <a:pt x="1" y="137"/>
                  <a:pt x="1" y="306"/>
                </a:cubicBezTo>
                <a:lnTo>
                  <a:pt x="1" y="5817"/>
                </a:lnTo>
                <a:cubicBezTo>
                  <a:pt x="1" y="5986"/>
                  <a:pt x="137" y="6124"/>
                  <a:pt x="306" y="6124"/>
                </a:cubicBezTo>
                <a:lnTo>
                  <a:pt x="1390" y="6124"/>
                </a:lnTo>
                <a:lnTo>
                  <a:pt x="1390" y="9492"/>
                </a:lnTo>
                <a:cubicBezTo>
                  <a:pt x="1390" y="11046"/>
                  <a:pt x="2655" y="12309"/>
                  <a:pt x="4207" y="12309"/>
                </a:cubicBezTo>
                <a:lnTo>
                  <a:pt x="8675" y="12309"/>
                </a:lnTo>
                <a:cubicBezTo>
                  <a:pt x="10229" y="12309"/>
                  <a:pt x="11492" y="11045"/>
                  <a:pt x="11492" y="9492"/>
                </a:cubicBezTo>
                <a:lnTo>
                  <a:pt x="11492" y="7815"/>
                </a:lnTo>
                <a:cubicBezTo>
                  <a:pt x="12035" y="7619"/>
                  <a:pt x="12427" y="6913"/>
                  <a:pt x="12427" y="6047"/>
                </a:cubicBezTo>
                <a:cubicBezTo>
                  <a:pt x="12427" y="5025"/>
                  <a:pt x="11882" y="4225"/>
                  <a:pt x="11186" y="4225"/>
                </a:cubicBezTo>
                <a:cubicBezTo>
                  <a:pt x="10491" y="4225"/>
                  <a:pt x="9946" y="5025"/>
                  <a:pt x="9946" y="6047"/>
                </a:cubicBezTo>
                <a:cubicBezTo>
                  <a:pt x="9946" y="6913"/>
                  <a:pt x="10337" y="7619"/>
                  <a:pt x="10880" y="7815"/>
                </a:cubicBezTo>
                <a:lnTo>
                  <a:pt x="10880" y="9492"/>
                </a:lnTo>
                <a:cubicBezTo>
                  <a:pt x="10880" y="10708"/>
                  <a:pt x="9891" y="11696"/>
                  <a:pt x="8675" y="11696"/>
                </a:cubicBezTo>
                <a:lnTo>
                  <a:pt x="4207" y="11696"/>
                </a:lnTo>
                <a:cubicBezTo>
                  <a:pt x="2991" y="11696"/>
                  <a:pt x="2003" y="10708"/>
                  <a:pt x="2003" y="9492"/>
                </a:cubicBezTo>
                <a:lnTo>
                  <a:pt x="2003" y="6124"/>
                </a:lnTo>
                <a:lnTo>
                  <a:pt x="2648" y="6124"/>
                </a:lnTo>
                <a:lnTo>
                  <a:pt x="2648" y="7134"/>
                </a:lnTo>
                <a:cubicBezTo>
                  <a:pt x="2648" y="8687"/>
                  <a:pt x="3912" y="9952"/>
                  <a:pt x="5465" y="9952"/>
                </a:cubicBezTo>
                <a:cubicBezTo>
                  <a:pt x="7018" y="9952"/>
                  <a:pt x="8282" y="8687"/>
                  <a:pt x="8282" y="7134"/>
                </a:cubicBezTo>
                <a:lnTo>
                  <a:pt x="8282" y="3513"/>
                </a:lnTo>
                <a:cubicBezTo>
                  <a:pt x="8897" y="3357"/>
                  <a:pt x="9299" y="2769"/>
                  <a:pt x="9222" y="2140"/>
                </a:cubicBezTo>
                <a:cubicBezTo>
                  <a:pt x="9144" y="1512"/>
                  <a:pt x="8610" y="1039"/>
                  <a:pt x="7975" y="1039"/>
                </a:cubicBezTo>
                <a:cubicBezTo>
                  <a:pt x="7342" y="1039"/>
                  <a:pt x="6807" y="1512"/>
                  <a:pt x="6729" y="2140"/>
                </a:cubicBezTo>
                <a:cubicBezTo>
                  <a:pt x="6651" y="2769"/>
                  <a:pt x="7054" y="3357"/>
                  <a:pt x="7669" y="3513"/>
                </a:cubicBezTo>
                <a:lnTo>
                  <a:pt x="7669" y="7134"/>
                </a:lnTo>
                <a:cubicBezTo>
                  <a:pt x="7669" y="8350"/>
                  <a:pt x="6680" y="9339"/>
                  <a:pt x="5465" y="9339"/>
                </a:cubicBezTo>
                <a:cubicBezTo>
                  <a:pt x="4249" y="9339"/>
                  <a:pt x="3260" y="8350"/>
                  <a:pt x="3260" y="7134"/>
                </a:cubicBezTo>
                <a:lnTo>
                  <a:pt x="3260" y="6124"/>
                </a:lnTo>
                <a:lnTo>
                  <a:pt x="5602" y="6124"/>
                </a:lnTo>
                <a:cubicBezTo>
                  <a:pt x="5771" y="6124"/>
                  <a:pt x="5907" y="5986"/>
                  <a:pt x="5907" y="5817"/>
                </a:cubicBezTo>
                <a:lnTo>
                  <a:pt x="5907" y="306"/>
                </a:lnTo>
                <a:cubicBezTo>
                  <a:pt x="5907" y="138"/>
                  <a:pt x="5772" y="0"/>
                  <a:pt x="56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61" name="Google Shape;1061;p60"/>
          <p:cNvSpPr/>
          <p:nvPr/>
        </p:nvSpPr>
        <p:spPr>
          <a:xfrm>
            <a:off x="5846035" y="2064446"/>
            <a:ext cx="179344" cy="231994"/>
          </a:xfrm>
          <a:custGeom>
            <a:avLst/>
            <a:gdLst/>
            <a:ahLst/>
            <a:cxnLst/>
            <a:rect l="l" t="t" r="r" b="b"/>
            <a:pathLst>
              <a:path w="9565" h="12373" extrusionOk="0">
                <a:moveTo>
                  <a:pt x="7442" y="9259"/>
                </a:moveTo>
                <a:cubicBezTo>
                  <a:pt x="8025" y="9260"/>
                  <a:pt x="8531" y="9665"/>
                  <a:pt x="8660" y="10235"/>
                </a:cubicBezTo>
                <a:cubicBezTo>
                  <a:pt x="8789" y="10804"/>
                  <a:pt x="8506" y="11387"/>
                  <a:pt x="7978" y="11638"/>
                </a:cubicBezTo>
                <a:cubicBezTo>
                  <a:pt x="7812" y="11718"/>
                  <a:pt x="7629" y="11759"/>
                  <a:pt x="7444" y="11759"/>
                </a:cubicBezTo>
                <a:cubicBezTo>
                  <a:pt x="6961" y="11758"/>
                  <a:pt x="6522" y="11480"/>
                  <a:pt x="6314" y="11045"/>
                </a:cubicBezTo>
                <a:cubicBezTo>
                  <a:pt x="6131" y="10658"/>
                  <a:pt x="6159" y="10204"/>
                  <a:pt x="6386" y="9842"/>
                </a:cubicBezTo>
                <a:cubicBezTo>
                  <a:pt x="6615" y="9480"/>
                  <a:pt x="7014" y="9260"/>
                  <a:pt x="7442" y="9259"/>
                </a:cubicBezTo>
                <a:close/>
                <a:moveTo>
                  <a:pt x="2116" y="9260"/>
                </a:moveTo>
                <a:cubicBezTo>
                  <a:pt x="2361" y="9260"/>
                  <a:pt x="2606" y="9332"/>
                  <a:pt x="2818" y="9475"/>
                </a:cubicBezTo>
                <a:cubicBezTo>
                  <a:pt x="3389" y="9861"/>
                  <a:pt x="3538" y="10638"/>
                  <a:pt x="3153" y="11210"/>
                </a:cubicBezTo>
                <a:cubicBezTo>
                  <a:pt x="2917" y="11558"/>
                  <a:pt x="2526" y="11760"/>
                  <a:pt x="2116" y="11760"/>
                </a:cubicBezTo>
                <a:cubicBezTo>
                  <a:pt x="2033" y="11760"/>
                  <a:pt x="1949" y="11752"/>
                  <a:pt x="1866" y="11735"/>
                </a:cubicBezTo>
                <a:cubicBezTo>
                  <a:pt x="1370" y="11634"/>
                  <a:pt x="985" y="11243"/>
                  <a:pt x="890" y="10746"/>
                </a:cubicBezTo>
                <a:cubicBezTo>
                  <a:pt x="793" y="10250"/>
                  <a:pt x="1006" y="9745"/>
                  <a:pt x="1429" y="9466"/>
                </a:cubicBezTo>
                <a:cubicBezTo>
                  <a:pt x="1638" y="9328"/>
                  <a:pt x="1877" y="9260"/>
                  <a:pt x="2116" y="9260"/>
                </a:cubicBezTo>
                <a:close/>
                <a:moveTo>
                  <a:pt x="1496" y="0"/>
                </a:moveTo>
                <a:cubicBezTo>
                  <a:pt x="1447" y="0"/>
                  <a:pt x="1398" y="12"/>
                  <a:pt x="1352" y="36"/>
                </a:cubicBezTo>
                <a:cubicBezTo>
                  <a:pt x="1203" y="116"/>
                  <a:pt x="1145" y="301"/>
                  <a:pt x="1226" y="450"/>
                </a:cubicBezTo>
                <a:lnTo>
                  <a:pt x="4434" y="6497"/>
                </a:lnTo>
                <a:lnTo>
                  <a:pt x="3131" y="8950"/>
                </a:lnTo>
                <a:cubicBezTo>
                  <a:pt x="2818" y="8745"/>
                  <a:pt x="2466" y="8648"/>
                  <a:pt x="2118" y="8648"/>
                </a:cubicBezTo>
                <a:cubicBezTo>
                  <a:pt x="1520" y="8648"/>
                  <a:pt x="934" y="8936"/>
                  <a:pt x="575" y="9467"/>
                </a:cubicBezTo>
                <a:cubicBezTo>
                  <a:pt x="0" y="10317"/>
                  <a:pt x="224" y="11476"/>
                  <a:pt x="1074" y="12052"/>
                </a:cubicBezTo>
                <a:cubicBezTo>
                  <a:pt x="1392" y="12267"/>
                  <a:pt x="1756" y="12372"/>
                  <a:pt x="2117" y="12372"/>
                </a:cubicBezTo>
                <a:cubicBezTo>
                  <a:pt x="2615" y="12372"/>
                  <a:pt x="3109" y="12173"/>
                  <a:pt x="3472" y="11789"/>
                </a:cubicBezTo>
                <a:cubicBezTo>
                  <a:pt x="4099" y="11125"/>
                  <a:pt x="4151" y="10104"/>
                  <a:pt x="3597" y="9380"/>
                </a:cubicBezTo>
                <a:lnTo>
                  <a:pt x="4780" y="7150"/>
                </a:lnTo>
                <a:lnTo>
                  <a:pt x="5963" y="9379"/>
                </a:lnTo>
                <a:cubicBezTo>
                  <a:pt x="5846" y="9531"/>
                  <a:pt x="5753" y="9702"/>
                  <a:pt x="5689" y="9884"/>
                </a:cubicBezTo>
                <a:cubicBezTo>
                  <a:pt x="5522" y="10349"/>
                  <a:pt x="5547" y="10860"/>
                  <a:pt x="5760" y="11306"/>
                </a:cubicBezTo>
                <a:cubicBezTo>
                  <a:pt x="6070" y="11954"/>
                  <a:pt x="6724" y="12368"/>
                  <a:pt x="7444" y="12370"/>
                </a:cubicBezTo>
                <a:cubicBezTo>
                  <a:pt x="7720" y="12370"/>
                  <a:pt x="7992" y="12308"/>
                  <a:pt x="8240" y="12190"/>
                </a:cubicBezTo>
                <a:cubicBezTo>
                  <a:pt x="9168" y="11750"/>
                  <a:pt x="9564" y="10637"/>
                  <a:pt x="9124" y="9711"/>
                </a:cubicBezTo>
                <a:lnTo>
                  <a:pt x="9124" y="9711"/>
                </a:lnTo>
                <a:lnTo>
                  <a:pt x="9125" y="9712"/>
                </a:lnTo>
                <a:cubicBezTo>
                  <a:pt x="8815" y="9063"/>
                  <a:pt x="8161" y="8649"/>
                  <a:pt x="7442" y="8648"/>
                </a:cubicBezTo>
                <a:cubicBezTo>
                  <a:pt x="7082" y="8648"/>
                  <a:pt x="6730" y="8752"/>
                  <a:pt x="6429" y="8949"/>
                </a:cubicBezTo>
                <a:lnTo>
                  <a:pt x="5127" y="6497"/>
                </a:lnTo>
                <a:lnTo>
                  <a:pt x="8336" y="450"/>
                </a:lnTo>
                <a:cubicBezTo>
                  <a:pt x="8415" y="301"/>
                  <a:pt x="8359" y="116"/>
                  <a:pt x="8209" y="36"/>
                </a:cubicBezTo>
                <a:cubicBezTo>
                  <a:pt x="8163" y="12"/>
                  <a:pt x="8114" y="0"/>
                  <a:pt x="8066" y="0"/>
                </a:cubicBezTo>
                <a:cubicBezTo>
                  <a:pt x="7956" y="0"/>
                  <a:pt x="7850" y="59"/>
                  <a:pt x="7796" y="163"/>
                </a:cubicBezTo>
                <a:lnTo>
                  <a:pt x="4781" y="5843"/>
                </a:lnTo>
                <a:lnTo>
                  <a:pt x="1766" y="163"/>
                </a:lnTo>
                <a:cubicBezTo>
                  <a:pt x="1711" y="59"/>
                  <a:pt x="1605" y="0"/>
                  <a:pt x="149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62" name="Google Shape;1062;p60"/>
          <p:cNvSpPr/>
          <p:nvPr/>
        </p:nvSpPr>
        <p:spPr>
          <a:xfrm>
            <a:off x="779344" y="2523460"/>
            <a:ext cx="195731" cy="226969"/>
          </a:xfrm>
          <a:custGeom>
            <a:avLst/>
            <a:gdLst/>
            <a:ahLst/>
            <a:cxnLst/>
            <a:rect l="l" t="t" r="r" b="b"/>
            <a:pathLst>
              <a:path w="10439" h="12105" extrusionOk="0">
                <a:moveTo>
                  <a:pt x="796" y="6156"/>
                </a:moveTo>
                <a:lnTo>
                  <a:pt x="796" y="6156"/>
                </a:lnTo>
                <a:cubicBezTo>
                  <a:pt x="1304" y="6732"/>
                  <a:pt x="2079" y="7294"/>
                  <a:pt x="3166" y="7294"/>
                </a:cubicBezTo>
                <a:cubicBezTo>
                  <a:pt x="4255" y="7294"/>
                  <a:pt x="5029" y="6732"/>
                  <a:pt x="5537" y="6156"/>
                </a:cubicBezTo>
                <a:lnTo>
                  <a:pt x="5537" y="6156"/>
                </a:lnTo>
                <a:cubicBezTo>
                  <a:pt x="5160" y="7096"/>
                  <a:pt x="4240" y="7763"/>
                  <a:pt x="3166" y="7763"/>
                </a:cubicBezTo>
                <a:cubicBezTo>
                  <a:pt x="2093" y="7763"/>
                  <a:pt x="1172" y="7096"/>
                  <a:pt x="796" y="6156"/>
                </a:cubicBezTo>
                <a:close/>
                <a:moveTo>
                  <a:pt x="9122" y="0"/>
                </a:moveTo>
                <a:cubicBezTo>
                  <a:pt x="8832" y="0"/>
                  <a:pt x="8545" y="96"/>
                  <a:pt x="8309" y="283"/>
                </a:cubicBezTo>
                <a:cubicBezTo>
                  <a:pt x="7912" y="595"/>
                  <a:pt x="7729" y="1106"/>
                  <a:pt x="7837" y="1598"/>
                </a:cubicBezTo>
                <a:cubicBezTo>
                  <a:pt x="7945" y="2091"/>
                  <a:pt x="8326" y="2478"/>
                  <a:pt x="8815" y="2595"/>
                </a:cubicBezTo>
                <a:lnTo>
                  <a:pt x="8815" y="8821"/>
                </a:lnTo>
                <a:cubicBezTo>
                  <a:pt x="8815" y="10294"/>
                  <a:pt x="7618" y="11493"/>
                  <a:pt x="6143" y="11493"/>
                </a:cubicBezTo>
                <a:cubicBezTo>
                  <a:pt x="4670" y="11493"/>
                  <a:pt x="3472" y="10294"/>
                  <a:pt x="3472" y="8821"/>
                </a:cubicBezTo>
                <a:lnTo>
                  <a:pt x="3472" y="8361"/>
                </a:lnTo>
                <a:cubicBezTo>
                  <a:pt x="5074" y="8207"/>
                  <a:pt x="6332" y="6853"/>
                  <a:pt x="6332" y="5210"/>
                </a:cubicBezTo>
                <a:lnTo>
                  <a:pt x="6332" y="2639"/>
                </a:lnTo>
                <a:cubicBezTo>
                  <a:pt x="6332" y="1668"/>
                  <a:pt x="5673" y="848"/>
                  <a:pt x="4780" y="602"/>
                </a:cubicBezTo>
                <a:lnTo>
                  <a:pt x="4780" y="308"/>
                </a:lnTo>
                <a:cubicBezTo>
                  <a:pt x="4780" y="140"/>
                  <a:pt x="4643" y="2"/>
                  <a:pt x="4475" y="2"/>
                </a:cubicBezTo>
                <a:cubicBezTo>
                  <a:pt x="4474" y="2"/>
                  <a:pt x="4474" y="2"/>
                  <a:pt x="4473" y="2"/>
                </a:cubicBezTo>
                <a:lnTo>
                  <a:pt x="4088" y="2"/>
                </a:lnTo>
                <a:cubicBezTo>
                  <a:pt x="3919" y="2"/>
                  <a:pt x="3782" y="139"/>
                  <a:pt x="3782" y="308"/>
                </a:cubicBezTo>
                <a:lnTo>
                  <a:pt x="3782" y="1357"/>
                </a:lnTo>
                <a:cubicBezTo>
                  <a:pt x="3782" y="1526"/>
                  <a:pt x="3919" y="1663"/>
                  <a:pt x="4088" y="1663"/>
                </a:cubicBezTo>
                <a:lnTo>
                  <a:pt x="4473" y="1663"/>
                </a:lnTo>
                <a:cubicBezTo>
                  <a:pt x="4642" y="1663"/>
                  <a:pt x="4780" y="1526"/>
                  <a:pt x="4780" y="1357"/>
                </a:cubicBezTo>
                <a:lnTo>
                  <a:pt x="4780" y="1247"/>
                </a:lnTo>
                <a:cubicBezTo>
                  <a:pt x="5347" y="1477"/>
                  <a:pt x="5719" y="2026"/>
                  <a:pt x="5720" y="2639"/>
                </a:cubicBezTo>
                <a:lnTo>
                  <a:pt x="5720" y="4755"/>
                </a:lnTo>
                <a:cubicBezTo>
                  <a:pt x="5582" y="5061"/>
                  <a:pt x="4780" y="6680"/>
                  <a:pt x="3166" y="6680"/>
                </a:cubicBezTo>
                <a:cubicBezTo>
                  <a:pt x="1559" y="6680"/>
                  <a:pt x="750" y="5059"/>
                  <a:pt x="613" y="4754"/>
                </a:cubicBezTo>
                <a:lnTo>
                  <a:pt x="613" y="2639"/>
                </a:lnTo>
                <a:cubicBezTo>
                  <a:pt x="615" y="1955"/>
                  <a:pt x="1078" y="1357"/>
                  <a:pt x="1740" y="1186"/>
                </a:cubicBezTo>
                <a:lnTo>
                  <a:pt x="1740" y="1359"/>
                </a:lnTo>
                <a:cubicBezTo>
                  <a:pt x="1740" y="1528"/>
                  <a:pt x="1878" y="1664"/>
                  <a:pt x="2047" y="1664"/>
                </a:cubicBezTo>
                <a:lnTo>
                  <a:pt x="2432" y="1664"/>
                </a:lnTo>
                <a:cubicBezTo>
                  <a:pt x="2601" y="1664"/>
                  <a:pt x="2737" y="1528"/>
                  <a:pt x="2737" y="1359"/>
                </a:cubicBezTo>
                <a:lnTo>
                  <a:pt x="2737" y="308"/>
                </a:lnTo>
                <a:cubicBezTo>
                  <a:pt x="2737" y="139"/>
                  <a:pt x="2601" y="2"/>
                  <a:pt x="2432" y="2"/>
                </a:cubicBezTo>
                <a:lnTo>
                  <a:pt x="2047" y="2"/>
                </a:lnTo>
                <a:cubicBezTo>
                  <a:pt x="1878" y="2"/>
                  <a:pt x="1740" y="139"/>
                  <a:pt x="1740" y="308"/>
                </a:cubicBezTo>
                <a:lnTo>
                  <a:pt x="1740" y="561"/>
                </a:lnTo>
                <a:cubicBezTo>
                  <a:pt x="752" y="738"/>
                  <a:pt x="1" y="1602"/>
                  <a:pt x="1" y="2640"/>
                </a:cubicBezTo>
                <a:lnTo>
                  <a:pt x="1" y="5210"/>
                </a:lnTo>
                <a:cubicBezTo>
                  <a:pt x="1" y="6852"/>
                  <a:pt x="1258" y="8206"/>
                  <a:pt x="2860" y="8361"/>
                </a:cubicBezTo>
                <a:lnTo>
                  <a:pt x="2860" y="8821"/>
                </a:lnTo>
                <a:cubicBezTo>
                  <a:pt x="2860" y="10631"/>
                  <a:pt x="4333" y="12104"/>
                  <a:pt x="6144" y="12104"/>
                </a:cubicBezTo>
                <a:cubicBezTo>
                  <a:pt x="7956" y="12104"/>
                  <a:pt x="9428" y="10631"/>
                  <a:pt x="9428" y="8821"/>
                </a:cubicBezTo>
                <a:lnTo>
                  <a:pt x="9428" y="2594"/>
                </a:lnTo>
                <a:cubicBezTo>
                  <a:pt x="10019" y="2453"/>
                  <a:pt x="10437" y="1924"/>
                  <a:pt x="10437" y="1316"/>
                </a:cubicBezTo>
                <a:lnTo>
                  <a:pt x="10438" y="1317"/>
                </a:lnTo>
                <a:cubicBezTo>
                  <a:pt x="10438" y="813"/>
                  <a:pt x="10151" y="353"/>
                  <a:pt x="9697" y="132"/>
                </a:cubicBezTo>
                <a:cubicBezTo>
                  <a:pt x="9514" y="44"/>
                  <a:pt x="9318" y="0"/>
                  <a:pt x="912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63" name="Google Shape;1063;p60"/>
          <p:cNvSpPr/>
          <p:nvPr/>
        </p:nvSpPr>
        <p:spPr>
          <a:xfrm>
            <a:off x="1078633" y="2521987"/>
            <a:ext cx="233606" cy="229913"/>
          </a:xfrm>
          <a:custGeom>
            <a:avLst/>
            <a:gdLst/>
            <a:ahLst/>
            <a:cxnLst/>
            <a:rect l="l" t="t" r="r" b="b"/>
            <a:pathLst>
              <a:path w="12459" h="12262" extrusionOk="0">
                <a:moveTo>
                  <a:pt x="8247" y="1336"/>
                </a:moveTo>
                <a:cubicBezTo>
                  <a:pt x="8483" y="1336"/>
                  <a:pt x="8715" y="1428"/>
                  <a:pt x="8888" y="1602"/>
                </a:cubicBezTo>
                <a:cubicBezTo>
                  <a:pt x="9241" y="1955"/>
                  <a:pt x="9241" y="2527"/>
                  <a:pt x="8888" y="2880"/>
                </a:cubicBezTo>
                <a:cubicBezTo>
                  <a:pt x="8715" y="3054"/>
                  <a:pt x="8483" y="3146"/>
                  <a:pt x="8247" y="3146"/>
                </a:cubicBezTo>
                <a:cubicBezTo>
                  <a:pt x="8131" y="3146"/>
                  <a:pt x="8014" y="3124"/>
                  <a:pt x="7902" y="3078"/>
                </a:cubicBezTo>
                <a:cubicBezTo>
                  <a:pt x="7563" y="2937"/>
                  <a:pt x="7343" y="2608"/>
                  <a:pt x="7343" y="2241"/>
                </a:cubicBezTo>
                <a:cubicBezTo>
                  <a:pt x="7343" y="1874"/>
                  <a:pt x="7563" y="1544"/>
                  <a:pt x="7902" y="1404"/>
                </a:cubicBezTo>
                <a:cubicBezTo>
                  <a:pt x="8014" y="1358"/>
                  <a:pt x="8131" y="1336"/>
                  <a:pt x="8247" y="1336"/>
                </a:cubicBezTo>
                <a:close/>
                <a:moveTo>
                  <a:pt x="10120" y="3208"/>
                </a:moveTo>
                <a:cubicBezTo>
                  <a:pt x="10356" y="3208"/>
                  <a:pt x="10588" y="3300"/>
                  <a:pt x="10761" y="3473"/>
                </a:cubicBezTo>
                <a:cubicBezTo>
                  <a:pt x="11114" y="3827"/>
                  <a:pt x="11114" y="4399"/>
                  <a:pt x="10761" y="4752"/>
                </a:cubicBezTo>
                <a:cubicBezTo>
                  <a:pt x="10588" y="4925"/>
                  <a:pt x="10356" y="5018"/>
                  <a:pt x="10120" y="5018"/>
                </a:cubicBezTo>
                <a:cubicBezTo>
                  <a:pt x="10003" y="5018"/>
                  <a:pt x="9886" y="4995"/>
                  <a:pt x="9773" y="4949"/>
                </a:cubicBezTo>
                <a:cubicBezTo>
                  <a:pt x="9436" y="4810"/>
                  <a:pt x="9215" y="4479"/>
                  <a:pt x="9215" y="4113"/>
                </a:cubicBezTo>
                <a:cubicBezTo>
                  <a:pt x="9215" y="3747"/>
                  <a:pt x="9436" y="3417"/>
                  <a:pt x="9773" y="3276"/>
                </a:cubicBezTo>
                <a:cubicBezTo>
                  <a:pt x="9886" y="3230"/>
                  <a:pt x="10003" y="3208"/>
                  <a:pt x="10120" y="3208"/>
                </a:cubicBezTo>
                <a:close/>
                <a:moveTo>
                  <a:pt x="6279" y="3306"/>
                </a:moveTo>
                <a:cubicBezTo>
                  <a:pt x="6514" y="3306"/>
                  <a:pt x="6745" y="3398"/>
                  <a:pt x="6918" y="3572"/>
                </a:cubicBezTo>
                <a:cubicBezTo>
                  <a:pt x="7271" y="3925"/>
                  <a:pt x="7271" y="4497"/>
                  <a:pt x="6918" y="4851"/>
                </a:cubicBezTo>
                <a:cubicBezTo>
                  <a:pt x="6745" y="5024"/>
                  <a:pt x="6513" y="5117"/>
                  <a:pt x="6278" y="5117"/>
                </a:cubicBezTo>
                <a:cubicBezTo>
                  <a:pt x="6161" y="5117"/>
                  <a:pt x="6044" y="5094"/>
                  <a:pt x="5932" y="5048"/>
                </a:cubicBezTo>
                <a:cubicBezTo>
                  <a:pt x="5593" y="4907"/>
                  <a:pt x="5372" y="4578"/>
                  <a:pt x="5372" y="4211"/>
                </a:cubicBezTo>
                <a:cubicBezTo>
                  <a:pt x="5372" y="3845"/>
                  <a:pt x="5593" y="3514"/>
                  <a:pt x="5932" y="3375"/>
                </a:cubicBezTo>
                <a:cubicBezTo>
                  <a:pt x="6044" y="3329"/>
                  <a:pt x="6162" y="3306"/>
                  <a:pt x="6279" y="3306"/>
                </a:cubicBezTo>
                <a:close/>
                <a:moveTo>
                  <a:pt x="8149" y="5178"/>
                </a:moveTo>
                <a:cubicBezTo>
                  <a:pt x="8386" y="5178"/>
                  <a:pt x="8618" y="5270"/>
                  <a:pt x="8791" y="5444"/>
                </a:cubicBezTo>
                <a:cubicBezTo>
                  <a:pt x="9144" y="5797"/>
                  <a:pt x="9144" y="6370"/>
                  <a:pt x="8791" y="6722"/>
                </a:cubicBezTo>
                <a:cubicBezTo>
                  <a:pt x="8618" y="6896"/>
                  <a:pt x="8386" y="6988"/>
                  <a:pt x="8149" y="6988"/>
                </a:cubicBezTo>
                <a:cubicBezTo>
                  <a:pt x="8033" y="6988"/>
                  <a:pt x="7915" y="6966"/>
                  <a:pt x="7803" y="6920"/>
                </a:cubicBezTo>
                <a:cubicBezTo>
                  <a:pt x="7465" y="6780"/>
                  <a:pt x="7245" y="6450"/>
                  <a:pt x="7245" y="6083"/>
                </a:cubicBezTo>
                <a:cubicBezTo>
                  <a:pt x="7245" y="5717"/>
                  <a:pt x="7465" y="5387"/>
                  <a:pt x="7803" y="5247"/>
                </a:cubicBezTo>
                <a:cubicBezTo>
                  <a:pt x="7915" y="5200"/>
                  <a:pt x="8033" y="5178"/>
                  <a:pt x="8149" y="5178"/>
                </a:cubicBezTo>
                <a:close/>
                <a:moveTo>
                  <a:pt x="4307" y="5277"/>
                </a:moveTo>
                <a:cubicBezTo>
                  <a:pt x="4543" y="5277"/>
                  <a:pt x="4775" y="5369"/>
                  <a:pt x="4948" y="5542"/>
                </a:cubicBezTo>
                <a:cubicBezTo>
                  <a:pt x="5301" y="5895"/>
                  <a:pt x="5301" y="6467"/>
                  <a:pt x="4948" y="6821"/>
                </a:cubicBezTo>
                <a:cubicBezTo>
                  <a:pt x="4775" y="6994"/>
                  <a:pt x="4543" y="7087"/>
                  <a:pt x="4307" y="7087"/>
                </a:cubicBezTo>
                <a:cubicBezTo>
                  <a:pt x="4191" y="7087"/>
                  <a:pt x="4073" y="7064"/>
                  <a:pt x="3961" y="7018"/>
                </a:cubicBezTo>
                <a:cubicBezTo>
                  <a:pt x="3623" y="6878"/>
                  <a:pt x="3402" y="6548"/>
                  <a:pt x="3402" y="6181"/>
                </a:cubicBezTo>
                <a:cubicBezTo>
                  <a:pt x="3402" y="5816"/>
                  <a:pt x="3623" y="5484"/>
                  <a:pt x="3961" y="5345"/>
                </a:cubicBezTo>
                <a:cubicBezTo>
                  <a:pt x="4073" y="5299"/>
                  <a:pt x="4191" y="5277"/>
                  <a:pt x="4307" y="5277"/>
                </a:cubicBezTo>
                <a:close/>
                <a:moveTo>
                  <a:pt x="6179" y="7148"/>
                </a:moveTo>
                <a:cubicBezTo>
                  <a:pt x="6415" y="7148"/>
                  <a:pt x="6647" y="7240"/>
                  <a:pt x="6821" y="7414"/>
                </a:cubicBezTo>
                <a:cubicBezTo>
                  <a:pt x="7174" y="7767"/>
                  <a:pt x="7174" y="8340"/>
                  <a:pt x="6821" y="8692"/>
                </a:cubicBezTo>
                <a:cubicBezTo>
                  <a:pt x="6647" y="8866"/>
                  <a:pt x="6415" y="8959"/>
                  <a:pt x="6179" y="8959"/>
                </a:cubicBezTo>
                <a:cubicBezTo>
                  <a:pt x="6063" y="8959"/>
                  <a:pt x="5945" y="8936"/>
                  <a:pt x="5833" y="8890"/>
                </a:cubicBezTo>
                <a:cubicBezTo>
                  <a:pt x="5495" y="8750"/>
                  <a:pt x="5275" y="8420"/>
                  <a:pt x="5275" y="8053"/>
                </a:cubicBezTo>
                <a:cubicBezTo>
                  <a:pt x="5275" y="7687"/>
                  <a:pt x="5495" y="7357"/>
                  <a:pt x="5833" y="7217"/>
                </a:cubicBezTo>
                <a:cubicBezTo>
                  <a:pt x="5945" y="7170"/>
                  <a:pt x="6063" y="7148"/>
                  <a:pt x="6179" y="7148"/>
                </a:cubicBezTo>
                <a:close/>
                <a:moveTo>
                  <a:pt x="2337" y="7246"/>
                </a:moveTo>
                <a:cubicBezTo>
                  <a:pt x="2573" y="7246"/>
                  <a:pt x="2805" y="7338"/>
                  <a:pt x="2978" y="7512"/>
                </a:cubicBezTo>
                <a:cubicBezTo>
                  <a:pt x="3331" y="7865"/>
                  <a:pt x="3331" y="8437"/>
                  <a:pt x="2978" y="8790"/>
                </a:cubicBezTo>
                <a:cubicBezTo>
                  <a:pt x="2805" y="8964"/>
                  <a:pt x="2573" y="9057"/>
                  <a:pt x="2337" y="9057"/>
                </a:cubicBezTo>
                <a:cubicBezTo>
                  <a:pt x="2220" y="9057"/>
                  <a:pt x="2103" y="9034"/>
                  <a:pt x="1991" y="8988"/>
                </a:cubicBezTo>
                <a:cubicBezTo>
                  <a:pt x="1653" y="8848"/>
                  <a:pt x="1432" y="8518"/>
                  <a:pt x="1432" y="8151"/>
                </a:cubicBezTo>
                <a:cubicBezTo>
                  <a:pt x="1432" y="7784"/>
                  <a:pt x="1653" y="7455"/>
                  <a:pt x="1991" y="7314"/>
                </a:cubicBezTo>
                <a:cubicBezTo>
                  <a:pt x="2103" y="7268"/>
                  <a:pt x="2220" y="7246"/>
                  <a:pt x="2337" y="7246"/>
                </a:cubicBezTo>
                <a:close/>
                <a:moveTo>
                  <a:pt x="4210" y="9119"/>
                </a:moveTo>
                <a:cubicBezTo>
                  <a:pt x="4445" y="9119"/>
                  <a:pt x="4677" y="9211"/>
                  <a:pt x="4849" y="9384"/>
                </a:cubicBezTo>
                <a:cubicBezTo>
                  <a:pt x="5202" y="9737"/>
                  <a:pt x="5202" y="10310"/>
                  <a:pt x="4849" y="10664"/>
                </a:cubicBezTo>
                <a:cubicBezTo>
                  <a:pt x="4676" y="10837"/>
                  <a:pt x="4444" y="10929"/>
                  <a:pt x="4209" y="10929"/>
                </a:cubicBezTo>
                <a:cubicBezTo>
                  <a:pt x="4092" y="10929"/>
                  <a:pt x="3975" y="10907"/>
                  <a:pt x="3863" y="10860"/>
                </a:cubicBezTo>
                <a:cubicBezTo>
                  <a:pt x="3524" y="10720"/>
                  <a:pt x="3304" y="10390"/>
                  <a:pt x="3304" y="10023"/>
                </a:cubicBezTo>
                <a:cubicBezTo>
                  <a:pt x="3304" y="9658"/>
                  <a:pt x="3524" y="9327"/>
                  <a:pt x="3863" y="9188"/>
                </a:cubicBezTo>
                <a:cubicBezTo>
                  <a:pt x="3975" y="9141"/>
                  <a:pt x="4093" y="9119"/>
                  <a:pt x="4210" y="9119"/>
                </a:cubicBezTo>
                <a:close/>
                <a:moveTo>
                  <a:pt x="8383" y="0"/>
                </a:moveTo>
                <a:cubicBezTo>
                  <a:pt x="8126" y="0"/>
                  <a:pt x="7868" y="98"/>
                  <a:pt x="7671" y="295"/>
                </a:cubicBezTo>
                <a:lnTo>
                  <a:pt x="393" y="7573"/>
                </a:lnTo>
                <a:cubicBezTo>
                  <a:pt x="0" y="7966"/>
                  <a:pt x="0" y="8604"/>
                  <a:pt x="393" y="8997"/>
                </a:cubicBezTo>
                <a:lnTo>
                  <a:pt x="3364" y="11967"/>
                </a:lnTo>
                <a:cubicBezTo>
                  <a:pt x="3560" y="12164"/>
                  <a:pt x="3818" y="12262"/>
                  <a:pt x="4076" y="12262"/>
                </a:cubicBezTo>
                <a:cubicBezTo>
                  <a:pt x="4333" y="12262"/>
                  <a:pt x="4591" y="12164"/>
                  <a:pt x="4787" y="11967"/>
                </a:cubicBezTo>
                <a:lnTo>
                  <a:pt x="12065" y="4689"/>
                </a:lnTo>
                <a:cubicBezTo>
                  <a:pt x="12458" y="4296"/>
                  <a:pt x="12458" y="3659"/>
                  <a:pt x="12065" y="3266"/>
                </a:cubicBezTo>
                <a:lnTo>
                  <a:pt x="9095" y="295"/>
                </a:lnTo>
                <a:cubicBezTo>
                  <a:pt x="8899" y="98"/>
                  <a:pt x="8641" y="0"/>
                  <a:pt x="838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64" name="Google Shape;1064;p60"/>
          <p:cNvSpPr/>
          <p:nvPr/>
        </p:nvSpPr>
        <p:spPr>
          <a:xfrm>
            <a:off x="1401894" y="2513306"/>
            <a:ext cx="202950" cy="247275"/>
          </a:xfrm>
          <a:custGeom>
            <a:avLst/>
            <a:gdLst/>
            <a:ahLst/>
            <a:cxnLst/>
            <a:rect l="l" t="t" r="r" b="b"/>
            <a:pathLst>
              <a:path w="10824" h="13188" extrusionOk="0">
                <a:moveTo>
                  <a:pt x="5942" y="0"/>
                </a:moveTo>
                <a:lnTo>
                  <a:pt x="5942" y="2"/>
                </a:lnTo>
                <a:lnTo>
                  <a:pt x="4881" y="2"/>
                </a:lnTo>
                <a:cubicBezTo>
                  <a:pt x="2190" y="2"/>
                  <a:pt x="0" y="2190"/>
                  <a:pt x="0" y="4882"/>
                </a:cubicBezTo>
                <a:lnTo>
                  <a:pt x="0" y="7777"/>
                </a:lnTo>
                <a:cubicBezTo>
                  <a:pt x="0" y="9724"/>
                  <a:pt x="1035" y="11435"/>
                  <a:pt x="2583" y="12389"/>
                </a:cubicBezTo>
                <a:lnTo>
                  <a:pt x="2583" y="7837"/>
                </a:lnTo>
                <a:cubicBezTo>
                  <a:pt x="2083" y="7200"/>
                  <a:pt x="1811" y="6414"/>
                  <a:pt x="1811" y="5605"/>
                </a:cubicBezTo>
                <a:cubicBezTo>
                  <a:pt x="1811" y="3613"/>
                  <a:pt x="3431" y="1993"/>
                  <a:pt x="5423" y="1993"/>
                </a:cubicBezTo>
                <a:cubicBezTo>
                  <a:pt x="7415" y="1993"/>
                  <a:pt x="9036" y="3613"/>
                  <a:pt x="9036" y="5605"/>
                </a:cubicBezTo>
                <a:cubicBezTo>
                  <a:pt x="9035" y="6414"/>
                  <a:pt x="8763" y="7200"/>
                  <a:pt x="8262" y="7837"/>
                </a:cubicBezTo>
                <a:lnTo>
                  <a:pt x="8262" y="12374"/>
                </a:lnTo>
                <a:cubicBezTo>
                  <a:pt x="9798" y="11417"/>
                  <a:pt x="10823" y="9714"/>
                  <a:pt x="10823" y="7776"/>
                </a:cubicBezTo>
                <a:lnTo>
                  <a:pt x="10823" y="4881"/>
                </a:lnTo>
                <a:cubicBezTo>
                  <a:pt x="10823" y="2190"/>
                  <a:pt x="8634" y="0"/>
                  <a:pt x="5942" y="0"/>
                </a:cubicBezTo>
                <a:close/>
                <a:moveTo>
                  <a:pt x="5422" y="2605"/>
                </a:moveTo>
                <a:cubicBezTo>
                  <a:pt x="3768" y="2605"/>
                  <a:pt x="2423" y="3951"/>
                  <a:pt x="2423" y="5605"/>
                </a:cubicBezTo>
                <a:cubicBezTo>
                  <a:pt x="2423" y="6309"/>
                  <a:pt x="2672" y="6991"/>
                  <a:pt x="3123" y="7531"/>
                </a:cubicBezTo>
                <a:cubicBezTo>
                  <a:pt x="3169" y="7586"/>
                  <a:pt x="3196" y="7657"/>
                  <a:pt x="3196" y="7728"/>
                </a:cubicBezTo>
                <a:lnTo>
                  <a:pt x="3196" y="12713"/>
                </a:lnTo>
                <a:lnTo>
                  <a:pt x="3195" y="12713"/>
                </a:lnTo>
                <a:cubicBezTo>
                  <a:pt x="3899" y="13029"/>
                  <a:pt x="4654" y="13187"/>
                  <a:pt x="5410" y="13187"/>
                </a:cubicBezTo>
                <a:cubicBezTo>
                  <a:pt x="6174" y="13187"/>
                  <a:pt x="6938" y="13026"/>
                  <a:pt x="7650" y="12702"/>
                </a:cubicBezTo>
                <a:lnTo>
                  <a:pt x="7650" y="7728"/>
                </a:lnTo>
                <a:cubicBezTo>
                  <a:pt x="7650" y="7657"/>
                  <a:pt x="7675" y="7586"/>
                  <a:pt x="7722" y="7531"/>
                </a:cubicBezTo>
                <a:cubicBezTo>
                  <a:pt x="8174" y="6991"/>
                  <a:pt x="8422" y="6309"/>
                  <a:pt x="8422" y="5605"/>
                </a:cubicBezTo>
                <a:cubicBezTo>
                  <a:pt x="8422" y="3951"/>
                  <a:pt x="7077" y="2605"/>
                  <a:pt x="5422" y="260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65" name="Google Shape;1065;p60"/>
          <p:cNvSpPr/>
          <p:nvPr/>
        </p:nvSpPr>
        <p:spPr>
          <a:xfrm>
            <a:off x="1982285" y="2549606"/>
            <a:ext cx="238294" cy="174675"/>
          </a:xfrm>
          <a:custGeom>
            <a:avLst/>
            <a:gdLst/>
            <a:ahLst/>
            <a:cxnLst/>
            <a:rect l="l" t="t" r="r" b="b"/>
            <a:pathLst>
              <a:path w="12709" h="9316" extrusionOk="0">
                <a:moveTo>
                  <a:pt x="5248" y="1163"/>
                </a:moveTo>
                <a:cubicBezTo>
                  <a:pt x="5348" y="1163"/>
                  <a:pt x="5448" y="1170"/>
                  <a:pt x="5548" y="1182"/>
                </a:cubicBezTo>
                <a:cubicBezTo>
                  <a:pt x="6251" y="1272"/>
                  <a:pt x="6876" y="1671"/>
                  <a:pt x="7253" y="2270"/>
                </a:cubicBezTo>
                <a:cubicBezTo>
                  <a:pt x="5655" y="2590"/>
                  <a:pt x="4484" y="3965"/>
                  <a:pt x="4421" y="5595"/>
                </a:cubicBezTo>
                <a:cubicBezTo>
                  <a:pt x="4421" y="5602"/>
                  <a:pt x="4420" y="5609"/>
                  <a:pt x="4420" y="5617"/>
                </a:cubicBezTo>
                <a:cubicBezTo>
                  <a:pt x="4418" y="5625"/>
                  <a:pt x="4420" y="5629"/>
                  <a:pt x="4420" y="5635"/>
                </a:cubicBezTo>
                <a:cubicBezTo>
                  <a:pt x="4417" y="5675"/>
                  <a:pt x="4416" y="5717"/>
                  <a:pt x="4416" y="5759"/>
                </a:cubicBezTo>
                <a:cubicBezTo>
                  <a:pt x="4075" y="5631"/>
                  <a:pt x="3768" y="5425"/>
                  <a:pt x="3518" y="5158"/>
                </a:cubicBezTo>
                <a:cubicBezTo>
                  <a:pt x="2623" y="4204"/>
                  <a:pt x="2673" y="2701"/>
                  <a:pt x="3625" y="1805"/>
                </a:cubicBezTo>
                <a:cubicBezTo>
                  <a:pt x="4068" y="1391"/>
                  <a:pt x="4649" y="1163"/>
                  <a:pt x="5248" y="1163"/>
                </a:cubicBezTo>
                <a:close/>
                <a:moveTo>
                  <a:pt x="7616" y="3431"/>
                </a:moveTo>
                <a:cubicBezTo>
                  <a:pt x="7671" y="4650"/>
                  <a:pt x="6792" y="5711"/>
                  <a:pt x="5584" y="5885"/>
                </a:cubicBezTo>
                <a:cubicBezTo>
                  <a:pt x="5580" y="5820"/>
                  <a:pt x="5579" y="5755"/>
                  <a:pt x="5580" y="5690"/>
                </a:cubicBezTo>
                <a:cubicBezTo>
                  <a:pt x="5623" y="4544"/>
                  <a:pt x="6480" y="3593"/>
                  <a:pt x="7616" y="3431"/>
                </a:cubicBezTo>
                <a:close/>
                <a:moveTo>
                  <a:pt x="8782" y="3557"/>
                </a:moveTo>
                <a:cubicBezTo>
                  <a:pt x="9696" y="3900"/>
                  <a:pt x="10308" y="4770"/>
                  <a:pt x="10322" y="5748"/>
                </a:cubicBezTo>
                <a:lnTo>
                  <a:pt x="10322" y="5812"/>
                </a:lnTo>
                <a:cubicBezTo>
                  <a:pt x="10303" y="6441"/>
                  <a:pt x="10033" y="7036"/>
                  <a:pt x="9573" y="7466"/>
                </a:cubicBezTo>
                <a:cubicBezTo>
                  <a:pt x="9116" y="7895"/>
                  <a:pt x="8533" y="8107"/>
                  <a:pt x="7951" y="8107"/>
                </a:cubicBezTo>
                <a:cubicBezTo>
                  <a:pt x="7318" y="8107"/>
                  <a:pt x="6687" y="7856"/>
                  <a:pt x="6221" y="7358"/>
                </a:cubicBezTo>
                <a:cubicBezTo>
                  <a:pt x="6117" y="7248"/>
                  <a:pt x="6025" y="7129"/>
                  <a:pt x="5945" y="7002"/>
                </a:cubicBezTo>
                <a:cubicBezTo>
                  <a:pt x="7588" y="6672"/>
                  <a:pt x="8773" y="5233"/>
                  <a:pt x="8782" y="3557"/>
                </a:cubicBezTo>
                <a:close/>
                <a:moveTo>
                  <a:pt x="5246" y="1"/>
                </a:moveTo>
                <a:cubicBezTo>
                  <a:pt x="4358" y="1"/>
                  <a:pt x="3491" y="336"/>
                  <a:pt x="2830" y="957"/>
                </a:cubicBezTo>
                <a:cubicBezTo>
                  <a:pt x="1586" y="2123"/>
                  <a:pt x="1375" y="3982"/>
                  <a:pt x="2231" y="5382"/>
                </a:cubicBezTo>
                <a:lnTo>
                  <a:pt x="1743" y="5840"/>
                </a:lnTo>
                <a:lnTo>
                  <a:pt x="1150" y="5208"/>
                </a:lnTo>
                <a:cubicBezTo>
                  <a:pt x="1119" y="5175"/>
                  <a:pt x="1078" y="5159"/>
                  <a:pt x="1038" y="5159"/>
                </a:cubicBezTo>
                <a:cubicBezTo>
                  <a:pt x="1000" y="5159"/>
                  <a:pt x="963" y="5173"/>
                  <a:pt x="933" y="5201"/>
                </a:cubicBezTo>
                <a:lnTo>
                  <a:pt x="112" y="5972"/>
                </a:lnTo>
                <a:cubicBezTo>
                  <a:pt x="50" y="6031"/>
                  <a:pt x="47" y="6127"/>
                  <a:pt x="105" y="6189"/>
                </a:cubicBezTo>
                <a:lnTo>
                  <a:pt x="698" y="6819"/>
                </a:lnTo>
                <a:lnTo>
                  <a:pt x="66" y="7412"/>
                </a:lnTo>
                <a:cubicBezTo>
                  <a:pt x="4" y="7470"/>
                  <a:pt x="0" y="7566"/>
                  <a:pt x="59" y="7628"/>
                </a:cubicBezTo>
                <a:lnTo>
                  <a:pt x="829" y="8450"/>
                </a:lnTo>
                <a:cubicBezTo>
                  <a:pt x="856" y="8480"/>
                  <a:pt x="896" y="8497"/>
                  <a:pt x="936" y="8498"/>
                </a:cubicBezTo>
                <a:lnTo>
                  <a:pt x="942" y="8498"/>
                </a:lnTo>
                <a:cubicBezTo>
                  <a:pt x="979" y="8498"/>
                  <a:pt x="1017" y="8483"/>
                  <a:pt x="1046" y="8457"/>
                </a:cubicBezTo>
                <a:lnTo>
                  <a:pt x="1678" y="7864"/>
                </a:lnTo>
                <a:lnTo>
                  <a:pt x="2271" y="8496"/>
                </a:lnTo>
                <a:cubicBezTo>
                  <a:pt x="2301" y="8528"/>
                  <a:pt x="2342" y="8544"/>
                  <a:pt x="2383" y="8544"/>
                </a:cubicBezTo>
                <a:cubicBezTo>
                  <a:pt x="2420" y="8544"/>
                  <a:pt x="2458" y="8531"/>
                  <a:pt x="2487" y="8503"/>
                </a:cubicBezTo>
                <a:lnTo>
                  <a:pt x="3309" y="7732"/>
                </a:lnTo>
                <a:cubicBezTo>
                  <a:pt x="3371" y="7673"/>
                  <a:pt x="3374" y="7577"/>
                  <a:pt x="3316" y="7516"/>
                </a:cubicBezTo>
                <a:lnTo>
                  <a:pt x="2725" y="6883"/>
                </a:lnTo>
                <a:lnTo>
                  <a:pt x="3214" y="6426"/>
                </a:lnTo>
                <a:cubicBezTo>
                  <a:pt x="3639" y="6725"/>
                  <a:pt x="4125" y="6926"/>
                  <a:pt x="4638" y="7017"/>
                </a:cubicBezTo>
                <a:cubicBezTo>
                  <a:pt x="5161" y="8418"/>
                  <a:pt x="6496" y="9315"/>
                  <a:pt x="7948" y="9315"/>
                </a:cubicBezTo>
                <a:cubicBezTo>
                  <a:pt x="8158" y="9315"/>
                  <a:pt x="8370" y="9297"/>
                  <a:pt x="8583" y="9258"/>
                </a:cubicBezTo>
                <a:cubicBezTo>
                  <a:pt x="10267" y="8952"/>
                  <a:pt x="11490" y="7485"/>
                  <a:pt x="11486" y="5772"/>
                </a:cubicBezTo>
                <a:cubicBezTo>
                  <a:pt x="11486" y="5760"/>
                  <a:pt x="11485" y="5749"/>
                  <a:pt x="11485" y="5736"/>
                </a:cubicBezTo>
                <a:cubicBezTo>
                  <a:pt x="11487" y="5058"/>
                  <a:pt x="11293" y="4393"/>
                  <a:pt x="10925" y="3823"/>
                </a:cubicBezTo>
                <a:lnTo>
                  <a:pt x="11332" y="3415"/>
                </a:lnTo>
                <a:lnTo>
                  <a:pt x="11763" y="3842"/>
                </a:lnTo>
                <a:cubicBezTo>
                  <a:pt x="11792" y="3870"/>
                  <a:pt x="11831" y="3886"/>
                  <a:pt x="11871" y="3886"/>
                </a:cubicBezTo>
                <a:cubicBezTo>
                  <a:pt x="11885" y="3886"/>
                  <a:pt x="11899" y="3885"/>
                  <a:pt x="11911" y="3881"/>
                </a:cubicBezTo>
                <a:cubicBezTo>
                  <a:pt x="11964" y="3866"/>
                  <a:pt x="12006" y="3825"/>
                  <a:pt x="12019" y="3772"/>
                </a:cubicBezTo>
                <a:lnTo>
                  <a:pt x="12695" y="1210"/>
                </a:lnTo>
                <a:cubicBezTo>
                  <a:pt x="12709" y="1157"/>
                  <a:pt x="12694" y="1101"/>
                  <a:pt x="12655" y="1063"/>
                </a:cubicBezTo>
                <a:lnTo>
                  <a:pt x="12654" y="1063"/>
                </a:lnTo>
                <a:cubicBezTo>
                  <a:pt x="12626" y="1034"/>
                  <a:pt x="12587" y="1018"/>
                  <a:pt x="12548" y="1018"/>
                </a:cubicBezTo>
                <a:cubicBezTo>
                  <a:pt x="12534" y="1018"/>
                  <a:pt x="12520" y="1020"/>
                  <a:pt x="12507" y="1024"/>
                </a:cubicBezTo>
                <a:lnTo>
                  <a:pt x="9949" y="1719"/>
                </a:lnTo>
                <a:cubicBezTo>
                  <a:pt x="9836" y="1749"/>
                  <a:pt x="9798" y="1892"/>
                  <a:pt x="9882" y="1976"/>
                </a:cubicBezTo>
                <a:lnTo>
                  <a:pt x="10314" y="2404"/>
                </a:lnTo>
                <a:lnTo>
                  <a:pt x="9918" y="2802"/>
                </a:lnTo>
                <a:cubicBezTo>
                  <a:pt x="9502" y="2523"/>
                  <a:pt x="9033" y="2335"/>
                  <a:pt x="8540" y="2251"/>
                </a:cubicBezTo>
                <a:cubicBezTo>
                  <a:pt x="8114" y="1158"/>
                  <a:pt x="7172" y="348"/>
                  <a:pt x="6029" y="88"/>
                </a:cubicBezTo>
                <a:cubicBezTo>
                  <a:pt x="5769" y="29"/>
                  <a:pt x="5507" y="1"/>
                  <a:pt x="524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66" name="Google Shape;1066;p60"/>
          <p:cNvSpPr/>
          <p:nvPr/>
        </p:nvSpPr>
        <p:spPr>
          <a:xfrm>
            <a:off x="2310234" y="2542229"/>
            <a:ext cx="253931" cy="189431"/>
          </a:xfrm>
          <a:custGeom>
            <a:avLst/>
            <a:gdLst/>
            <a:ahLst/>
            <a:cxnLst/>
            <a:rect l="l" t="t" r="r" b="b"/>
            <a:pathLst>
              <a:path w="13543" h="10103" extrusionOk="0">
                <a:moveTo>
                  <a:pt x="6772" y="3289"/>
                </a:moveTo>
                <a:cubicBezTo>
                  <a:pt x="6871" y="3289"/>
                  <a:pt x="6970" y="3308"/>
                  <a:pt x="7065" y="3347"/>
                </a:cubicBezTo>
                <a:cubicBezTo>
                  <a:pt x="7352" y="3467"/>
                  <a:pt x="7539" y="3746"/>
                  <a:pt x="7539" y="4056"/>
                </a:cubicBezTo>
                <a:cubicBezTo>
                  <a:pt x="7538" y="4480"/>
                  <a:pt x="7194" y="4824"/>
                  <a:pt x="6771" y="4824"/>
                </a:cubicBezTo>
                <a:cubicBezTo>
                  <a:pt x="6461" y="4824"/>
                  <a:pt x="6180" y="4637"/>
                  <a:pt x="6062" y="4350"/>
                </a:cubicBezTo>
                <a:cubicBezTo>
                  <a:pt x="5942" y="4063"/>
                  <a:pt x="6009" y="3733"/>
                  <a:pt x="6229" y="3514"/>
                </a:cubicBezTo>
                <a:cubicBezTo>
                  <a:pt x="6376" y="3367"/>
                  <a:pt x="6572" y="3289"/>
                  <a:pt x="6772" y="3289"/>
                </a:cubicBezTo>
                <a:close/>
                <a:moveTo>
                  <a:pt x="6771" y="0"/>
                </a:moveTo>
                <a:cubicBezTo>
                  <a:pt x="4534" y="0"/>
                  <a:pt x="2714" y="1819"/>
                  <a:pt x="2714" y="4056"/>
                </a:cubicBezTo>
                <a:cubicBezTo>
                  <a:pt x="2714" y="6294"/>
                  <a:pt x="4533" y="8114"/>
                  <a:pt x="6771" y="8114"/>
                </a:cubicBezTo>
                <a:cubicBezTo>
                  <a:pt x="9008" y="8114"/>
                  <a:pt x="10827" y="6294"/>
                  <a:pt x="10827" y="4056"/>
                </a:cubicBezTo>
                <a:cubicBezTo>
                  <a:pt x="10827" y="1819"/>
                  <a:pt x="9008" y="0"/>
                  <a:pt x="6771" y="0"/>
                </a:cubicBezTo>
                <a:close/>
                <a:moveTo>
                  <a:pt x="491" y="7166"/>
                </a:moveTo>
                <a:cubicBezTo>
                  <a:pt x="220" y="7166"/>
                  <a:pt x="0" y="7386"/>
                  <a:pt x="0" y="7657"/>
                </a:cubicBezTo>
                <a:lnTo>
                  <a:pt x="0" y="9611"/>
                </a:lnTo>
                <a:cubicBezTo>
                  <a:pt x="0" y="9883"/>
                  <a:pt x="220" y="10102"/>
                  <a:pt x="491" y="10102"/>
                </a:cubicBezTo>
                <a:lnTo>
                  <a:pt x="13051" y="10102"/>
                </a:lnTo>
                <a:cubicBezTo>
                  <a:pt x="13323" y="10102"/>
                  <a:pt x="13542" y="9883"/>
                  <a:pt x="13542" y="9611"/>
                </a:cubicBezTo>
                <a:lnTo>
                  <a:pt x="13542" y="7657"/>
                </a:lnTo>
                <a:lnTo>
                  <a:pt x="13541" y="7657"/>
                </a:lnTo>
                <a:cubicBezTo>
                  <a:pt x="13541" y="7386"/>
                  <a:pt x="13322" y="7166"/>
                  <a:pt x="13051" y="7166"/>
                </a:cubicBezTo>
                <a:lnTo>
                  <a:pt x="10249" y="7166"/>
                </a:lnTo>
                <a:cubicBezTo>
                  <a:pt x="9393" y="8123"/>
                  <a:pt x="8152" y="8726"/>
                  <a:pt x="6771" y="8726"/>
                </a:cubicBezTo>
                <a:cubicBezTo>
                  <a:pt x="5390" y="8726"/>
                  <a:pt x="4147" y="8123"/>
                  <a:pt x="3292" y="7166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67" name="Google Shape;1067;p60"/>
          <p:cNvSpPr/>
          <p:nvPr/>
        </p:nvSpPr>
        <p:spPr>
          <a:xfrm>
            <a:off x="2653820" y="2520469"/>
            <a:ext cx="221644" cy="232950"/>
          </a:xfrm>
          <a:custGeom>
            <a:avLst/>
            <a:gdLst/>
            <a:ahLst/>
            <a:cxnLst/>
            <a:rect l="l" t="t" r="r" b="b"/>
            <a:pathLst>
              <a:path w="11821" h="12424" extrusionOk="0">
                <a:moveTo>
                  <a:pt x="7013" y="2038"/>
                </a:moveTo>
                <a:lnTo>
                  <a:pt x="7013" y="3064"/>
                </a:lnTo>
                <a:lnTo>
                  <a:pt x="6681" y="3064"/>
                </a:lnTo>
                <a:lnTo>
                  <a:pt x="6681" y="2038"/>
                </a:lnTo>
                <a:close/>
                <a:moveTo>
                  <a:pt x="4564" y="1426"/>
                </a:moveTo>
                <a:cubicBezTo>
                  <a:pt x="4395" y="1426"/>
                  <a:pt x="4257" y="1564"/>
                  <a:pt x="4257" y="1733"/>
                </a:cubicBezTo>
                <a:lnTo>
                  <a:pt x="4257" y="2551"/>
                </a:lnTo>
                <a:cubicBezTo>
                  <a:pt x="4257" y="2720"/>
                  <a:pt x="4395" y="2858"/>
                  <a:pt x="4564" y="2858"/>
                </a:cubicBezTo>
                <a:lnTo>
                  <a:pt x="5191" y="2858"/>
                </a:lnTo>
                <a:lnTo>
                  <a:pt x="5191" y="3369"/>
                </a:lnTo>
                <a:cubicBezTo>
                  <a:pt x="5195" y="3536"/>
                  <a:pt x="5330" y="3669"/>
                  <a:pt x="5497" y="3669"/>
                </a:cubicBezTo>
                <a:cubicBezTo>
                  <a:pt x="5664" y="3669"/>
                  <a:pt x="5799" y="3536"/>
                  <a:pt x="5804" y="3369"/>
                </a:cubicBezTo>
                <a:lnTo>
                  <a:pt x="5804" y="1731"/>
                </a:lnTo>
                <a:lnTo>
                  <a:pt x="5803" y="1733"/>
                </a:lnTo>
                <a:cubicBezTo>
                  <a:pt x="5799" y="1566"/>
                  <a:pt x="5664" y="1433"/>
                  <a:pt x="5497" y="1433"/>
                </a:cubicBezTo>
                <a:cubicBezTo>
                  <a:pt x="5330" y="1433"/>
                  <a:pt x="5195" y="1566"/>
                  <a:pt x="5191" y="1733"/>
                </a:cubicBezTo>
                <a:lnTo>
                  <a:pt x="5191" y="2245"/>
                </a:lnTo>
                <a:lnTo>
                  <a:pt x="4869" y="2245"/>
                </a:lnTo>
                <a:lnTo>
                  <a:pt x="4869" y="1733"/>
                </a:lnTo>
                <a:cubicBezTo>
                  <a:pt x="4869" y="1564"/>
                  <a:pt x="4733" y="1426"/>
                  <a:pt x="4564" y="1426"/>
                </a:cubicBezTo>
                <a:close/>
                <a:moveTo>
                  <a:pt x="6599" y="1426"/>
                </a:moveTo>
                <a:cubicBezTo>
                  <a:pt x="6306" y="1427"/>
                  <a:pt x="6068" y="1664"/>
                  <a:pt x="6068" y="1958"/>
                </a:cubicBezTo>
                <a:lnTo>
                  <a:pt x="6068" y="3146"/>
                </a:lnTo>
                <a:cubicBezTo>
                  <a:pt x="6069" y="3439"/>
                  <a:pt x="6306" y="3676"/>
                  <a:pt x="6599" y="3677"/>
                </a:cubicBezTo>
                <a:lnTo>
                  <a:pt x="7095" y="3677"/>
                </a:lnTo>
                <a:cubicBezTo>
                  <a:pt x="7388" y="3676"/>
                  <a:pt x="7624" y="3439"/>
                  <a:pt x="7624" y="3146"/>
                </a:cubicBezTo>
                <a:lnTo>
                  <a:pt x="7624" y="1957"/>
                </a:lnTo>
                <a:cubicBezTo>
                  <a:pt x="7624" y="1664"/>
                  <a:pt x="7388" y="1426"/>
                  <a:pt x="7095" y="1426"/>
                </a:cubicBezTo>
                <a:close/>
                <a:moveTo>
                  <a:pt x="7226" y="842"/>
                </a:moveTo>
                <a:cubicBezTo>
                  <a:pt x="8170" y="842"/>
                  <a:pt x="8936" y="1607"/>
                  <a:pt x="8936" y="2551"/>
                </a:cubicBezTo>
                <a:cubicBezTo>
                  <a:pt x="8936" y="3496"/>
                  <a:pt x="8170" y="4261"/>
                  <a:pt x="7226" y="4261"/>
                </a:cubicBezTo>
                <a:lnTo>
                  <a:pt x="4593" y="4261"/>
                </a:lnTo>
                <a:cubicBezTo>
                  <a:pt x="3649" y="4261"/>
                  <a:pt x="2883" y="3496"/>
                  <a:pt x="2883" y="2551"/>
                </a:cubicBezTo>
                <a:cubicBezTo>
                  <a:pt x="2883" y="1607"/>
                  <a:pt x="3649" y="842"/>
                  <a:pt x="4593" y="842"/>
                </a:cubicBezTo>
                <a:close/>
                <a:moveTo>
                  <a:pt x="1502" y="1"/>
                </a:moveTo>
                <a:cubicBezTo>
                  <a:pt x="673" y="1"/>
                  <a:pt x="0" y="672"/>
                  <a:pt x="0" y="1500"/>
                </a:cubicBezTo>
                <a:lnTo>
                  <a:pt x="0" y="10923"/>
                </a:lnTo>
                <a:cubicBezTo>
                  <a:pt x="0" y="11752"/>
                  <a:pt x="673" y="12423"/>
                  <a:pt x="1502" y="12423"/>
                </a:cubicBezTo>
                <a:lnTo>
                  <a:pt x="10320" y="12423"/>
                </a:lnTo>
                <a:cubicBezTo>
                  <a:pt x="10320" y="12423"/>
                  <a:pt x="10321" y="12423"/>
                  <a:pt x="10322" y="12423"/>
                </a:cubicBezTo>
                <a:cubicBezTo>
                  <a:pt x="11150" y="12423"/>
                  <a:pt x="11820" y="11751"/>
                  <a:pt x="11820" y="10923"/>
                </a:cubicBezTo>
                <a:lnTo>
                  <a:pt x="11820" y="1500"/>
                </a:lnTo>
                <a:cubicBezTo>
                  <a:pt x="11821" y="672"/>
                  <a:pt x="11148" y="1"/>
                  <a:pt x="1032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68" name="Google Shape;1068;p60"/>
          <p:cNvSpPr/>
          <p:nvPr/>
        </p:nvSpPr>
        <p:spPr>
          <a:xfrm>
            <a:off x="2965118" y="2525287"/>
            <a:ext cx="112894" cy="223313"/>
          </a:xfrm>
          <a:custGeom>
            <a:avLst/>
            <a:gdLst/>
            <a:ahLst/>
            <a:cxnLst/>
            <a:rect l="l" t="t" r="r" b="b"/>
            <a:pathLst>
              <a:path w="6021" h="11910" extrusionOk="0">
                <a:moveTo>
                  <a:pt x="2636" y="1346"/>
                </a:moveTo>
                <a:cubicBezTo>
                  <a:pt x="3009" y="1687"/>
                  <a:pt x="3359" y="2277"/>
                  <a:pt x="3585" y="2961"/>
                </a:cubicBezTo>
                <a:cubicBezTo>
                  <a:pt x="3599" y="3003"/>
                  <a:pt x="3610" y="3045"/>
                  <a:pt x="3623" y="3087"/>
                </a:cubicBezTo>
                <a:lnTo>
                  <a:pt x="1838" y="3676"/>
                </a:lnTo>
                <a:cubicBezTo>
                  <a:pt x="1824" y="3634"/>
                  <a:pt x="1809" y="3593"/>
                  <a:pt x="1795" y="3551"/>
                </a:cubicBezTo>
                <a:cubicBezTo>
                  <a:pt x="1570" y="2868"/>
                  <a:pt x="1501" y="2183"/>
                  <a:pt x="1599" y="1685"/>
                </a:cubicBezTo>
                <a:cubicBezTo>
                  <a:pt x="1768" y="1644"/>
                  <a:pt x="1944" y="1593"/>
                  <a:pt x="2123" y="1534"/>
                </a:cubicBezTo>
                <a:cubicBezTo>
                  <a:pt x="2278" y="1483"/>
                  <a:pt x="2455" y="1420"/>
                  <a:pt x="2636" y="1346"/>
                </a:cubicBezTo>
                <a:close/>
                <a:moveTo>
                  <a:pt x="3762" y="3664"/>
                </a:moveTo>
                <a:cubicBezTo>
                  <a:pt x="3826" y="4034"/>
                  <a:pt x="3841" y="4386"/>
                  <a:pt x="3801" y="4693"/>
                </a:cubicBezTo>
                <a:cubicBezTo>
                  <a:pt x="3749" y="5099"/>
                  <a:pt x="3603" y="5380"/>
                  <a:pt x="3410" y="5444"/>
                </a:cubicBezTo>
                <a:cubicBezTo>
                  <a:pt x="3380" y="5453"/>
                  <a:pt x="3349" y="5459"/>
                  <a:pt x="3318" y="5459"/>
                </a:cubicBezTo>
                <a:cubicBezTo>
                  <a:pt x="3315" y="5459"/>
                  <a:pt x="3312" y="5459"/>
                  <a:pt x="3309" y="5459"/>
                </a:cubicBezTo>
                <a:cubicBezTo>
                  <a:pt x="2971" y="5459"/>
                  <a:pt x="2461" y="4999"/>
                  <a:pt x="2070" y="4222"/>
                </a:cubicBezTo>
                <a:lnTo>
                  <a:pt x="2070" y="4221"/>
                </a:lnTo>
                <a:lnTo>
                  <a:pt x="3762" y="3664"/>
                </a:lnTo>
                <a:close/>
                <a:moveTo>
                  <a:pt x="3402" y="0"/>
                </a:moveTo>
                <a:cubicBezTo>
                  <a:pt x="3301" y="0"/>
                  <a:pt x="3202" y="37"/>
                  <a:pt x="3125" y="103"/>
                </a:cubicBezTo>
                <a:cubicBezTo>
                  <a:pt x="2829" y="362"/>
                  <a:pt x="2371" y="605"/>
                  <a:pt x="1870" y="769"/>
                </a:cubicBezTo>
                <a:cubicBezTo>
                  <a:pt x="1445" y="909"/>
                  <a:pt x="1010" y="986"/>
                  <a:pt x="647" y="986"/>
                </a:cubicBezTo>
                <a:cubicBezTo>
                  <a:pt x="585" y="986"/>
                  <a:pt x="524" y="984"/>
                  <a:pt x="466" y="979"/>
                </a:cubicBezTo>
                <a:cubicBezTo>
                  <a:pt x="455" y="978"/>
                  <a:pt x="444" y="978"/>
                  <a:pt x="433" y="978"/>
                </a:cubicBezTo>
                <a:cubicBezTo>
                  <a:pt x="301" y="978"/>
                  <a:pt x="175" y="1041"/>
                  <a:pt x="96" y="1148"/>
                </a:cubicBezTo>
                <a:cubicBezTo>
                  <a:pt x="22" y="1247"/>
                  <a:pt x="0" y="1376"/>
                  <a:pt x="39" y="1493"/>
                </a:cubicBezTo>
                <a:cubicBezTo>
                  <a:pt x="110" y="1709"/>
                  <a:pt x="328" y="1820"/>
                  <a:pt x="685" y="1820"/>
                </a:cubicBezTo>
                <a:cubicBezTo>
                  <a:pt x="778" y="1818"/>
                  <a:pt x="871" y="1814"/>
                  <a:pt x="963" y="1803"/>
                </a:cubicBezTo>
                <a:lnTo>
                  <a:pt x="963" y="1803"/>
                </a:lnTo>
                <a:cubicBezTo>
                  <a:pt x="901" y="2370"/>
                  <a:pt x="986" y="3054"/>
                  <a:pt x="1213" y="3742"/>
                </a:cubicBezTo>
                <a:cubicBezTo>
                  <a:pt x="1656" y="5092"/>
                  <a:pt x="2499" y="6040"/>
                  <a:pt x="3271" y="6070"/>
                </a:cubicBezTo>
                <a:lnTo>
                  <a:pt x="4779" y="10651"/>
                </a:lnTo>
                <a:cubicBezTo>
                  <a:pt x="4639" y="10711"/>
                  <a:pt x="4568" y="10869"/>
                  <a:pt x="4615" y="11014"/>
                </a:cubicBezTo>
                <a:lnTo>
                  <a:pt x="4806" y="11593"/>
                </a:lnTo>
                <a:cubicBezTo>
                  <a:pt x="4869" y="11786"/>
                  <a:pt x="5049" y="11909"/>
                  <a:pt x="5242" y="11909"/>
                </a:cubicBezTo>
                <a:cubicBezTo>
                  <a:pt x="5290" y="11909"/>
                  <a:pt x="5338" y="11902"/>
                  <a:pt x="5386" y="11886"/>
                </a:cubicBezTo>
                <a:lnTo>
                  <a:pt x="5648" y="11800"/>
                </a:lnTo>
                <a:cubicBezTo>
                  <a:pt x="5890" y="11720"/>
                  <a:pt x="6021" y="11461"/>
                  <a:pt x="5941" y="11219"/>
                </a:cubicBezTo>
                <a:lnTo>
                  <a:pt x="5752" y="10640"/>
                </a:lnTo>
                <a:cubicBezTo>
                  <a:pt x="5711" y="10517"/>
                  <a:pt x="5596" y="10438"/>
                  <a:pt x="5472" y="10438"/>
                </a:cubicBezTo>
                <a:cubicBezTo>
                  <a:pt x="5449" y="10438"/>
                  <a:pt x="5426" y="10440"/>
                  <a:pt x="5403" y="10446"/>
                </a:cubicBezTo>
                <a:lnTo>
                  <a:pt x="3895" y="5865"/>
                </a:lnTo>
                <a:cubicBezTo>
                  <a:pt x="4166" y="5649"/>
                  <a:pt x="4345" y="5273"/>
                  <a:pt x="4409" y="4771"/>
                </a:cubicBezTo>
                <a:cubicBezTo>
                  <a:pt x="4485" y="4185"/>
                  <a:pt x="4399" y="3474"/>
                  <a:pt x="4167" y="2769"/>
                </a:cubicBezTo>
                <a:cubicBezTo>
                  <a:pt x="3940" y="2082"/>
                  <a:pt x="3602" y="1483"/>
                  <a:pt x="3217" y="1064"/>
                </a:cubicBezTo>
                <a:cubicBezTo>
                  <a:pt x="3600" y="838"/>
                  <a:pt x="3872" y="562"/>
                  <a:pt x="3772" y="257"/>
                </a:cubicBezTo>
                <a:cubicBezTo>
                  <a:pt x="3718" y="101"/>
                  <a:pt x="3574" y="0"/>
                  <a:pt x="340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69" name="Google Shape;1069;p60"/>
          <p:cNvSpPr/>
          <p:nvPr/>
        </p:nvSpPr>
        <p:spPr>
          <a:xfrm>
            <a:off x="3167666" y="2526694"/>
            <a:ext cx="88125" cy="220500"/>
          </a:xfrm>
          <a:custGeom>
            <a:avLst/>
            <a:gdLst/>
            <a:ahLst/>
            <a:cxnLst/>
            <a:rect l="l" t="t" r="r" b="b"/>
            <a:pathLst>
              <a:path w="4700" h="11760" extrusionOk="0">
                <a:moveTo>
                  <a:pt x="1975" y="1285"/>
                </a:moveTo>
                <a:cubicBezTo>
                  <a:pt x="2185" y="1348"/>
                  <a:pt x="2384" y="1394"/>
                  <a:pt x="2534" y="1427"/>
                </a:cubicBezTo>
                <a:cubicBezTo>
                  <a:pt x="2728" y="1467"/>
                  <a:pt x="2919" y="1501"/>
                  <a:pt x="3101" y="1525"/>
                </a:cubicBezTo>
                <a:cubicBezTo>
                  <a:pt x="3262" y="2033"/>
                  <a:pt x="3269" y="2756"/>
                  <a:pt x="3110" y="3498"/>
                </a:cubicBezTo>
                <a:cubicBezTo>
                  <a:pt x="3100" y="3544"/>
                  <a:pt x="3090" y="3589"/>
                  <a:pt x="3078" y="3634"/>
                </a:cubicBezTo>
                <a:lnTo>
                  <a:pt x="1134" y="3217"/>
                </a:lnTo>
                <a:cubicBezTo>
                  <a:pt x="1142" y="3172"/>
                  <a:pt x="1150" y="3127"/>
                  <a:pt x="1159" y="3081"/>
                </a:cubicBezTo>
                <a:cubicBezTo>
                  <a:pt x="1318" y="2342"/>
                  <a:pt x="1620" y="1685"/>
                  <a:pt x="1975" y="1285"/>
                </a:cubicBezTo>
                <a:close/>
                <a:moveTo>
                  <a:pt x="1053" y="3830"/>
                </a:moveTo>
                <a:lnTo>
                  <a:pt x="2898" y="4226"/>
                </a:lnTo>
                <a:cubicBezTo>
                  <a:pt x="2568" y="5107"/>
                  <a:pt x="2064" y="5661"/>
                  <a:pt x="1698" y="5661"/>
                </a:cubicBezTo>
                <a:cubicBezTo>
                  <a:pt x="1674" y="5661"/>
                  <a:pt x="1651" y="5659"/>
                  <a:pt x="1628" y="5653"/>
                </a:cubicBezTo>
                <a:cubicBezTo>
                  <a:pt x="1415" y="5609"/>
                  <a:pt x="1228" y="5329"/>
                  <a:pt x="1128" y="4909"/>
                </a:cubicBezTo>
                <a:cubicBezTo>
                  <a:pt x="1052" y="4593"/>
                  <a:pt x="1028" y="4224"/>
                  <a:pt x="1053" y="3830"/>
                </a:cubicBezTo>
                <a:close/>
                <a:moveTo>
                  <a:pt x="1080" y="1"/>
                </a:moveTo>
                <a:cubicBezTo>
                  <a:pt x="898" y="1"/>
                  <a:pt x="743" y="114"/>
                  <a:pt x="696" y="281"/>
                </a:cubicBezTo>
                <a:lnTo>
                  <a:pt x="690" y="306"/>
                </a:lnTo>
                <a:cubicBezTo>
                  <a:pt x="621" y="626"/>
                  <a:pt x="950" y="878"/>
                  <a:pt x="1367" y="1065"/>
                </a:cubicBezTo>
                <a:cubicBezTo>
                  <a:pt x="1008" y="1543"/>
                  <a:pt x="721" y="2208"/>
                  <a:pt x="562" y="2952"/>
                </a:cubicBezTo>
                <a:cubicBezTo>
                  <a:pt x="400" y="3707"/>
                  <a:pt x="390" y="4452"/>
                  <a:pt x="534" y="5051"/>
                </a:cubicBezTo>
                <a:cubicBezTo>
                  <a:pt x="654" y="5559"/>
                  <a:pt x="879" y="5926"/>
                  <a:pt x="1179" y="6119"/>
                </a:cubicBezTo>
                <a:lnTo>
                  <a:pt x="0" y="11615"/>
                </a:lnTo>
                <a:lnTo>
                  <a:pt x="671" y="11759"/>
                </a:lnTo>
                <a:lnTo>
                  <a:pt x="1849" y="6261"/>
                </a:lnTo>
                <a:cubicBezTo>
                  <a:pt x="2634" y="6140"/>
                  <a:pt x="3400" y="5070"/>
                  <a:pt x="3710" y="3627"/>
                </a:cubicBezTo>
                <a:cubicBezTo>
                  <a:pt x="3869" y="2880"/>
                  <a:pt x="3880" y="2157"/>
                  <a:pt x="3749" y="1574"/>
                </a:cubicBezTo>
                <a:lnTo>
                  <a:pt x="3774" y="1574"/>
                </a:lnTo>
                <a:cubicBezTo>
                  <a:pt x="3999" y="1574"/>
                  <a:pt x="4586" y="1573"/>
                  <a:pt x="4677" y="1163"/>
                </a:cubicBezTo>
                <a:lnTo>
                  <a:pt x="4681" y="1145"/>
                </a:lnTo>
                <a:cubicBezTo>
                  <a:pt x="4699" y="1036"/>
                  <a:pt x="4669" y="924"/>
                  <a:pt x="4598" y="837"/>
                </a:cubicBezTo>
                <a:lnTo>
                  <a:pt x="4598" y="839"/>
                </a:lnTo>
                <a:cubicBezTo>
                  <a:pt x="4515" y="740"/>
                  <a:pt x="4395" y="686"/>
                  <a:pt x="4270" y="686"/>
                </a:cubicBezTo>
                <a:cubicBezTo>
                  <a:pt x="4244" y="686"/>
                  <a:pt x="4218" y="688"/>
                  <a:pt x="4192" y="693"/>
                </a:cubicBezTo>
                <a:cubicBezTo>
                  <a:pt x="4036" y="722"/>
                  <a:pt x="3858" y="736"/>
                  <a:pt x="3666" y="736"/>
                </a:cubicBezTo>
                <a:cubicBezTo>
                  <a:pt x="3366" y="736"/>
                  <a:pt x="3034" y="701"/>
                  <a:pt x="2705" y="631"/>
                </a:cubicBezTo>
                <a:cubicBezTo>
                  <a:pt x="2167" y="514"/>
                  <a:pt x="1662" y="312"/>
                  <a:pt x="1325" y="78"/>
                </a:cubicBezTo>
                <a:cubicBezTo>
                  <a:pt x="1252" y="27"/>
                  <a:pt x="1167" y="1"/>
                  <a:pt x="108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70" name="Google Shape;1070;p60"/>
          <p:cNvSpPr/>
          <p:nvPr/>
        </p:nvSpPr>
        <p:spPr>
          <a:xfrm>
            <a:off x="3345447" y="2512669"/>
            <a:ext cx="208781" cy="248550"/>
          </a:xfrm>
          <a:custGeom>
            <a:avLst/>
            <a:gdLst/>
            <a:ahLst/>
            <a:cxnLst/>
            <a:rect l="l" t="t" r="r" b="b"/>
            <a:pathLst>
              <a:path w="11135" h="13256" extrusionOk="0">
                <a:moveTo>
                  <a:pt x="5307" y="0"/>
                </a:moveTo>
                <a:cubicBezTo>
                  <a:pt x="4568" y="2"/>
                  <a:pt x="3969" y="600"/>
                  <a:pt x="3968" y="1340"/>
                </a:cubicBezTo>
                <a:lnTo>
                  <a:pt x="3968" y="3576"/>
                </a:lnTo>
                <a:lnTo>
                  <a:pt x="7166" y="3576"/>
                </a:lnTo>
                <a:lnTo>
                  <a:pt x="7166" y="1340"/>
                </a:lnTo>
                <a:cubicBezTo>
                  <a:pt x="7166" y="600"/>
                  <a:pt x="6567" y="2"/>
                  <a:pt x="5828" y="0"/>
                </a:cubicBezTo>
                <a:close/>
                <a:moveTo>
                  <a:pt x="10828" y="2472"/>
                </a:moveTo>
                <a:cubicBezTo>
                  <a:pt x="10659" y="2472"/>
                  <a:pt x="10522" y="2610"/>
                  <a:pt x="10522" y="2779"/>
                </a:cubicBezTo>
                <a:lnTo>
                  <a:pt x="10522" y="2976"/>
                </a:lnTo>
                <a:cubicBezTo>
                  <a:pt x="10522" y="3094"/>
                  <a:pt x="10428" y="3188"/>
                  <a:pt x="10311" y="3188"/>
                </a:cubicBezTo>
                <a:lnTo>
                  <a:pt x="9283" y="3188"/>
                </a:lnTo>
                <a:cubicBezTo>
                  <a:pt x="9166" y="3188"/>
                  <a:pt x="9072" y="3094"/>
                  <a:pt x="9072" y="2976"/>
                </a:cubicBezTo>
                <a:lnTo>
                  <a:pt x="9072" y="2779"/>
                </a:lnTo>
                <a:cubicBezTo>
                  <a:pt x="9072" y="2610"/>
                  <a:pt x="8934" y="2473"/>
                  <a:pt x="8765" y="2473"/>
                </a:cubicBezTo>
                <a:cubicBezTo>
                  <a:pt x="8596" y="2473"/>
                  <a:pt x="8459" y="2610"/>
                  <a:pt x="8459" y="2779"/>
                </a:cubicBezTo>
                <a:lnTo>
                  <a:pt x="8459" y="2976"/>
                </a:lnTo>
                <a:cubicBezTo>
                  <a:pt x="8459" y="3431"/>
                  <a:pt x="8828" y="3800"/>
                  <a:pt x="9283" y="3800"/>
                </a:cubicBezTo>
                <a:lnTo>
                  <a:pt x="9285" y="3800"/>
                </a:lnTo>
                <a:cubicBezTo>
                  <a:pt x="9336" y="3808"/>
                  <a:pt x="9381" y="3835"/>
                  <a:pt x="9412" y="3875"/>
                </a:cubicBezTo>
                <a:cubicBezTo>
                  <a:pt x="9459" y="3938"/>
                  <a:pt x="9483" y="4088"/>
                  <a:pt x="9486" y="4197"/>
                </a:cubicBezTo>
                <a:lnTo>
                  <a:pt x="9486" y="4597"/>
                </a:lnTo>
                <a:cubicBezTo>
                  <a:pt x="9486" y="4714"/>
                  <a:pt x="9392" y="4808"/>
                  <a:pt x="9275" y="4808"/>
                </a:cubicBezTo>
                <a:lnTo>
                  <a:pt x="8672" y="4821"/>
                </a:lnTo>
                <a:cubicBezTo>
                  <a:pt x="8510" y="4460"/>
                  <a:pt x="8151" y="4228"/>
                  <a:pt x="7754" y="4228"/>
                </a:cubicBezTo>
                <a:lnTo>
                  <a:pt x="3380" y="4228"/>
                </a:lnTo>
                <a:cubicBezTo>
                  <a:pt x="2984" y="4228"/>
                  <a:pt x="2625" y="4460"/>
                  <a:pt x="2463" y="4821"/>
                </a:cubicBezTo>
                <a:lnTo>
                  <a:pt x="1866" y="4808"/>
                </a:lnTo>
                <a:lnTo>
                  <a:pt x="1859" y="4808"/>
                </a:lnTo>
                <a:cubicBezTo>
                  <a:pt x="1743" y="4808"/>
                  <a:pt x="1649" y="4714"/>
                  <a:pt x="1648" y="4597"/>
                </a:cubicBezTo>
                <a:lnTo>
                  <a:pt x="1648" y="4198"/>
                </a:lnTo>
                <a:cubicBezTo>
                  <a:pt x="1651" y="4099"/>
                  <a:pt x="1672" y="3943"/>
                  <a:pt x="1722" y="3876"/>
                </a:cubicBezTo>
                <a:cubicBezTo>
                  <a:pt x="1755" y="3833"/>
                  <a:pt x="1804" y="3805"/>
                  <a:pt x="1858" y="3800"/>
                </a:cubicBezTo>
                <a:lnTo>
                  <a:pt x="1852" y="3800"/>
                </a:lnTo>
                <a:cubicBezTo>
                  <a:pt x="2307" y="3799"/>
                  <a:pt x="2675" y="3431"/>
                  <a:pt x="2676" y="2976"/>
                </a:cubicBezTo>
                <a:lnTo>
                  <a:pt x="2676" y="2779"/>
                </a:lnTo>
                <a:cubicBezTo>
                  <a:pt x="2676" y="2610"/>
                  <a:pt x="2538" y="2473"/>
                  <a:pt x="2369" y="2473"/>
                </a:cubicBezTo>
                <a:cubicBezTo>
                  <a:pt x="2200" y="2473"/>
                  <a:pt x="2064" y="2610"/>
                  <a:pt x="2064" y="2779"/>
                </a:cubicBezTo>
                <a:lnTo>
                  <a:pt x="2064" y="2976"/>
                </a:lnTo>
                <a:cubicBezTo>
                  <a:pt x="2064" y="3094"/>
                  <a:pt x="1968" y="3188"/>
                  <a:pt x="1852" y="3188"/>
                </a:cubicBezTo>
                <a:lnTo>
                  <a:pt x="825" y="3188"/>
                </a:lnTo>
                <a:cubicBezTo>
                  <a:pt x="707" y="3188"/>
                  <a:pt x="613" y="3094"/>
                  <a:pt x="612" y="2976"/>
                </a:cubicBezTo>
                <a:lnTo>
                  <a:pt x="612" y="2779"/>
                </a:lnTo>
                <a:cubicBezTo>
                  <a:pt x="612" y="2610"/>
                  <a:pt x="475" y="2473"/>
                  <a:pt x="306" y="2473"/>
                </a:cubicBezTo>
                <a:cubicBezTo>
                  <a:pt x="137" y="2473"/>
                  <a:pt x="1" y="2610"/>
                  <a:pt x="1" y="2779"/>
                </a:cubicBezTo>
                <a:lnTo>
                  <a:pt x="1" y="2976"/>
                </a:lnTo>
                <a:cubicBezTo>
                  <a:pt x="1" y="3343"/>
                  <a:pt x="243" y="3666"/>
                  <a:pt x="595" y="3767"/>
                </a:cubicBezTo>
                <a:cubicBezTo>
                  <a:pt x="637" y="3789"/>
                  <a:pt x="683" y="3800"/>
                  <a:pt x="732" y="3800"/>
                </a:cubicBezTo>
                <a:lnTo>
                  <a:pt x="824" y="3800"/>
                </a:lnTo>
                <a:cubicBezTo>
                  <a:pt x="941" y="3800"/>
                  <a:pt x="1035" y="3896"/>
                  <a:pt x="1036" y="4012"/>
                </a:cubicBezTo>
                <a:lnTo>
                  <a:pt x="1036" y="4182"/>
                </a:lnTo>
                <a:cubicBezTo>
                  <a:pt x="1035" y="4218"/>
                  <a:pt x="1036" y="4244"/>
                  <a:pt x="1036" y="4261"/>
                </a:cubicBezTo>
                <a:lnTo>
                  <a:pt x="1036" y="4597"/>
                </a:lnTo>
                <a:cubicBezTo>
                  <a:pt x="1036" y="5051"/>
                  <a:pt x="1403" y="5419"/>
                  <a:pt x="1856" y="5421"/>
                </a:cubicBezTo>
                <a:lnTo>
                  <a:pt x="2375" y="5433"/>
                </a:lnTo>
                <a:cubicBezTo>
                  <a:pt x="2392" y="5975"/>
                  <a:pt x="2837" y="6406"/>
                  <a:pt x="3380" y="6406"/>
                </a:cubicBezTo>
                <a:lnTo>
                  <a:pt x="3721" y="6406"/>
                </a:lnTo>
                <a:cubicBezTo>
                  <a:pt x="3843" y="6935"/>
                  <a:pt x="4433" y="7354"/>
                  <a:pt x="5188" y="7462"/>
                </a:cubicBezTo>
                <a:lnTo>
                  <a:pt x="5188" y="10771"/>
                </a:lnTo>
                <a:cubicBezTo>
                  <a:pt x="4825" y="10876"/>
                  <a:pt x="4561" y="11124"/>
                  <a:pt x="4561" y="11405"/>
                </a:cubicBezTo>
                <a:cubicBezTo>
                  <a:pt x="4561" y="11777"/>
                  <a:pt x="5022" y="12092"/>
                  <a:pt x="5567" y="12092"/>
                </a:cubicBezTo>
                <a:cubicBezTo>
                  <a:pt x="6113" y="12092"/>
                  <a:pt x="6573" y="11777"/>
                  <a:pt x="6573" y="11405"/>
                </a:cubicBezTo>
                <a:cubicBezTo>
                  <a:pt x="6573" y="11124"/>
                  <a:pt x="6310" y="10876"/>
                  <a:pt x="5946" y="10771"/>
                </a:cubicBezTo>
                <a:lnTo>
                  <a:pt x="5946" y="7461"/>
                </a:lnTo>
                <a:cubicBezTo>
                  <a:pt x="6703" y="7354"/>
                  <a:pt x="7292" y="6934"/>
                  <a:pt x="7413" y="6406"/>
                </a:cubicBezTo>
                <a:lnTo>
                  <a:pt x="7756" y="6406"/>
                </a:lnTo>
                <a:cubicBezTo>
                  <a:pt x="8298" y="6405"/>
                  <a:pt x="8743" y="5974"/>
                  <a:pt x="8759" y="5431"/>
                </a:cubicBezTo>
                <a:lnTo>
                  <a:pt x="9278" y="5420"/>
                </a:lnTo>
                <a:cubicBezTo>
                  <a:pt x="9732" y="5418"/>
                  <a:pt x="10099" y="5050"/>
                  <a:pt x="10099" y="4597"/>
                </a:cubicBezTo>
                <a:lnTo>
                  <a:pt x="10099" y="4261"/>
                </a:lnTo>
                <a:cubicBezTo>
                  <a:pt x="10099" y="4243"/>
                  <a:pt x="10100" y="4216"/>
                  <a:pt x="10099" y="4182"/>
                </a:cubicBezTo>
                <a:lnTo>
                  <a:pt x="10099" y="4012"/>
                </a:lnTo>
                <a:cubicBezTo>
                  <a:pt x="10099" y="3895"/>
                  <a:pt x="10195" y="3800"/>
                  <a:pt x="10311" y="3800"/>
                </a:cubicBezTo>
                <a:lnTo>
                  <a:pt x="10404" y="3800"/>
                </a:lnTo>
                <a:cubicBezTo>
                  <a:pt x="10451" y="3799"/>
                  <a:pt x="10498" y="3788"/>
                  <a:pt x="10539" y="3767"/>
                </a:cubicBezTo>
                <a:cubicBezTo>
                  <a:pt x="10892" y="3665"/>
                  <a:pt x="11134" y="3343"/>
                  <a:pt x="11135" y="2976"/>
                </a:cubicBezTo>
                <a:lnTo>
                  <a:pt x="11135" y="2779"/>
                </a:lnTo>
                <a:cubicBezTo>
                  <a:pt x="11135" y="2608"/>
                  <a:pt x="10998" y="2472"/>
                  <a:pt x="10829" y="2472"/>
                </a:cubicBezTo>
                <a:close/>
                <a:moveTo>
                  <a:pt x="3354" y="12066"/>
                </a:moveTo>
                <a:cubicBezTo>
                  <a:pt x="3026" y="12066"/>
                  <a:pt x="2759" y="12332"/>
                  <a:pt x="2759" y="12660"/>
                </a:cubicBezTo>
                <a:cubicBezTo>
                  <a:pt x="2759" y="12989"/>
                  <a:pt x="3026" y="13255"/>
                  <a:pt x="3354" y="13255"/>
                </a:cubicBezTo>
                <a:lnTo>
                  <a:pt x="7781" y="13255"/>
                </a:lnTo>
                <a:cubicBezTo>
                  <a:pt x="8108" y="13255"/>
                  <a:pt x="8375" y="12989"/>
                  <a:pt x="8375" y="12660"/>
                </a:cubicBezTo>
                <a:cubicBezTo>
                  <a:pt x="8375" y="12332"/>
                  <a:pt x="8108" y="12066"/>
                  <a:pt x="7781" y="12066"/>
                </a:cubicBezTo>
                <a:lnTo>
                  <a:pt x="6959" y="12066"/>
                </a:lnTo>
                <a:cubicBezTo>
                  <a:pt x="6677" y="12447"/>
                  <a:pt x="6159" y="12704"/>
                  <a:pt x="5567" y="12704"/>
                </a:cubicBezTo>
                <a:cubicBezTo>
                  <a:pt x="4975" y="12704"/>
                  <a:pt x="4458" y="12447"/>
                  <a:pt x="4175" y="12066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71" name="Google Shape;1071;p60"/>
          <p:cNvSpPr/>
          <p:nvPr/>
        </p:nvSpPr>
        <p:spPr>
          <a:xfrm>
            <a:off x="3643882" y="2511498"/>
            <a:ext cx="228038" cy="250894"/>
          </a:xfrm>
          <a:custGeom>
            <a:avLst/>
            <a:gdLst/>
            <a:ahLst/>
            <a:cxnLst/>
            <a:rect l="l" t="t" r="r" b="b"/>
            <a:pathLst>
              <a:path w="12162" h="13381" extrusionOk="0">
                <a:moveTo>
                  <a:pt x="4424" y="10149"/>
                </a:moveTo>
                <a:cubicBezTo>
                  <a:pt x="4954" y="10149"/>
                  <a:pt x="5385" y="10724"/>
                  <a:pt x="5385" y="11431"/>
                </a:cubicBezTo>
                <a:cubicBezTo>
                  <a:pt x="5385" y="12139"/>
                  <a:pt x="4954" y="12714"/>
                  <a:pt x="4424" y="12714"/>
                </a:cubicBezTo>
                <a:cubicBezTo>
                  <a:pt x="3894" y="12714"/>
                  <a:pt x="3463" y="12139"/>
                  <a:pt x="3463" y="11431"/>
                </a:cubicBezTo>
                <a:cubicBezTo>
                  <a:pt x="3463" y="10723"/>
                  <a:pt x="3894" y="10149"/>
                  <a:pt x="4424" y="10149"/>
                </a:cubicBezTo>
                <a:close/>
                <a:moveTo>
                  <a:pt x="10588" y="10149"/>
                </a:moveTo>
                <a:cubicBezTo>
                  <a:pt x="11118" y="10149"/>
                  <a:pt x="11549" y="10724"/>
                  <a:pt x="11549" y="11431"/>
                </a:cubicBezTo>
                <a:cubicBezTo>
                  <a:pt x="11549" y="12139"/>
                  <a:pt x="11118" y="12714"/>
                  <a:pt x="10588" y="12714"/>
                </a:cubicBezTo>
                <a:cubicBezTo>
                  <a:pt x="10058" y="12714"/>
                  <a:pt x="9627" y="12139"/>
                  <a:pt x="9627" y="11431"/>
                </a:cubicBezTo>
                <a:cubicBezTo>
                  <a:pt x="9627" y="10723"/>
                  <a:pt x="10059" y="10149"/>
                  <a:pt x="10588" y="10149"/>
                </a:cubicBezTo>
                <a:close/>
                <a:moveTo>
                  <a:pt x="7510" y="209"/>
                </a:moveTo>
                <a:cubicBezTo>
                  <a:pt x="7313" y="209"/>
                  <a:pt x="7157" y="361"/>
                  <a:pt x="7138" y="573"/>
                </a:cubicBezTo>
                <a:lnTo>
                  <a:pt x="6704" y="5343"/>
                </a:lnTo>
                <a:lnTo>
                  <a:pt x="5628" y="10215"/>
                </a:lnTo>
                <a:cubicBezTo>
                  <a:pt x="5340" y="9800"/>
                  <a:pt x="4907" y="9536"/>
                  <a:pt x="4423" y="9536"/>
                </a:cubicBezTo>
                <a:cubicBezTo>
                  <a:pt x="3556" y="9536"/>
                  <a:pt x="2850" y="10387"/>
                  <a:pt x="2850" y="11431"/>
                </a:cubicBezTo>
                <a:cubicBezTo>
                  <a:pt x="2850" y="12476"/>
                  <a:pt x="3556" y="13327"/>
                  <a:pt x="4423" y="13327"/>
                </a:cubicBezTo>
                <a:cubicBezTo>
                  <a:pt x="5182" y="13327"/>
                  <a:pt x="5818" y="12675"/>
                  <a:pt x="5964" y="11811"/>
                </a:cubicBezTo>
                <a:lnTo>
                  <a:pt x="7017" y="11811"/>
                </a:lnTo>
                <a:cubicBezTo>
                  <a:pt x="7186" y="11811"/>
                  <a:pt x="7323" y="11674"/>
                  <a:pt x="7323" y="11505"/>
                </a:cubicBezTo>
                <a:cubicBezTo>
                  <a:pt x="7323" y="11336"/>
                  <a:pt x="7186" y="11198"/>
                  <a:pt x="7017" y="11198"/>
                </a:cubicBezTo>
                <a:lnTo>
                  <a:pt x="6039" y="11198"/>
                </a:lnTo>
                <a:lnTo>
                  <a:pt x="7161" y="6118"/>
                </a:lnTo>
                <a:lnTo>
                  <a:pt x="7850" y="6118"/>
                </a:lnTo>
                <a:lnTo>
                  <a:pt x="8972" y="11198"/>
                </a:lnTo>
                <a:lnTo>
                  <a:pt x="7995" y="11198"/>
                </a:lnTo>
                <a:cubicBezTo>
                  <a:pt x="7826" y="11198"/>
                  <a:pt x="7689" y="11336"/>
                  <a:pt x="7689" y="11505"/>
                </a:cubicBezTo>
                <a:cubicBezTo>
                  <a:pt x="7689" y="11674"/>
                  <a:pt x="7826" y="11811"/>
                  <a:pt x="7995" y="11811"/>
                </a:cubicBezTo>
                <a:lnTo>
                  <a:pt x="9047" y="11811"/>
                </a:lnTo>
                <a:cubicBezTo>
                  <a:pt x="9193" y="12675"/>
                  <a:pt x="9828" y="13327"/>
                  <a:pt x="10588" y="13327"/>
                </a:cubicBezTo>
                <a:cubicBezTo>
                  <a:pt x="11456" y="13327"/>
                  <a:pt x="12162" y="12476"/>
                  <a:pt x="12162" y="11431"/>
                </a:cubicBezTo>
                <a:lnTo>
                  <a:pt x="12160" y="11431"/>
                </a:lnTo>
                <a:cubicBezTo>
                  <a:pt x="12160" y="10387"/>
                  <a:pt x="11455" y="9537"/>
                  <a:pt x="10588" y="9537"/>
                </a:cubicBezTo>
                <a:cubicBezTo>
                  <a:pt x="10104" y="9537"/>
                  <a:pt x="9671" y="9801"/>
                  <a:pt x="9382" y="10215"/>
                </a:cubicBezTo>
                <a:lnTo>
                  <a:pt x="8323" y="5418"/>
                </a:lnTo>
                <a:lnTo>
                  <a:pt x="7882" y="572"/>
                </a:lnTo>
                <a:cubicBezTo>
                  <a:pt x="7864" y="361"/>
                  <a:pt x="7706" y="209"/>
                  <a:pt x="7510" y="209"/>
                </a:cubicBezTo>
                <a:close/>
                <a:moveTo>
                  <a:pt x="1661" y="1"/>
                </a:moveTo>
                <a:cubicBezTo>
                  <a:pt x="748" y="1"/>
                  <a:pt x="1" y="747"/>
                  <a:pt x="1" y="1660"/>
                </a:cubicBezTo>
                <a:lnTo>
                  <a:pt x="1" y="3098"/>
                </a:lnTo>
                <a:cubicBezTo>
                  <a:pt x="1" y="3230"/>
                  <a:pt x="108" y="3337"/>
                  <a:pt x="239" y="3337"/>
                </a:cubicBezTo>
                <a:lnTo>
                  <a:pt x="626" y="3337"/>
                </a:lnTo>
                <a:lnTo>
                  <a:pt x="626" y="5286"/>
                </a:lnTo>
                <a:cubicBezTo>
                  <a:pt x="394" y="5394"/>
                  <a:pt x="246" y="5627"/>
                  <a:pt x="246" y="5883"/>
                </a:cubicBezTo>
                <a:lnTo>
                  <a:pt x="246" y="12719"/>
                </a:lnTo>
                <a:cubicBezTo>
                  <a:pt x="246" y="13084"/>
                  <a:pt x="542" y="13381"/>
                  <a:pt x="908" y="13381"/>
                </a:cubicBezTo>
                <a:lnTo>
                  <a:pt x="956" y="13381"/>
                </a:lnTo>
                <a:cubicBezTo>
                  <a:pt x="1322" y="13381"/>
                  <a:pt x="1618" y="13084"/>
                  <a:pt x="1618" y="12719"/>
                </a:cubicBezTo>
                <a:lnTo>
                  <a:pt x="1618" y="5883"/>
                </a:lnTo>
                <a:cubicBezTo>
                  <a:pt x="1618" y="5627"/>
                  <a:pt x="1470" y="5395"/>
                  <a:pt x="1239" y="5286"/>
                </a:cubicBezTo>
                <a:lnTo>
                  <a:pt x="1239" y="3336"/>
                </a:lnTo>
                <a:lnTo>
                  <a:pt x="1625" y="3336"/>
                </a:lnTo>
                <a:cubicBezTo>
                  <a:pt x="1756" y="3336"/>
                  <a:pt x="1863" y="3229"/>
                  <a:pt x="1863" y="3098"/>
                </a:cubicBezTo>
                <a:lnTo>
                  <a:pt x="1863" y="203"/>
                </a:lnTo>
                <a:lnTo>
                  <a:pt x="1862" y="202"/>
                </a:lnTo>
                <a:cubicBezTo>
                  <a:pt x="1863" y="91"/>
                  <a:pt x="1772" y="1"/>
                  <a:pt x="16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72" name="Google Shape;1072;p60"/>
          <p:cNvSpPr/>
          <p:nvPr/>
        </p:nvSpPr>
        <p:spPr>
          <a:xfrm>
            <a:off x="3961574" y="2526798"/>
            <a:ext cx="180563" cy="220294"/>
          </a:xfrm>
          <a:custGeom>
            <a:avLst/>
            <a:gdLst/>
            <a:ahLst/>
            <a:cxnLst/>
            <a:rect l="l" t="t" r="r" b="b"/>
            <a:pathLst>
              <a:path w="9630" h="11749" extrusionOk="0">
                <a:moveTo>
                  <a:pt x="9050" y="1"/>
                </a:moveTo>
                <a:lnTo>
                  <a:pt x="9050" y="2"/>
                </a:lnTo>
                <a:lnTo>
                  <a:pt x="7591" y="2"/>
                </a:lnTo>
                <a:cubicBezTo>
                  <a:pt x="7272" y="2"/>
                  <a:pt x="7013" y="260"/>
                  <a:pt x="7013" y="580"/>
                </a:cubicBezTo>
                <a:lnTo>
                  <a:pt x="7013" y="4398"/>
                </a:lnTo>
                <a:lnTo>
                  <a:pt x="2617" y="4398"/>
                </a:lnTo>
                <a:lnTo>
                  <a:pt x="2617" y="580"/>
                </a:lnTo>
                <a:cubicBezTo>
                  <a:pt x="2617" y="261"/>
                  <a:pt x="2358" y="2"/>
                  <a:pt x="2040" y="2"/>
                </a:cubicBezTo>
                <a:cubicBezTo>
                  <a:pt x="2039" y="2"/>
                  <a:pt x="2038" y="2"/>
                  <a:pt x="2037" y="2"/>
                </a:cubicBezTo>
                <a:lnTo>
                  <a:pt x="580" y="2"/>
                </a:lnTo>
                <a:cubicBezTo>
                  <a:pt x="579" y="2"/>
                  <a:pt x="579" y="2"/>
                  <a:pt x="578" y="2"/>
                </a:cubicBezTo>
                <a:cubicBezTo>
                  <a:pt x="259" y="2"/>
                  <a:pt x="1" y="261"/>
                  <a:pt x="1" y="580"/>
                </a:cubicBezTo>
                <a:lnTo>
                  <a:pt x="1" y="11169"/>
                </a:lnTo>
                <a:cubicBezTo>
                  <a:pt x="1" y="11489"/>
                  <a:pt x="260" y="11749"/>
                  <a:pt x="580" y="11749"/>
                </a:cubicBezTo>
                <a:lnTo>
                  <a:pt x="2037" y="11749"/>
                </a:lnTo>
                <a:cubicBezTo>
                  <a:pt x="2357" y="11749"/>
                  <a:pt x="2617" y="11489"/>
                  <a:pt x="2617" y="11169"/>
                </a:cubicBezTo>
                <a:lnTo>
                  <a:pt x="2617" y="6933"/>
                </a:lnTo>
                <a:lnTo>
                  <a:pt x="7013" y="6933"/>
                </a:lnTo>
                <a:lnTo>
                  <a:pt x="7013" y="11169"/>
                </a:lnTo>
                <a:cubicBezTo>
                  <a:pt x="7013" y="11489"/>
                  <a:pt x="7272" y="11749"/>
                  <a:pt x="7591" y="11749"/>
                </a:cubicBezTo>
                <a:lnTo>
                  <a:pt x="9050" y="11749"/>
                </a:lnTo>
                <a:cubicBezTo>
                  <a:pt x="9369" y="11749"/>
                  <a:pt x="9629" y="11489"/>
                  <a:pt x="9629" y="11169"/>
                </a:cubicBezTo>
                <a:lnTo>
                  <a:pt x="9629" y="580"/>
                </a:lnTo>
                <a:cubicBezTo>
                  <a:pt x="9629" y="260"/>
                  <a:pt x="9369" y="1"/>
                  <a:pt x="90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73" name="Google Shape;1073;p60"/>
          <p:cNvSpPr/>
          <p:nvPr/>
        </p:nvSpPr>
        <p:spPr>
          <a:xfrm>
            <a:off x="4231792" y="2510204"/>
            <a:ext cx="208519" cy="253481"/>
          </a:xfrm>
          <a:custGeom>
            <a:avLst/>
            <a:gdLst/>
            <a:ahLst/>
            <a:cxnLst/>
            <a:rect l="l" t="t" r="r" b="b"/>
            <a:pathLst>
              <a:path w="11121" h="13519" extrusionOk="0">
                <a:moveTo>
                  <a:pt x="4101" y="1221"/>
                </a:moveTo>
                <a:lnTo>
                  <a:pt x="4101" y="5407"/>
                </a:lnTo>
                <a:lnTo>
                  <a:pt x="4360" y="5449"/>
                </a:lnTo>
                <a:cubicBezTo>
                  <a:pt x="5308" y="5600"/>
                  <a:pt x="6099" y="6137"/>
                  <a:pt x="6571" y="6880"/>
                </a:cubicBezTo>
                <a:lnTo>
                  <a:pt x="6571" y="7293"/>
                </a:lnTo>
                <a:lnTo>
                  <a:pt x="6223" y="8027"/>
                </a:lnTo>
                <a:lnTo>
                  <a:pt x="653" y="8027"/>
                </a:lnTo>
                <a:cubicBezTo>
                  <a:pt x="864" y="6715"/>
                  <a:pt x="1917" y="5665"/>
                  <a:pt x="3313" y="5446"/>
                </a:cubicBezTo>
                <a:lnTo>
                  <a:pt x="3571" y="5406"/>
                </a:lnTo>
                <a:lnTo>
                  <a:pt x="3571" y="1221"/>
                </a:lnTo>
                <a:close/>
                <a:moveTo>
                  <a:pt x="8144" y="4106"/>
                </a:moveTo>
                <a:lnTo>
                  <a:pt x="8144" y="7431"/>
                </a:lnTo>
                <a:lnTo>
                  <a:pt x="9106" y="9454"/>
                </a:lnTo>
                <a:lnTo>
                  <a:pt x="7538" y="9454"/>
                </a:lnTo>
                <a:cubicBezTo>
                  <a:pt x="7786" y="8528"/>
                  <a:pt x="7659" y="7541"/>
                  <a:pt x="7184" y="6706"/>
                </a:cubicBezTo>
                <a:lnTo>
                  <a:pt x="7184" y="4106"/>
                </a:lnTo>
                <a:close/>
                <a:moveTo>
                  <a:pt x="2769" y="0"/>
                </a:moveTo>
                <a:cubicBezTo>
                  <a:pt x="2561" y="0"/>
                  <a:pt x="2392" y="169"/>
                  <a:pt x="2392" y="377"/>
                </a:cubicBezTo>
                <a:cubicBezTo>
                  <a:pt x="2392" y="586"/>
                  <a:pt x="2561" y="755"/>
                  <a:pt x="2769" y="755"/>
                </a:cubicBezTo>
                <a:cubicBezTo>
                  <a:pt x="2771" y="755"/>
                  <a:pt x="2774" y="755"/>
                  <a:pt x="2777" y="754"/>
                </a:cubicBezTo>
                <a:lnTo>
                  <a:pt x="2959" y="754"/>
                </a:lnTo>
                <a:lnTo>
                  <a:pt x="2959" y="4891"/>
                </a:lnTo>
                <a:cubicBezTo>
                  <a:pt x="1229" y="5279"/>
                  <a:pt x="0" y="6765"/>
                  <a:pt x="0" y="8515"/>
                </a:cubicBezTo>
                <a:cubicBezTo>
                  <a:pt x="0" y="10567"/>
                  <a:pt x="1718" y="12236"/>
                  <a:pt x="3831" y="12236"/>
                </a:cubicBezTo>
                <a:cubicBezTo>
                  <a:pt x="3983" y="12236"/>
                  <a:pt x="4134" y="12227"/>
                  <a:pt x="4285" y="12209"/>
                </a:cubicBezTo>
                <a:lnTo>
                  <a:pt x="4285" y="12209"/>
                </a:lnTo>
                <a:cubicBezTo>
                  <a:pt x="4234" y="12506"/>
                  <a:pt x="4293" y="12811"/>
                  <a:pt x="4453" y="13067"/>
                </a:cubicBezTo>
                <a:cubicBezTo>
                  <a:pt x="4634" y="13354"/>
                  <a:pt x="4918" y="13519"/>
                  <a:pt x="5231" y="13519"/>
                </a:cubicBezTo>
                <a:lnTo>
                  <a:pt x="10098" y="13519"/>
                </a:lnTo>
                <a:cubicBezTo>
                  <a:pt x="10410" y="13519"/>
                  <a:pt x="10693" y="13354"/>
                  <a:pt x="10876" y="13067"/>
                </a:cubicBezTo>
                <a:cubicBezTo>
                  <a:pt x="11095" y="12717"/>
                  <a:pt x="11120" y="12266"/>
                  <a:pt x="10941" y="11888"/>
                </a:cubicBezTo>
                <a:lnTo>
                  <a:pt x="10941" y="11888"/>
                </a:lnTo>
                <a:lnTo>
                  <a:pt x="10941" y="11889"/>
                </a:lnTo>
                <a:lnTo>
                  <a:pt x="8756" y="7293"/>
                </a:lnTo>
                <a:lnTo>
                  <a:pt x="8756" y="3800"/>
                </a:lnTo>
                <a:lnTo>
                  <a:pt x="8794" y="3800"/>
                </a:lnTo>
                <a:cubicBezTo>
                  <a:pt x="8953" y="3800"/>
                  <a:pt x="9081" y="3672"/>
                  <a:pt x="9081" y="3513"/>
                </a:cubicBezTo>
                <a:lnTo>
                  <a:pt x="9081" y="3408"/>
                </a:lnTo>
                <a:cubicBezTo>
                  <a:pt x="9081" y="3250"/>
                  <a:pt x="8953" y="3121"/>
                  <a:pt x="8794" y="3121"/>
                </a:cubicBezTo>
                <a:lnTo>
                  <a:pt x="6534" y="3121"/>
                </a:lnTo>
                <a:cubicBezTo>
                  <a:pt x="6376" y="3121"/>
                  <a:pt x="6247" y="3250"/>
                  <a:pt x="6247" y="3408"/>
                </a:cubicBezTo>
                <a:lnTo>
                  <a:pt x="6247" y="3513"/>
                </a:lnTo>
                <a:cubicBezTo>
                  <a:pt x="6247" y="3672"/>
                  <a:pt x="6376" y="3800"/>
                  <a:pt x="6534" y="3800"/>
                </a:cubicBezTo>
                <a:lnTo>
                  <a:pt x="6571" y="3800"/>
                </a:lnTo>
                <a:lnTo>
                  <a:pt x="6571" y="5910"/>
                </a:lnTo>
                <a:cubicBezTo>
                  <a:pt x="6060" y="5404"/>
                  <a:pt x="5416" y="5052"/>
                  <a:pt x="4714" y="4893"/>
                </a:cubicBezTo>
                <a:lnTo>
                  <a:pt x="4714" y="754"/>
                </a:lnTo>
                <a:lnTo>
                  <a:pt x="4885" y="754"/>
                </a:lnTo>
                <a:cubicBezTo>
                  <a:pt x="4888" y="755"/>
                  <a:pt x="4891" y="755"/>
                  <a:pt x="4893" y="755"/>
                </a:cubicBezTo>
                <a:cubicBezTo>
                  <a:pt x="5101" y="755"/>
                  <a:pt x="5270" y="586"/>
                  <a:pt x="5270" y="377"/>
                </a:cubicBezTo>
                <a:cubicBezTo>
                  <a:pt x="5270" y="169"/>
                  <a:pt x="5101" y="0"/>
                  <a:pt x="4893" y="0"/>
                </a:cubicBezTo>
                <a:cubicBezTo>
                  <a:pt x="4891" y="0"/>
                  <a:pt x="4888" y="0"/>
                  <a:pt x="4885" y="0"/>
                </a:cubicBezTo>
                <a:lnTo>
                  <a:pt x="2777" y="0"/>
                </a:lnTo>
                <a:cubicBezTo>
                  <a:pt x="2774" y="0"/>
                  <a:pt x="2771" y="0"/>
                  <a:pt x="276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74" name="Google Shape;1074;p60"/>
          <p:cNvSpPr/>
          <p:nvPr/>
        </p:nvSpPr>
        <p:spPr>
          <a:xfrm>
            <a:off x="4529965" y="2540335"/>
            <a:ext cx="255413" cy="193219"/>
          </a:xfrm>
          <a:custGeom>
            <a:avLst/>
            <a:gdLst/>
            <a:ahLst/>
            <a:cxnLst/>
            <a:rect l="l" t="t" r="r" b="b"/>
            <a:pathLst>
              <a:path w="13622" h="10305" extrusionOk="0">
                <a:moveTo>
                  <a:pt x="3481" y="3526"/>
                </a:moveTo>
                <a:lnTo>
                  <a:pt x="3481" y="7207"/>
                </a:lnTo>
                <a:lnTo>
                  <a:pt x="632" y="7207"/>
                </a:lnTo>
                <a:lnTo>
                  <a:pt x="632" y="3526"/>
                </a:lnTo>
                <a:close/>
                <a:moveTo>
                  <a:pt x="8291" y="3526"/>
                </a:moveTo>
                <a:lnTo>
                  <a:pt x="8291" y="7207"/>
                </a:lnTo>
                <a:lnTo>
                  <a:pt x="5443" y="7207"/>
                </a:lnTo>
                <a:lnTo>
                  <a:pt x="5443" y="3526"/>
                </a:lnTo>
                <a:close/>
                <a:moveTo>
                  <a:pt x="12991" y="3526"/>
                </a:moveTo>
                <a:lnTo>
                  <a:pt x="12991" y="7207"/>
                </a:lnTo>
                <a:lnTo>
                  <a:pt x="10143" y="7207"/>
                </a:lnTo>
                <a:lnTo>
                  <a:pt x="10143" y="3526"/>
                </a:lnTo>
                <a:close/>
                <a:moveTo>
                  <a:pt x="1369" y="0"/>
                </a:moveTo>
                <a:cubicBezTo>
                  <a:pt x="1117" y="5"/>
                  <a:pt x="914" y="212"/>
                  <a:pt x="914" y="463"/>
                </a:cubicBezTo>
                <a:cubicBezTo>
                  <a:pt x="914" y="716"/>
                  <a:pt x="1117" y="923"/>
                  <a:pt x="1369" y="928"/>
                </a:cubicBezTo>
                <a:lnTo>
                  <a:pt x="1714" y="928"/>
                </a:lnTo>
                <a:lnTo>
                  <a:pt x="1714" y="1040"/>
                </a:lnTo>
                <a:cubicBezTo>
                  <a:pt x="743" y="1204"/>
                  <a:pt x="1" y="2050"/>
                  <a:pt x="1" y="3067"/>
                </a:cubicBezTo>
                <a:lnTo>
                  <a:pt x="1" y="9378"/>
                </a:lnTo>
                <a:cubicBezTo>
                  <a:pt x="2" y="9890"/>
                  <a:pt x="415" y="10303"/>
                  <a:pt x="927" y="10303"/>
                </a:cubicBezTo>
                <a:lnTo>
                  <a:pt x="3186" y="10303"/>
                </a:lnTo>
                <a:cubicBezTo>
                  <a:pt x="3696" y="10303"/>
                  <a:pt x="4110" y="9888"/>
                  <a:pt x="4111" y="9378"/>
                </a:cubicBezTo>
                <a:lnTo>
                  <a:pt x="4111" y="3067"/>
                </a:lnTo>
                <a:cubicBezTo>
                  <a:pt x="4111" y="2050"/>
                  <a:pt x="3368" y="1204"/>
                  <a:pt x="2397" y="1040"/>
                </a:cubicBezTo>
                <a:lnTo>
                  <a:pt x="2398" y="1040"/>
                </a:lnTo>
                <a:lnTo>
                  <a:pt x="2398" y="928"/>
                </a:lnTo>
                <a:lnTo>
                  <a:pt x="2743" y="928"/>
                </a:lnTo>
                <a:cubicBezTo>
                  <a:pt x="2995" y="923"/>
                  <a:pt x="3198" y="716"/>
                  <a:pt x="3198" y="463"/>
                </a:cubicBezTo>
                <a:cubicBezTo>
                  <a:pt x="3198" y="212"/>
                  <a:pt x="2995" y="5"/>
                  <a:pt x="2743" y="0"/>
                </a:cubicBezTo>
                <a:close/>
                <a:moveTo>
                  <a:pt x="10872" y="0"/>
                </a:moveTo>
                <a:cubicBezTo>
                  <a:pt x="10618" y="0"/>
                  <a:pt x="10409" y="208"/>
                  <a:pt x="10409" y="463"/>
                </a:cubicBezTo>
                <a:cubicBezTo>
                  <a:pt x="10409" y="721"/>
                  <a:pt x="10619" y="928"/>
                  <a:pt x="10874" y="928"/>
                </a:cubicBezTo>
                <a:cubicBezTo>
                  <a:pt x="10876" y="928"/>
                  <a:pt x="10879" y="928"/>
                  <a:pt x="10881" y="928"/>
                </a:cubicBezTo>
                <a:lnTo>
                  <a:pt x="11226" y="928"/>
                </a:lnTo>
                <a:lnTo>
                  <a:pt x="11226" y="1040"/>
                </a:lnTo>
                <a:cubicBezTo>
                  <a:pt x="10254" y="1204"/>
                  <a:pt x="9512" y="2050"/>
                  <a:pt x="9512" y="3067"/>
                </a:cubicBezTo>
                <a:lnTo>
                  <a:pt x="9512" y="9378"/>
                </a:lnTo>
                <a:cubicBezTo>
                  <a:pt x="9513" y="9890"/>
                  <a:pt x="9927" y="10303"/>
                  <a:pt x="10438" y="10303"/>
                </a:cubicBezTo>
                <a:lnTo>
                  <a:pt x="12697" y="10303"/>
                </a:lnTo>
                <a:cubicBezTo>
                  <a:pt x="13207" y="10303"/>
                  <a:pt x="13621" y="9888"/>
                  <a:pt x="13622" y="9378"/>
                </a:cubicBezTo>
                <a:lnTo>
                  <a:pt x="13622" y="3067"/>
                </a:lnTo>
                <a:cubicBezTo>
                  <a:pt x="13622" y="2050"/>
                  <a:pt x="12880" y="1204"/>
                  <a:pt x="11908" y="1040"/>
                </a:cubicBezTo>
                <a:lnTo>
                  <a:pt x="11908" y="928"/>
                </a:lnTo>
                <a:lnTo>
                  <a:pt x="12253" y="928"/>
                </a:lnTo>
                <a:cubicBezTo>
                  <a:pt x="12506" y="923"/>
                  <a:pt x="12709" y="716"/>
                  <a:pt x="12709" y="463"/>
                </a:cubicBezTo>
                <a:cubicBezTo>
                  <a:pt x="12709" y="212"/>
                  <a:pt x="12506" y="5"/>
                  <a:pt x="12253" y="0"/>
                </a:cubicBezTo>
                <a:lnTo>
                  <a:pt x="10881" y="0"/>
                </a:lnTo>
                <a:cubicBezTo>
                  <a:pt x="10878" y="0"/>
                  <a:pt x="10875" y="0"/>
                  <a:pt x="10872" y="0"/>
                </a:cubicBezTo>
                <a:close/>
                <a:moveTo>
                  <a:pt x="6181" y="0"/>
                </a:moveTo>
                <a:cubicBezTo>
                  <a:pt x="5928" y="5"/>
                  <a:pt x="5726" y="212"/>
                  <a:pt x="5726" y="463"/>
                </a:cubicBezTo>
                <a:cubicBezTo>
                  <a:pt x="5726" y="716"/>
                  <a:pt x="5928" y="923"/>
                  <a:pt x="6181" y="928"/>
                </a:cubicBezTo>
                <a:lnTo>
                  <a:pt x="6526" y="928"/>
                </a:lnTo>
                <a:lnTo>
                  <a:pt x="6526" y="1040"/>
                </a:lnTo>
                <a:cubicBezTo>
                  <a:pt x="5554" y="1204"/>
                  <a:pt x="4812" y="2050"/>
                  <a:pt x="4812" y="3067"/>
                </a:cubicBezTo>
                <a:lnTo>
                  <a:pt x="4812" y="9378"/>
                </a:lnTo>
                <a:cubicBezTo>
                  <a:pt x="4812" y="9890"/>
                  <a:pt x="5227" y="10304"/>
                  <a:pt x="5738" y="10304"/>
                </a:cubicBezTo>
                <a:lnTo>
                  <a:pt x="7997" y="10304"/>
                </a:lnTo>
                <a:cubicBezTo>
                  <a:pt x="8507" y="10303"/>
                  <a:pt x="8921" y="9890"/>
                  <a:pt x="8922" y="9379"/>
                </a:cubicBezTo>
                <a:lnTo>
                  <a:pt x="8922" y="3067"/>
                </a:lnTo>
                <a:cubicBezTo>
                  <a:pt x="8922" y="2050"/>
                  <a:pt x="8180" y="1204"/>
                  <a:pt x="7208" y="1040"/>
                </a:cubicBezTo>
                <a:lnTo>
                  <a:pt x="7208" y="928"/>
                </a:lnTo>
                <a:lnTo>
                  <a:pt x="7553" y="928"/>
                </a:lnTo>
                <a:cubicBezTo>
                  <a:pt x="7806" y="923"/>
                  <a:pt x="8008" y="716"/>
                  <a:pt x="8008" y="463"/>
                </a:cubicBezTo>
                <a:cubicBezTo>
                  <a:pt x="8008" y="212"/>
                  <a:pt x="7806" y="5"/>
                  <a:pt x="755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75" name="Google Shape;1075;p60"/>
          <p:cNvSpPr/>
          <p:nvPr/>
        </p:nvSpPr>
        <p:spPr>
          <a:xfrm>
            <a:off x="5497067" y="2529685"/>
            <a:ext cx="230100" cy="214519"/>
          </a:xfrm>
          <a:custGeom>
            <a:avLst/>
            <a:gdLst/>
            <a:ahLst/>
            <a:cxnLst/>
            <a:rect l="l" t="t" r="r" b="b"/>
            <a:pathLst>
              <a:path w="12272" h="11441" extrusionOk="0">
                <a:moveTo>
                  <a:pt x="3200" y="0"/>
                </a:moveTo>
                <a:cubicBezTo>
                  <a:pt x="2888" y="2"/>
                  <a:pt x="2586" y="115"/>
                  <a:pt x="2351" y="321"/>
                </a:cubicBezTo>
                <a:lnTo>
                  <a:pt x="279" y="2115"/>
                </a:lnTo>
                <a:cubicBezTo>
                  <a:pt x="170" y="2210"/>
                  <a:pt x="142" y="2368"/>
                  <a:pt x="212" y="2495"/>
                </a:cubicBezTo>
                <a:lnTo>
                  <a:pt x="1178" y="4241"/>
                </a:lnTo>
                <a:cubicBezTo>
                  <a:pt x="1233" y="4341"/>
                  <a:pt x="1337" y="4399"/>
                  <a:pt x="1445" y="4399"/>
                </a:cubicBezTo>
                <a:cubicBezTo>
                  <a:pt x="1484" y="4399"/>
                  <a:pt x="1524" y="4392"/>
                  <a:pt x="1561" y="4376"/>
                </a:cubicBezTo>
                <a:lnTo>
                  <a:pt x="2503" y="3992"/>
                </a:lnTo>
                <a:lnTo>
                  <a:pt x="2221" y="6126"/>
                </a:lnTo>
                <a:lnTo>
                  <a:pt x="422" y="5654"/>
                </a:lnTo>
                <a:cubicBezTo>
                  <a:pt x="395" y="5647"/>
                  <a:pt x="367" y="5643"/>
                  <a:pt x="340" y="5643"/>
                </a:cubicBezTo>
                <a:cubicBezTo>
                  <a:pt x="205" y="5643"/>
                  <a:pt x="81" y="5734"/>
                  <a:pt x="44" y="5872"/>
                </a:cubicBezTo>
                <a:cubicBezTo>
                  <a:pt x="1" y="6037"/>
                  <a:pt x="102" y="6206"/>
                  <a:pt x="267" y="6246"/>
                </a:cubicBezTo>
                <a:lnTo>
                  <a:pt x="2141" y="6737"/>
                </a:lnTo>
                <a:lnTo>
                  <a:pt x="1567" y="11094"/>
                </a:lnTo>
                <a:cubicBezTo>
                  <a:pt x="1542" y="11277"/>
                  <a:pt x="1686" y="11440"/>
                  <a:pt x="1871" y="11440"/>
                </a:cubicBezTo>
                <a:lnTo>
                  <a:pt x="10408" y="11440"/>
                </a:lnTo>
                <a:cubicBezTo>
                  <a:pt x="10577" y="11440"/>
                  <a:pt x="10714" y="11302"/>
                  <a:pt x="10714" y="11133"/>
                </a:cubicBezTo>
                <a:cubicBezTo>
                  <a:pt x="10714" y="11110"/>
                  <a:pt x="10712" y="11089"/>
                  <a:pt x="10707" y="11066"/>
                </a:cubicBezTo>
                <a:lnTo>
                  <a:pt x="10137" y="6737"/>
                </a:lnTo>
                <a:lnTo>
                  <a:pt x="12009" y="6246"/>
                </a:lnTo>
                <a:cubicBezTo>
                  <a:pt x="12174" y="6204"/>
                  <a:pt x="12271" y="6037"/>
                  <a:pt x="12229" y="5873"/>
                </a:cubicBezTo>
                <a:cubicBezTo>
                  <a:pt x="12192" y="5735"/>
                  <a:pt x="12068" y="5644"/>
                  <a:pt x="11933" y="5644"/>
                </a:cubicBezTo>
                <a:cubicBezTo>
                  <a:pt x="11907" y="5644"/>
                  <a:pt x="11881" y="5648"/>
                  <a:pt x="11855" y="5654"/>
                </a:cubicBezTo>
                <a:lnTo>
                  <a:pt x="10057" y="6126"/>
                </a:lnTo>
                <a:lnTo>
                  <a:pt x="9775" y="3993"/>
                </a:lnTo>
                <a:lnTo>
                  <a:pt x="9775" y="3993"/>
                </a:lnTo>
                <a:lnTo>
                  <a:pt x="10716" y="4376"/>
                </a:lnTo>
                <a:cubicBezTo>
                  <a:pt x="10754" y="4392"/>
                  <a:pt x="10793" y="4399"/>
                  <a:pt x="10832" y="4399"/>
                </a:cubicBezTo>
                <a:cubicBezTo>
                  <a:pt x="10940" y="4399"/>
                  <a:pt x="11045" y="4341"/>
                  <a:pt x="11100" y="4241"/>
                </a:cubicBezTo>
                <a:lnTo>
                  <a:pt x="12066" y="2495"/>
                </a:lnTo>
                <a:cubicBezTo>
                  <a:pt x="12136" y="2368"/>
                  <a:pt x="12108" y="2210"/>
                  <a:pt x="11998" y="2115"/>
                </a:cubicBezTo>
                <a:lnTo>
                  <a:pt x="9927" y="321"/>
                </a:lnTo>
                <a:cubicBezTo>
                  <a:pt x="9691" y="115"/>
                  <a:pt x="9390" y="2"/>
                  <a:pt x="9077" y="0"/>
                </a:cubicBezTo>
                <a:lnTo>
                  <a:pt x="7664" y="0"/>
                </a:lnTo>
                <a:cubicBezTo>
                  <a:pt x="7495" y="0"/>
                  <a:pt x="7358" y="137"/>
                  <a:pt x="7358" y="306"/>
                </a:cubicBezTo>
                <a:cubicBezTo>
                  <a:pt x="7358" y="619"/>
                  <a:pt x="7131" y="874"/>
                  <a:pt x="6853" y="874"/>
                </a:cubicBezTo>
                <a:lnTo>
                  <a:pt x="5423" y="874"/>
                </a:lnTo>
                <a:cubicBezTo>
                  <a:pt x="5145" y="874"/>
                  <a:pt x="4919" y="619"/>
                  <a:pt x="4919" y="306"/>
                </a:cubicBezTo>
                <a:cubicBezTo>
                  <a:pt x="4919" y="137"/>
                  <a:pt x="4781" y="0"/>
                  <a:pt x="46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76" name="Google Shape;1076;p60"/>
          <p:cNvSpPr/>
          <p:nvPr/>
        </p:nvSpPr>
        <p:spPr>
          <a:xfrm>
            <a:off x="4875033" y="2562825"/>
            <a:ext cx="239006" cy="148238"/>
          </a:xfrm>
          <a:custGeom>
            <a:avLst/>
            <a:gdLst/>
            <a:ahLst/>
            <a:cxnLst/>
            <a:rect l="l" t="t" r="r" b="b"/>
            <a:pathLst>
              <a:path w="12747" h="7906" extrusionOk="0">
                <a:moveTo>
                  <a:pt x="1735" y="2623"/>
                </a:moveTo>
                <a:cubicBezTo>
                  <a:pt x="1573" y="2623"/>
                  <a:pt x="1442" y="2747"/>
                  <a:pt x="1442" y="2900"/>
                </a:cubicBezTo>
                <a:cubicBezTo>
                  <a:pt x="1442" y="3053"/>
                  <a:pt x="1573" y="3177"/>
                  <a:pt x="1735" y="3177"/>
                </a:cubicBezTo>
                <a:cubicBezTo>
                  <a:pt x="1896" y="3177"/>
                  <a:pt x="2028" y="3053"/>
                  <a:pt x="2028" y="2900"/>
                </a:cubicBezTo>
                <a:cubicBezTo>
                  <a:pt x="2028" y="2747"/>
                  <a:pt x="1896" y="2623"/>
                  <a:pt x="1735" y="2623"/>
                </a:cubicBezTo>
                <a:close/>
                <a:moveTo>
                  <a:pt x="1734" y="2011"/>
                </a:moveTo>
                <a:cubicBezTo>
                  <a:pt x="2233" y="2011"/>
                  <a:pt x="2639" y="2411"/>
                  <a:pt x="2639" y="2900"/>
                </a:cubicBezTo>
                <a:cubicBezTo>
                  <a:pt x="2639" y="3391"/>
                  <a:pt x="2233" y="3790"/>
                  <a:pt x="1734" y="3790"/>
                </a:cubicBezTo>
                <a:cubicBezTo>
                  <a:pt x="1235" y="3790"/>
                  <a:pt x="829" y="3390"/>
                  <a:pt x="829" y="2900"/>
                </a:cubicBezTo>
                <a:cubicBezTo>
                  <a:pt x="829" y="2411"/>
                  <a:pt x="1235" y="2011"/>
                  <a:pt x="1734" y="2011"/>
                </a:cubicBezTo>
                <a:close/>
                <a:moveTo>
                  <a:pt x="10129" y="3414"/>
                </a:moveTo>
                <a:cubicBezTo>
                  <a:pt x="10286" y="3538"/>
                  <a:pt x="10656" y="3844"/>
                  <a:pt x="10898" y="4183"/>
                </a:cubicBezTo>
                <a:cubicBezTo>
                  <a:pt x="11056" y="4406"/>
                  <a:pt x="11193" y="4693"/>
                  <a:pt x="11290" y="4924"/>
                </a:cubicBezTo>
                <a:lnTo>
                  <a:pt x="10028" y="4924"/>
                </a:lnTo>
                <a:cubicBezTo>
                  <a:pt x="10027" y="4924"/>
                  <a:pt x="10026" y="4924"/>
                  <a:pt x="10025" y="4924"/>
                </a:cubicBezTo>
                <a:cubicBezTo>
                  <a:pt x="9631" y="4924"/>
                  <a:pt x="9276" y="4684"/>
                  <a:pt x="9130" y="4319"/>
                </a:cubicBezTo>
                <a:lnTo>
                  <a:pt x="8857" y="3640"/>
                </a:lnTo>
                <a:lnTo>
                  <a:pt x="8858" y="3640"/>
                </a:lnTo>
                <a:cubicBezTo>
                  <a:pt x="8814" y="3532"/>
                  <a:pt x="8893" y="3414"/>
                  <a:pt x="9011" y="3414"/>
                </a:cubicBezTo>
                <a:close/>
                <a:moveTo>
                  <a:pt x="6946" y="2943"/>
                </a:moveTo>
                <a:cubicBezTo>
                  <a:pt x="7173" y="2943"/>
                  <a:pt x="7357" y="3127"/>
                  <a:pt x="7357" y="3354"/>
                </a:cubicBezTo>
                <a:lnTo>
                  <a:pt x="7357" y="3732"/>
                </a:lnTo>
                <a:lnTo>
                  <a:pt x="7735" y="3732"/>
                </a:lnTo>
                <a:cubicBezTo>
                  <a:pt x="7962" y="3732"/>
                  <a:pt x="8146" y="3915"/>
                  <a:pt x="8146" y="4143"/>
                </a:cubicBezTo>
                <a:lnTo>
                  <a:pt x="8146" y="4194"/>
                </a:lnTo>
                <a:cubicBezTo>
                  <a:pt x="8146" y="4421"/>
                  <a:pt x="7962" y="4605"/>
                  <a:pt x="7736" y="4605"/>
                </a:cubicBezTo>
                <a:lnTo>
                  <a:pt x="7357" y="4605"/>
                </a:lnTo>
                <a:lnTo>
                  <a:pt x="7357" y="4984"/>
                </a:lnTo>
                <a:cubicBezTo>
                  <a:pt x="7357" y="5211"/>
                  <a:pt x="7173" y="5394"/>
                  <a:pt x="6946" y="5394"/>
                </a:cubicBezTo>
                <a:lnTo>
                  <a:pt x="6895" y="5394"/>
                </a:lnTo>
                <a:cubicBezTo>
                  <a:pt x="6668" y="5394"/>
                  <a:pt x="6484" y="5211"/>
                  <a:pt x="6484" y="4984"/>
                </a:cubicBezTo>
                <a:lnTo>
                  <a:pt x="6484" y="4606"/>
                </a:lnTo>
                <a:lnTo>
                  <a:pt x="6105" y="4606"/>
                </a:lnTo>
                <a:cubicBezTo>
                  <a:pt x="5878" y="4606"/>
                  <a:pt x="5695" y="4422"/>
                  <a:pt x="5693" y="4196"/>
                </a:cubicBezTo>
                <a:lnTo>
                  <a:pt x="5693" y="4144"/>
                </a:lnTo>
                <a:cubicBezTo>
                  <a:pt x="5693" y="3917"/>
                  <a:pt x="5877" y="3734"/>
                  <a:pt x="6105" y="3732"/>
                </a:cubicBezTo>
                <a:lnTo>
                  <a:pt x="6484" y="3732"/>
                </a:lnTo>
                <a:lnTo>
                  <a:pt x="6484" y="3354"/>
                </a:lnTo>
                <a:cubicBezTo>
                  <a:pt x="6484" y="3127"/>
                  <a:pt x="6668" y="2943"/>
                  <a:pt x="6895" y="2943"/>
                </a:cubicBezTo>
                <a:close/>
                <a:moveTo>
                  <a:pt x="10100" y="6878"/>
                </a:moveTo>
                <a:lnTo>
                  <a:pt x="10190" y="7292"/>
                </a:lnTo>
                <a:lnTo>
                  <a:pt x="8431" y="7292"/>
                </a:lnTo>
                <a:lnTo>
                  <a:pt x="8521" y="6878"/>
                </a:lnTo>
                <a:close/>
                <a:moveTo>
                  <a:pt x="2284" y="0"/>
                </a:moveTo>
                <a:cubicBezTo>
                  <a:pt x="2115" y="0"/>
                  <a:pt x="1979" y="136"/>
                  <a:pt x="1979" y="306"/>
                </a:cubicBezTo>
                <a:cubicBezTo>
                  <a:pt x="1979" y="475"/>
                  <a:pt x="2115" y="612"/>
                  <a:pt x="2284" y="612"/>
                </a:cubicBezTo>
                <a:cubicBezTo>
                  <a:pt x="2287" y="612"/>
                  <a:pt x="2290" y="612"/>
                  <a:pt x="2292" y="612"/>
                </a:cubicBezTo>
                <a:lnTo>
                  <a:pt x="6786" y="612"/>
                </a:lnTo>
                <a:lnTo>
                  <a:pt x="6786" y="1578"/>
                </a:lnTo>
                <a:lnTo>
                  <a:pt x="5468" y="1578"/>
                </a:lnTo>
                <a:cubicBezTo>
                  <a:pt x="5120" y="1578"/>
                  <a:pt x="4838" y="1860"/>
                  <a:pt x="4837" y="2208"/>
                </a:cubicBezTo>
                <a:lnTo>
                  <a:pt x="4837" y="2444"/>
                </a:lnTo>
                <a:cubicBezTo>
                  <a:pt x="4837" y="2451"/>
                  <a:pt x="4838" y="2457"/>
                  <a:pt x="4838" y="2462"/>
                </a:cubicBezTo>
                <a:lnTo>
                  <a:pt x="3323" y="2462"/>
                </a:lnTo>
                <a:cubicBezTo>
                  <a:pt x="3124" y="1799"/>
                  <a:pt x="2488" y="1313"/>
                  <a:pt x="1735" y="1313"/>
                </a:cubicBezTo>
                <a:cubicBezTo>
                  <a:pt x="1600" y="1313"/>
                  <a:pt x="1467" y="1328"/>
                  <a:pt x="1337" y="1359"/>
                </a:cubicBezTo>
                <a:lnTo>
                  <a:pt x="1096" y="793"/>
                </a:lnTo>
                <a:cubicBezTo>
                  <a:pt x="1048" y="681"/>
                  <a:pt x="937" y="607"/>
                  <a:pt x="814" y="607"/>
                </a:cubicBezTo>
                <a:lnTo>
                  <a:pt x="350" y="607"/>
                </a:lnTo>
                <a:cubicBezTo>
                  <a:pt x="146" y="607"/>
                  <a:pt x="0" y="803"/>
                  <a:pt x="56" y="998"/>
                </a:cubicBezTo>
                <a:lnTo>
                  <a:pt x="331" y="1955"/>
                </a:lnTo>
                <a:cubicBezTo>
                  <a:pt x="338" y="1977"/>
                  <a:pt x="348" y="2000"/>
                  <a:pt x="359" y="2021"/>
                </a:cubicBezTo>
                <a:cubicBezTo>
                  <a:pt x="179" y="2278"/>
                  <a:pt x="81" y="2585"/>
                  <a:pt x="81" y="2901"/>
                </a:cubicBezTo>
                <a:cubicBezTo>
                  <a:pt x="81" y="3777"/>
                  <a:pt x="822" y="4489"/>
                  <a:pt x="1735" y="4489"/>
                </a:cubicBezTo>
                <a:cubicBezTo>
                  <a:pt x="1739" y="4489"/>
                  <a:pt x="1742" y="4489"/>
                  <a:pt x="1746" y="4489"/>
                </a:cubicBezTo>
                <a:cubicBezTo>
                  <a:pt x="2259" y="4489"/>
                  <a:pt x="2745" y="4251"/>
                  <a:pt x="3062" y="3846"/>
                </a:cubicBezTo>
                <a:lnTo>
                  <a:pt x="4878" y="4231"/>
                </a:lnTo>
                <a:cubicBezTo>
                  <a:pt x="5334" y="5591"/>
                  <a:pt x="6513" y="6584"/>
                  <a:pt x="7907" y="6823"/>
                </a:cubicBezTo>
                <a:lnTo>
                  <a:pt x="7809" y="7275"/>
                </a:lnTo>
                <a:cubicBezTo>
                  <a:pt x="7808" y="7281"/>
                  <a:pt x="7808" y="7287"/>
                  <a:pt x="7807" y="7293"/>
                </a:cubicBezTo>
                <a:lnTo>
                  <a:pt x="7214" y="7293"/>
                </a:lnTo>
                <a:cubicBezTo>
                  <a:pt x="7212" y="7293"/>
                  <a:pt x="7210" y="7293"/>
                  <a:pt x="7208" y="7293"/>
                </a:cubicBezTo>
                <a:cubicBezTo>
                  <a:pt x="7039" y="7293"/>
                  <a:pt x="6901" y="7430"/>
                  <a:pt x="6901" y="7599"/>
                </a:cubicBezTo>
                <a:cubicBezTo>
                  <a:pt x="6901" y="7769"/>
                  <a:pt x="7039" y="7906"/>
                  <a:pt x="7208" y="7906"/>
                </a:cubicBezTo>
                <a:cubicBezTo>
                  <a:pt x="7210" y="7906"/>
                  <a:pt x="7212" y="7906"/>
                  <a:pt x="7214" y="7906"/>
                </a:cubicBezTo>
                <a:lnTo>
                  <a:pt x="11456" y="7906"/>
                </a:lnTo>
                <a:cubicBezTo>
                  <a:pt x="11623" y="7902"/>
                  <a:pt x="11756" y="7766"/>
                  <a:pt x="11756" y="7599"/>
                </a:cubicBezTo>
                <a:cubicBezTo>
                  <a:pt x="11756" y="7432"/>
                  <a:pt x="11623" y="7297"/>
                  <a:pt x="11456" y="7293"/>
                </a:cubicBezTo>
                <a:lnTo>
                  <a:pt x="10814" y="7293"/>
                </a:lnTo>
                <a:cubicBezTo>
                  <a:pt x="10813" y="7287"/>
                  <a:pt x="10814" y="7281"/>
                  <a:pt x="10812" y="7275"/>
                </a:cubicBezTo>
                <a:lnTo>
                  <a:pt x="10727" y="6879"/>
                </a:lnTo>
                <a:lnTo>
                  <a:pt x="11170" y="6879"/>
                </a:lnTo>
                <a:cubicBezTo>
                  <a:pt x="11725" y="6879"/>
                  <a:pt x="12175" y="6429"/>
                  <a:pt x="12175" y="5875"/>
                </a:cubicBezTo>
                <a:lnTo>
                  <a:pt x="12175" y="5832"/>
                </a:lnTo>
                <a:cubicBezTo>
                  <a:pt x="12175" y="4578"/>
                  <a:pt x="11486" y="3484"/>
                  <a:pt x="10469" y="2904"/>
                </a:cubicBezTo>
                <a:cubicBezTo>
                  <a:pt x="10437" y="2878"/>
                  <a:pt x="10415" y="2863"/>
                  <a:pt x="10412" y="2860"/>
                </a:cubicBezTo>
                <a:cubicBezTo>
                  <a:pt x="10375" y="2835"/>
                  <a:pt x="10333" y="2816"/>
                  <a:pt x="10290" y="2808"/>
                </a:cubicBezTo>
                <a:cubicBezTo>
                  <a:pt x="9888" y="2609"/>
                  <a:pt x="9451" y="2494"/>
                  <a:pt x="9002" y="2468"/>
                </a:cubicBezTo>
                <a:cubicBezTo>
                  <a:pt x="9004" y="2460"/>
                  <a:pt x="9004" y="2453"/>
                  <a:pt x="9004" y="2445"/>
                </a:cubicBezTo>
                <a:lnTo>
                  <a:pt x="9004" y="2208"/>
                </a:lnTo>
                <a:cubicBezTo>
                  <a:pt x="9004" y="1860"/>
                  <a:pt x="8722" y="1578"/>
                  <a:pt x="8374" y="1578"/>
                </a:cubicBezTo>
                <a:lnTo>
                  <a:pt x="7946" y="1578"/>
                </a:lnTo>
                <a:lnTo>
                  <a:pt x="7946" y="612"/>
                </a:lnTo>
                <a:lnTo>
                  <a:pt x="12440" y="612"/>
                </a:lnTo>
                <a:cubicBezTo>
                  <a:pt x="12609" y="612"/>
                  <a:pt x="12746" y="475"/>
                  <a:pt x="12746" y="306"/>
                </a:cubicBezTo>
                <a:cubicBezTo>
                  <a:pt x="12746" y="137"/>
                  <a:pt x="12609" y="0"/>
                  <a:pt x="12440" y="0"/>
                </a:cubicBezTo>
                <a:lnTo>
                  <a:pt x="2292" y="0"/>
                </a:lnTo>
                <a:cubicBezTo>
                  <a:pt x="2290" y="0"/>
                  <a:pt x="2287" y="0"/>
                  <a:pt x="228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77" name="Google Shape;1077;p60"/>
          <p:cNvSpPr/>
          <p:nvPr/>
        </p:nvSpPr>
        <p:spPr>
          <a:xfrm>
            <a:off x="5816823" y="2532169"/>
            <a:ext cx="237769" cy="209550"/>
          </a:xfrm>
          <a:custGeom>
            <a:avLst/>
            <a:gdLst/>
            <a:ahLst/>
            <a:cxnLst/>
            <a:rect l="l" t="t" r="r" b="b"/>
            <a:pathLst>
              <a:path w="12681" h="11176" extrusionOk="0">
                <a:moveTo>
                  <a:pt x="8963" y="613"/>
                </a:moveTo>
                <a:cubicBezTo>
                  <a:pt x="9063" y="613"/>
                  <a:pt x="9163" y="627"/>
                  <a:pt x="9259" y="652"/>
                </a:cubicBezTo>
                <a:cubicBezTo>
                  <a:pt x="9057" y="902"/>
                  <a:pt x="8791" y="1094"/>
                  <a:pt x="8491" y="1208"/>
                </a:cubicBezTo>
                <a:cubicBezTo>
                  <a:pt x="8062" y="1368"/>
                  <a:pt x="7569" y="1398"/>
                  <a:pt x="7262" y="1398"/>
                </a:cubicBezTo>
                <a:cubicBezTo>
                  <a:pt x="7256" y="1398"/>
                  <a:pt x="7250" y="1398"/>
                  <a:pt x="7244" y="1398"/>
                </a:cubicBezTo>
                <a:lnTo>
                  <a:pt x="7244" y="1215"/>
                </a:lnTo>
                <a:lnTo>
                  <a:pt x="8519" y="700"/>
                </a:lnTo>
                <a:cubicBezTo>
                  <a:pt x="8660" y="643"/>
                  <a:pt x="8811" y="613"/>
                  <a:pt x="8963" y="613"/>
                </a:cubicBezTo>
                <a:close/>
                <a:moveTo>
                  <a:pt x="3729" y="613"/>
                </a:moveTo>
                <a:cubicBezTo>
                  <a:pt x="3881" y="613"/>
                  <a:pt x="4032" y="643"/>
                  <a:pt x="4173" y="700"/>
                </a:cubicBezTo>
                <a:lnTo>
                  <a:pt x="5448" y="1215"/>
                </a:lnTo>
                <a:lnTo>
                  <a:pt x="5448" y="1399"/>
                </a:lnTo>
                <a:cubicBezTo>
                  <a:pt x="5442" y="1399"/>
                  <a:pt x="5436" y="1399"/>
                  <a:pt x="5430" y="1399"/>
                </a:cubicBezTo>
                <a:cubicBezTo>
                  <a:pt x="5124" y="1399"/>
                  <a:pt x="4632" y="1369"/>
                  <a:pt x="4201" y="1208"/>
                </a:cubicBezTo>
                <a:cubicBezTo>
                  <a:pt x="3900" y="1094"/>
                  <a:pt x="3635" y="902"/>
                  <a:pt x="3433" y="652"/>
                </a:cubicBezTo>
                <a:cubicBezTo>
                  <a:pt x="3529" y="627"/>
                  <a:pt x="3629" y="613"/>
                  <a:pt x="3729" y="613"/>
                </a:cubicBezTo>
                <a:close/>
                <a:moveTo>
                  <a:pt x="9802" y="950"/>
                </a:moveTo>
                <a:cubicBezTo>
                  <a:pt x="9926" y="1061"/>
                  <a:pt x="10033" y="1191"/>
                  <a:pt x="10118" y="1335"/>
                </a:cubicBezTo>
                <a:cubicBezTo>
                  <a:pt x="10178" y="1435"/>
                  <a:pt x="10240" y="1540"/>
                  <a:pt x="10303" y="1652"/>
                </a:cubicBezTo>
                <a:lnTo>
                  <a:pt x="10302" y="1652"/>
                </a:lnTo>
                <a:cubicBezTo>
                  <a:pt x="10015" y="1831"/>
                  <a:pt x="9294" y="2250"/>
                  <a:pt x="8598" y="2391"/>
                </a:cubicBezTo>
                <a:cubicBezTo>
                  <a:pt x="8331" y="2445"/>
                  <a:pt x="8059" y="2472"/>
                  <a:pt x="7787" y="2472"/>
                </a:cubicBezTo>
                <a:cubicBezTo>
                  <a:pt x="7606" y="2472"/>
                  <a:pt x="7425" y="2460"/>
                  <a:pt x="7244" y="2436"/>
                </a:cubicBezTo>
                <a:lnTo>
                  <a:pt x="7244" y="2010"/>
                </a:lnTo>
                <a:lnTo>
                  <a:pt x="7263" y="2010"/>
                </a:lnTo>
                <a:cubicBezTo>
                  <a:pt x="7620" y="2010"/>
                  <a:pt x="8189" y="1974"/>
                  <a:pt x="8705" y="1781"/>
                </a:cubicBezTo>
                <a:cubicBezTo>
                  <a:pt x="9144" y="1616"/>
                  <a:pt x="9525" y="1328"/>
                  <a:pt x="9802" y="950"/>
                </a:cubicBezTo>
                <a:close/>
                <a:moveTo>
                  <a:pt x="2891" y="951"/>
                </a:moveTo>
                <a:cubicBezTo>
                  <a:pt x="3168" y="1329"/>
                  <a:pt x="3548" y="1617"/>
                  <a:pt x="3987" y="1782"/>
                </a:cubicBezTo>
                <a:cubicBezTo>
                  <a:pt x="4503" y="1975"/>
                  <a:pt x="5072" y="2012"/>
                  <a:pt x="5429" y="2012"/>
                </a:cubicBezTo>
                <a:lnTo>
                  <a:pt x="5448" y="2012"/>
                </a:lnTo>
                <a:lnTo>
                  <a:pt x="5448" y="2437"/>
                </a:lnTo>
                <a:cubicBezTo>
                  <a:pt x="5268" y="2461"/>
                  <a:pt x="5086" y="2473"/>
                  <a:pt x="4905" y="2473"/>
                </a:cubicBezTo>
                <a:cubicBezTo>
                  <a:pt x="4633" y="2473"/>
                  <a:pt x="4361" y="2446"/>
                  <a:pt x="4094" y="2392"/>
                </a:cubicBezTo>
                <a:cubicBezTo>
                  <a:pt x="3401" y="2251"/>
                  <a:pt x="2677" y="1831"/>
                  <a:pt x="2390" y="1653"/>
                </a:cubicBezTo>
                <a:cubicBezTo>
                  <a:pt x="2454" y="1542"/>
                  <a:pt x="2515" y="1436"/>
                  <a:pt x="2575" y="1336"/>
                </a:cubicBezTo>
                <a:cubicBezTo>
                  <a:pt x="2660" y="1192"/>
                  <a:pt x="2767" y="1063"/>
                  <a:pt x="2891" y="951"/>
                </a:cubicBezTo>
                <a:close/>
                <a:moveTo>
                  <a:pt x="10592" y="2193"/>
                </a:moveTo>
                <a:cubicBezTo>
                  <a:pt x="10735" y="2469"/>
                  <a:pt x="10878" y="2769"/>
                  <a:pt x="11014" y="3087"/>
                </a:cubicBezTo>
                <a:cubicBezTo>
                  <a:pt x="10761" y="3252"/>
                  <a:pt x="10075" y="3627"/>
                  <a:pt x="9004" y="3658"/>
                </a:cubicBezTo>
                <a:cubicBezTo>
                  <a:pt x="8939" y="3659"/>
                  <a:pt x="8875" y="3660"/>
                  <a:pt x="8812" y="3660"/>
                </a:cubicBezTo>
                <a:cubicBezTo>
                  <a:pt x="8116" y="3660"/>
                  <a:pt x="7586" y="3548"/>
                  <a:pt x="7244" y="3446"/>
                </a:cubicBezTo>
                <a:lnTo>
                  <a:pt x="7244" y="3053"/>
                </a:lnTo>
                <a:cubicBezTo>
                  <a:pt x="7426" y="3074"/>
                  <a:pt x="7607" y="3085"/>
                  <a:pt x="7789" y="3085"/>
                </a:cubicBezTo>
                <a:cubicBezTo>
                  <a:pt x="8102" y="3085"/>
                  <a:pt x="8414" y="3053"/>
                  <a:pt x="8721" y="2991"/>
                </a:cubicBezTo>
                <a:cubicBezTo>
                  <a:pt x="9489" y="2835"/>
                  <a:pt x="10253" y="2404"/>
                  <a:pt x="10592" y="2193"/>
                </a:cubicBezTo>
                <a:close/>
                <a:moveTo>
                  <a:pt x="2100" y="2193"/>
                </a:moveTo>
                <a:cubicBezTo>
                  <a:pt x="2440" y="2404"/>
                  <a:pt x="3204" y="2835"/>
                  <a:pt x="3972" y="2992"/>
                </a:cubicBezTo>
                <a:cubicBezTo>
                  <a:pt x="4278" y="3054"/>
                  <a:pt x="4590" y="3085"/>
                  <a:pt x="4902" y="3085"/>
                </a:cubicBezTo>
                <a:cubicBezTo>
                  <a:pt x="5084" y="3085"/>
                  <a:pt x="5266" y="3074"/>
                  <a:pt x="5448" y="3053"/>
                </a:cubicBezTo>
                <a:lnTo>
                  <a:pt x="5448" y="3446"/>
                </a:lnTo>
                <a:cubicBezTo>
                  <a:pt x="5108" y="3549"/>
                  <a:pt x="4580" y="3661"/>
                  <a:pt x="3888" y="3661"/>
                </a:cubicBezTo>
                <a:cubicBezTo>
                  <a:pt x="3823" y="3661"/>
                  <a:pt x="3756" y="3660"/>
                  <a:pt x="3688" y="3658"/>
                </a:cubicBezTo>
                <a:cubicBezTo>
                  <a:pt x="2616" y="3627"/>
                  <a:pt x="1929" y="3252"/>
                  <a:pt x="1679" y="3087"/>
                </a:cubicBezTo>
                <a:cubicBezTo>
                  <a:pt x="1816" y="2769"/>
                  <a:pt x="1958" y="2470"/>
                  <a:pt x="2100" y="2193"/>
                </a:cubicBezTo>
                <a:close/>
                <a:moveTo>
                  <a:pt x="1446" y="3664"/>
                </a:moveTo>
                <a:cubicBezTo>
                  <a:pt x="1818" y="3889"/>
                  <a:pt x="2570" y="4238"/>
                  <a:pt x="3671" y="4270"/>
                </a:cubicBezTo>
                <a:cubicBezTo>
                  <a:pt x="3743" y="4273"/>
                  <a:pt x="3816" y="4274"/>
                  <a:pt x="3886" y="4274"/>
                </a:cubicBezTo>
                <a:cubicBezTo>
                  <a:pt x="4541" y="4274"/>
                  <a:pt x="5066" y="4184"/>
                  <a:pt x="5448" y="4084"/>
                </a:cubicBezTo>
                <a:lnTo>
                  <a:pt x="5448" y="4317"/>
                </a:lnTo>
                <a:cubicBezTo>
                  <a:pt x="5044" y="4547"/>
                  <a:pt x="3865" y="5169"/>
                  <a:pt x="2865" y="5217"/>
                </a:cubicBezTo>
                <a:cubicBezTo>
                  <a:pt x="2789" y="5221"/>
                  <a:pt x="2715" y="5223"/>
                  <a:pt x="2642" y="5223"/>
                </a:cubicBezTo>
                <a:cubicBezTo>
                  <a:pt x="1912" y="5223"/>
                  <a:pt x="1341" y="5051"/>
                  <a:pt x="1043" y="4937"/>
                </a:cubicBezTo>
                <a:cubicBezTo>
                  <a:pt x="1155" y="4506"/>
                  <a:pt x="1289" y="4081"/>
                  <a:pt x="1446" y="3664"/>
                </a:cubicBezTo>
                <a:close/>
                <a:moveTo>
                  <a:pt x="11248" y="3664"/>
                </a:moveTo>
                <a:cubicBezTo>
                  <a:pt x="11404" y="4082"/>
                  <a:pt x="11540" y="4506"/>
                  <a:pt x="11651" y="4937"/>
                </a:cubicBezTo>
                <a:lnTo>
                  <a:pt x="11650" y="4937"/>
                </a:lnTo>
                <a:cubicBezTo>
                  <a:pt x="11354" y="5051"/>
                  <a:pt x="10787" y="5223"/>
                  <a:pt x="10053" y="5223"/>
                </a:cubicBezTo>
                <a:cubicBezTo>
                  <a:pt x="9979" y="5223"/>
                  <a:pt x="9905" y="5221"/>
                  <a:pt x="9828" y="5217"/>
                </a:cubicBezTo>
                <a:cubicBezTo>
                  <a:pt x="8829" y="5169"/>
                  <a:pt x="7650" y="4547"/>
                  <a:pt x="7244" y="4317"/>
                </a:cubicBezTo>
                <a:lnTo>
                  <a:pt x="7244" y="4083"/>
                </a:lnTo>
                <a:cubicBezTo>
                  <a:pt x="7627" y="4184"/>
                  <a:pt x="8152" y="4274"/>
                  <a:pt x="8807" y="4274"/>
                </a:cubicBezTo>
                <a:cubicBezTo>
                  <a:pt x="8878" y="4274"/>
                  <a:pt x="8949" y="4273"/>
                  <a:pt x="9022" y="4270"/>
                </a:cubicBezTo>
                <a:cubicBezTo>
                  <a:pt x="10124" y="4237"/>
                  <a:pt x="10874" y="3889"/>
                  <a:pt x="11248" y="3664"/>
                </a:cubicBezTo>
                <a:close/>
                <a:moveTo>
                  <a:pt x="7244" y="5015"/>
                </a:moveTo>
                <a:cubicBezTo>
                  <a:pt x="7827" y="5318"/>
                  <a:pt x="8858" y="5783"/>
                  <a:pt x="9798" y="5828"/>
                </a:cubicBezTo>
                <a:cubicBezTo>
                  <a:pt x="9886" y="5832"/>
                  <a:pt x="9972" y="5835"/>
                  <a:pt x="10055" y="5835"/>
                </a:cubicBezTo>
                <a:cubicBezTo>
                  <a:pt x="10058" y="5835"/>
                  <a:pt x="10061" y="5835"/>
                  <a:pt x="10065" y="5835"/>
                </a:cubicBezTo>
                <a:cubicBezTo>
                  <a:pt x="10652" y="5835"/>
                  <a:pt x="11235" y="5735"/>
                  <a:pt x="11788" y="5539"/>
                </a:cubicBezTo>
                <a:cubicBezTo>
                  <a:pt x="11820" y="5703"/>
                  <a:pt x="11850" y="5870"/>
                  <a:pt x="11875" y="6040"/>
                </a:cubicBezTo>
                <a:cubicBezTo>
                  <a:pt x="11898" y="6193"/>
                  <a:pt x="11918" y="6344"/>
                  <a:pt x="11937" y="6493"/>
                </a:cubicBezTo>
                <a:cubicBezTo>
                  <a:pt x="11797" y="6625"/>
                  <a:pt x="11388" y="6916"/>
                  <a:pt x="10492" y="6916"/>
                </a:cubicBezTo>
                <a:cubicBezTo>
                  <a:pt x="10366" y="6916"/>
                  <a:pt x="10230" y="6910"/>
                  <a:pt x="10084" y="6898"/>
                </a:cubicBezTo>
                <a:cubicBezTo>
                  <a:pt x="8705" y="6777"/>
                  <a:pt x="7530" y="5521"/>
                  <a:pt x="7244" y="5192"/>
                </a:cubicBezTo>
                <a:lnTo>
                  <a:pt x="7244" y="5015"/>
                </a:lnTo>
                <a:close/>
                <a:moveTo>
                  <a:pt x="5448" y="5015"/>
                </a:moveTo>
                <a:lnTo>
                  <a:pt x="5448" y="5192"/>
                </a:lnTo>
                <a:cubicBezTo>
                  <a:pt x="5162" y="5521"/>
                  <a:pt x="3987" y="6777"/>
                  <a:pt x="2608" y="6898"/>
                </a:cubicBezTo>
                <a:cubicBezTo>
                  <a:pt x="2462" y="6911"/>
                  <a:pt x="2326" y="6916"/>
                  <a:pt x="2200" y="6916"/>
                </a:cubicBezTo>
                <a:cubicBezTo>
                  <a:pt x="1308" y="6916"/>
                  <a:pt x="899" y="6627"/>
                  <a:pt x="756" y="6492"/>
                </a:cubicBezTo>
                <a:cubicBezTo>
                  <a:pt x="774" y="6343"/>
                  <a:pt x="795" y="6192"/>
                  <a:pt x="818" y="6040"/>
                </a:cubicBezTo>
                <a:cubicBezTo>
                  <a:pt x="842" y="5871"/>
                  <a:pt x="872" y="5703"/>
                  <a:pt x="905" y="5539"/>
                </a:cubicBezTo>
                <a:cubicBezTo>
                  <a:pt x="1455" y="5735"/>
                  <a:pt x="2034" y="5835"/>
                  <a:pt x="2618" y="5835"/>
                </a:cubicBezTo>
                <a:cubicBezTo>
                  <a:pt x="2624" y="5835"/>
                  <a:pt x="2631" y="5835"/>
                  <a:pt x="2638" y="5835"/>
                </a:cubicBezTo>
                <a:cubicBezTo>
                  <a:pt x="2721" y="5835"/>
                  <a:pt x="2806" y="5832"/>
                  <a:pt x="2894" y="5829"/>
                </a:cubicBezTo>
                <a:cubicBezTo>
                  <a:pt x="3835" y="5783"/>
                  <a:pt x="4865" y="5320"/>
                  <a:pt x="5448" y="5015"/>
                </a:cubicBezTo>
                <a:close/>
                <a:moveTo>
                  <a:pt x="5447" y="6076"/>
                </a:moveTo>
                <a:lnTo>
                  <a:pt x="5447" y="6280"/>
                </a:lnTo>
                <a:cubicBezTo>
                  <a:pt x="4816" y="7056"/>
                  <a:pt x="3165" y="8806"/>
                  <a:pt x="2090" y="8806"/>
                </a:cubicBezTo>
                <a:cubicBezTo>
                  <a:pt x="1056" y="8806"/>
                  <a:pt x="710" y="8454"/>
                  <a:pt x="623" y="8336"/>
                </a:cubicBezTo>
                <a:lnTo>
                  <a:pt x="624" y="8336"/>
                </a:lnTo>
                <a:cubicBezTo>
                  <a:pt x="627" y="7971"/>
                  <a:pt x="647" y="7589"/>
                  <a:pt x="681" y="7193"/>
                </a:cubicBezTo>
                <a:cubicBezTo>
                  <a:pt x="993" y="7369"/>
                  <a:pt x="1473" y="7529"/>
                  <a:pt x="2189" y="7529"/>
                </a:cubicBezTo>
                <a:cubicBezTo>
                  <a:pt x="2336" y="7529"/>
                  <a:pt x="2494" y="7522"/>
                  <a:pt x="2661" y="7507"/>
                </a:cubicBezTo>
                <a:cubicBezTo>
                  <a:pt x="3847" y="7403"/>
                  <a:pt x="4859" y="6633"/>
                  <a:pt x="5447" y="6076"/>
                </a:cubicBezTo>
                <a:close/>
                <a:moveTo>
                  <a:pt x="7244" y="6076"/>
                </a:moveTo>
                <a:lnTo>
                  <a:pt x="7244" y="6076"/>
                </a:lnTo>
                <a:cubicBezTo>
                  <a:pt x="7834" y="6633"/>
                  <a:pt x="8845" y="7403"/>
                  <a:pt x="10032" y="7507"/>
                </a:cubicBezTo>
                <a:cubicBezTo>
                  <a:pt x="10199" y="7522"/>
                  <a:pt x="10356" y="7529"/>
                  <a:pt x="10503" y="7529"/>
                </a:cubicBezTo>
                <a:cubicBezTo>
                  <a:pt x="11219" y="7529"/>
                  <a:pt x="11699" y="7369"/>
                  <a:pt x="12012" y="7193"/>
                </a:cubicBezTo>
                <a:cubicBezTo>
                  <a:pt x="12046" y="7591"/>
                  <a:pt x="12066" y="7974"/>
                  <a:pt x="12069" y="8339"/>
                </a:cubicBezTo>
                <a:cubicBezTo>
                  <a:pt x="11990" y="8452"/>
                  <a:pt x="11652" y="8806"/>
                  <a:pt x="10603" y="8806"/>
                </a:cubicBezTo>
                <a:cubicBezTo>
                  <a:pt x="9528" y="8806"/>
                  <a:pt x="7876" y="7055"/>
                  <a:pt x="7245" y="6279"/>
                </a:cubicBezTo>
                <a:lnTo>
                  <a:pt x="7244" y="6076"/>
                </a:lnTo>
                <a:close/>
                <a:moveTo>
                  <a:pt x="5300" y="7379"/>
                </a:moveTo>
                <a:lnTo>
                  <a:pt x="5300" y="7379"/>
                </a:lnTo>
                <a:cubicBezTo>
                  <a:pt x="5024" y="7944"/>
                  <a:pt x="4446" y="9024"/>
                  <a:pt x="3749" y="9707"/>
                </a:cubicBezTo>
                <a:cubicBezTo>
                  <a:pt x="3496" y="9955"/>
                  <a:pt x="2983" y="10393"/>
                  <a:pt x="2398" y="10536"/>
                </a:cubicBezTo>
                <a:cubicBezTo>
                  <a:pt x="2319" y="10554"/>
                  <a:pt x="2239" y="10564"/>
                  <a:pt x="2157" y="10564"/>
                </a:cubicBezTo>
                <a:cubicBezTo>
                  <a:pt x="1510" y="10564"/>
                  <a:pt x="902" y="9939"/>
                  <a:pt x="697" y="9152"/>
                </a:cubicBezTo>
                <a:lnTo>
                  <a:pt x="697" y="9152"/>
                </a:lnTo>
                <a:cubicBezTo>
                  <a:pt x="1007" y="9302"/>
                  <a:pt x="1452" y="9420"/>
                  <a:pt x="2090" y="9420"/>
                </a:cubicBezTo>
                <a:cubicBezTo>
                  <a:pt x="3192" y="9420"/>
                  <a:pt x="4505" y="8225"/>
                  <a:pt x="5300" y="7379"/>
                </a:cubicBezTo>
                <a:close/>
                <a:moveTo>
                  <a:pt x="7394" y="7379"/>
                </a:moveTo>
                <a:cubicBezTo>
                  <a:pt x="8187" y="8228"/>
                  <a:pt x="9501" y="9420"/>
                  <a:pt x="10602" y="9420"/>
                </a:cubicBezTo>
                <a:cubicBezTo>
                  <a:pt x="11240" y="9420"/>
                  <a:pt x="11686" y="9302"/>
                  <a:pt x="11995" y="9153"/>
                </a:cubicBezTo>
                <a:lnTo>
                  <a:pt x="11995" y="9153"/>
                </a:lnTo>
                <a:cubicBezTo>
                  <a:pt x="11790" y="9940"/>
                  <a:pt x="11182" y="10564"/>
                  <a:pt x="10535" y="10564"/>
                </a:cubicBezTo>
                <a:cubicBezTo>
                  <a:pt x="10453" y="10564"/>
                  <a:pt x="10373" y="10555"/>
                  <a:pt x="10294" y="10536"/>
                </a:cubicBezTo>
                <a:cubicBezTo>
                  <a:pt x="9709" y="10393"/>
                  <a:pt x="9197" y="9955"/>
                  <a:pt x="8943" y="9708"/>
                </a:cubicBezTo>
                <a:cubicBezTo>
                  <a:pt x="8248" y="9026"/>
                  <a:pt x="7670" y="7946"/>
                  <a:pt x="7394" y="7379"/>
                </a:cubicBezTo>
                <a:close/>
                <a:moveTo>
                  <a:pt x="3729" y="0"/>
                </a:moveTo>
                <a:cubicBezTo>
                  <a:pt x="3059" y="0"/>
                  <a:pt x="2432" y="382"/>
                  <a:pt x="2050" y="1021"/>
                </a:cubicBezTo>
                <a:cubicBezTo>
                  <a:pt x="1492" y="1954"/>
                  <a:pt x="800" y="3336"/>
                  <a:pt x="408" y="4952"/>
                </a:cubicBezTo>
                <a:cubicBezTo>
                  <a:pt x="405" y="4956"/>
                  <a:pt x="402" y="4959"/>
                  <a:pt x="400" y="4963"/>
                </a:cubicBezTo>
                <a:cubicBezTo>
                  <a:pt x="372" y="5015"/>
                  <a:pt x="359" y="5075"/>
                  <a:pt x="365" y="5133"/>
                </a:cubicBezTo>
                <a:cubicBezTo>
                  <a:pt x="305" y="5399"/>
                  <a:pt x="253" y="5671"/>
                  <a:pt x="211" y="5949"/>
                </a:cubicBezTo>
                <a:cubicBezTo>
                  <a:pt x="69" y="6906"/>
                  <a:pt x="1" y="7803"/>
                  <a:pt x="10" y="8616"/>
                </a:cubicBezTo>
                <a:cubicBezTo>
                  <a:pt x="25" y="9979"/>
                  <a:pt x="1028" y="11176"/>
                  <a:pt x="2156" y="11176"/>
                </a:cubicBezTo>
                <a:cubicBezTo>
                  <a:pt x="2286" y="11176"/>
                  <a:pt x="2416" y="11160"/>
                  <a:pt x="2542" y="11129"/>
                </a:cubicBezTo>
                <a:cubicBezTo>
                  <a:pt x="3270" y="10953"/>
                  <a:pt x="3879" y="10437"/>
                  <a:pt x="4177" y="10144"/>
                </a:cubicBezTo>
                <a:cubicBezTo>
                  <a:pt x="4835" y="9499"/>
                  <a:pt x="5380" y="8564"/>
                  <a:pt x="5706" y="7931"/>
                </a:cubicBezTo>
                <a:cubicBezTo>
                  <a:pt x="5880" y="8105"/>
                  <a:pt x="6107" y="8192"/>
                  <a:pt x="6334" y="8192"/>
                </a:cubicBezTo>
                <a:cubicBezTo>
                  <a:pt x="6568" y="8192"/>
                  <a:pt x="6802" y="8100"/>
                  <a:pt x="6976" y="7916"/>
                </a:cubicBezTo>
                <a:cubicBezTo>
                  <a:pt x="7302" y="8549"/>
                  <a:pt x="7850" y="9493"/>
                  <a:pt x="8513" y="10142"/>
                </a:cubicBezTo>
                <a:cubicBezTo>
                  <a:pt x="8811" y="10434"/>
                  <a:pt x="9420" y="10952"/>
                  <a:pt x="10148" y="11129"/>
                </a:cubicBezTo>
                <a:cubicBezTo>
                  <a:pt x="10274" y="11160"/>
                  <a:pt x="10403" y="11175"/>
                  <a:pt x="10534" y="11175"/>
                </a:cubicBezTo>
                <a:cubicBezTo>
                  <a:pt x="11661" y="11175"/>
                  <a:pt x="12665" y="9979"/>
                  <a:pt x="12680" y="8615"/>
                </a:cubicBezTo>
                <a:cubicBezTo>
                  <a:pt x="12681" y="8548"/>
                  <a:pt x="12680" y="8480"/>
                  <a:pt x="12680" y="8413"/>
                </a:cubicBezTo>
                <a:lnTo>
                  <a:pt x="12680" y="8400"/>
                </a:lnTo>
                <a:lnTo>
                  <a:pt x="12681" y="8401"/>
                </a:lnTo>
                <a:cubicBezTo>
                  <a:pt x="12677" y="7646"/>
                  <a:pt x="12611" y="6823"/>
                  <a:pt x="12480" y="5951"/>
                </a:cubicBezTo>
                <a:cubicBezTo>
                  <a:pt x="12438" y="5672"/>
                  <a:pt x="12387" y="5400"/>
                  <a:pt x="12327" y="5133"/>
                </a:cubicBezTo>
                <a:cubicBezTo>
                  <a:pt x="12331" y="5074"/>
                  <a:pt x="12319" y="5015"/>
                  <a:pt x="12291" y="4963"/>
                </a:cubicBezTo>
                <a:cubicBezTo>
                  <a:pt x="12289" y="4959"/>
                  <a:pt x="12287" y="4956"/>
                  <a:pt x="12284" y="4952"/>
                </a:cubicBezTo>
                <a:cubicBezTo>
                  <a:pt x="11892" y="3336"/>
                  <a:pt x="11200" y="1954"/>
                  <a:pt x="10642" y="1021"/>
                </a:cubicBezTo>
                <a:cubicBezTo>
                  <a:pt x="10260" y="382"/>
                  <a:pt x="9632" y="0"/>
                  <a:pt x="8963" y="0"/>
                </a:cubicBezTo>
                <a:cubicBezTo>
                  <a:pt x="8732" y="0"/>
                  <a:pt x="8503" y="45"/>
                  <a:pt x="8289" y="132"/>
                </a:cubicBezTo>
                <a:lnTo>
                  <a:pt x="6879" y="702"/>
                </a:lnTo>
                <a:lnTo>
                  <a:pt x="5813" y="702"/>
                </a:lnTo>
                <a:lnTo>
                  <a:pt x="4402" y="132"/>
                </a:lnTo>
                <a:cubicBezTo>
                  <a:pt x="4188" y="45"/>
                  <a:pt x="3960" y="0"/>
                  <a:pt x="372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78" name="Google Shape;1078;p60"/>
          <p:cNvSpPr/>
          <p:nvPr/>
        </p:nvSpPr>
        <p:spPr>
          <a:xfrm>
            <a:off x="5203694" y="2509894"/>
            <a:ext cx="203719" cy="254100"/>
          </a:xfrm>
          <a:custGeom>
            <a:avLst/>
            <a:gdLst/>
            <a:ahLst/>
            <a:cxnLst/>
            <a:rect l="l" t="t" r="r" b="b"/>
            <a:pathLst>
              <a:path w="10865" h="13552" extrusionOk="0">
                <a:moveTo>
                  <a:pt x="3202" y="2242"/>
                </a:moveTo>
                <a:cubicBezTo>
                  <a:pt x="3371" y="2242"/>
                  <a:pt x="3507" y="2379"/>
                  <a:pt x="3507" y="2548"/>
                </a:cubicBezTo>
                <a:cubicBezTo>
                  <a:pt x="3507" y="2717"/>
                  <a:pt x="3371" y="2853"/>
                  <a:pt x="3202" y="2853"/>
                </a:cubicBezTo>
                <a:lnTo>
                  <a:pt x="995" y="2853"/>
                </a:lnTo>
                <a:cubicBezTo>
                  <a:pt x="825" y="2853"/>
                  <a:pt x="688" y="2717"/>
                  <a:pt x="688" y="2548"/>
                </a:cubicBezTo>
                <a:cubicBezTo>
                  <a:pt x="688" y="2379"/>
                  <a:pt x="825" y="2242"/>
                  <a:pt x="995" y="2242"/>
                </a:cubicBezTo>
                <a:close/>
                <a:moveTo>
                  <a:pt x="3202" y="3219"/>
                </a:moveTo>
                <a:cubicBezTo>
                  <a:pt x="3371" y="3219"/>
                  <a:pt x="3507" y="3356"/>
                  <a:pt x="3507" y="3525"/>
                </a:cubicBezTo>
                <a:cubicBezTo>
                  <a:pt x="3507" y="3694"/>
                  <a:pt x="3371" y="3830"/>
                  <a:pt x="3202" y="3830"/>
                </a:cubicBezTo>
                <a:lnTo>
                  <a:pt x="995" y="3830"/>
                </a:lnTo>
                <a:cubicBezTo>
                  <a:pt x="825" y="3830"/>
                  <a:pt x="688" y="3694"/>
                  <a:pt x="688" y="3525"/>
                </a:cubicBezTo>
                <a:cubicBezTo>
                  <a:pt x="688" y="3356"/>
                  <a:pt x="825" y="3219"/>
                  <a:pt x="995" y="3219"/>
                </a:cubicBezTo>
                <a:close/>
                <a:moveTo>
                  <a:pt x="3202" y="4196"/>
                </a:moveTo>
                <a:cubicBezTo>
                  <a:pt x="3368" y="4199"/>
                  <a:pt x="3502" y="4335"/>
                  <a:pt x="3502" y="4502"/>
                </a:cubicBezTo>
                <a:cubicBezTo>
                  <a:pt x="3502" y="4668"/>
                  <a:pt x="3368" y="4804"/>
                  <a:pt x="3202" y="4808"/>
                </a:cubicBezTo>
                <a:lnTo>
                  <a:pt x="995" y="4808"/>
                </a:lnTo>
                <a:cubicBezTo>
                  <a:pt x="828" y="4804"/>
                  <a:pt x="695" y="4668"/>
                  <a:pt x="695" y="4502"/>
                </a:cubicBezTo>
                <a:cubicBezTo>
                  <a:pt x="695" y="4335"/>
                  <a:pt x="828" y="4199"/>
                  <a:pt x="995" y="4196"/>
                </a:cubicBezTo>
                <a:close/>
                <a:moveTo>
                  <a:pt x="5478" y="5477"/>
                </a:moveTo>
                <a:lnTo>
                  <a:pt x="5478" y="7523"/>
                </a:lnTo>
                <a:cubicBezTo>
                  <a:pt x="5478" y="7677"/>
                  <a:pt x="5352" y="7803"/>
                  <a:pt x="5198" y="7803"/>
                </a:cubicBezTo>
                <a:cubicBezTo>
                  <a:pt x="4706" y="7803"/>
                  <a:pt x="4306" y="8201"/>
                  <a:pt x="4306" y="8695"/>
                </a:cubicBezTo>
                <a:lnTo>
                  <a:pt x="4306" y="9076"/>
                </a:lnTo>
                <a:lnTo>
                  <a:pt x="1928" y="9077"/>
                </a:lnTo>
                <a:lnTo>
                  <a:pt x="1928" y="8695"/>
                </a:lnTo>
                <a:cubicBezTo>
                  <a:pt x="1927" y="8201"/>
                  <a:pt x="1528" y="7803"/>
                  <a:pt x="1036" y="7803"/>
                </a:cubicBezTo>
                <a:lnTo>
                  <a:pt x="893" y="7803"/>
                </a:lnTo>
                <a:cubicBezTo>
                  <a:pt x="739" y="7803"/>
                  <a:pt x="613" y="7677"/>
                  <a:pt x="613" y="7523"/>
                </a:cubicBezTo>
                <a:lnTo>
                  <a:pt x="613" y="5477"/>
                </a:lnTo>
                <a:close/>
                <a:moveTo>
                  <a:pt x="1697" y="1"/>
                </a:moveTo>
                <a:cubicBezTo>
                  <a:pt x="760" y="2"/>
                  <a:pt x="2" y="760"/>
                  <a:pt x="1" y="1697"/>
                </a:cubicBezTo>
                <a:lnTo>
                  <a:pt x="1" y="7523"/>
                </a:lnTo>
                <a:cubicBezTo>
                  <a:pt x="2" y="8015"/>
                  <a:pt x="401" y="8414"/>
                  <a:pt x="893" y="8414"/>
                </a:cubicBezTo>
                <a:lnTo>
                  <a:pt x="1037" y="8414"/>
                </a:lnTo>
                <a:cubicBezTo>
                  <a:pt x="1191" y="8414"/>
                  <a:pt x="1317" y="8539"/>
                  <a:pt x="1317" y="8693"/>
                </a:cubicBezTo>
                <a:lnTo>
                  <a:pt x="1317" y="9261"/>
                </a:lnTo>
                <a:cubicBezTo>
                  <a:pt x="1317" y="9497"/>
                  <a:pt x="1508" y="9688"/>
                  <a:pt x="1743" y="9689"/>
                </a:cubicBezTo>
                <a:lnTo>
                  <a:pt x="2743" y="9689"/>
                </a:lnTo>
                <a:cubicBezTo>
                  <a:pt x="2741" y="9703"/>
                  <a:pt x="2739" y="9718"/>
                  <a:pt x="2739" y="9732"/>
                </a:cubicBezTo>
                <a:lnTo>
                  <a:pt x="2739" y="11577"/>
                </a:lnTo>
                <a:cubicBezTo>
                  <a:pt x="2739" y="12666"/>
                  <a:pt x="3719" y="13552"/>
                  <a:pt x="4924" y="13552"/>
                </a:cubicBezTo>
                <a:cubicBezTo>
                  <a:pt x="6128" y="13552"/>
                  <a:pt x="7109" y="12666"/>
                  <a:pt x="7109" y="11577"/>
                </a:cubicBezTo>
                <a:lnTo>
                  <a:pt x="7109" y="9732"/>
                </a:lnTo>
                <a:cubicBezTo>
                  <a:pt x="7100" y="9692"/>
                  <a:pt x="7100" y="9651"/>
                  <a:pt x="7109" y="9611"/>
                </a:cubicBezTo>
                <a:lnTo>
                  <a:pt x="7109" y="7766"/>
                </a:lnTo>
                <a:cubicBezTo>
                  <a:pt x="7109" y="7015"/>
                  <a:pt x="7814" y="6404"/>
                  <a:pt x="8681" y="6404"/>
                </a:cubicBezTo>
                <a:cubicBezTo>
                  <a:pt x="9548" y="6404"/>
                  <a:pt x="10253" y="7015"/>
                  <a:pt x="10253" y="7766"/>
                </a:cubicBezTo>
                <a:lnTo>
                  <a:pt x="10253" y="9611"/>
                </a:lnTo>
                <a:cubicBezTo>
                  <a:pt x="10257" y="9777"/>
                  <a:pt x="10392" y="9911"/>
                  <a:pt x="10559" y="9911"/>
                </a:cubicBezTo>
                <a:cubicBezTo>
                  <a:pt x="10726" y="9911"/>
                  <a:pt x="10861" y="9777"/>
                  <a:pt x="10865" y="9611"/>
                </a:cubicBezTo>
                <a:lnTo>
                  <a:pt x="10865" y="7766"/>
                </a:lnTo>
                <a:cubicBezTo>
                  <a:pt x="10865" y="6677"/>
                  <a:pt x="9885" y="5792"/>
                  <a:pt x="8681" y="5792"/>
                </a:cubicBezTo>
                <a:cubicBezTo>
                  <a:pt x="7476" y="5792"/>
                  <a:pt x="6496" y="6677"/>
                  <a:pt x="6496" y="7766"/>
                </a:cubicBezTo>
                <a:lnTo>
                  <a:pt x="6496" y="9611"/>
                </a:lnTo>
                <a:cubicBezTo>
                  <a:pt x="6504" y="9651"/>
                  <a:pt x="6504" y="9692"/>
                  <a:pt x="6496" y="9732"/>
                </a:cubicBezTo>
                <a:lnTo>
                  <a:pt x="6496" y="11578"/>
                </a:lnTo>
                <a:cubicBezTo>
                  <a:pt x="6496" y="12329"/>
                  <a:pt x="5790" y="12939"/>
                  <a:pt x="4924" y="12939"/>
                </a:cubicBezTo>
                <a:cubicBezTo>
                  <a:pt x="4057" y="12939"/>
                  <a:pt x="3351" y="12329"/>
                  <a:pt x="3351" y="11578"/>
                </a:cubicBezTo>
                <a:lnTo>
                  <a:pt x="3351" y="9732"/>
                </a:lnTo>
                <a:cubicBezTo>
                  <a:pt x="3350" y="9719"/>
                  <a:pt x="3349" y="9704"/>
                  <a:pt x="3347" y="9689"/>
                </a:cubicBezTo>
                <a:lnTo>
                  <a:pt x="4491" y="9689"/>
                </a:lnTo>
                <a:cubicBezTo>
                  <a:pt x="4727" y="9689"/>
                  <a:pt x="4918" y="9498"/>
                  <a:pt x="4919" y="9261"/>
                </a:cubicBezTo>
                <a:lnTo>
                  <a:pt x="4919" y="8695"/>
                </a:lnTo>
                <a:cubicBezTo>
                  <a:pt x="4919" y="8539"/>
                  <a:pt x="5044" y="8415"/>
                  <a:pt x="5198" y="8415"/>
                </a:cubicBezTo>
                <a:cubicBezTo>
                  <a:pt x="5690" y="8414"/>
                  <a:pt x="6089" y="8015"/>
                  <a:pt x="6089" y="7523"/>
                </a:cubicBezTo>
                <a:lnTo>
                  <a:pt x="6089" y="1697"/>
                </a:lnTo>
                <a:cubicBezTo>
                  <a:pt x="6088" y="761"/>
                  <a:pt x="5330" y="3"/>
                  <a:pt x="43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79" name="Google Shape;1079;p60"/>
          <p:cNvSpPr/>
          <p:nvPr/>
        </p:nvSpPr>
        <p:spPr>
          <a:xfrm>
            <a:off x="1694500" y="2528110"/>
            <a:ext cx="198131" cy="217669"/>
          </a:xfrm>
          <a:custGeom>
            <a:avLst/>
            <a:gdLst/>
            <a:ahLst/>
            <a:cxnLst/>
            <a:rect l="l" t="t" r="r" b="b"/>
            <a:pathLst>
              <a:path w="10567" h="11609" extrusionOk="0">
                <a:moveTo>
                  <a:pt x="307" y="2"/>
                </a:moveTo>
                <a:cubicBezTo>
                  <a:pt x="137" y="2"/>
                  <a:pt x="0" y="138"/>
                  <a:pt x="0" y="307"/>
                </a:cubicBezTo>
                <a:lnTo>
                  <a:pt x="0" y="4496"/>
                </a:lnTo>
                <a:lnTo>
                  <a:pt x="4496" y="2"/>
                </a:lnTo>
                <a:close/>
                <a:moveTo>
                  <a:pt x="5362" y="1"/>
                </a:moveTo>
                <a:lnTo>
                  <a:pt x="0" y="5362"/>
                </a:lnTo>
                <a:lnTo>
                  <a:pt x="0" y="8283"/>
                </a:lnTo>
                <a:lnTo>
                  <a:pt x="5868" y="2415"/>
                </a:lnTo>
                <a:lnTo>
                  <a:pt x="5869" y="307"/>
                </a:lnTo>
                <a:cubicBezTo>
                  <a:pt x="5868" y="137"/>
                  <a:pt x="5731" y="1"/>
                  <a:pt x="5562" y="1"/>
                </a:cubicBezTo>
                <a:close/>
                <a:moveTo>
                  <a:pt x="5868" y="3282"/>
                </a:moveTo>
                <a:lnTo>
                  <a:pt x="0" y="9149"/>
                </a:lnTo>
                <a:lnTo>
                  <a:pt x="0" y="9499"/>
                </a:lnTo>
                <a:cubicBezTo>
                  <a:pt x="2" y="10180"/>
                  <a:pt x="329" y="10816"/>
                  <a:pt x="882" y="11213"/>
                </a:cubicBezTo>
                <a:lnTo>
                  <a:pt x="882" y="11212"/>
                </a:lnTo>
                <a:lnTo>
                  <a:pt x="4803" y="7291"/>
                </a:lnTo>
                <a:lnTo>
                  <a:pt x="5878" y="6215"/>
                </a:lnTo>
                <a:cubicBezTo>
                  <a:pt x="5873" y="6168"/>
                  <a:pt x="5868" y="6121"/>
                  <a:pt x="5868" y="6073"/>
                </a:cubicBezTo>
                <a:lnTo>
                  <a:pt x="5868" y="3282"/>
                </a:lnTo>
                <a:close/>
                <a:moveTo>
                  <a:pt x="6159" y="6802"/>
                </a:moveTo>
                <a:lnTo>
                  <a:pt x="5453" y="7508"/>
                </a:lnTo>
                <a:lnTo>
                  <a:pt x="9321" y="11376"/>
                </a:lnTo>
                <a:cubicBezTo>
                  <a:pt x="10083" y="10999"/>
                  <a:pt x="10566" y="10223"/>
                  <a:pt x="10567" y="9373"/>
                </a:cubicBezTo>
                <a:cubicBezTo>
                  <a:pt x="10567" y="8141"/>
                  <a:pt x="9563" y="7137"/>
                  <a:pt x="8331" y="7137"/>
                </a:cubicBezTo>
                <a:lnTo>
                  <a:pt x="6932" y="7137"/>
                </a:lnTo>
                <a:cubicBezTo>
                  <a:pt x="6639" y="7137"/>
                  <a:pt x="6359" y="7015"/>
                  <a:pt x="6159" y="6802"/>
                </a:cubicBezTo>
                <a:close/>
                <a:moveTo>
                  <a:pt x="2992" y="9968"/>
                </a:moveTo>
                <a:lnTo>
                  <a:pt x="1457" y="11504"/>
                </a:lnTo>
                <a:cubicBezTo>
                  <a:pt x="1667" y="11573"/>
                  <a:pt x="1888" y="11607"/>
                  <a:pt x="2110" y="11607"/>
                </a:cubicBezTo>
                <a:lnTo>
                  <a:pt x="4633" y="11607"/>
                </a:lnTo>
                <a:lnTo>
                  <a:pt x="2992" y="9968"/>
                </a:lnTo>
                <a:close/>
                <a:moveTo>
                  <a:pt x="5020" y="7941"/>
                </a:moveTo>
                <a:lnTo>
                  <a:pt x="3426" y="9535"/>
                </a:lnTo>
                <a:lnTo>
                  <a:pt x="5498" y="11608"/>
                </a:lnTo>
                <a:lnTo>
                  <a:pt x="8331" y="11608"/>
                </a:lnTo>
                <a:cubicBezTo>
                  <a:pt x="8442" y="11607"/>
                  <a:pt x="8553" y="11599"/>
                  <a:pt x="8662" y="11583"/>
                </a:cubicBezTo>
                <a:lnTo>
                  <a:pt x="5020" y="794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80" name="Google Shape;1080;p60"/>
          <p:cNvSpPr/>
          <p:nvPr/>
        </p:nvSpPr>
        <p:spPr>
          <a:xfrm>
            <a:off x="1432745" y="2973229"/>
            <a:ext cx="246563" cy="246563"/>
          </a:xfrm>
          <a:custGeom>
            <a:avLst/>
            <a:gdLst/>
            <a:ahLst/>
            <a:cxnLst/>
            <a:rect l="l" t="t" r="r" b="b"/>
            <a:pathLst>
              <a:path w="13150" h="13150" extrusionOk="0">
                <a:moveTo>
                  <a:pt x="6032" y="2564"/>
                </a:moveTo>
                <a:cubicBezTo>
                  <a:pt x="4844" y="2564"/>
                  <a:pt x="3876" y="3533"/>
                  <a:pt x="3876" y="4722"/>
                </a:cubicBezTo>
                <a:cubicBezTo>
                  <a:pt x="3876" y="5911"/>
                  <a:pt x="4844" y="6879"/>
                  <a:pt x="6032" y="6879"/>
                </a:cubicBezTo>
                <a:cubicBezTo>
                  <a:pt x="6977" y="6879"/>
                  <a:pt x="7782" y="6269"/>
                  <a:pt x="8072" y="5422"/>
                </a:cubicBezTo>
                <a:cubicBezTo>
                  <a:pt x="8461" y="5793"/>
                  <a:pt x="8733" y="6268"/>
                  <a:pt x="8859" y="6790"/>
                </a:cubicBezTo>
                <a:cubicBezTo>
                  <a:pt x="8653" y="6668"/>
                  <a:pt x="8355" y="6601"/>
                  <a:pt x="8022" y="6601"/>
                </a:cubicBezTo>
                <a:cubicBezTo>
                  <a:pt x="7383" y="6601"/>
                  <a:pt x="6611" y="6849"/>
                  <a:pt x="6098" y="7441"/>
                </a:cubicBezTo>
                <a:cubicBezTo>
                  <a:pt x="5326" y="8331"/>
                  <a:pt x="5405" y="9685"/>
                  <a:pt x="5826" y="10245"/>
                </a:cubicBezTo>
                <a:cubicBezTo>
                  <a:pt x="5192" y="10234"/>
                  <a:pt x="4760" y="10107"/>
                  <a:pt x="4543" y="9862"/>
                </a:cubicBezTo>
                <a:cubicBezTo>
                  <a:pt x="4482" y="9795"/>
                  <a:pt x="4398" y="9760"/>
                  <a:pt x="4314" y="9760"/>
                </a:cubicBezTo>
                <a:cubicBezTo>
                  <a:pt x="4242" y="9760"/>
                  <a:pt x="4169" y="9786"/>
                  <a:pt x="4110" y="9838"/>
                </a:cubicBezTo>
                <a:cubicBezTo>
                  <a:pt x="3984" y="9950"/>
                  <a:pt x="3972" y="10143"/>
                  <a:pt x="4085" y="10270"/>
                </a:cubicBezTo>
                <a:cubicBezTo>
                  <a:pt x="4439" y="10666"/>
                  <a:pt x="5034" y="10858"/>
                  <a:pt x="5907" y="10858"/>
                </a:cubicBezTo>
                <a:lnTo>
                  <a:pt x="6134" y="10858"/>
                </a:lnTo>
                <a:cubicBezTo>
                  <a:pt x="8017" y="10858"/>
                  <a:pt x="9549" y="9326"/>
                  <a:pt x="9549" y="7444"/>
                </a:cubicBezTo>
                <a:lnTo>
                  <a:pt x="9548" y="7442"/>
                </a:lnTo>
                <a:cubicBezTo>
                  <a:pt x="9548" y="6331"/>
                  <a:pt x="9014" y="5342"/>
                  <a:pt x="8190" y="4718"/>
                </a:cubicBezTo>
                <a:cubicBezTo>
                  <a:pt x="8187" y="3531"/>
                  <a:pt x="7222" y="2564"/>
                  <a:pt x="6032" y="2564"/>
                </a:cubicBezTo>
                <a:close/>
                <a:moveTo>
                  <a:pt x="6575" y="612"/>
                </a:moveTo>
                <a:cubicBezTo>
                  <a:pt x="9863" y="612"/>
                  <a:pt x="12538" y="3286"/>
                  <a:pt x="12538" y="6573"/>
                </a:cubicBezTo>
                <a:cubicBezTo>
                  <a:pt x="12538" y="9862"/>
                  <a:pt x="9863" y="12537"/>
                  <a:pt x="6575" y="12537"/>
                </a:cubicBezTo>
                <a:cubicBezTo>
                  <a:pt x="3287" y="12537"/>
                  <a:pt x="613" y="9862"/>
                  <a:pt x="613" y="6573"/>
                </a:cubicBezTo>
                <a:cubicBezTo>
                  <a:pt x="613" y="3286"/>
                  <a:pt x="3287" y="612"/>
                  <a:pt x="6575" y="612"/>
                </a:cubicBezTo>
                <a:close/>
                <a:moveTo>
                  <a:pt x="6575" y="0"/>
                </a:moveTo>
                <a:cubicBezTo>
                  <a:pt x="2949" y="0"/>
                  <a:pt x="0" y="2949"/>
                  <a:pt x="0" y="6575"/>
                </a:cubicBezTo>
                <a:cubicBezTo>
                  <a:pt x="0" y="10199"/>
                  <a:pt x="2949" y="13149"/>
                  <a:pt x="6575" y="13149"/>
                </a:cubicBezTo>
                <a:cubicBezTo>
                  <a:pt x="10201" y="13149"/>
                  <a:pt x="13149" y="10200"/>
                  <a:pt x="13149" y="6575"/>
                </a:cubicBezTo>
                <a:cubicBezTo>
                  <a:pt x="13149" y="2949"/>
                  <a:pt x="10200" y="0"/>
                  <a:pt x="657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81" name="Google Shape;1081;p60"/>
          <p:cNvSpPr/>
          <p:nvPr/>
        </p:nvSpPr>
        <p:spPr>
          <a:xfrm>
            <a:off x="4926191" y="2988848"/>
            <a:ext cx="233681" cy="215325"/>
          </a:xfrm>
          <a:custGeom>
            <a:avLst/>
            <a:gdLst/>
            <a:ahLst/>
            <a:cxnLst/>
            <a:rect l="l" t="t" r="r" b="b"/>
            <a:pathLst>
              <a:path w="12463" h="11484" extrusionOk="0">
                <a:moveTo>
                  <a:pt x="5525" y="1205"/>
                </a:moveTo>
                <a:cubicBezTo>
                  <a:pt x="5672" y="1209"/>
                  <a:pt x="5796" y="1318"/>
                  <a:pt x="5819" y="1464"/>
                </a:cubicBezTo>
                <a:lnTo>
                  <a:pt x="6321" y="4669"/>
                </a:lnTo>
                <a:lnTo>
                  <a:pt x="6635" y="3669"/>
                </a:lnTo>
                <a:cubicBezTo>
                  <a:pt x="6679" y="3528"/>
                  <a:pt x="6803" y="3454"/>
                  <a:pt x="6928" y="3454"/>
                </a:cubicBezTo>
                <a:cubicBezTo>
                  <a:pt x="7031" y="3454"/>
                  <a:pt x="7135" y="3504"/>
                  <a:pt x="7195" y="3610"/>
                </a:cubicBezTo>
                <a:lnTo>
                  <a:pt x="7635" y="4390"/>
                </a:lnTo>
                <a:lnTo>
                  <a:pt x="11573" y="4342"/>
                </a:lnTo>
                <a:lnTo>
                  <a:pt x="11576" y="4342"/>
                </a:lnTo>
                <a:cubicBezTo>
                  <a:pt x="11743" y="4344"/>
                  <a:pt x="11877" y="4480"/>
                  <a:pt x="11878" y="4647"/>
                </a:cubicBezTo>
                <a:cubicBezTo>
                  <a:pt x="11880" y="4813"/>
                  <a:pt x="11746" y="4950"/>
                  <a:pt x="11580" y="4955"/>
                </a:cubicBezTo>
                <a:lnTo>
                  <a:pt x="11580" y="4956"/>
                </a:lnTo>
                <a:lnTo>
                  <a:pt x="7460" y="5006"/>
                </a:lnTo>
                <a:cubicBezTo>
                  <a:pt x="7459" y="5006"/>
                  <a:pt x="7458" y="5006"/>
                  <a:pt x="7457" y="5006"/>
                </a:cubicBezTo>
                <a:cubicBezTo>
                  <a:pt x="7347" y="5006"/>
                  <a:pt x="7244" y="4947"/>
                  <a:pt x="7190" y="4850"/>
                </a:cubicBezTo>
                <a:lnTo>
                  <a:pt x="7007" y="4527"/>
                </a:lnTo>
                <a:lnTo>
                  <a:pt x="6513" y="6102"/>
                </a:lnTo>
                <a:cubicBezTo>
                  <a:pt x="6474" y="6229"/>
                  <a:pt x="6356" y="6317"/>
                  <a:pt x="6221" y="6317"/>
                </a:cubicBezTo>
                <a:cubicBezTo>
                  <a:pt x="6214" y="6317"/>
                  <a:pt x="6206" y="6317"/>
                  <a:pt x="6198" y="6316"/>
                </a:cubicBezTo>
                <a:cubicBezTo>
                  <a:pt x="6057" y="6305"/>
                  <a:pt x="5941" y="6198"/>
                  <a:pt x="5919" y="6057"/>
                </a:cubicBezTo>
                <a:lnTo>
                  <a:pt x="5471" y="3198"/>
                </a:lnTo>
                <a:lnTo>
                  <a:pt x="5159" y="4663"/>
                </a:lnTo>
                <a:cubicBezTo>
                  <a:pt x="5129" y="4804"/>
                  <a:pt x="5005" y="4905"/>
                  <a:pt x="4860" y="4905"/>
                </a:cubicBezTo>
                <a:lnTo>
                  <a:pt x="952" y="4905"/>
                </a:lnTo>
                <a:cubicBezTo>
                  <a:pt x="786" y="4901"/>
                  <a:pt x="652" y="4765"/>
                  <a:pt x="652" y="4598"/>
                </a:cubicBezTo>
                <a:cubicBezTo>
                  <a:pt x="652" y="4432"/>
                  <a:pt x="786" y="4296"/>
                  <a:pt x="952" y="4293"/>
                </a:cubicBezTo>
                <a:lnTo>
                  <a:pt x="4613" y="4293"/>
                </a:lnTo>
                <a:lnTo>
                  <a:pt x="5217" y="1448"/>
                </a:lnTo>
                <a:cubicBezTo>
                  <a:pt x="5246" y="1307"/>
                  <a:pt x="5371" y="1205"/>
                  <a:pt x="5515" y="1205"/>
                </a:cubicBezTo>
                <a:close/>
                <a:moveTo>
                  <a:pt x="11851" y="7787"/>
                </a:moveTo>
                <a:lnTo>
                  <a:pt x="11851" y="8427"/>
                </a:lnTo>
                <a:cubicBezTo>
                  <a:pt x="11850" y="8610"/>
                  <a:pt x="11701" y="8758"/>
                  <a:pt x="11519" y="8758"/>
                </a:cubicBezTo>
                <a:lnTo>
                  <a:pt x="944" y="8758"/>
                </a:lnTo>
                <a:cubicBezTo>
                  <a:pt x="762" y="8758"/>
                  <a:pt x="613" y="8610"/>
                  <a:pt x="613" y="8427"/>
                </a:cubicBezTo>
                <a:lnTo>
                  <a:pt x="613" y="7787"/>
                </a:lnTo>
                <a:close/>
                <a:moveTo>
                  <a:pt x="944" y="1"/>
                </a:moveTo>
                <a:cubicBezTo>
                  <a:pt x="424" y="1"/>
                  <a:pt x="1" y="424"/>
                  <a:pt x="1" y="945"/>
                </a:cubicBezTo>
                <a:lnTo>
                  <a:pt x="1" y="8427"/>
                </a:lnTo>
                <a:cubicBezTo>
                  <a:pt x="1" y="8948"/>
                  <a:pt x="424" y="9370"/>
                  <a:pt x="944" y="9371"/>
                </a:cubicBezTo>
                <a:lnTo>
                  <a:pt x="4721" y="9371"/>
                </a:lnTo>
                <a:lnTo>
                  <a:pt x="4194" y="10871"/>
                </a:lnTo>
                <a:lnTo>
                  <a:pt x="2909" y="10871"/>
                </a:lnTo>
                <a:cubicBezTo>
                  <a:pt x="2740" y="10871"/>
                  <a:pt x="2603" y="11009"/>
                  <a:pt x="2603" y="11178"/>
                </a:cubicBezTo>
                <a:cubicBezTo>
                  <a:pt x="2603" y="11347"/>
                  <a:pt x="2740" y="11483"/>
                  <a:pt x="2909" y="11483"/>
                </a:cubicBezTo>
                <a:lnTo>
                  <a:pt x="9553" y="11483"/>
                </a:lnTo>
                <a:cubicBezTo>
                  <a:pt x="9722" y="11483"/>
                  <a:pt x="9860" y="11347"/>
                  <a:pt x="9860" y="11178"/>
                </a:cubicBezTo>
                <a:cubicBezTo>
                  <a:pt x="9860" y="11009"/>
                  <a:pt x="9722" y="10871"/>
                  <a:pt x="9553" y="10871"/>
                </a:cubicBezTo>
                <a:lnTo>
                  <a:pt x="8270" y="10871"/>
                </a:lnTo>
                <a:lnTo>
                  <a:pt x="7743" y="9371"/>
                </a:lnTo>
                <a:lnTo>
                  <a:pt x="11519" y="9371"/>
                </a:lnTo>
                <a:cubicBezTo>
                  <a:pt x="12039" y="9370"/>
                  <a:pt x="12462" y="8948"/>
                  <a:pt x="12462" y="8427"/>
                </a:cubicBezTo>
                <a:lnTo>
                  <a:pt x="12462" y="945"/>
                </a:lnTo>
                <a:cubicBezTo>
                  <a:pt x="12462" y="424"/>
                  <a:pt x="12039" y="1"/>
                  <a:pt x="1151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82" name="Google Shape;1082;p60"/>
          <p:cNvSpPr/>
          <p:nvPr/>
        </p:nvSpPr>
        <p:spPr>
          <a:xfrm>
            <a:off x="5573882" y="2975517"/>
            <a:ext cx="253313" cy="241988"/>
          </a:xfrm>
          <a:custGeom>
            <a:avLst/>
            <a:gdLst/>
            <a:ahLst/>
            <a:cxnLst/>
            <a:rect l="l" t="t" r="r" b="b"/>
            <a:pathLst>
              <a:path w="13510" h="12906" extrusionOk="0">
                <a:moveTo>
                  <a:pt x="10090" y="613"/>
                </a:moveTo>
                <a:cubicBezTo>
                  <a:pt x="10733" y="613"/>
                  <a:pt x="11374" y="860"/>
                  <a:pt x="11859" y="1345"/>
                </a:cubicBezTo>
                <a:lnTo>
                  <a:pt x="11862" y="1349"/>
                </a:lnTo>
                <a:cubicBezTo>
                  <a:pt x="12763" y="2250"/>
                  <a:pt x="12831" y="3674"/>
                  <a:pt x="12066" y="4654"/>
                </a:cubicBezTo>
                <a:lnTo>
                  <a:pt x="8552" y="1142"/>
                </a:lnTo>
                <a:cubicBezTo>
                  <a:pt x="9007" y="787"/>
                  <a:pt x="9549" y="613"/>
                  <a:pt x="10090" y="613"/>
                </a:cubicBezTo>
                <a:close/>
                <a:moveTo>
                  <a:pt x="8644" y="2506"/>
                </a:moveTo>
                <a:cubicBezTo>
                  <a:pt x="8722" y="2506"/>
                  <a:pt x="8800" y="2536"/>
                  <a:pt x="8860" y="2596"/>
                </a:cubicBezTo>
                <a:cubicBezTo>
                  <a:pt x="8981" y="2717"/>
                  <a:pt x="8980" y="2912"/>
                  <a:pt x="8858" y="3032"/>
                </a:cubicBezTo>
                <a:lnTo>
                  <a:pt x="3355" y="8534"/>
                </a:lnTo>
                <a:cubicBezTo>
                  <a:pt x="3295" y="8597"/>
                  <a:pt x="3214" y="8628"/>
                  <a:pt x="3134" y="8628"/>
                </a:cubicBezTo>
                <a:cubicBezTo>
                  <a:pt x="3056" y="8628"/>
                  <a:pt x="2977" y="8598"/>
                  <a:pt x="2918" y="8538"/>
                </a:cubicBezTo>
                <a:cubicBezTo>
                  <a:pt x="2796" y="8416"/>
                  <a:pt x="2798" y="8220"/>
                  <a:pt x="2921" y="8100"/>
                </a:cubicBezTo>
                <a:lnTo>
                  <a:pt x="8425" y="2598"/>
                </a:lnTo>
                <a:cubicBezTo>
                  <a:pt x="8485" y="2537"/>
                  <a:pt x="8564" y="2506"/>
                  <a:pt x="8644" y="2506"/>
                </a:cubicBezTo>
                <a:close/>
                <a:moveTo>
                  <a:pt x="10330" y="4200"/>
                </a:moveTo>
                <a:cubicBezTo>
                  <a:pt x="10408" y="4200"/>
                  <a:pt x="10487" y="4230"/>
                  <a:pt x="10546" y="4290"/>
                </a:cubicBezTo>
                <a:cubicBezTo>
                  <a:pt x="10666" y="4409"/>
                  <a:pt x="10667" y="4602"/>
                  <a:pt x="10549" y="4721"/>
                </a:cubicBezTo>
                <a:lnTo>
                  <a:pt x="5045" y="10224"/>
                </a:lnTo>
                <a:cubicBezTo>
                  <a:pt x="4986" y="10284"/>
                  <a:pt x="4907" y="10314"/>
                  <a:pt x="4829" y="10314"/>
                </a:cubicBezTo>
                <a:cubicBezTo>
                  <a:pt x="4751" y="10314"/>
                  <a:pt x="4673" y="10284"/>
                  <a:pt x="4613" y="10224"/>
                </a:cubicBezTo>
                <a:cubicBezTo>
                  <a:pt x="4492" y="10105"/>
                  <a:pt x="4492" y="9911"/>
                  <a:pt x="4613" y="9791"/>
                </a:cubicBezTo>
                <a:lnTo>
                  <a:pt x="10115" y="4288"/>
                </a:lnTo>
                <a:cubicBezTo>
                  <a:pt x="10175" y="4230"/>
                  <a:pt x="10252" y="4200"/>
                  <a:pt x="10330" y="4200"/>
                </a:cubicBezTo>
                <a:close/>
                <a:moveTo>
                  <a:pt x="1444" y="8251"/>
                </a:moveTo>
                <a:lnTo>
                  <a:pt x="4957" y="11764"/>
                </a:lnTo>
                <a:cubicBezTo>
                  <a:pt x="4520" y="12107"/>
                  <a:pt x="3981" y="12293"/>
                  <a:pt x="3425" y="12293"/>
                </a:cubicBezTo>
                <a:cubicBezTo>
                  <a:pt x="3423" y="12293"/>
                  <a:pt x="3422" y="12293"/>
                  <a:pt x="3420" y="12293"/>
                </a:cubicBezTo>
                <a:lnTo>
                  <a:pt x="3419" y="12293"/>
                </a:lnTo>
                <a:cubicBezTo>
                  <a:pt x="3417" y="12293"/>
                  <a:pt x="3416" y="12293"/>
                  <a:pt x="3415" y="12293"/>
                </a:cubicBezTo>
                <a:cubicBezTo>
                  <a:pt x="2753" y="12293"/>
                  <a:pt x="2118" y="12030"/>
                  <a:pt x="1651" y="11560"/>
                </a:cubicBezTo>
                <a:lnTo>
                  <a:pt x="1647" y="11557"/>
                </a:lnTo>
                <a:cubicBezTo>
                  <a:pt x="745" y="10655"/>
                  <a:pt x="679" y="9231"/>
                  <a:pt x="1444" y="8251"/>
                </a:cubicBezTo>
                <a:close/>
                <a:moveTo>
                  <a:pt x="10090" y="0"/>
                </a:moveTo>
                <a:cubicBezTo>
                  <a:pt x="9294" y="0"/>
                  <a:pt x="8497" y="304"/>
                  <a:pt x="7889" y="912"/>
                </a:cubicBezTo>
                <a:lnTo>
                  <a:pt x="1214" y="7588"/>
                </a:lnTo>
                <a:cubicBezTo>
                  <a:pt x="1" y="8800"/>
                  <a:pt x="1" y="10776"/>
                  <a:pt x="1214" y="11990"/>
                </a:cubicBezTo>
                <a:lnTo>
                  <a:pt x="1219" y="11993"/>
                </a:lnTo>
                <a:cubicBezTo>
                  <a:pt x="1826" y="12601"/>
                  <a:pt x="2623" y="12905"/>
                  <a:pt x="3419" y="12905"/>
                </a:cubicBezTo>
                <a:cubicBezTo>
                  <a:pt x="4216" y="12905"/>
                  <a:pt x="5013" y="12601"/>
                  <a:pt x="5620" y="11993"/>
                </a:cubicBezTo>
                <a:lnTo>
                  <a:pt x="12296" y="5319"/>
                </a:lnTo>
                <a:cubicBezTo>
                  <a:pt x="13509" y="4105"/>
                  <a:pt x="13509" y="2130"/>
                  <a:pt x="12295" y="916"/>
                </a:cubicBezTo>
                <a:lnTo>
                  <a:pt x="12291" y="912"/>
                </a:lnTo>
                <a:cubicBezTo>
                  <a:pt x="11684" y="304"/>
                  <a:pt x="10887" y="0"/>
                  <a:pt x="1009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83" name="Google Shape;1083;p60"/>
          <p:cNvSpPr/>
          <p:nvPr/>
        </p:nvSpPr>
        <p:spPr>
          <a:xfrm>
            <a:off x="5263546" y="2977102"/>
            <a:ext cx="206663" cy="238819"/>
          </a:xfrm>
          <a:custGeom>
            <a:avLst/>
            <a:gdLst/>
            <a:ahLst/>
            <a:cxnLst/>
            <a:rect l="l" t="t" r="r" b="b"/>
            <a:pathLst>
              <a:path w="11022" h="12737" extrusionOk="0">
                <a:moveTo>
                  <a:pt x="7332" y="3863"/>
                </a:moveTo>
                <a:cubicBezTo>
                  <a:pt x="7397" y="3863"/>
                  <a:pt x="7461" y="3884"/>
                  <a:pt x="7517" y="3926"/>
                </a:cubicBezTo>
                <a:cubicBezTo>
                  <a:pt x="7652" y="4028"/>
                  <a:pt x="7679" y="4220"/>
                  <a:pt x="7576" y="4355"/>
                </a:cubicBezTo>
                <a:cubicBezTo>
                  <a:pt x="7568" y="4365"/>
                  <a:pt x="7003" y="5136"/>
                  <a:pt x="7129" y="6167"/>
                </a:cubicBezTo>
                <a:cubicBezTo>
                  <a:pt x="7150" y="6335"/>
                  <a:pt x="7030" y="6488"/>
                  <a:pt x="6863" y="6509"/>
                </a:cubicBezTo>
                <a:cubicBezTo>
                  <a:pt x="6850" y="6511"/>
                  <a:pt x="6837" y="6511"/>
                  <a:pt x="6825" y="6511"/>
                </a:cubicBezTo>
                <a:cubicBezTo>
                  <a:pt x="6671" y="6511"/>
                  <a:pt x="6541" y="6396"/>
                  <a:pt x="6521" y="6242"/>
                </a:cubicBezTo>
                <a:cubicBezTo>
                  <a:pt x="6364" y="4954"/>
                  <a:pt x="7058" y="4024"/>
                  <a:pt x="7088" y="3985"/>
                </a:cubicBezTo>
                <a:cubicBezTo>
                  <a:pt x="7148" y="3905"/>
                  <a:pt x="7240" y="3863"/>
                  <a:pt x="7332" y="3863"/>
                </a:cubicBezTo>
                <a:close/>
                <a:moveTo>
                  <a:pt x="8350" y="0"/>
                </a:moveTo>
                <a:cubicBezTo>
                  <a:pt x="8168" y="0"/>
                  <a:pt x="7986" y="96"/>
                  <a:pt x="7892" y="287"/>
                </a:cubicBezTo>
                <a:lnTo>
                  <a:pt x="6353" y="3443"/>
                </a:lnTo>
                <a:lnTo>
                  <a:pt x="6010" y="4147"/>
                </a:lnTo>
                <a:cubicBezTo>
                  <a:pt x="5965" y="4241"/>
                  <a:pt x="5926" y="4337"/>
                  <a:pt x="5891" y="4435"/>
                </a:cubicBezTo>
                <a:cubicBezTo>
                  <a:pt x="5861" y="4516"/>
                  <a:pt x="5834" y="4599"/>
                  <a:pt x="5810" y="4684"/>
                </a:cubicBezTo>
                <a:cubicBezTo>
                  <a:pt x="5724" y="4991"/>
                  <a:pt x="5680" y="5308"/>
                  <a:pt x="5680" y="5628"/>
                </a:cubicBezTo>
                <a:cubicBezTo>
                  <a:pt x="5680" y="5676"/>
                  <a:pt x="5681" y="5724"/>
                  <a:pt x="5683" y="5773"/>
                </a:cubicBezTo>
                <a:cubicBezTo>
                  <a:pt x="5683" y="5784"/>
                  <a:pt x="5686" y="5796"/>
                  <a:pt x="5686" y="5807"/>
                </a:cubicBezTo>
                <a:cubicBezTo>
                  <a:pt x="5688" y="5843"/>
                  <a:pt x="5690" y="5880"/>
                  <a:pt x="5694" y="5914"/>
                </a:cubicBezTo>
                <a:cubicBezTo>
                  <a:pt x="5696" y="5932"/>
                  <a:pt x="5698" y="5950"/>
                  <a:pt x="5701" y="5967"/>
                </a:cubicBezTo>
                <a:cubicBezTo>
                  <a:pt x="5704" y="5996"/>
                  <a:pt x="5706" y="6024"/>
                  <a:pt x="5711" y="6052"/>
                </a:cubicBezTo>
                <a:cubicBezTo>
                  <a:pt x="5713" y="6072"/>
                  <a:pt x="5718" y="6091"/>
                  <a:pt x="5721" y="6111"/>
                </a:cubicBezTo>
                <a:cubicBezTo>
                  <a:pt x="5725" y="6136"/>
                  <a:pt x="5729" y="6161"/>
                  <a:pt x="5734" y="6185"/>
                </a:cubicBezTo>
                <a:cubicBezTo>
                  <a:pt x="5738" y="6206"/>
                  <a:pt x="5743" y="6227"/>
                  <a:pt x="5749" y="6247"/>
                </a:cubicBezTo>
                <a:cubicBezTo>
                  <a:pt x="5753" y="6270"/>
                  <a:pt x="5758" y="6293"/>
                  <a:pt x="5764" y="6315"/>
                </a:cubicBezTo>
                <a:cubicBezTo>
                  <a:pt x="5770" y="6338"/>
                  <a:pt x="5776" y="6359"/>
                  <a:pt x="5782" y="6380"/>
                </a:cubicBezTo>
                <a:cubicBezTo>
                  <a:pt x="5788" y="6400"/>
                  <a:pt x="5794" y="6421"/>
                  <a:pt x="5799" y="6442"/>
                </a:cubicBezTo>
                <a:cubicBezTo>
                  <a:pt x="5806" y="6463"/>
                  <a:pt x="5814" y="6485"/>
                  <a:pt x="5822" y="6507"/>
                </a:cubicBezTo>
                <a:cubicBezTo>
                  <a:pt x="5828" y="6527"/>
                  <a:pt x="5834" y="6545"/>
                  <a:pt x="5841" y="6563"/>
                </a:cubicBezTo>
                <a:cubicBezTo>
                  <a:pt x="5850" y="6586"/>
                  <a:pt x="5859" y="6608"/>
                  <a:pt x="5868" y="6630"/>
                </a:cubicBezTo>
                <a:cubicBezTo>
                  <a:pt x="5875" y="6647"/>
                  <a:pt x="5881" y="6665"/>
                  <a:pt x="5888" y="6681"/>
                </a:cubicBezTo>
                <a:cubicBezTo>
                  <a:pt x="5898" y="6705"/>
                  <a:pt x="5910" y="6727"/>
                  <a:pt x="5920" y="6750"/>
                </a:cubicBezTo>
                <a:cubicBezTo>
                  <a:pt x="5927" y="6765"/>
                  <a:pt x="5934" y="6780"/>
                  <a:pt x="5941" y="6795"/>
                </a:cubicBezTo>
                <a:cubicBezTo>
                  <a:pt x="5953" y="6819"/>
                  <a:pt x="5966" y="6842"/>
                  <a:pt x="5978" y="6865"/>
                </a:cubicBezTo>
                <a:cubicBezTo>
                  <a:pt x="5986" y="6877"/>
                  <a:pt x="5992" y="6891"/>
                  <a:pt x="5999" y="6904"/>
                </a:cubicBezTo>
                <a:cubicBezTo>
                  <a:pt x="6013" y="6928"/>
                  <a:pt x="6027" y="6951"/>
                  <a:pt x="6042" y="6974"/>
                </a:cubicBezTo>
                <a:cubicBezTo>
                  <a:pt x="6049" y="6985"/>
                  <a:pt x="6056" y="6998"/>
                  <a:pt x="6063" y="7009"/>
                </a:cubicBezTo>
                <a:cubicBezTo>
                  <a:pt x="6078" y="7032"/>
                  <a:pt x="6094" y="7055"/>
                  <a:pt x="6111" y="7080"/>
                </a:cubicBezTo>
                <a:cubicBezTo>
                  <a:pt x="6118" y="7090"/>
                  <a:pt x="6125" y="7100"/>
                  <a:pt x="6132" y="7109"/>
                </a:cubicBezTo>
                <a:cubicBezTo>
                  <a:pt x="6149" y="7134"/>
                  <a:pt x="6166" y="7157"/>
                  <a:pt x="6184" y="7180"/>
                </a:cubicBezTo>
                <a:cubicBezTo>
                  <a:pt x="6191" y="7189"/>
                  <a:pt x="6197" y="7198"/>
                  <a:pt x="6205" y="7206"/>
                </a:cubicBezTo>
                <a:cubicBezTo>
                  <a:pt x="6224" y="7230"/>
                  <a:pt x="6244" y="7253"/>
                  <a:pt x="6264" y="7276"/>
                </a:cubicBezTo>
                <a:lnTo>
                  <a:pt x="6283" y="7298"/>
                </a:lnTo>
                <a:cubicBezTo>
                  <a:pt x="6304" y="7322"/>
                  <a:pt x="6326" y="7345"/>
                  <a:pt x="6348" y="7367"/>
                </a:cubicBezTo>
                <a:cubicBezTo>
                  <a:pt x="6353" y="7374"/>
                  <a:pt x="6359" y="7380"/>
                  <a:pt x="6365" y="7386"/>
                </a:cubicBezTo>
                <a:cubicBezTo>
                  <a:pt x="6388" y="7409"/>
                  <a:pt x="6412" y="7431"/>
                  <a:pt x="6436" y="7454"/>
                </a:cubicBezTo>
                <a:cubicBezTo>
                  <a:pt x="6442" y="7459"/>
                  <a:pt x="6447" y="7463"/>
                  <a:pt x="6452" y="7469"/>
                </a:cubicBezTo>
                <a:cubicBezTo>
                  <a:pt x="6478" y="7492"/>
                  <a:pt x="6503" y="7514"/>
                  <a:pt x="6529" y="7536"/>
                </a:cubicBezTo>
                <a:cubicBezTo>
                  <a:pt x="6534" y="7539"/>
                  <a:pt x="6538" y="7544"/>
                  <a:pt x="6543" y="7547"/>
                </a:cubicBezTo>
                <a:cubicBezTo>
                  <a:pt x="6571" y="7570"/>
                  <a:pt x="6598" y="7591"/>
                  <a:pt x="6627" y="7613"/>
                </a:cubicBezTo>
                <a:cubicBezTo>
                  <a:pt x="6630" y="7615"/>
                  <a:pt x="6635" y="7619"/>
                  <a:pt x="6638" y="7621"/>
                </a:cubicBezTo>
                <a:cubicBezTo>
                  <a:pt x="6667" y="7643"/>
                  <a:pt x="6697" y="7663"/>
                  <a:pt x="6728" y="7684"/>
                </a:cubicBezTo>
                <a:cubicBezTo>
                  <a:pt x="6732" y="7686"/>
                  <a:pt x="6734" y="7689"/>
                  <a:pt x="6738" y="7691"/>
                </a:cubicBezTo>
                <a:cubicBezTo>
                  <a:pt x="6769" y="7712"/>
                  <a:pt x="6801" y="7731"/>
                  <a:pt x="6833" y="7751"/>
                </a:cubicBezTo>
                <a:cubicBezTo>
                  <a:pt x="6835" y="7752"/>
                  <a:pt x="6838" y="7754"/>
                  <a:pt x="6841" y="7755"/>
                </a:cubicBezTo>
                <a:cubicBezTo>
                  <a:pt x="6874" y="7775"/>
                  <a:pt x="6907" y="7794"/>
                  <a:pt x="6941" y="7813"/>
                </a:cubicBezTo>
                <a:cubicBezTo>
                  <a:pt x="6943" y="7814"/>
                  <a:pt x="6945" y="7814"/>
                  <a:pt x="6946" y="7816"/>
                </a:cubicBezTo>
                <a:cubicBezTo>
                  <a:pt x="6982" y="7835"/>
                  <a:pt x="7017" y="7852"/>
                  <a:pt x="7053" y="7869"/>
                </a:cubicBezTo>
                <a:cubicBezTo>
                  <a:pt x="7055" y="7869"/>
                  <a:pt x="7056" y="7870"/>
                  <a:pt x="7057" y="7870"/>
                </a:cubicBezTo>
                <a:cubicBezTo>
                  <a:pt x="7094" y="7888"/>
                  <a:pt x="7130" y="7905"/>
                  <a:pt x="7168" y="7921"/>
                </a:cubicBezTo>
                <a:lnTo>
                  <a:pt x="7169" y="7921"/>
                </a:lnTo>
                <a:cubicBezTo>
                  <a:pt x="7514" y="8065"/>
                  <a:pt x="7902" y="8143"/>
                  <a:pt x="8311" y="8147"/>
                </a:cubicBezTo>
                <a:lnTo>
                  <a:pt x="8350" y="8147"/>
                </a:lnTo>
                <a:cubicBezTo>
                  <a:pt x="9826" y="8147"/>
                  <a:pt x="11021" y="7204"/>
                  <a:pt x="11021" y="5627"/>
                </a:cubicBezTo>
                <a:cubicBezTo>
                  <a:pt x="11021" y="5115"/>
                  <a:pt x="10908" y="4610"/>
                  <a:pt x="10691" y="4146"/>
                </a:cubicBezTo>
                <a:lnTo>
                  <a:pt x="10691" y="4147"/>
                </a:lnTo>
                <a:lnTo>
                  <a:pt x="8809" y="287"/>
                </a:lnTo>
                <a:cubicBezTo>
                  <a:pt x="8715" y="96"/>
                  <a:pt x="8532" y="0"/>
                  <a:pt x="8350" y="0"/>
                </a:cubicBezTo>
                <a:close/>
                <a:moveTo>
                  <a:pt x="2171" y="6213"/>
                </a:moveTo>
                <a:cubicBezTo>
                  <a:pt x="2236" y="6213"/>
                  <a:pt x="2301" y="6233"/>
                  <a:pt x="2357" y="6275"/>
                </a:cubicBezTo>
                <a:cubicBezTo>
                  <a:pt x="2491" y="6377"/>
                  <a:pt x="2518" y="6569"/>
                  <a:pt x="2416" y="6704"/>
                </a:cubicBezTo>
                <a:lnTo>
                  <a:pt x="2414" y="6704"/>
                </a:lnTo>
                <a:cubicBezTo>
                  <a:pt x="2405" y="6716"/>
                  <a:pt x="1477" y="7973"/>
                  <a:pt x="1683" y="9662"/>
                </a:cubicBezTo>
                <a:cubicBezTo>
                  <a:pt x="1704" y="9830"/>
                  <a:pt x="1585" y="9983"/>
                  <a:pt x="1418" y="10004"/>
                </a:cubicBezTo>
                <a:cubicBezTo>
                  <a:pt x="1405" y="10005"/>
                  <a:pt x="1393" y="10006"/>
                  <a:pt x="1380" y="10006"/>
                </a:cubicBezTo>
                <a:cubicBezTo>
                  <a:pt x="1225" y="10006"/>
                  <a:pt x="1095" y="9891"/>
                  <a:pt x="1075" y="9737"/>
                </a:cubicBezTo>
                <a:cubicBezTo>
                  <a:pt x="836" y="7792"/>
                  <a:pt x="1882" y="6392"/>
                  <a:pt x="1927" y="6334"/>
                </a:cubicBezTo>
                <a:cubicBezTo>
                  <a:pt x="1987" y="6254"/>
                  <a:pt x="2079" y="6213"/>
                  <a:pt x="2171" y="6213"/>
                </a:cubicBezTo>
                <a:close/>
                <a:moveTo>
                  <a:pt x="4176" y="1"/>
                </a:moveTo>
                <a:cubicBezTo>
                  <a:pt x="3891" y="1"/>
                  <a:pt x="3606" y="150"/>
                  <a:pt x="3460" y="448"/>
                </a:cubicBezTo>
                <a:lnTo>
                  <a:pt x="516" y="6482"/>
                </a:lnTo>
                <a:cubicBezTo>
                  <a:pt x="175" y="7206"/>
                  <a:pt x="1" y="7997"/>
                  <a:pt x="1" y="8797"/>
                </a:cubicBezTo>
                <a:cubicBezTo>
                  <a:pt x="1" y="11261"/>
                  <a:pt x="1870" y="12737"/>
                  <a:pt x="4175" y="12737"/>
                </a:cubicBezTo>
                <a:cubicBezTo>
                  <a:pt x="6482" y="12737"/>
                  <a:pt x="8350" y="11261"/>
                  <a:pt x="8350" y="8797"/>
                </a:cubicBezTo>
                <a:lnTo>
                  <a:pt x="8350" y="8761"/>
                </a:lnTo>
                <a:cubicBezTo>
                  <a:pt x="7463" y="8761"/>
                  <a:pt x="6648" y="8467"/>
                  <a:pt x="6053" y="7935"/>
                </a:cubicBezTo>
                <a:cubicBezTo>
                  <a:pt x="5418" y="7366"/>
                  <a:pt x="5067" y="6546"/>
                  <a:pt x="5067" y="5628"/>
                </a:cubicBezTo>
                <a:cubicBezTo>
                  <a:pt x="5067" y="5026"/>
                  <a:pt x="5199" y="4430"/>
                  <a:pt x="5456" y="3885"/>
                </a:cubicBezTo>
                <a:lnTo>
                  <a:pt x="5458" y="3878"/>
                </a:lnTo>
                <a:lnTo>
                  <a:pt x="6012" y="2745"/>
                </a:lnTo>
                <a:lnTo>
                  <a:pt x="4891" y="448"/>
                </a:lnTo>
                <a:cubicBezTo>
                  <a:pt x="4746" y="150"/>
                  <a:pt x="4461" y="1"/>
                  <a:pt x="41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84" name="Google Shape;1084;p60"/>
          <p:cNvSpPr/>
          <p:nvPr/>
        </p:nvSpPr>
        <p:spPr>
          <a:xfrm>
            <a:off x="3021309" y="2976634"/>
            <a:ext cx="237075" cy="239756"/>
          </a:xfrm>
          <a:custGeom>
            <a:avLst/>
            <a:gdLst/>
            <a:ahLst/>
            <a:cxnLst/>
            <a:rect l="l" t="t" r="r" b="b"/>
            <a:pathLst>
              <a:path w="12644" h="12787" extrusionOk="0">
                <a:moveTo>
                  <a:pt x="8919" y="1450"/>
                </a:moveTo>
                <a:lnTo>
                  <a:pt x="11165" y="3515"/>
                </a:lnTo>
                <a:lnTo>
                  <a:pt x="7777" y="7113"/>
                </a:lnTo>
                <a:lnTo>
                  <a:pt x="4885" y="5736"/>
                </a:lnTo>
                <a:lnTo>
                  <a:pt x="8919" y="1450"/>
                </a:lnTo>
                <a:close/>
                <a:moveTo>
                  <a:pt x="8901" y="1"/>
                </a:moveTo>
                <a:cubicBezTo>
                  <a:pt x="8787" y="1"/>
                  <a:pt x="8673" y="46"/>
                  <a:pt x="8589" y="135"/>
                </a:cubicBezTo>
                <a:lnTo>
                  <a:pt x="8488" y="242"/>
                </a:lnTo>
                <a:cubicBezTo>
                  <a:pt x="8324" y="417"/>
                  <a:pt x="8334" y="691"/>
                  <a:pt x="8510" y="853"/>
                </a:cubicBezTo>
                <a:lnTo>
                  <a:pt x="8580" y="917"/>
                </a:lnTo>
                <a:lnTo>
                  <a:pt x="714" y="9273"/>
                </a:lnTo>
                <a:cubicBezTo>
                  <a:pt x="1" y="10031"/>
                  <a:pt x="44" y="11225"/>
                  <a:pt x="810" y="11928"/>
                </a:cubicBezTo>
                <a:lnTo>
                  <a:pt x="1206" y="12294"/>
                </a:lnTo>
                <a:cubicBezTo>
                  <a:pt x="1565" y="12623"/>
                  <a:pt x="2018" y="12786"/>
                  <a:pt x="2470" y="12786"/>
                </a:cubicBezTo>
                <a:cubicBezTo>
                  <a:pt x="2967" y="12786"/>
                  <a:pt x="3464" y="12589"/>
                  <a:pt x="3831" y="12198"/>
                </a:cubicBezTo>
                <a:lnTo>
                  <a:pt x="11727" y="3811"/>
                </a:lnTo>
                <a:lnTo>
                  <a:pt x="11777" y="3857"/>
                </a:lnTo>
                <a:cubicBezTo>
                  <a:pt x="11859" y="3933"/>
                  <a:pt x="11963" y="3970"/>
                  <a:pt x="12067" y="3970"/>
                </a:cubicBezTo>
                <a:cubicBezTo>
                  <a:pt x="12181" y="3970"/>
                  <a:pt x="12295" y="3925"/>
                  <a:pt x="12380" y="3835"/>
                </a:cubicBezTo>
                <a:lnTo>
                  <a:pt x="12480" y="3728"/>
                </a:lnTo>
                <a:cubicBezTo>
                  <a:pt x="12644" y="3555"/>
                  <a:pt x="12634" y="3280"/>
                  <a:pt x="12458" y="3119"/>
                </a:cubicBezTo>
                <a:lnTo>
                  <a:pt x="9191" y="114"/>
                </a:lnTo>
                <a:cubicBezTo>
                  <a:pt x="9109" y="38"/>
                  <a:pt x="9005" y="1"/>
                  <a:pt x="890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85" name="Google Shape;1085;p60"/>
          <p:cNvSpPr/>
          <p:nvPr/>
        </p:nvSpPr>
        <p:spPr>
          <a:xfrm>
            <a:off x="5930869" y="2965065"/>
            <a:ext cx="103256" cy="262894"/>
          </a:xfrm>
          <a:custGeom>
            <a:avLst/>
            <a:gdLst/>
            <a:ahLst/>
            <a:cxnLst/>
            <a:rect l="l" t="t" r="r" b="b"/>
            <a:pathLst>
              <a:path w="5507" h="14021" extrusionOk="0">
                <a:moveTo>
                  <a:pt x="2648" y="769"/>
                </a:moveTo>
                <a:cubicBezTo>
                  <a:pt x="2976" y="769"/>
                  <a:pt x="3243" y="1037"/>
                  <a:pt x="3243" y="1365"/>
                </a:cubicBezTo>
                <a:lnTo>
                  <a:pt x="3243" y="3480"/>
                </a:lnTo>
                <a:lnTo>
                  <a:pt x="2051" y="3480"/>
                </a:lnTo>
                <a:lnTo>
                  <a:pt x="2051" y="1365"/>
                </a:lnTo>
                <a:cubicBezTo>
                  <a:pt x="2051" y="1037"/>
                  <a:pt x="2318" y="769"/>
                  <a:pt x="2648" y="769"/>
                </a:cubicBezTo>
                <a:close/>
                <a:moveTo>
                  <a:pt x="1829" y="9609"/>
                </a:moveTo>
                <a:cubicBezTo>
                  <a:pt x="1942" y="9609"/>
                  <a:pt x="2050" y="9672"/>
                  <a:pt x="2104" y="9779"/>
                </a:cubicBezTo>
                <a:cubicBezTo>
                  <a:pt x="2177" y="9927"/>
                  <a:pt x="2120" y="10106"/>
                  <a:pt x="1974" y="10186"/>
                </a:cubicBezTo>
                <a:lnTo>
                  <a:pt x="1975" y="10186"/>
                </a:lnTo>
                <a:cubicBezTo>
                  <a:pt x="1861" y="10243"/>
                  <a:pt x="897" y="10778"/>
                  <a:pt x="1333" y="11997"/>
                </a:cubicBezTo>
                <a:cubicBezTo>
                  <a:pt x="1389" y="12156"/>
                  <a:pt x="1306" y="12331"/>
                  <a:pt x="1148" y="12388"/>
                </a:cubicBezTo>
                <a:cubicBezTo>
                  <a:pt x="1114" y="12400"/>
                  <a:pt x="1080" y="12406"/>
                  <a:pt x="1044" y="12406"/>
                </a:cubicBezTo>
                <a:cubicBezTo>
                  <a:pt x="915" y="12406"/>
                  <a:pt x="799" y="12325"/>
                  <a:pt x="756" y="12203"/>
                </a:cubicBezTo>
                <a:cubicBezTo>
                  <a:pt x="253" y="10795"/>
                  <a:pt x="1154" y="9909"/>
                  <a:pt x="1702" y="9638"/>
                </a:cubicBezTo>
                <a:cubicBezTo>
                  <a:pt x="1743" y="9618"/>
                  <a:pt x="1786" y="9609"/>
                  <a:pt x="1829" y="9609"/>
                </a:cubicBezTo>
                <a:close/>
                <a:moveTo>
                  <a:pt x="2648" y="1"/>
                </a:moveTo>
                <a:cubicBezTo>
                  <a:pt x="1960" y="1"/>
                  <a:pt x="1405" y="562"/>
                  <a:pt x="1413" y="1249"/>
                </a:cubicBezTo>
                <a:lnTo>
                  <a:pt x="1413" y="9008"/>
                </a:lnTo>
                <a:lnTo>
                  <a:pt x="1460" y="9008"/>
                </a:lnTo>
                <a:cubicBezTo>
                  <a:pt x="565" y="9457"/>
                  <a:pt x="0" y="10373"/>
                  <a:pt x="0" y="11374"/>
                </a:cubicBezTo>
                <a:cubicBezTo>
                  <a:pt x="0" y="12835"/>
                  <a:pt x="1185" y="14020"/>
                  <a:pt x="2648" y="14020"/>
                </a:cubicBezTo>
                <a:cubicBezTo>
                  <a:pt x="2648" y="14020"/>
                  <a:pt x="2649" y="14020"/>
                  <a:pt x="2650" y="14020"/>
                </a:cubicBezTo>
                <a:cubicBezTo>
                  <a:pt x="3875" y="14020"/>
                  <a:pt x="4941" y="13177"/>
                  <a:pt x="5223" y="11983"/>
                </a:cubicBezTo>
                <a:cubicBezTo>
                  <a:pt x="5506" y="10790"/>
                  <a:pt x="4930" y="9558"/>
                  <a:pt x="3834" y="9009"/>
                </a:cubicBezTo>
                <a:lnTo>
                  <a:pt x="3881" y="9009"/>
                </a:lnTo>
                <a:lnTo>
                  <a:pt x="3881" y="1249"/>
                </a:lnTo>
                <a:cubicBezTo>
                  <a:pt x="3889" y="562"/>
                  <a:pt x="3334" y="1"/>
                  <a:pt x="264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86" name="Google Shape;1086;p60"/>
          <p:cNvSpPr/>
          <p:nvPr/>
        </p:nvSpPr>
        <p:spPr>
          <a:xfrm>
            <a:off x="770832" y="2977336"/>
            <a:ext cx="212756" cy="238350"/>
          </a:xfrm>
          <a:custGeom>
            <a:avLst/>
            <a:gdLst/>
            <a:ahLst/>
            <a:cxnLst/>
            <a:rect l="l" t="t" r="r" b="b"/>
            <a:pathLst>
              <a:path w="11347" h="12712" extrusionOk="0">
                <a:moveTo>
                  <a:pt x="4564" y="2021"/>
                </a:moveTo>
                <a:cubicBezTo>
                  <a:pt x="4848" y="2021"/>
                  <a:pt x="5017" y="2210"/>
                  <a:pt x="5017" y="2526"/>
                </a:cubicBezTo>
                <a:lnTo>
                  <a:pt x="5017" y="7132"/>
                </a:lnTo>
                <a:cubicBezTo>
                  <a:pt x="5017" y="7315"/>
                  <a:pt x="4943" y="7491"/>
                  <a:pt x="4813" y="7621"/>
                </a:cubicBezTo>
                <a:lnTo>
                  <a:pt x="4628" y="7806"/>
                </a:lnTo>
                <a:cubicBezTo>
                  <a:pt x="4524" y="7910"/>
                  <a:pt x="4387" y="7979"/>
                  <a:pt x="4241" y="8000"/>
                </a:cubicBezTo>
                <a:lnTo>
                  <a:pt x="2402" y="8271"/>
                </a:lnTo>
                <a:cubicBezTo>
                  <a:pt x="2369" y="8276"/>
                  <a:pt x="2336" y="8278"/>
                  <a:pt x="2303" y="8278"/>
                </a:cubicBezTo>
                <a:cubicBezTo>
                  <a:pt x="2143" y="8278"/>
                  <a:pt x="1988" y="8224"/>
                  <a:pt x="1863" y="8122"/>
                </a:cubicBezTo>
                <a:cubicBezTo>
                  <a:pt x="1697" y="7986"/>
                  <a:pt x="1605" y="7781"/>
                  <a:pt x="1616" y="7568"/>
                </a:cubicBezTo>
                <a:lnTo>
                  <a:pt x="1617" y="7568"/>
                </a:lnTo>
                <a:cubicBezTo>
                  <a:pt x="1657" y="6737"/>
                  <a:pt x="1856" y="4598"/>
                  <a:pt x="2818" y="3334"/>
                </a:cubicBezTo>
                <a:cubicBezTo>
                  <a:pt x="3528" y="2400"/>
                  <a:pt x="4161" y="2021"/>
                  <a:pt x="4564" y="2021"/>
                </a:cubicBezTo>
                <a:close/>
                <a:moveTo>
                  <a:pt x="6785" y="2021"/>
                </a:moveTo>
                <a:cubicBezTo>
                  <a:pt x="7188" y="2021"/>
                  <a:pt x="7821" y="2399"/>
                  <a:pt x="8530" y="3334"/>
                </a:cubicBezTo>
                <a:cubicBezTo>
                  <a:pt x="9493" y="4598"/>
                  <a:pt x="9691" y="6737"/>
                  <a:pt x="9732" y="7568"/>
                </a:cubicBezTo>
                <a:cubicBezTo>
                  <a:pt x="9743" y="7781"/>
                  <a:pt x="9651" y="7986"/>
                  <a:pt x="9486" y="8122"/>
                </a:cubicBezTo>
                <a:cubicBezTo>
                  <a:pt x="9361" y="8224"/>
                  <a:pt x="9206" y="8279"/>
                  <a:pt x="9047" y="8279"/>
                </a:cubicBezTo>
                <a:cubicBezTo>
                  <a:pt x="9014" y="8279"/>
                  <a:pt x="8980" y="8276"/>
                  <a:pt x="8947" y="8271"/>
                </a:cubicBezTo>
                <a:lnTo>
                  <a:pt x="7108" y="8001"/>
                </a:lnTo>
                <a:cubicBezTo>
                  <a:pt x="6960" y="7979"/>
                  <a:pt x="6825" y="7912"/>
                  <a:pt x="6720" y="7806"/>
                </a:cubicBezTo>
                <a:lnTo>
                  <a:pt x="6534" y="7621"/>
                </a:lnTo>
                <a:cubicBezTo>
                  <a:pt x="6404" y="7491"/>
                  <a:pt x="6332" y="7315"/>
                  <a:pt x="6332" y="7132"/>
                </a:cubicBezTo>
                <a:lnTo>
                  <a:pt x="6332" y="2526"/>
                </a:lnTo>
                <a:cubicBezTo>
                  <a:pt x="6332" y="2210"/>
                  <a:pt x="6501" y="2021"/>
                  <a:pt x="6785" y="2021"/>
                </a:cubicBezTo>
                <a:close/>
                <a:moveTo>
                  <a:pt x="6639" y="9859"/>
                </a:moveTo>
                <a:cubicBezTo>
                  <a:pt x="6805" y="9862"/>
                  <a:pt x="6939" y="9999"/>
                  <a:pt x="6939" y="10166"/>
                </a:cubicBezTo>
                <a:cubicBezTo>
                  <a:pt x="6939" y="10332"/>
                  <a:pt x="6805" y="10468"/>
                  <a:pt x="6639" y="10471"/>
                </a:cubicBezTo>
                <a:lnTo>
                  <a:pt x="2228" y="10471"/>
                </a:lnTo>
                <a:cubicBezTo>
                  <a:pt x="2062" y="10468"/>
                  <a:pt x="1928" y="10332"/>
                  <a:pt x="1928" y="10166"/>
                </a:cubicBezTo>
                <a:cubicBezTo>
                  <a:pt x="1928" y="9999"/>
                  <a:pt x="2062" y="9862"/>
                  <a:pt x="2228" y="9859"/>
                </a:cubicBezTo>
                <a:close/>
                <a:moveTo>
                  <a:pt x="4525" y="11031"/>
                </a:moveTo>
                <a:cubicBezTo>
                  <a:pt x="4692" y="11035"/>
                  <a:pt x="4825" y="11170"/>
                  <a:pt x="4825" y="11337"/>
                </a:cubicBezTo>
                <a:cubicBezTo>
                  <a:pt x="4825" y="11504"/>
                  <a:pt x="4692" y="11639"/>
                  <a:pt x="4525" y="11644"/>
                </a:cubicBezTo>
                <a:lnTo>
                  <a:pt x="2228" y="11644"/>
                </a:lnTo>
                <a:cubicBezTo>
                  <a:pt x="2062" y="11639"/>
                  <a:pt x="1928" y="11504"/>
                  <a:pt x="1928" y="11337"/>
                </a:cubicBezTo>
                <a:cubicBezTo>
                  <a:pt x="1928" y="11170"/>
                  <a:pt x="2062" y="11035"/>
                  <a:pt x="2228" y="11031"/>
                </a:cubicBezTo>
                <a:close/>
                <a:moveTo>
                  <a:pt x="1532" y="0"/>
                </a:moveTo>
                <a:cubicBezTo>
                  <a:pt x="1450" y="0"/>
                  <a:pt x="1373" y="33"/>
                  <a:pt x="1316" y="90"/>
                </a:cubicBezTo>
                <a:lnTo>
                  <a:pt x="90" y="1315"/>
                </a:lnTo>
                <a:cubicBezTo>
                  <a:pt x="33" y="1372"/>
                  <a:pt x="1" y="1450"/>
                  <a:pt x="1" y="1531"/>
                </a:cubicBezTo>
                <a:lnTo>
                  <a:pt x="1" y="11181"/>
                </a:lnTo>
                <a:cubicBezTo>
                  <a:pt x="1" y="11261"/>
                  <a:pt x="33" y="11339"/>
                  <a:pt x="90" y="11397"/>
                </a:cubicBezTo>
                <a:lnTo>
                  <a:pt x="1316" y="12622"/>
                </a:lnTo>
                <a:cubicBezTo>
                  <a:pt x="1373" y="12679"/>
                  <a:pt x="1450" y="12712"/>
                  <a:pt x="1532" y="12712"/>
                </a:cubicBezTo>
                <a:lnTo>
                  <a:pt x="9816" y="12712"/>
                </a:lnTo>
                <a:cubicBezTo>
                  <a:pt x="9897" y="12712"/>
                  <a:pt x="9975" y="12679"/>
                  <a:pt x="10033" y="12622"/>
                </a:cubicBezTo>
                <a:lnTo>
                  <a:pt x="11257" y="11397"/>
                </a:lnTo>
                <a:cubicBezTo>
                  <a:pt x="11314" y="11339"/>
                  <a:pt x="11346" y="11261"/>
                  <a:pt x="11346" y="11181"/>
                </a:cubicBezTo>
                <a:lnTo>
                  <a:pt x="11346" y="1531"/>
                </a:lnTo>
                <a:cubicBezTo>
                  <a:pt x="11346" y="1450"/>
                  <a:pt x="11314" y="1372"/>
                  <a:pt x="11257" y="1315"/>
                </a:cubicBezTo>
                <a:lnTo>
                  <a:pt x="10033" y="90"/>
                </a:lnTo>
                <a:cubicBezTo>
                  <a:pt x="9975" y="33"/>
                  <a:pt x="9897" y="0"/>
                  <a:pt x="981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87" name="Google Shape;1087;p60"/>
          <p:cNvSpPr/>
          <p:nvPr/>
        </p:nvSpPr>
        <p:spPr>
          <a:xfrm>
            <a:off x="1109678" y="2990509"/>
            <a:ext cx="219394" cy="212006"/>
          </a:xfrm>
          <a:custGeom>
            <a:avLst/>
            <a:gdLst/>
            <a:ahLst/>
            <a:cxnLst/>
            <a:rect l="l" t="t" r="r" b="b"/>
            <a:pathLst>
              <a:path w="11701" h="11307" extrusionOk="0">
                <a:moveTo>
                  <a:pt x="8138" y="602"/>
                </a:moveTo>
                <a:cubicBezTo>
                  <a:pt x="8814" y="602"/>
                  <a:pt x="9490" y="860"/>
                  <a:pt x="10006" y="1376"/>
                </a:cubicBezTo>
                <a:cubicBezTo>
                  <a:pt x="11042" y="2413"/>
                  <a:pt x="11037" y="4094"/>
                  <a:pt x="9995" y="5124"/>
                </a:cubicBezTo>
                <a:cubicBezTo>
                  <a:pt x="9479" y="5641"/>
                  <a:pt x="8802" y="5899"/>
                  <a:pt x="8126" y="5899"/>
                </a:cubicBezTo>
                <a:cubicBezTo>
                  <a:pt x="7450" y="5899"/>
                  <a:pt x="6773" y="5641"/>
                  <a:pt x="6257" y="5124"/>
                </a:cubicBezTo>
                <a:cubicBezTo>
                  <a:pt x="5227" y="4094"/>
                  <a:pt x="5227" y="2417"/>
                  <a:pt x="6257" y="1387"/>
                </a:cubicBezTo>
                <a:cubicBezTo>
                  <a:pt x="6774" y="864"/>
                  <a:pt x="7456" y="602"/>
                  <a:pt x="8138" y="602"/>
                </a:cubicBezTo>
                <a:close/>
                <a:moveTo>
                  <a:pt x="8126" y="1"/>
                </a:moveTo>
                <a:cubicBezTo>
                  <a:pt x="7293" y="1"/>
                  <a:pt x="6460" y="318"/>
                  <a:pt x="5825" y="954"/>
                </a:cubicBezTo>
                <a:cubicBezTo>
                  <a:pt x="4799" y="1979"/>
                  <a:pt x="4603" y="3523"/>
                  <a:pt x="5233" y="4748"/>
                </a:cubicBezTo>
                <a:cubicBezTo>
                  <a:pt x="5050" y="4957"/>
                  <a:pt x="5061" y="5300"/>
                  <a:pt x="5238" y="5617"/>
                </a:cubicBezTo>
                <a:lnTo>
                  <a:pt x="4394" y="6461"/>
                </a:lnTo>
                <a:lnTo>
                  <a:pt x="4205" y="6272"/>
                </a:lnTo>
                <a:cubicBezTo>
                  <a:pt x="4165" y="6232"/>
                  <a:pt x="4111" y="6212"/>
                  <a:pt x="4058" y="6212"/>
                </a:cubicBezTo>
                <a:cubicBezTo>
                  <a:pt x="4005" y="6212"/>
                  <a:pt x="3951" y="6232"/>
                  <a:pt x="3911" y="6272"/>
                </a:cubicBezTo>
                <a:lnTo>
                  <a:pt x="299" y="9885"/>
                </a:lnTo>
                <a:cubicBezTo>
                  <a:pt x="1" y="10181"/>
                  <a:pt x="1" y="10663"/>
                  <a:pt x="299" y="10960"/>
                </a:cubicBezTo>
                <a:lnTo>
                  <a:pt x="422" y="11084"/>
                </a:lnTo>
                <a:cubicBezTo>
                  <a:pt x="570" y="11232"/>
                  <a:pt x="764" y="11306"/>
                  <a:pt x="959" y="11306"/>
                </a:cubicBezTo>
                <a:cubicBezTo>
                  <a:pt x="1154" y="11306"/>
                  <a:pt x="1348" y="11232"/>
                  <a:pt x="1496" y="11084"/>
                </a:cubicBezTo>
                <a:lnTo>
                  <a:pt x="5109" y="7471"/>
                </a:lnTo>
                <a:cubicBezTo>
                  <a:pt x="5190" y="7390"/>
                  <a:pt x="5190" y="7258"/>
                  <a:pt x="5109" y="7177"/>
                </a:cubicBezTo>
                <a:lnTo>
                  <a:pt x="4922" y="6988"/>
                </a:lnTo>
                <a:lnTo>
                  <a:pt x="5765" y="6144"/>
                </a:lnTo>
                <a:cubicBezTo>
                  <a:pt x="5927" y="6234"/>
                  <a:pt x="6095" y="6281"/>
                  <a:pt x="6249" y="6281"/>
                </a:cubicBezTo>
                <a:cubicBezTo>
                  <a:pt x="6397" y="6281"/>
                  <a:pt x="6531" y="6238"/>
                  <a:pt x="6633" y="6149"/>
                </a:cubicBezTo>
                <a:cubicBezTo>
                  <a:pt x="7108" y="6394"/>
                  <a:pt x="7619" y="6512"/>
                  <a:pt x="8124" y="6512"/>
                </a:cubicBezTo>
                <a:cubicBezTo>
                  <a:pt x="9136" y="6512"/>
                  <a:pt x="10124" y="6041"/>
                  <a:pt x="10755" y="5177"/>
                </a:cubicBezTo>
                <a:cubicBezTo>
                  <a:pt x="11701" y="3880"/>
                  <a:pt x="11563" y="2089"/>
                  <a:pt x="10428" y="954"/>
                </a:cubicBezTo>
                <a:cubicBezTo>
                  <a:pt x="9793" y="318"/>
                  <a:pt x="8959" y="1"/>
                  <a:pt x="812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88" name="Google Shape;1088;p60"/>
          <p:cNvSpPr/>
          <p:nvPr/>
        </p:nvSpPr>
        <p:spPr>
          <a:xfrm>
            <a:off x="1782982" y="2992748"/>
            <a:ext cx="249150" cy="207525"/>
          </a:xfrm>
          <a:custGeom>
            <a:avLst/>
            <a:gdLst/>
            <a:ahLst/>
            <a:cxnLst/>
            <a:rect l="l" t="t" r="r" b="b"/>
            <a:pathLst>
              <a:path w="13288" h="11068" extrusionOk="0">
                <a:moveTo>
                  <a:pt x="2398" y="582"/>
                </a:moveTo>
                <a:cubicBezTo>
                  <a:pt x="2592" y="582"/>
                  <a:pt x="2748" y="738"/>
                  <a:pt x="2748" y="931"/>
                </a:cubicBezTo>
                <a:lnTo>
                  <a:pt x="2748" y="2239"/>
                </a:lnTo>
                <a:cubicBezTo>
                  <a:pt x="2748" y="2432"/>
                  <a:pt x="2592" y="2588"/>
                  <a:pt x="2398" y="2588"/>
                </a:cubicBezTo>
                <a:cubicBezTo>
                  <a:pt x="2205" y="2588"/>
                  <a:pt x="2049" y="2432"/>
                  <a:pt x="2049" y="2239"/>
                </a:cubicBezTo>
                <a:lnTo>
                  <a:pt x="2049" y="931"/>
                </a:lnTo>
                <a:cubicBezTo>
                  <a:pt x="2049" y="738"/>
                  <a:pt x="2205" y="582"/>
                  <a:pt x="2398" y="582"/>
                </a:cubicBezTo>
                <a:close/>
                <a:moveTo>
                  <a:pt x="10890" y="582"/>
                </a:moveTo>
                <a:cubicBezTo>
                  <a:pt x="11083" y="582"/>
                  <a:pt x="11240" y="738"/>
                  <a:pt x="11240" y="931"/>
                </a:cubicBezTo>
                <a:lnTo>
                  <a:pt x="11240" y="2239"/>
                </a:lnTo>
                <a:cubicBezTo>
                  <a:pt x="11240" y="2432"/>
                  <a:pt x="11083" y="2588"/>
                  <a:pt x="10890" y="2588"/>
                </a:cubicBezTo>
                <a:cubicBezTo>
                  <a:pt x="10697" y="2588"/>
                  <a:pt x="10540" y="2432"/>
                  <a:pt x="10540" y="2239"/>
                </a:cubicBezTo>
                <a:lnTo>
                  <a:pt x="10540" y="931"/>
                </a:lnTo>
                <a:cubicBezTo>
                  <a:pt x="10540" y="738"/>
                  <a:pt x="10697" y="582"/>
                  <a:pt x="10890" y="582"/>
                </a:cubicBezTo>
                <a:close/>
                <a:moveTo>
                  <a:pt x="5343" y="4117"/>
                </a:moveTo>
                <a:lnTo>
                  <a:pt x="5343" y="5048"/>
                </a:lnTo>
                <a:lnTo>
                  <a:pt x="3677" y="5048"/>
                </a:lnTo>
                <a:lnTo>
                  <a:pt x="3677" y="4117"/>
                </a:lnTo>
                <a:close/>
                <a:moveTo>
                  <a:pt x="9903" y="4116"/>
                </a:moveTo>
                <a:lnTo>
                  <a:pt x="9903" y="5048"/>
                </a:lnTo>
                <a:lnTo>
                  <a:pt x="8236" y="5048"/>
                </a:lnTo>
                <a:lnTo>
                  <a:pt x="8236" y="4116"/>
                </a:lnTo>
                <a:close/>
                <a:moveTo>
                  <a:pt x="12182" y="4117"/>
                </a:moveTo>
                <a:lnTo>
                  <a:pt x="12182" y="5048"/>
                </a:lnTo>
                <a:lnTo>
                  <a:pt x="10516" y="5048"/>
                </a:lnTo>
                <a:lnTo>
                  <a:pt x="10516" y="4117"/>
                </a:lnTo>
                <a:close/>
                <a:moveTo>
                  <a:pt x="7624" y="4117"/>
                </a:moveTo>
                <a:lnTo>
                  <a:pt x="7624" y="5049"/>
                </a:lnTo>
                <a:lnTo>
                  <a:pt x="5957" y="5049"/>
                </a:lnTo>
                <a:lnTo>
                  <a:pt x="5957" y="4117"/>
                </a:lnTo>
                <a:close/>
                <a:moveTo>
                  <a:pt x="3064" y="5696"/>
                </a:moveTo>
                <a:lnTo>
                  <a:pt x="3064" y="6629"/>
                </a:lnTo>
                <a:lnTo>
                  <a:pt x="1397" y="6629"/>
                </a:lnTo>
                <a:lnTo>
                  <a:pt x="1397" y="5696"/>
                </a:lnTo>
                <a:close/>
                <a:moveTo>
                  <a:pt x="5343" y="5698"/>
                </a:moveTo>
                <a:lnTo>
                  <a:pt x="5343" y="6629"/>
                </a:lnTo>
                <a:lnTo>
                  <a:pt x="3677" y="6629"/>
                </a:lnTo>
                <a:lnTo>
                  <a:pt x="3677" y="5698"/>
                </a:lnTo>
                <a:close/>
                <a:moveTo>
                  <a:pt x="9903" y="5696"/>
                </a:moveTo>
                <a:lnTo>
                  <a:pt x="9903" y="6629"/>
                </a:lnTo>
                <a:lnTo>
                  <a:pt x="8236" y="6629"/>
                </a:lnTo>
                <a:lnTo>
                  <a:pt x="8236" y="5696"/>
                </a:lnTo>
                <a:close/>
                <a:moveTo>
                  <a:pt x="12182" y="5698"/>
                </a:moveTo>
                <a:lnTo>
                  <a:pt x="12182" y="6629"/>
                </a:lnTo>
                <a:lnTo>
                  <a:pt x="10516" y="6629"/>
                </a:lnTo>
                <a:lnTo>
                  <a:pt x="10516" y="5698"/>
                </a:lnTo>
                <a:close/>
                <a:moveTo>
                  <a:pt x="7624" y="5698"/>
                </a:moveTo>
                <a:lnTo>
                  <a:pt x="7624" y="6630"/>
                </a:lnTo>
                <a:lnTo>
                  <a:pt x="5957" y="6630"/>
                </a:lnTo>
                <a:lnTo>
                  <a:pt x="5957" y="5698"/>
                </a:lnTo>
                <a:close/>
                <a:moveTo>
                  <a:pt x="9903" y="7278"/>
                </a:moveTo>
                <a:lnTo>
                  <a:pt x="9903" y="8209"/>
                </a:lnTo>
                <a:lnTo>
                  <a:pt x="8236" y="8209"/>
                </a:lnTo>
                <a:lnTo>
                  <a:pt x="8236" y="7278"/>
                </a:lnTo>
                <a:close/>
                <a:moveTo>
                  <a:pt x="3064" y="7278"/>
                </a:moveTo>
                <a:lnTo>
                  <a:pt x="3064" y="8210"/>
                </a:lnTo>
                <a:lnTo>
                  <a:pt x="1397" y="8210"/>
                </a:lnTo>
                <a:lnTo>
                  <a:pt x="1397" y="7278"/>
                </a:lnTo>
                <a:close/>
                <a:moveTo>
                  <a:pt x="5343" y="7278"/>
                </a:moveTo>
                <a:lnTo>
                  <a:pt x="5343" y="8210"/>
                </a:lnTo>
                <a:lnTo>
                  <a:pt x="3677" y="8210"/>
                </a:lnTo>
                <a:lnTo>
                  <a:pt x="3677" y="7278"/>
                </a:lnTo>
                <a:close/>
                <a:moveTo>
                  <a:pt x="12182" y="7278"/>
                </a:moveTo>
                <a:lnTo>
                  <a:pt x="12182" y="8210"/>
                </a:lnTo>
                <a:lnTo>
                  <a:pt x="10516" y="8210"/>
                </a:lnTo>
                <a:lnTo>
                  <a:pt x="10516" y="7278"/>
                </a:lnTo>
                <a:close/>
                <a:moveTo>
                  <a:pt x="7624" y="7279"/>
                </a:moveTo>
                <a:lnTo>
                  <a:pt x="7624" y="8211"/>
                </a:lnTo>
                <a:lnTo>
                  <a:pt x="5957" y="8211"/>
                </a:lnTo>
                <a:lnTo>
                  <a:pt x="5957" y="7279"/>
                </a:lnTo>
                <a:close/>
                <a:moveTo>
                  <a:pt x="3064" y="8860"/>
                </a:moveTo>
                <a:lnTo>
                  <a:pt x="3064" y="9791"/>
                </a:lnTo>
                <a:lnTo>
                  <a:pt x="1397" y="9791"/>
                </a:lnTo>
                <a:lnTo>
                  <a:pt x="1397" y="8860"/>
                </a:lnTo>
                <a:close/>
                <a:moveTo>
                  <a:pt x="5343" y="8860"/>
                </a:moveTo>
                <a:lnTo>
                  <a:pt x="5343" y="9791"/>
                </a:lnTo>
                <a:lnTo>
                  <a:pt x="3677" y="9791"/>
                </a:lnTo>
                <a:lnTo>
                  <a:pt x="3677" y="8860"/>
                </a:lnTo>
                <a:close/>
                <a:moveTo>
                  <a:pt x="10890" y="0"/>
                </a:moveTo>
                <a:cubicBezTo>
                  <a:pt x="10371" y="0"/>
                  <a:pt x="9944" y="412"/>
                  <a:pt x="9927" y="931"/>
                </a:cubicBezTo>
                <a:lnTo>
                  <a:pt x="9927" y="1693"/>
                </a:lnTo>
                <a:lnTo>
                  <a:pt x="3361" y="1693"/>
                </a:lnTo>
                <a:lnTo>
                  <a:pt x="3361" y="931"/>
                </a:lnTo>
                <a:cubicBezTo>
                  <a:pt x="3343" y="413"/>
                  <a:pt x="2918" y="2"/>
                  <a:pt x="2398" y="2"/>
                </a:cubicBezTo>
                <a:cubicBezTo>
                  <a:pt x="1880" y="2"/>
                  <a:pt x="1455" y="413"/>
                  <a:pt x="1436" y="931"/>
                </a:cubicBezTo>
                <a:lnTo>
                  <a:pt x="1436" y="1693"/>
                </a:lnTo>
                <a:lnTo>
                  <a:pt x="308" y="1693"/>
                </a:lnTo>
                <a:cubicBezTo>
                  <a:pt x="138" y="1693"/>
                  <a:pt x="1" y="1830"/>
                  <a:pt x="1" y="1999"/>
                </a:cubicBezTo>
                <a:lnTo>
                  <a:pt x="1" y="9912"/>
                </a:lnTo>
                <a:cubicBezTo>
                  <a:pt x="2" y="10550"/>
                  <a:pt x="518" y="11068"/>
                  <a:pt x="1156" y="11068"/>
                </a:cubicBezTo>
                <a:lnTo>
                  <a:pt x="12133" y="11068"/>
                </a:lnTo>
                <a:cubicBezTo>
                  <a:pt x="12769" y="11068"/>
                  <a:pt x="13287" y="10550"/>
                  <a:pt x="13288" y="9912"/>
                </a:cubicBezTo>
                <a:lnTo>
                  <a:pt x="13288" y="1999"/>
                </a:lnTo>
                <a:cubicBezTo>
                  <a:pt x="13288" y="1830"/>
                  <a:pt x="13150" y="1693"/>
                  <a:pt x="12981" y="1693"/>
                </a:cubicBezTo>
                <a:lnTo>
                  <a:pt x="11852" y="1693"/>
                </a:lnTo>
                <a:lnTo>
                  <a:pt x="11852" y="931"/>
                </a:lnTo>
                <a:cubicBezTo>
                  <a:pt x="11835" y="412"/>
                  <a:pt x="11410" y="0"/>
                  <a:pt x="1089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89" name="Google Shape;1089;p60"/>
          <p:cNvSpPr/>
          <p:nvPr/>
        </p:nvSpPr>
        <p:spPr>
          <a:xfrm>
            <a:off x="2135806" y="2975742"/>
            <a:ext cx="241519" cy="241538"/>
          </a:xfrm>
          <a:custGeom>
            <a:avLst/>
            <a:gdLst/>
            <a:ahLst/>
            <a:cxnLst/>
            <a:rect l="l" t="t" r="r" b="b"/>
            <a:pathLst>
              <a:path w="12881" h="12882" extrusionOk="0">
                <a:moveTo>
                  <a:pt x="3979" y="2574"/>
                </a:moveTo>
                <a:cubicBezTo>
                  <a:pt x="4193" y="2574"/>
                  <a:pt x="4409" y="2615"/>
                  <a:pt x="4614" y="2700"/>
                </a:cubicBezTo>
                <a:cubicBezTo>
                  <a:pt x="5234" y="2957"/>
                  <a:pt x="5639" y="3562"/>
                  <a:pt x="5639" y="4233"/>
                </a:cubicBezTo>
                <a:cubicBezTo>
                  <a:pt x="5638" y="5149"/>
                  <a:pt x="4895" y="5892"/>
                  <a:pt x="3979" y="5893"/>
                </a:cubicBezTo>
                <a:cubicBezTo>
                  <a:pt x="3308" y="5893"/>
                  <a:pt x="2702" y="5488"/>
                  <a:pt x="2446" y="4869"/>
                </a:cubicBezTo>
                <a:cubicBezTo>
                  <a:pt x="2189" y="4248"/>
                  <a:pt x="2331" y="3534"/>
                  <a:pt x="2806" y="3059"/>
                </a:cubicBezTo>
                <a:cubicBezTo>
                  <a:pt x="3123" y="2742"/>
                  <a:pt x="3548" y="2574"/>
                  <a:pt x="3979" y="2574"/>
                </a:cubicBezTo>
                <a:close/>
                <a:moveTo>
                  <a:pt x="8900" y="2574"/>
                </a:moveTo>
                <a:cubicBezTo>
                  <a:pt x="9114" y="2574"/>
                  <a:pt x="9329" y="2615"/>
                  <a:pt x="9534" y="2700"/>
                </a:cubicBezTo>
                <a:cubicBezTo>
                  <a:pt x="10155" y="2957"/>
                  <a:pt x="10560" y="3562"/>
                  <a:pt x="10560" y="4233"/>
                </a:cubicBezTo>
                <a:cubicBezTo>
                  <a:pt x="10558" y="5149"/>
                  <a:pt x="9816" y="5892"/>
                  <a:pt x="8900" y="5893"/>
                </a:cubicBezTo>
                <a:cubicBezTo>
                  <a:pt x="8229" y="5893"/>
                  <a:pt x="7624" y="5488"/>
                  <a:pt x="7367" y="4869"/>
                </a:cubicBezTo>
                <a:cubicBezTo>
                  <a:pt x="7110" y="4248"/>
                  <a:pt x="7252" y="3534"/>
                  <a:pt x="7726" y="3059"/>
                </a:cubicBezTo>
                <a:cubicBezTo>
                  <a:pt x="8044" y="2742"/>
                  <a:pt x="8468" y="2574"/>
                  <a:pt x="8900" y="2574"/>
                </a:cubicBezTo>
                <a:close/>
                <a:moveTo>
                  <a:pt x="3979" y="6990"/>
                </a:moveTo>
                <a:cubicBezTo>
                  <a:pt x="4651" y="6990"/>
                  <a:pt x="5255" y="7394"/>
                  <a:pt x="5513" y="8015"/>
                </a:cubicBezTo>
                <a:cubicBezTo>
                  <a:pt x="5769" y="8634"/>
                  <a:pt x="5627" y="9348"/>
                  <a:pt x="5153" y="9823"/>
                </a:cubicBezTo>
                <a:cubicBezTo>
                  <a:pt x="4835" y="10140"/>
                  <a:pt x="4411" y="10309"/>
                  <a:pt x="3979" y="10309"/>
                </a:cubicBezTo>
                <a:cubicBezTo>
                  <a:pt x="3765" y="10309"/>
                  <a:pt x="3549" y="10268"/>
                  <a:pt x="3344" y="10182"/>
                </a:cubicBezTo>
                <a:cubicBezTo>
                  <a:pt x="2724" y="9926"/>
                  <a:pt x="2320" y="9320"/>
                  <a:pt x="2320" y="8649"/>
                </a:cubicBezTo>
                <a:cubicBezTo>
                  <a:pt x="2321" y="7733"/>
                  <a:pt x="3063" y="6990"/>
                  <a:pt x="3979" y="6990"/>
                </a:cubicBezTo>
                <a:close/>
                <a:moveTo>
                  <a:pt x="8900" y="6990"/>
                </a:moveTo>
                <a:cubicBezTo>
                  <a:pt x="9571" y="6990"/>
                  <a:pt x="10177" y="7394"/>
                  <a:pt x="10433" y="8015"/>
                </a:cubicBezTo>
                <a:cubicBezTo>
                  <a:pt x="10691" y="8634"/>
                  <a:pt x="10548" y="9348"/>
                  <a:pt x="10073" y="9823"/>
                </a:cubicBezTo>
                <a:cubicBezTo>
                  <a:pt x="9756" y="10140"/>
                  <a:pt x="9331" y="10309"/>
                  <a:pt x="8900" y="10309"/>
                </a:cubicBezTo>
                <a:cubicBezTo>
                  <a:pt x="8686" y="10309"/>
                  <a:pt x="8470" y="10268"/>
                  <a:pt x="8265" y="10182"/>
                </a:cubicBezTo>
                <a:cubicBezTo>
                  <a:pt x="7645" y="9926"/>
                  <a:pt x="7240" y="9320"/>
                  <a:pt x="7240" y="8649"/>
                </a:cubicBezTo>
                <a:cubicBezTo>
                  <a:pt x="7241" y="7733"/>
                  <a:pt x="7984" y="6990"/>
                  <a:pt x="8900" y="6990"/>
                </a:cubicBezTo>
                <a:close/>
                <a:moveTo>
                  <a:pt x="6440" y="1"/>
                </a:moveTo>
                <a:cubicBezTo>
                  <a:pt x="2888" y="1"/>
                  <a:pt x="0" y="2890"/>
                  <a:pt x="0" y="6441"/>
                </a:cubicBezTo>
                <a:cubicBezTo>
                  <a:pt x="0" y="9993"/>
                  <a:pt x="2888" y="12881"/>
                  <a:pt x="6440" y="12881"/>
                </a:cubicBezTo>
                <a:cubicBezTo>
                  <a:pt x="9991" y="12881"/>
                  <a:pt x="12880" y="9993"/>
                  <a:pt x="12880" y="6441"/>
                </a:cubicBezTo>
                <a:cubicBezTo>
                  <a:pt x="12880" y="2890"/>
                  <a:pt x="9991" y="1"/>
                  <a:pt x="644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90" name="Google Shape;1090;p60"/>
          <p:cNvSpPr/>
          <p:nvPr/>
        </p:nvSpPr>
        <p:spPr>
          <a:xfrm>
            <a:off x="2480999" y="2977748"/>
            <a:ext cx="163125" cy="237525"/>
          </a:xfrm>
          <a:custGeom>
            <a:avLst/>
            <a:gdLst/>
            <a:ahLst/>
            <a:cxnLst/>
            <a:rect l="l" t="t" r="r" b="b"/>
            <a:pathLst>
              <a:path w="8700" h="12668" extrusionOk="0">
                <a:moveTo>
                  <a:pt x="306" y="0"/>
                </a:moveTo>
                <a:cubicBezTo>
                  <a:pt x="137" y="0"/>
                  <a:pt x="1" y="137"/>
                  <a:pt x="1" y="307"/>
                </a:cubicBezTo>
                <a:lnTo>
                  <a:pt x="1" y="1229"/>
                </a:lnTo>
                <a:cubicBezTo>
                  <a:pt x="1" y="1398"/>
                  <a:pt x="137" y="1535"/>
                  <a:pt x="306" y="1535"/>
                </a:cubicBezTo>
                <a:lnTo>
                  <a:pt x="3310" y="1535"/>
                </a:lnTo>
                <a:cubicBezTo>
                  <a:pt x="3479" y="1535"/>
                  <a:pt x="3615" y="1398"/>
                  <a:pt x="3615" y="1229"/>
                </a:cubicBezTo>
                <a:lnTo>
                  <a:pt x="3615" y="1074"/>
                </a:lnTo>
                <a:lnTo>
                  <a:pt x="4179" y="1074"/>
                </a:lnTo>
                <a:cubicBezTo>
                  <a:pt x="4587" y="1075"/>
                  <a:pt x="4918" y="1405"/>
                  <a:pt x="4918" y="1814"/>
                </a:cubicBezTo>
                <a:lnTo>
                  <a:pt x="4918" y="9456"/>
                </a:lnTo>
                <a:lnTo>
                  <a:pt x="3492" y="9456"/>
                </a:lnTo>
                <a:cubicBezTo>
                  <a:pt x="2733" y="9458"/>
                  <a:pt x="2118" y="10072"/>
                  <a:pt x="2117" y="10832"/>
                </a:cubicBezTo>
                <a:lnTo>
                  <a:pt x="2117" y="11105"/>
                </a:lnTo>
                <a:lnTo>
                  <a:pt x="2056" y="11105"/>
                </a:lnTo>
                <a:cubicBezTo>
                  <a:pt x="1887" y="11105"/>
                  <a:pt x="1749" y="11243"/>
                  <a:pt x="1749" y="11411"/>
                </a:cubicBezTo>
                <a:lnTo>
                  <a:pt x="1749" y="12361"/>
                </a:lnTo>
                <a:cubicBezTo>
                  <a:pt x="1749" y="12530"/>
                  <a:pt x="1886" y="12668"/>
                  <a:pt x="2056" y="12668"/>
                </a:cubicBezTo>
                <a:lnTo>
                  <a:pt x="2790" y="12668"/>
                </a:lnTo>
                <a:cubicBezTo>
                  <a:pt x="2959" y="12668"/>
                  <a:pt x="3096" y="12531"/>
                  <a:pt x="3097" y="12362"/>
                </a:cubicBezTo>
                <a:lnTo>
                  <a:pt x="3097" y="11413"/>
                </a:lnTo>
                <a:cubicBezTo>
                  <a:pt x="3096" y="11244"/>
                  <a:pt x="2959" y="11106"/>
                  <a:pt x="2790" y="11106"/>
                </a:cubicBezTo>
                <a:lnTo>
                  <a:pt x="2729" y="11106"/>
                </a:lnTo>
                <a:lnTo>
                  <a:pt x="2729" y="10833"/>
                </a:lnTo>
                <a:cubicBezTo>
                  <a:pt x="2729" y="10412"/>
                  <a:pt x="3071" y="10070"/>
                  <a:pt x="3492" y="10070"/>
                </a:cubicBezTo>
                <a:lnTo>
                  <a:pt x="4918" y="10070"/>
                </a:lnTo>
                <a:lnTo>
                  <a:pt x="4918" y="11107"/>
                </a:lnTo>
                <a:lnTo>
                  <a:pt x="4857" y="11107"/>
                </a:lnTo>
                <a:cubicBezTo>
                  <a:pt x="4688" y="11107"/>
                  <a:pt x="4551" y="11244"/>
                  <a:pt x="4550" y="11413"/>
                </a:cubicBezTo>
                <a:lnTo>
                  <a:pt x="4550" y="12362"/>
                </a:lnTo>
                <a:cubicBezTo>
                  <a:pt x="4551" y="12531"/>
                  <a:pt x="4688" y="12668"/>
                  <a:pt x="4857" y="12668"/>
                </a:cubicBezTo>
                <a:lnTo>
                  <a:pt x="5591" y="12668"/>
                </a:lnTo>
                <a:cubicBezTo>
                  <a:pt x="5760" y="12668"/>
                  <a:pt x="5898" y="12531"/>
                  <a:pt x="5898" y="12362"/>
                </a:cubicBezTo>
                <a:lnTo>
                  <a:pt x="5898" y="11413"/>
                </a:lnTo>
                <a:cubicBezTo>
                  <a:pt x="5898" y="11244"/>
                  <a:pt x="5760" y="11107"/>
                  <a:pt x="5591" y="11107"/>
                </a:cubicBezTo>
                <a:lnTo>
                  <a:pt x="5530" y="11107"/>
                </a:lnTo>
                <a:lnTo>
                  <a:pt x="5530" y="10069"/>
                </a:lnTo>
                <a:lnTo>
                  <a:pt x="6955" y="10069"/>
                </a:lnTo>
                <a:cubicBezTo>
                  <a:pt x="7377" y="10069"/>
                  <a:pt x="7719" y="10410"/>
                  <a:pt x="7719" y="10832"/>
                </a:cubicBezTo>
                <a:lnTo>
                  <a:pt x="7719" y="11105"/>
                </a:lnTo>
                <a:lnTo>
                  <a:pt x="7658" y="11105"/>
                </a:lnTo>
                <a:cubicBezTo>
                  <a:pt x="7489" y="11105"/>
                  <a:pt x="7352" y="11243"/>
                  <a:pt x="7352" y="11411"/>
                </a:cubicBezTo>
                <a:lnTo>
                  <a:pt x="7352" y="12361"/>
                </a:lnTo>
                <a:cubicBezTo>
                  <a:pt x="7352" y="12530"/>
                  <a:pt x="7489" y="12667"/>
                  <a:pt x="7658" y="12667"/>
                </a:cubicBezTo>
                <a:lnTo>
                  <a:pt x="8392" y="12667"/>
                </a:lnTo>
                <a:cubicBezTo>
                  <a:pt x="8562" y="12667"/>
                  <a:pt x="8699" y="12530"/>
                  <a:pt x="8699" y="12361"/>
                </a:cubicBezTo>
                <a:lnTo>
                  <a:pt x="8699" y="11411"/>
                </a:lnTo>
                <a:cubicBezTo>
                  <a:pt x="8699" y="11243"/>
                  <a:pt x="8562" y="11105"/>
                  <a:pt x="8392" y="11105"/>
                </a:cubicBezTo>
                <a:lnTo>
                  <a:pt x="8393" y="11106"/>
                </a:lnTo>
                <a:lnTo>
                  <a:pt x="8331" y="11106"/>
                </a:lnTo>
                <a:lnTo>
                  <a:pt x="8331" y="10832"/>
                </a:lnTo>
                <a:cubicBezTo>
                  <a:pt x="8331" y="10072"/>
                  <a:pt x="7715" y="9458"/>
                  <a:pt x="6955" y="9456"/>
                </a:cubicBezTo>
                <a:lnTo>
                  <a:pt x="5530" y="9456"/>
                </a:lnTo>
                <a:lnTo>
                  <a:pt x="5530" y="1814"/>
                </a:lnTo>
                <a:cubicBezTo>
                  <a:pt x="5529" y="1067"/>
                  <a:pt x="4924" y="462"/>
                  <a:pt x="4179" y="461"/>
                </a:cubicBezTo>
                <a:lnTo>
                  <a:pt x="3615" y="461"/>
                </a:lnTo>
                <a:lnTo>
                  <a:pt x="3615" y="307"/>
                </a:lnTo>
                <a:cubicBezTo>
                  <a:pt x="3615" y="137"/>
                  <a:pt x="3479" y="0"/>
                  <a:pt x="331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91" name="Google Shape;1091;p60"/>
          <p:cNvSpPr/>
          <p:nvPr/>
        </p:nvSpPr>
        <p:spPr>
          <a:xfrm>
            <a:off x="3362059" y="3025815"/>
            <a:ext cx="229856" cy="141394"/>
          </a:xfrm>
          <a:custGeom>
            <a:avLst/>
            <a:gdLst/>
            <a:ahLst/>
            <a:cxnLst/>
            <a:rect l="l" t="t" r="r" b="b"/>
            <a:pathLst>
              <a:path w="12259" h="7541" extrusionOk="0">
                <a:moveTo>
                  <a:pt x="9330" y="695"/>
                </a:moveTo>
                <a:cubicBezTo>
                  <a:pt x="9465" y="695"/>
                  <a:pt x="9576" y="804"/>
                  <a:pt x="9576" y="940"/>
                </a:cubicBezTo>
                <a:lnTo>
                  <a:pt x="9576" y="979"/>
                </a:lnTo>
                <a:cubicBezTo>
                  <a:pt x="9576" y="1115"/>
                  <a:pt x="9465" y="1224"/>
                  <a:pt x="9330" y="1224"/>
                </a:cubicBezTo>
                <a:lnTo>
                  <a:pt x="8415" y="1224"/>
                </a:lnTo>
                <a:cubicBezTo>
                  <a:pt x="8279" y="1224"/>
                  <a:pt x="8170" y="1114"/>
                  <a:pt x="8170" y="979"/>
                </a:cubicBezTo>
                <a:lnTo>
                  <a:pt x="8170" y="940"/>
                </a:lnTo>
                <a:cubicBezTo>
                  <a:pt x="8170" y="806"/>
                  <a:pt x="8279" y="696"/>
                  <a:pt x="8415" y="695"/>
                </a:cubicBezTo>
                <a:close/>
                <a:moveTo>
                  <a:pt x="11385" y="696"/>
                </a:moveTo>
                <a:cubicBezTo>
                  <a:pt x="11519" y="696"/>
                  <a:pt x="11629" y="806"/>
                  <a:pt x="11629" y="941"/>
                </a:cubicBezTo>
                <a:lnTo>
                  <a:pt x="11629" y="980"/>
                </a:lnTo>
                <a:cubicBezTo>
                  <a:pt x="11629" y="1115"/>
                  <a:pt x="11519" y="1225"/>
                  <a:pt x="11385" y="1225"/>
                </a:cubicBezTo>
                <a:lnTo>
                  <a:pt x="10469" y="1225"/>
                </a:lnTo>
                <a:cubicBezTo>
                  <a:pt x="10333" y="1225"/>
                  <a:pt x="10224" y="1115"/>
                  <a:pt x="10225" y="980"/>
                </a:cubicBezTo>
                <a:lnTo>
                  <a:pt x="10225" y="941"/>
                </a:lnTo>
                <a:cubicBezTo>
                  <a:pt x="10224" y="806"/>
                  <a:pt x="10333" y="696"/>
                  <a:pt x="10469" y="696"/>
                </a:cubicBezTo>
                <a:close/>
                <a:moveTo>
                  <a:pt x="9330" y="1765"/>
                </a:moveTo>
                <a:cubicBezTo>
                  <a:pt x="9465" y="1765"/>
                  <a:pt x="9575" y="1874"/>
                  <a:pt x="9576" y="2010"/>
                </a:cubicBezTo>
                <a:lnTo>
                  <a:pt x="9576" y="2049"/>
                </a:lnTo>
                <a:cubicBezTo>
                  <a:pt x="9575" y="2184"/>
                  <a:pt x="9465" y="2293"/>
                  <a:pt x="9330" y="2293"/>
                </a:cubicBezTo>
                <a:lnTo>
                  <a:pt x="8415" y="2293"/>
                </a:lnTo>
                <a:cubicBezTo>
                  <a:pt x="8280" y="2293"/>
                  <a:pt x="8171" y="2184"/>
                  <a:pt x="8170" y="2049"/>
                </a:cubicBezTo>
                <a:lnTo>
                  <a:pt x="8170" y="2010"/>
                </a:lnTo>
                <a:cubicBezTo>
                  <a:pt x="8171" y="1876"/>
                  <a:pt x="8280" y="1766"/>
                  <a:pt x="8415" y="1765"/>
                </a:cubicBezTo>
                <a:close/>
                <a:moveTo>
                  <a:pt x="11385" y="1766"/>
                </a:moveTo>
                <a:cubicBezTo>
                  <a:pt x="11519" y="1766"/>
                  <a:pt x="11629" y="1876"/>
                  <a:pt x="11629" y="2010"/>
                </a:cubicBezTo>
                <a:lnTo>
                  <a:pt x="11629" y="2049"/>
                </a:lnTo>
                <a:cubicBezTo>
                  <a:pt x="11629" y="2184"/>
                  <a:pt x="11519" y="2294"/>
                  <a:pt x="11385" y="2294"/>
                </a:cubicBezTo>
                <a:lnTo>
                  <a:pt x="10469" y="2294"/>
                </a:lnTo>
                <a:cubicBezTo>
                  <a:pt x="10334" y="2294"/>
                  <a:pt x="10225" y="2184"/>
                  <a:pt x="10225" y="2049"/>
                </a:cubicBezTo>
                <a:lnTo>
                  <a:pt x="10225" y="2010"/>
                </a:lnTo>
                <a:cubicBezTo>
                  <a:pt x="10225" y="1876"/>
                  <a:pt x="10334" y="1766"/>
                  <a:pt x="10469" y="1766"/>
                </a:cubicBezTo>
                <a:close/>
                <a:moveTo>
                  <a:pt x="6699" y="668"/>
                </a:moveTo>
                <a:cubicBezTo>
                  <a:pt x="6953" y="668"/>
                  <a:pt x="7157" y="872"/>
                  <a:pt x="7159" y="1126"/>
                </a:cubicBezTo>
                <a:lnTo>
                  <a:pt x="7159" y="2927"/>
                </a:lnTo>
                <a:lnTo>
                  <a:pt x="6007" y="2927"/>
                </a:lnTo>
                <a:cubicBezTo>
                  <a:pt x="5893" y="2927"/>
                  <a:pt x="5790" y="2991"/>
                  <a:pt x="5736" y="3092"/>
                </a:cubicBezTo>
                <a:lnTo>
                  <a:pt x="5454" y="3628"/>
                </a:lnTo>
                <a:lnTo>
                  <a:pt x="5118" y="1278"/>
                </a:lnTo>
                <a:cubicBezTo>
                  <a:pt x="5099" y="1137"/>
                  <a:pt x="4983" y="1027"/>
                  <a:pt x="4839" y="1016"/>
                </a:cubicBezTo>
                <a:cubicBezTo>
                  <a:pt x="4832" y="1015"/>
                  <a:pt x="4824" y="1015"/>
                  <a:pt x="4817" y="1015"/>
                </a:cubicBezTo>
                <a:cubicBezTo>
                  <a:pt x="4683" y="1015"/>
                  <a:pt x="4562" y="1102"/>
                  <a:pt x="4523" y="1232"/>
                </a:cubicBezTo>
                <a:lnTo>
                  <a:pt x="3938" y="3138"/>
                </a:lnTo>
                <a:lnTo>
                  <a:pt x="3890" y="3064"/>
                </a:lnTo>
                <a:cubicBezTo>
                  <a:pt x="3832" y="2978"/>
                  <a:pt x="3737" y="2927"/>
                  <a:pt x="3635" y="2927"/>
                </a:cubicBezTo>
                <a:lnTo>
                  <a:pt x="3349" y="2927"/>
                </a:lnTo>
                <a:lnTo>
                  <a:pt x="3054" y="2419"/>
                </a:lnTo>
                <a:cubicBezTo>
                  <a:pt x="3000" y="2326"/>
                  <a:pt x="2900" y="2267"/>
                  <a:pt x="2793" y="2267"/>
                </a:cubicBezTo>
                <a:cubicBezTo>
                  <a:pt x="2790" y="2267"/>
                  <a:pt x="2788" y="2267"/>
                  <a:pt x="2786" y="2268"/>
                </a:cubicBezTo>
                <a:cubicBezTo>
                  <a:pt x="2676" y="2269"/>
                  <a:pt x="2575" y="2330"/>
                  <a:pt x="2522" y="2425"/>
                </a:cubicBezTo>
                <a:lnTo>
                  <a:pt x="2244" y="2927"/>
                </a:lnTo>
                <a:lnTo>
                  <a:pt x="686" y="2927"/>
                </a:lnTo>
                <a:lnTo>
                  <a:pt x="686" y="1126"/>
                </a:lnTo>
                <a:cubicBezTo>
                  <a:pt x="686" y="872"/>
                  <a:pt x="891" y="668"/>
                  <a:pt x="1145" y="668"/>
                </a:cubicBezTo>
                <a:close/>
                <a:moveTo>
                  <a:pt x="9917" y="2710"/>
                </a:moveTo>
                <a:cubicBezTo>
                  <a:pt x="10316" y="2710"/>
                  <a:pt x="10638" y="3027"/>
                  <a:pt x="10638" y="3419"/>
                </a:cubicBezTo>
                <a:cubicBezTo>
                  <a:pt x="10638" y="3810"/>
                  <a:pt x="10316" y="4127"/>
                  <a:pt x="9917" y="4127"/>
                </a:cubicBezTo>
                <a:cubicBezTo>
                  <a:pt x="9519" y="4127"/>
                  <a:pt x="9198" y="3810"/>
                  <a:pt x="9198" y="3419"/>
                </a:cubicBezTo>
                <a:cubicBezTo>
                  <a:pt x="9198" y="3027"/>
                  <a:pt x="9519" y="2710"/>
                  <a:pt x="9917" y="2710"/>
                </a:cubicBezTo>
                <a:close/>
                <a:moveTo>
                  <a:pt x="4707" y="2720"/>
                </a:moveTo>
                <a:lnTo>
                  <a:pt x="4983" y="4651"/>
                </a:lnTo>
                <a:cubicBezTo>
                  <a:pt x="5001" y="4784"/>
                  <a:pt x="5102" y="4888"/>
                  <a:pt x="5233" y="4911"/>
                </a:cubicBezTo>
                <a:cubicBezTo>
                  <a:pt x="5250" y="4914"/>
                  <a:pt x="5267" y="4915"/>
                  <a:pt x="5284" y="4915"/>
                </a:cubicBezTo>
                <a:cubicBezTo>
                  <a:pt x="5397" y="4915"/>
                  <a:pt x="5503" y="4853"/>
                  <a:pt x="5557" y="4750"/>
                </a:cubicBezTo>
                <a:lnTo>
                  <a:pt x="6193" y="3540"/>
                </a:lnTo>
                <a:lnTo>
                  <a:pt x="7159" y="3540"/>
                </a:lnTo>
                <a:lnTo>
                  <a:pt x="7159" y="4834"/>
                </a:lnTo>
                <a:cubicBezTo>
                  <a:pt x="7159" y="5088"/>
                  <a:pt x="6953" y="5293"/>
                  <a:pt x="6699" y="5293"/>
                </a:cubicBezTo>
                <a:lnTo>
                  <a:pt x="1145" y="5293"/>
                </a:lnTo>
                <a:cubicBezTo>
                  <a:pt x="891" y="5293"/>
                  <a:pt x="686" y="5087"/>
                  <a:pt x="686" y="4834"/>
                </a:cubicBezTo>
                <a:lnTo>
                  <a:pt x="686" y="3540"/>
                </a:lnTo>
                <a:lnTo>
                  <a:pt x="2424" y="3540"/>
                </a:lnTo>
                <a:cubicBezTo>
                  <a:pt x="2536" y="3540"/>
                  <a:pt x="2639" y="3479"/>
                  <a:pt x="2692" y="3381"/>
                </a:cubicBezTo>
                <a:lnTo>
                  <a:pt x="2795" y="3195"/>
                </a:lnTo>
                <a:lnTo>
                  <a:pt x="2908" y="3387"/>
                </a:lnTo>
                <a:cubicBezTo>
                  <a:pt x="2963" y="3481"/>
                  <a:pt x="3063" y="3540"/>
                  <a:pt x="3172" y="3540"/>
                </a:cubicBezTo>
                <a:lnTo>
                  <a:pt x="3469" y="3540"/>
                </a:lnTo>
                <a:lnTo>
                  <a:pt x="3785" y="4016"/>
                </a:lnTo>
                <a:cubicBezTo>
                  <a:pt x="3847" y="4109"/>
                  <a:pt x="3943" y="4153"/>
                  <a:pt x="4039" y="4153"/>
                </a:cubicBezTo>
                <a:cubicBezTo>
                  <a:pt x="4165" y="4153"/>
                  <a:pt x="4290" y="4077"/>
                  <a:pt x="4333" y="3936"/>
                </a:cubicBezTo>
                <a:lnTo>
                  <a:pt x="4707" y="2720"/>
                </a:lnTo>
                <a:close/>
                <a:moveTo>
                  <a:pt x="9330" y="4765"/>
                </a:moveTo>
                <a:cubicBezTo>
                  <a:pt x="9465" y="4765"/>
                  <a:pt x="9575" y="4874"/>
                  <a:pt x="9575" y="5009"/>
                </a:cubicBezTo>
                <a:lnTo>
                  <a:pt x="9575" y="5048"/>
                </a:lnTo>
                <a:cubicBezTo>
                  <a:pt x="9575" y="5184"/>
                  <a:pt x="9465" y="5293"/>
                  <a:pt x="9330" y="5293"/>
                </a:cubicBezTo>
                <a:lnTo>
                  <a:pt x="8414" y="5293"/>
                </a:lnTo>
                <a:cubicBezTo>
                  <a:pt x="8279" y="5293"/>
                  <a:pt x="8170" y="5182"/>
                  <a:pt x="8170" y="5048"/>
                </a:cubicBezTo>
                <a:lnTo>
                  <a:pt x="8170" y="5009"/>
                </a:lnTo>
                <a:cubicBezTo>
                  <a:pt x="8170" y="4874"/>
                  <a:pt x="8279" y="4765"/>
                  <a:pt x="8414" y="4765"/>
                </a:cubicBezTo>
                <a:close/>
                <a:moveTo>
                  <a:pt x="11385" y="4765"/>
                </a:moveTo>
                <a:cubicBezTo>
                  <a:pt x="11519" y="4765"/>
                  <a:pt x="11629" y="4874"/>
                  <a:pt x="11629" y="5009"/>
                </a:cubicBezTo>
                <a:lnTo>
                  <a:pt x="11629" y="5048"/>
                </a:lnTo>
                <a:cubicBezTo>
                  <a:pt x="11629" y="5182"/>
                  <a:pt x="11519" y="5293"/>
                  <a:pt x="11385" y="5293"/>
                </a:cubicBezTo>
                <a:lnTo>
                  <a:pt x="10469" y="5293"/>
                </a:lnTo>
                <a:cubicBezTo>
                  <a:pt x="10334" y="5293"/>
                  <a:pt x="10225" y="5182"/>
                  <a:pt x="10225" y="5048"/>
                </a:cubicBezTo>
                <a:lnTo>
                  <a:pt x="10225" y="5009"/>
                </a:lnTo>
                <a:cubicBezTo>
                  <a:pt x="10225" y="4874"/>
                  <a:pt x="10334" y="4765"/>
                  <a:pt x="10469" y="4765"/>
                </a:cubicBezTo>
                <a:close/>
                <a:moveTo>
                  <a:pt x="940" y="1"/>
                </a:moveTo>
                <a:cubicBezTo>
                  <a:pt x="421" y="1"/>
                  <a:pt x="0" y="422"/>
                  <a:pt x="0" y="940"/>
                </a:cubicBezTo>
                <a:lnTo>
                  <a:pt x="0" y="5841"/>
                </a:lnTo>
                <a:cubicBezTo>
                  <a:pt x="1" y="6361"/>
                  <a:pt x="421" y="6781"/>
                  <a:pt x="940" y="6781"/>
                </a:cubicBezTo>
                <a:lnTo>
                  <a:pt x="2035" y="6781"/>
                </a:lnTo>
                <a:lnTo>
                  <a:pt x="2035" y="6933"/>
                </a:lnTo>
                <a:cubicBezTo>
                  <a:pt x="2036" y="7268"/>
                  <a:pt x="2307" y="7541"/>
                  <a:pt x="2642" y="7541"/>
                </a:cubicBezTo>
                <a:cubicBezTo>
                  <a:pt x="2642" y="7541"/>
                  <a:pt x="2643" y="7541"/>
                  <a:pt x="2644" y="7541"/>
                </a:cubicBezTo>
                <a:lnTo>
                  <a:pt x="3151" y="7541"/>
                </a:lnTo>
                <a:cubicBezTo>
                  <a:pt x="3151" y="7541"/>
                  <a:pt x="3152" y="7541"/>
                  <a:pt x="3153" y="7541"/>
                </a:cubicBezTo>
                <a:cubicBezTo>
                  <a:pt x="3487" y="7541"/>
                  <a:pt x="3759" y="7268"/>
                  <a:pt x="3760" y="6933"/>
                </a:cubicBezTo>
                <a:lnTo>
                  <a:pt x="3760" y="6781"/>
                </a:lnTo>
                <a:lnTo>
                  <a:pt x="8501" y="6781"/>
                </a:lnTo>
                <a:lnTo>
                  <a:pt x="8501" y="6933"/>
                </a:lnTo>
                <a:cubicBezTo>
                  <a:pt x="8500" y="7269"/>
                  <a:pt x="8772" y="7541"/>
                  <a:pt x="9109" y="7541"/>
                </a:cubicBezTo>
                <a:lnTo>
                  <a:pt x="9615" y="7541"/>
                </a:lnTo>
                <a:cubicBezTo>
                  <a:pt x="9616" y="7541"/>
                  <a:pt x="9616" y="7541"/>
                  <a:pt x="9617" y="7541"/>
                </a:cubicBezTo>
                <a:cubicBezTo>
                  <a:pt x="9953" y="7541"/>
                  <a:pt x="10224" y="7268"/>
                  <a:pt x="10224" y="6933"/>
                </a:cubicBezTo>
                <a:lnTo>
                  <a:pt x="10224" y="6781"/>
                </a:lnTo>
                <a:lnTo>
                  <a:pt x="11319" y="6781"/>
                </a:lnTo>
                <a:cubicBezTo>
                  <a:pt x="11838" y="6781"/>
                  <a:pt x="12258" y="6361"/>
                  <a:pt x="12258" y="5841"/>
                </a:cubicBezTo>
                <a:lnTo>
                  <a:pt x="12258" y="940"/>
                </a:lnTo>
                <a:cubicBezTo>
                  <a:pt x="12258" y="422"/>
                  <a:pt x="11838" y="1"/>
                  <a:pt x="1131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92" name="Google Shape;1092;p60"/>
          <p:cNvSpPr/>
          <p:nvPr/>
        </p:nvSpPr>
        <p:spPr>
          <a:xfrm>
            <a:off x="3695588" y="2969217"/>
            <a:ext cx="202425" cy="254588"/>
          </a:xfrm>
          <a:custGeom>
            <a:avLst/>
            <a:gdLst/>
            <a:ahLst/>
            <a:cxnLst/>
            <a:rect l="l" t="t" r="r" b="b"/>
            <a:pathLst>
              <a:path w="10796" h="13578" extrusionOk="0">
                <a:moveTo>
                  <a:pt x="6100" y="4435"/>
                </a:moveTo>
                <a:cubicBezTo>
                  <a:pt x="6269" y="4435"/>
                  <a:pt x="6406" y="4572"/>
                  <a:pt x="6406" y="4740"/>
                </a:cubicBezTo>
                <a:lnTo>
                  <a:pt x="6406" y="5870"/>
                </a:lnTo>
                <a:lnTo>
                  <a:pt x="7446" y="5870"/>
                </a:lnTo>
                <a:cubicBezTo>
                  <a:pt x="7615" y="5870"/>
                  <a:pt x="7753" y="6007"/>
                  <a:pt x="7753" y="6176"/>
                </a:cubicBezTo>
                <a:lnTo>
                  <a:pt x="7753" y="7401"/>
                </a:lnTo>
                <a:cubicBezTo>
                  <a:pt x="7753" y="7570"/>
                  <a:pt x="7617" y="7707"/>
                  <a:pt x="7446" y="7707"/>
                </a:cubicBezTo>
                <a:lnTo>
                  <a:pt x="6406" y="7707"/>
                </a:lnTo>
                <a:lnTo>
                  <a:pt x="6406" y="8837"/>
                </a:lnTo>
                <a:cubicBezTo>
                  <a:pt x="6406" y="9005"/>
                  <a:pt x="6269" y="9143"/>
                  <a:pt x="6101" y="9143"/>
                </a:cubicBezTo>
                <a:cubicBezTo>
                  <a:pt x="6101" y="9143"/>
                  <a:pt x="6100" y="9143"/>
                  <a:pt x="6099" y="9143"/>
                </a:cubicBezTo>
                <a:lnTo>
                  <a:pt x="4875" y="9143"/>
                </a:lnTo>
                <a:cubicBezTo>
                  <a:pt x="4875" y="9143"/>
                  <a:pt x="4874" y="9143"/>
                  <a:pt x="4873" y="9143"/>
                </a:cubicBezTo>
                <a:cubicBezTo>
                  <a:pt x="4705" y="9143"/>
                  <a:pt x="4568" y="9005"/>
                  <a:pt x="4569" y="8837"/>
                </a:cubicBezTo>
                <a:lnTo>
                  <a:pt x="4569" y="7707"/>
                </a:lnTo>
                <a:lnTo>
                  <a:pt x="3351" y="7707"/>
                </a:lnTo>
                <a:cubicBezTo>
                  <a:pt x="3181" y="7707"/>
                  <a:pt x="3044" y="7570"/>
                  <a:pt x="3044" y="7401"/>
                </a:cubicBezTo>
                <a:lnTo>
                  <a:pt x="3044" y="6176"/>
                </a:lnTo>
                <a:cubicBezTo>
                  <a:pt x="3044" y="6007"/>
                  <a:pt x="3181" y="5870"/>
                  <a:pt x="3351" y="5870"/>
                </a:cubicBezTo>
                <a:lnTo>
                  <a:pt x="4569" y="5870"/>
                </a:lnTo>
                <a:lnTo>
                  <a:pt x="4569" y="4740"/>
                </a:lnTo>
                <a:cubicBezTo>
                  <a:pt x="4569" y="4572"/>
                  <a:pt x="4706" y="4435"/>
                  <a:pt x="4875" y="4435"/>
                </a:cubicBezTo>
                <a:close/>
                <a:moveTo>
                  <a:pt x="8441" y="9215"/>
                </a:moveTo>
                <a:cubicBezTo>
                  <a:pt x="8610" y="9215"/>
                  <a:pt x="8746" y="9352"/>
                  <a:pt x="8746" y="9521"/>
                </a:cubicBezTo>
                <a:lnTo>
                  <a:pt x="8746" y="11215"/>
                </a:lnTo>
                <a:cubicBezTo>
                  <a:pt x="8746" y="11384"/>
                  <a:pt x="8610" y="11521"/>
                  <a:pt x="8441" y="11521"/>
                </a:cubicBezTo>
                <a:cubicBezTo>
                  <a:pt x="8272" y="11521"/>
                  <a:pt x="8134" y="11384"/>
                  <a:pt x="8134" y="11215"/>
                </a:cubicBezTo>
                <a:lnTo>
                  <a:pt x="8134" y="9521"/>
                </a:lnTo>
                <a:cubicBezTo>
                  <a:pt x="8134" y="9352"/>
                  <a:pt x="8272" y="9215"/>
                  <a:pt x="8441" y="9215"/>
                </a:cubicBezTo>
                <a:close/>
                <a:moveTo>
                  <a:pt x="1605" y="1461"/>
                </a:moveTo>
                <a:cubicBezTo>
                  <a:pt x="1513" y="1461"/>
                  <a:pt x="1439" y="1536"/>
                  <a:pt x="1439" y="1628"/>
                </a:cubicBezTo>
                <a:lnTo>
                  <a:pt x="1439" y="11951"/>
                </a:lnTo>
                <a:cubicBezTo>
                  <a:pt x="1439" y="12043"/>
                  <a:pt x="1513" y="12116"/>
                  <a:pt x="1605" y="12116"/>
                </a:cubicBezTo>
                <a:lnTo>
                  <a:pt x="9192" y="12116"/>
                </a:lnTo>
                <a:cubicBezTo>
                  <a:pt x="9284" y="12116"/>
                  <a:pt x="9358" y="12043"/>
                  <a:pt x="9359" y="11951"/>
                </a:cubicBezTo>
                <a:lnTo>
                  <a:pt x="9359" y="1628"/>
                </a:lnTo>
                <a:cubicBezTo>
                  <a:pt x="9358" y="1536"/>
                  <a:pt x="9284" y="1461"/>
                  <a:pt x="9192" y="1461"/>
                </a:cubicBezTo>
                <a:close/>
                <a:moveTo>
                  <a:pt x="9192" y="849"/>
                </a:moveTo>
                <a:cubicBezTo>
                  <a:pt x="9622" y="849"/>
                  <a:pt x="9970" y="1197"/>
                  <a:pt x="9970" y="1628"/>
                </a:cubicBezTo>
                <a:lnTo>
                  <a:pt x="9970" y="11951"/>
                </a:lnTo>
                <a:cubicBezTo>
                  <a:pt x="9970" y="12381"/>
                  <a:pt x="9622" y="12729"/>
                  <a:pt x="9192" y="12729"/>
                </a:cubicBezTo>
                <a:lnTo>
                  <a:pt x="1605" y="12729"/>
                </a:lnTo>
                <a:cubicBezTo>
                  <a:pt x="1175" y="12729"/>
                  <a:pt x="826" y="12381"/>
                  <a:pt x="826" y="11951"/>
                </a:cubicBezTo>
                <a:lnTo>
                  <a:pt x="826" y="1628"/>
                </a:lnTo>
                <a:cubicBezTo>
                  <a:pt x="826" y="1197"/>
                  <a:pt x="1174" y="849"/>
                  <a:pt x="1605" y="849"/>
                </a:cubicBezTo>
                <a:close/>
                <a:moveTo>
                  <a:pt x="1204" y="0"/>
                </a:moveTo>
                <a:cubicBezTo>
                  <a:pt x="540" y="2"/>
                  <a:pt x="2" y="539"/>
                  <a:pt x="1" y="1204"/>
                </a:cubicBezTo>
                <a:lnTo>
                  <a:pt x="1" y="12374"/>
                </a:lnTo>
                <a:cubicBezTo>
                  <a:pt x="2" y="13038"/>
                  <a:pt x="540" y="13576"/>
                  <a:pt x="1204" y="13577"/>
                </a:cubicBezTo>
                <a:lnTo>
                  <a:pt x="9593" y="13577"/>
                </a:lnTo>
                <a:cubicBezTo>
                  <a:pt x="10257" y="13576"/>
                  <a:pt x="10796" y="13038"/>
                  <a:pt x="10796" y="12374"/>
                </a:cubicBezTo>
                <a:lnTo>
                  <a:pt x="10796" y="1204"/>
                </a:lnTo>
                <a:cubicBezTo>
                  <a:pt x="10796" y="539"/>
                  <a:pt x="10257" y="2"/>
                  <a:pt x="959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93" name="Google Shape;1093;p60"/>
          <p:cNvSpPr/>
          <p:nvPr/>
        </p:nvSpPr>
        <p:spPr>
          <a:xfrm>
            <a:off x="4001688" y="2992984"/>
            <a:ext cx="223594" cy="207056"/>
          </a:xfrm>
          <a:custGeom>
            <a:avLst/>
            <a:gdLst/>
            <a:ahLst/>
            <a:cxnLst/>
            <a:rect l="l" t="t" r="r" b="b"/>
            <a:pathLst>
              <a:path w="11925" h="11043" extrusionOk="0">
                <a:moveTo>
                  <a:pt x="2792" y="1112"/>
                </a:moveTo>
                <a:lnTo>
                  <a:pt x="2792" y="3583"/>
                </a:lnTo>
                <a:cubicBezTo>
                  <a:pt x="2792" y="3623"/>
                  <a:pt x="2760" y="3657"/>
                  <a:pt x="2720" y="3657"/>
                </a:cubicBezTo>
                <a:lnTo>
                  <a:pt x="1637" y="3657"/>
                </a:lnTo>
                <a:cubicBezTo>
                  <a:pt x="1597" y="3657"/>
                  <a:pt x="1565" y="3623"/>
                  <a:pt x="1565" y="3583"/>
                </a:cubicBezTo>
                <a:lnTo>
                  <a:pt x="1565" y="1112"/>
                </a:lnTo>
                <a:close/>
                <a:moveTo>
                  <a:pt x="10390" y="1112"/>
                </a:moveTo>
                <a:lnTo>
                  <a:pt x="10390" y="3583"/>
                </a:lnTo>
                <a:cubicBezTo>
                  <a:pt x="10390" y="3623"/>
                  <a:pt x="10357" y="3657"/>
                  <a:pt x="10317" y="3657"/>
                </a:cubicBezTo>
                <a:lnTo>
                  <a:pt x="9174" y="3657"/>
                </a:lnTo>
                <a:cubicBezTo>
                  <a:pt x="9133" y="3657"/>
                  <a:pt x="9101" y="3623"/>
                  <a:pt x="9101" y="3583"/>
                </a:cubicBezTo>
                <a:lnTo>
                  <a:pt x="9101" y="1112"/>
                </a:lnTo>
                <a:close/>
                <a:moveTo>
                  <a:pt x="450" y="1"/>
                </a:moveTo>
                <a:cubicBezTo>
                  <a:pt x="201" y="1"/>
                  <a:pt x="0" y="202"/>
                  <a:pt x="0" y="450"/>
                </a:cubicBezTo>
                <a:lnTo>
                  <a:pt x="0" y="663"/>
                </a:lnTo>
                <a:cubicBezTo>
                  <a:pt x="0" y="911"/>
                  <a:pt x="201" y="1113"/>
                  <a:pt x="450" y="1113"/>
                </a:cubicBezTo>
                <a:lnTo>
                  <a:pt x="899" y="1113"/>
                </a:lnTo>
                <a:lnTo>
                  <a:pt x="899" y="7975"/>
                </a:lnTo>
                <a:cubicBezTo>
                  <a:pt x="899" y="8539"/>
                  <a:pt x="1358" y="8997"/>
                  <a:pt x="1922" y="8998"/>
                </a:cubicBezTo>
                <a:lnTo>
                  <a:pt x="2435" y="8998"/>
                </a:lnTo>
                <a:cubicBezTo>
                  <a:pt x="2999" y="8998"/>
                  <a:pt x="3458" y="8539"/>
                  <a:pt x="3458" y="7975"/>
                </a:cubicBezTo>
                <a:lnTo>
                  <a:pt x="3458" y="4646"/>
                </a:lnTo>
                <a:lnTo>
                  <a:pt x="5338" y="4646"/>
                </a:lnTo>
                <a:lnTo>
                  <a:pt x="5338" y="10056"/>
                </a:lnTo>
                <a:lnTo>
                  <a:pt x="2247" y="10058"/>
                </a:lnTo>
                <a:cubicBezTo>
                  <a:pt x="2059" y="10058"/>
                  <a:pt x="1907" y="10210"/>
                  <a:pt x="1907" y="10398"/>
                </a:cubicBezTo>
                <a:lnTo>
                  <a:pt x="1907" y="10703"/>
                </a:lnTo>
                <a:cubicBezTo>
                  <a:pt x="1907" y="10891"/>
                  <a:pt x="2060" y="11043"/>
                  <a:pt x="2248" y="11043"/>
                </a:cubicBezTo>
                <a:lnTo>
                  <a:pt x="9608" y="11039"/>
                </a:lnTo>
                <a:cubicBezTo>
                  <a:pt x="9795" y="11039"/>
                  <a:pt x="9948" y="10887"/>
                  <a:pt x="9948" y="10699"/>
                </a:cubicBezTo>
                <a:lnTo>
                  <a:pt x="9948" y="10395"/>
                </a:lnTo>
                <a:cubicBezTo>
                  <a:pt x="9948" y="10207"/>
                  <a:pt x="9797" y="10054"/>
                  <a:pt x="9609" y="10054"/>
                </a:cubicBezTo>
                <a:cubicBezTo>
                  <a:pt x="9608" y="10054"/>
                  <a:pt x="9608" y="10054"/>
                  <a:pt x="9607" y="10054"/>
                </a:cubicBezTo>
                <a:lnTo>
                  <a:pt x="6517" y="10056"/>
                </a:lnTo>
                <a:lnTo>
                  <a:pt x="6517" y="4646"/>
                </a:lnTo>
                <a:lnTo>
                  <a:pt x="8467" y="4646"/>
                </a:lnTo>
                <a:lnTo>
                  <a:pt x="8467" y="7975"/>
                </a:lnTo>
                <a:cubicBezTo>
                  <a:pt x="8467" y="8539"/>
                  <a:pt x="8924" y="8998"/>
                  <a:pt x="9490" y="8998"/>
                </a:cubicBezTo>
                <a:lnTo>
                  <a:pt x="10001" y="8998"/>
                </a:lnTo>
                <a:cubicBezTo>
                  <a:pt x="10567" y="8998"/>
                  <a:pt x="11024" y="8539"/>
                  <a:pt x="11024" y="7975"/>
                </a:cubicBezTo>
                <a:lnTo>
                  <a:pt x="11024" y="1113"/>
                </a:lnTo>
                <a:lnTo>
                  <a:pt x="11475" y="1113"/>
                </a:lnTo>
                <a:cubicBezTo>
                  <a:pt x="11723" y="1113"/>
                  <a:pt x="11924" y="911"/>
                  <a:pt x="11924" y="663"/>
                </a:cubicBezTo>
                <a:lnTo>
                  <a:pt x="11924" y="450"/>
                </a:lnTo>
                <a:cubicBezTo>
                  <a:pt x="11924" y="202"/>
                  <a:pt x="11723" y="1"/>
                  <a:pt x="11475" y="1"/>
                </a:cubicBezTo>
                <a:lnTo>
                  <a:pt x="8016" y="1"/>
                </a:lnTo>
                <a:cubicBezTo>
                  <a:pt x="7768" y="1"/>
                  <a:pt x="7567" y="202"/>
                  <a:pt x="7567" y="450"/>
                </a:cubicBezTo>
                <a:lnTo>
                  <a:pt x="7567" y="663"/>
                </a:lnTo>
                <a:cubicBezTo>
                  <a:pt x="7567" y="911"/>
                  <a:pt x="7768" y="1113"/>
                  <a:pt x="8016" y="1113"/>
                </a:cubicBezTo>
                <a:lnTo>
                  <a:pt x="8467" y="1113"/>
                </a:lnTo>
                <a:lnTo>
                  <a:pt x="8467" y="3478"/>
                </a:lnTo>
                <a:lnTo>
                  <a:pt x="3458" y="3478"/>
                </a:lnTo>
                <a:lnTo>
                  <a:pt x="3458" y="1113"/>
                </a:lnTo>
                <a:lnTo>
                  <a:pt x="3907" y="1113"/>
                </a:lnTo>
                <a:cubicBezTo>
                  <a:pt x="4155" y="1113"/>
                  <a:pt x="4358" y="911"/>
                  <a:pt x="4358" y="663"/>
                </a:cubicBezTo>
                <a:lnTo>
                  <a:pt x="4358" y="450"/>
                </a:lnTo>
                <a:cubicBezTo>
                  <a:pt x="4358" y="202"/>
                  <a:pt x="4155" y="1"/>
                  <a:pt x="390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94" name="Google Shape;1094;p60"/>
          <p:cNvSpPr/>
          <p:nvPr/>
        </p:nvSpPr>
        <p:spPr>
          <a:xfrm>
            <a:off x="4328955" y="2987640"/>
            <a:ext cx="223725" cy="217744"/>
          </a:xfrm>
          <a:custGeom>
            <a:avLst/>
            <a:gdLst/>
            <a:ahLst/>
            <a:cxnLst/>
            <a:rect l="l" t="t" r="r" b="b"/>
            <a:pathLst>
              <a:path w="11932" h="11613" extrusionOk="0">
                <a:moveTo>
                  <a:pt x="11627" y="0"/>
                </a:moveTo>
                <a:cubicBezTo>
                  <a:pt x="11546" y="0"/>
                  <a:pt x="11448" y="36"/>
                  <a:pt x="11346" y="122"/>
                </a:cubicBezTo>
                <a:lnTo>
                  <a:pt x="11346" y="123"/>
                </a:lnTo>
                <a:lnTo>
                  <a:pt x="6447" y="4242"/>
                </a:lnTo>
                <a:cubicBezTo>
                  <a:pt x="5781" y="3805"/>
                  <a:pt x="5010" y="3587"/>
                  <a:pt x="4239" y="3587"/>
                </a:cubicBezTo>
                <a:cubicBezTo>
                  <a:pt x="3247" y="3587"/>
                  <a:pt x="2255" y="3949"/>
                  <a:pt x="1486" y="4674"/>
                </a:cubicBezTo>
                <a:cubicBezTo>
                  <a:pt x="378" y="5720"/>
                  <a:pt x="1" y="7235"/>
                  <a:pt x="353" y="8602"/>
                </a:cubicBezTo>
                <a:cubicBezTo>
                  <a:pt x="430" y="8910"/>
                  <a:pt x="620" y="9178"/>
                  <a:pt x="888" y="9351"/>
                </a:cubicBezTo>
                <a:cubicBezTo>
                  <a:pt x="1525" y="9768"/>
                  <a:pt x="2069" y="10313"/>
                  <a:pt x="2487" y="10950"/>
                </a:cubicBezTo>
                <a:cubicBezTo>
                  <a:pt x="2659" y="11217"/>
                  <a:pt x="2927" y="11407"/>
                  <a:pt x="3235" y="11486"/>
                </a:cubicBezTo>
                <a:cubicBezTo>
                  <a:pt x="3565" y="11570"/>
                  <a:pt x="3903" y="11613"/>
                  <a:pt x="4241" y="11613"/>
                </a:cubicBezTo>
                <a:cubicBezTo>
                  <a:pt x="5269" y="11613"/>
                  <a:pt x="6296" y="11221"/>
                  <a:pt x="7080" y="10436"/>
                </a:cubicBezTo>
                <a:cubicBezTo>
                  <a:pt x="8452" y="9065"/>
                  <a:pt x="8624" y="6948"/>
                  <a:pt x="7596" y="5389"/>
                </a:cubicBezTo>
                <a:lnTo>
                  <a:pt x="11715" y="491"/>
                </a:lnTo>
                <a:cubicBezTo>
                  <a:pt x="11931" y="233"/>
                  <a:pt x="11832" y="0"/>
                  <a:pt x="1162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95" name="Google Shape;1095;p60"/>
          <p:cNvSpPr/>
          <p:nvPr/>
        </p:nvSpPr>
        <p:spPr>
          <a:xfrm>
            <a:off x="4656354" y="2976409"/>
            <a:ext cx="166163" cy="240206"/>
          </a:xfrm>
          <a:custGeom>
            <a:avLst/>
            <a:gdLst/>
            <a:ahLst/>
            <a:cxnLst/>
            <a:rect l="l" t="t" r="r" b="b"/>
            <a:pathLst>
              <a:path w="8862" h="12811" extrusionOk="0">
                <a:moveTo>
                  <a:pt x="4432" y="0"/>
                </a:moveTo>
                <a:cubicBezTo>
                  <a:pt x="4135" y="0"/>
                  <a:pt x="3868" y="175"/>
                  <a:pt x="3748" y="447"/>
                </a:cubicBezTo>
                <a:cubicBezTo>
                  <a:pt x="3617" y="746"/>
                  <a:pt x="3327" y="939"/>
                  <a:pt x="3010" y="939"/>
                </a:cubicBezTo>
                <a:lnTo>
                  <a:pt x="2707" y="939"/>
                </a:lnTo>
                <a:cubicBezTo>
                  <a:pt x="2706" y="939"/>
                  <a:pt x="2705" y="939"/>
                  <a:pt x="2705" y="939"/>
                </a:cubicBezTo>
                <a:cubicBezTo>
                  <a:pt x="2601" y="939"/>
                  <a:pt x="2518" y="1024"/>
                  <a:pt x="2518" y="1128"/>
                </a:cubicBezTo>
                <a:lnTo>
                  <a:pt x="2518" y="1604"/>
                </a:lnTo>
                <a:cubicBezTo>
                  <a:pt x="2518" y="1707"/>
                  <a:pt x="2603" y="1792"/>
                  <a:pt x="2707" y="1792"/>
                </a:cubicBezTo>
                <a:lnTo>
                  <a:pt x="6157" y="1792"/>
                </a:lnTo>
                <a:cubicBezTo>
                  <a:pt x="6261" y="1792"/>
                  <a:pt x="6346" y="1707"/>
                  <a:pt x="6346" y="1604"/>
                </a:cubicBezTo>
                <a:lnTo>
                  <a:pt x="6346" y="1128"/>
                </a:lnTo>
                <a:cubicBezTo>
                  <a:pt x="6346" y="1023"/>
                  <a:pt x="6261" y="938"/>
                  <a:pt x="6157" y="938"/>
                </a:cubicBezTo>
                <a:lnTo>
                  <a:pt x="5854" y="938"/>
                </a:lnTo>
                <a:cubicBezTo>
                  <a:pt x="5536" y="938"/>
                  <a:pt x="5247" y="746"/>
                  <a:pt x="5116" y="447"/>
                </a:cubicBezTo>
                <a:cubicBezTo>
                  <a:pt x="4996" y="175"/>
                  <a:pt x="4728" y="0"/>
                  <a:pt x="4432" y="0"/>
                </a:cubicBezTo>
                <a:close/>
                <a:moveTo>
                  <a:pt x="6915" y="4434"/>
                </a:moveTo>
                <a:cubicBezTo>
                  <a:pt x="7082" y="4434"/>
                  <a:pt x="7219" y="4572"/>
                  <a:pt x="7219" y="4740"/>
                </a:cubicBezTo>
                <a:cubicBezTo>
                  <a:pt x="7219" y="4911"/>
                  <a:pt x="7081" y="5047"/>
                  <a:pt x="6913" y="5047"/>
                </a:cubicBezTo>
                <a:cubicBezTo>
                  <a:pt x="6911" y="5047"/>
                  <a:pt x="6909" y="5047"/>
                  <a:pt x="6907" y="5047"/>
                </a:cubicBezTo>
                <a:lnTo>
                  <a:pt x="4142" y="5047"/>
                </a:lnTo>
                <a:cubicBezTo>
                  <a:pt x="3973" y="5046"/>
                  <a:pt x="3837" y="4909"/>
                  <a:pt x="3837" y="4740"/>
                </a:cubicBezTo>
                <a:cubicBezTo>
                  <a:pt x="3837" y="4571"/>
                  <a:pt x="3973" y="4435"/>
                  <a:pt x="4142" y="4435"/>
                </a:cubicBezTo>
                <a:lnTo>
                  <a:pt x="6907" y="4435"/>
                </a:lnTo>
                <a:cubicBezTo>
                  <a:pt x="6909" y="4434"/>
                  <a:pt x="6912" y="4434"/>
                  <a:pt x="6915" y="4434"/>
                </a:cubicBezTo>
                <a:close/>
                <a:moveTo>
                  <a:pt x="1857" y="4305"/>
                </a:moveTo>
                <a:lnTo>
                  <a:pt x="1857" y="5187"/>
                </a:lnTo>
                <a:lnTo>
                  <a:pt x="2740" y="5187"/>
                </a:lnTo>
                <a:lnTo>
                  <a:pt x="2740" y="4305"/>
                </a:lnTo>
                <a:close/>
                <a:moveTo>
                  <a:pt x="3046" y="3692"/>
                </a:moveTo>
                <a:cubicBezTo>
                  <a:pt x="3216" y="3692"/>
                  <a:pt x="3353" y="3829"/>
                  <a:pt x="3353" y="3998"/>
                </a:cubicBezTo>
                <a:lnTo>
                  <a:pt x="3353" y="5493"/>
                </a:lnTo>
                <a:cubicBezTo>
                  <a:pt x="3353" y="5662"/>
                  <a:pt x="3215" y="5799"/>
                  <a:pt x="3046" y="5799"/>
                </a:cubicBezTo>
                <a:lnTo>
                  <a:pt x="1550" y="5799"/>
                </a:lnTo>
                <a:cubicBezTo>
                  <a:pt x="1550" y="5799"/>
                  <a:pt x="1549" y="5799"/>
                  <a:pt x="1548" y="5799"/>
                </a:cubicBezTo>
                <a:cubicBezTo>
                  <a:pt x="1380" y="5799"/>
                  <a:pt x="1245" y="5661"/>
                  <a:pt x="1245" y="5493"/>
                </a:cubicBezTo>
                <a:lnTo>
                  <a:pt x="1245" y="3998"/>
                </a:lnTo>
                <a:cubicBezTo>
                  <a:pt x="1245" y="3829"/>
                  <a:pt x="1381" y="3692"/>
                  <a:pt x="1550" y="3692"/>
                </a:cubicBezTo>
                <a:close/>
                <a:moveTo>
                  <a:pt x="6600" y="7120"/>
                </a:moveTo>
                <a:cubicBezTo>
                  <a:pt x="6769" y="7120"/>
                  <a:pt x="6905" y="7256"/>
                  <a:pt x="6905" y="7425"/>
                </a:cubicBezTo>
                <a:cubicBezTo>
                  <a:pt x="6905" y="7594"/>
                  <a:pt x="6769" y="7732"/>
                  <a:pt x="6600" y="7732"/>
                </a:cubicBezTo>
                <a:lnTo>
                  <a:pt x="4142" y="7732"/>
                </a:lnTo>
                <a:cubicBezTo>
                  <a:pt x="3973" y="7732"/>
                  <a:pt x="3837" y="7594"/>
                  <a:pt x="3837" y="7425"/>
                </a:cubicBezTo>
                <a:cubicBezTo>
                  <a:pt x="3837" y="7256"/>
                  <a:pt x="3973" y="7120"/>
                  <a:pt x="4142" y="7120"/>
                </a:cubicBezTo>
                <a:close/>
                <a:moveTo>
                  <a:pt x="1857" y="6959"/>
                </a:moveTo>
                <a:lnTo>
                  <a:pt x="1857" y="7841"/>
                </a:lnTo>
                <a:lnTo>
                  <a:pt x="2740" y="7841"/>
                </a:lnTo>
                <a:lnTo>
                  <a:pt x="2740" y="6959"/>
                </a:lnTo>
                <a:close/>
                <a:moveTo>
                  <a:pt x="3046" y="6347"/>
                </a:moveTo>
                <a:cubicBezTo>
                  <a:pt x="3215" y="6347"/>
                  <a:pt x="3353" y="6484"/>
                  <a:pt x="3353" y="6653"/>
                </a:cubicBezTo>
                <a:lnTo>
                  <a:pt x="3353" y="8147"/>
                </a:lnTo>
                <a:cubicBezTo>
                  <a:pt x="3353" y="8316"/>
                  <a:pt x="3215" y="8454"/>
                  <a:pt x="3046" y="8454"/>
                </a:cubicBezTo>
                <a:lnTo>
                  <a:pt x="1550" y="8454"/>
                </a:lnTo>
                <a:cubicBezTo>
                  <a:pt x="1381" y="8454"/>
                  <a:pt x="1245" y="8316"/>
                  <a:pt x="1245" y="8147"/>
                </a:cubicBezTo>
                <a:lnTo>
                  <a:pt x="1245" y="6653"/>
                </a:lnTo>
                <a:cubicBezTo>
                  <a:pt x="1245" y="6484"/>
                  <a:pt x="1381" y="6347"/>
                  <a:pt x="1550" y="6347"/>
                </a:cubicBezTo>
                <a:close/>
                <a:moveTo>
                  <a:pt x="7061" y="9805"/>
                </a:moveTo>
                <a:cubicBezTo>
                  <a:pt x="7230" y="9805"/>
                  <a:pt x="7366" y="9942"/>
                  <a:pt x="7366" y="10111"/>
                </a:cubicBezTo>
                <a:cubicBezTo>
                  <a:pt x="7366" y="10280"/>
                  <a:pt x="7230" y="10417"/>
                  <a:pt x="7061" y="10417"/>
                </a:cubicBezTo>
                <a:lnTo>
                  <a:pt x="4143" y="10417"/>
                </a:lnTo>
                <a:cubicBezTo>
                  <a:pt x="3974" y="10417"/>
                  <a:pt x="3838" y="10280"/>
                  <a:pt x="3838" y="10111"/>
                </a:cubicBezTo>
                <a:cubicBezTo>
                  <a:pt x="3838" y="9942"/>
                  <a:pt x="3974" y="9805"/>
                  <a:pt x="4143" y="9805"/>
                </a:cubicBezTo>
                <a:close/>
                <a:moveTo>
                  <a:pt x="1857" y="9614"/>
                </a:moveTo>
                <a:lnTo>
                  <a:pt x="1857" y="10496"/>
                </a:lnTo>
                <a:lnTo>
                  <a:pt x="2740" y="10496"/>
                </a:lnTo>
                <a:lnTo>
                  <a:pt x="2740" y="9614"/>
                </a:lnTo>
                <a:close/>
                <a:moveTo>
                  <a:pt x="3046" y="9001"/>
                </a:moveTo>
                <a:cubicBezTo>
                  <a:pt x="3215" y="9001"/>
                  <a:pt x="3353" y="9139"/>
                  <a:pt x="3353" y="9308"/>
                </a:cubicBezTo>
                <a:lnTo>
                  <a:pt x="3353" y="10803"/>
                </a:lnTo>
                <a:cubicBezTo>
                  <a:pt x="3353" y="10972"/>
                  <a:pt x="3215" y="11109"/>
                  <a:pt x="3046" y="11109"/>
                </a:cubicBezTo>
                <a:lnTo>
                  <a:pt x="1550" y="11109"/>
                </a:lnTo>
                <a:cubicBezTo>
                  <a:pt x="1381" y="11109"/>
                  <a:pt x="1245" y="10972"/>
                  <a:pt x="1245" y="10803"/>
                </a:cubicBezTo>
                <a:lnTo>
                  <a:pt x="1245" y="9308"/>
                </a:lnTo>
                <a:cubicBezTo>
                  <a:pt x="1245" y="9139"/>
                  <a:pt x="1381" y="9001"/>
                  <a:pt x="1550" y="9001"/>
                </a:cubicBezTo>
                <a:close/>
                <a:moveTo>
                  <a:pt x="1227" y="1627"/>
                </a:moveTo>
                <a:cubicBezTo>
                  <a:pt x="550" y="1627"/>
                  <a:pt x="2" y="2176"/>
                  <a:pt x="1" y="2853"/>
                </a:cubicBezTo>
                <a:lnTo>
                  <a:pt x="1" y="11584"/>
                </a:lnTo>
                <a:cubicBezTo>
                  <a:pt x="2" y="12261"/>
                  <a:pt x="550" y="12809"/>
                  <a:pt x="1227" y="12810"/>
                </a:cubicBezTo>
                <a:lnTo>
                  <a:pt x="7635" y="12810"/>
                </a:lnTo>
                <a:cubicBezTo>
                  <a:pt x="8312" y="12809"/>
                  <a:pt x="8862" y="12261"/>
                  <a:pt x="8862" y="11584"/>
                </a:cubicBezTo>
                <a:lnTo>
                  <a:pt x="8862" y="2853"/>
                </a:lnTo>
                <a:cubicBezTo>
                  <a:pt x="8860" y="2176"/>
                  <a:pt x="8312" y="1627"/>
                  <a:pt x="7635" y="1627"/>
                </a:cubicBezTo>
                <a:lnTo>
                  <a:pt x="6957" y="1627"/>
                </a:lnTo>
                <a:cubicBezTo>
                  <a:pt x="6944" y="2059"/>
                  <a:pt x="6589" y="2404"/>
                  <a:pt x="6157" y="2405"/>
                </a:cubicBezTo>
                <a:lnTo>
                  <a:pt x="2707" y="2405"/>
                </a:lnTo>
                <a:cubicBezTo>
                  <a:pt x="2273" y="2404"/>
                  <a:pt x="1919" y="2059"/>
                  <a:pt x="1907" y="162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96" name="Google Shape;1096;p60"/>
          <p:cNvSpPr/>
          <p:nvPr/>
        </p:nvSpPr>
        <p:spPr>
          <a:xfrm>
            <a:off x="2747797" y="2996209"/>
            <a:ext cx="169838" cy="200606"/>
          </a:xfrm>
          <a:custGeom>
            <a:avLst/>
            <a:gdLst/>
            <a:ahLst/>
            <a:cxnLst/>
            <a:rect l="l" t="t" r="r" b="b"/>
            <a:pathLst>
              <a:path w="9058" h="10699" extrusionOk="0">
                <a:moveTo>
                  <a:pt x="7792" y="1"/>
                </a:moveTo>
                <a:cubicBezTo>
                  <a:pt x="7438" y="1"/>
                  <a:pt x="7115" y="201"/>
                  <a:pt x="6959" y="518"/>
                </a:cubicBezTo>
                <a:cubicBezTo>
                  <a:pt x="6802" y="835"/>
                  <a:pt x="6838" y="1213"/>
                  <a:pt x="7053" y="1495"/>
                </a:cubicBezTo>
                <a:lnTo>
                  <a:pt x="5260" y="4160"/>
                </a:lnTo>
                <a:lnTo>
                  <a:pt x="6707" y="4168"/>
                </a:lnTo>
                <a:lnTo>
                  <a:pt x="7700" y="1857"/>
                </a:lnTo>
                <a:cubicBezTo>
                  <a:pt x="7732" y="1860"/>
                  <a:pt x="7761" y="1862"/>
                  <a:pt x="7792" y="1862"/>
                </a:cubicBezTo>
                <a:cubicBezTo>
                  <a:pt x="8306" y="1862"/>
                  <a:pt x="8722" y="1446"/>
                  <a:pt x="8722" y="932"/>
                </a:cubicBezTo>
                <a:cubicBezTo>
                  <a:pt x="8722" y="418"/>
                  <a:pt x="8306" y="1"/>
                  <a:pt x="7792" y="1"/>
                </a:cubicBezTo>
                <a:close/>
                <a:moveTo>
                  <a:pt x="649" y="4522"/>
                </a:moveTo>
                <a:cubicBezTo>
                  <a:pt x="382" y="4524"/>
                  <a:pt x="152" y="4711"/>
                  <a:pt x="101" y="4973"/>
                </a:cubicBezTo>
                <a:cubicBezTo>
                  <a:pt x="27" y="5350"/>
                  <a:pt x="1" y="5734"/>
                  <a:pt x="23" y="6118"/>
                </a:cubicBezTo>
                <a:cubicBezTo>
                  <a:pt x="104" y="7574"/>
                  <a:pt x="885" y="8847"/>
                  <a:pt x="2026" y="9613"/>
                </a:cubicBezTo>
                <a:lnTo>
                  <a:pt x="1710" y="9613"/>
                </a:lnTo>
                <a:cubicBezTo>
                  <a:pt x="1473" y="9613"/>
                  <a:pt x="1281" y="9805"/>
                  <a:pt x="1281" y="10042"/>
                </a:cubicBezTo>
                <a:lnTo>
                  <a:pt x="1281" y="10269"/>
                </a:lnTo>
                <a:cubicBezTo>
                  <a:pt x="1281" y="10506"/>
                  <a:pt x="1473" y="10698"/>
                  <a:pt x="1710" y="10698"/>
                </a:cubicBezTo>
                <a:lnTo>
                  <a:pt x="7364" y="10698"/>
                </a:lnTo>
                <a:cubicBezTo>
                  <a:pt x="7600" y="10698"/>
                  <a:pt x="7792" y="10506"/>
                  <a:pt x="7792" y="10269"/>
                </a:cubicBezTo>
                <a:lnTo>
                  <a:pt x="7792" y="10042"/>
                </a:lnTo>
                <a:lnTo>
                  <a:pt x="7791" y="10042"/>
                </a:lnTo>
                <a:cubicBezTo>
                  <a:pt x="7791" y="9805"/>
                  <a:pt x="7599" y="9613"/>
                  <a:pt x="7363" y="9613"/>
                </a:cubicBezTo>
                <a:lnTo>
                  <a:pt x="7052" y="9613"/>
                </a:lnTo>
                <a:cubicBezTo>
                  <a:pt x="8261" y="8801"/>
                  <a:pt x="9057" y="7422"/>
                  <a:pt x="9057" y="5857"/>
                </a:cubicBezTo>
                <a:cubicBezTo>
                  <a:pt x="9058" y="5559"/>
                  <a:pt x="9029" y="5263"/>
                  <a:pt x="8971" y="4971"/>
                </a:cubicBezTo>
                <a:cubicBezTo>
                  <a:pt x="8919" y="4711"/>
                  <a:pt x="8690" y="4522"/>
                  <a:pt x="8425" y="4522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97" name="Google Shape;1097;p60"/>
          <p:cNvSpPr/>
          <p:nvPr/>
        </p:nvSpPr>
        <p:spPr>
          <a:xfrm>
            <a:off x="5884069" y="3430608"/>
            <a:ext cx="225788" cy="253088"/>
          </a:xfrm>
          <a:custGeom>
            <a:avLst/>
            <a:gdLst/>
            <a:ahLst/>
            <a:cxnLst/>
            <a:rect l="l" t="t" r="r" b="b"/>
            <a:pathLst>
              <a:path w="12042" h="13498" extrusionOk="0">
                <a:moveTo>
                  <a:pt x="9529" y="0"/>
                </a:moveTo>
                <a:cubicBezTo>
                  <a:pt x="9338" y="0"/>
                  <a:pt x="9147" y="74"/>
                  <a:pt x="9002" y="220"/>
                </a:cubicBezTo>
                <a:cubicBezTo>
                  <a:pt x="8006" y="1216"/>
                  <a:pt x="6926" y="2559"/>
                  <a:pt x="6185" y="3725"/>
                </a:cubicBezTo>
                <a:cubicBezTo>
                  <a:pt x="5787" y="4351"/>
                  <a:pt x="5507" y="4890"/>
                  <a:pt x="5352" y="5327"/>
                </a:cubicBezTo>
                <a:cubicBezTo>
                  <a:pt x="5208" y="5732"/>
                  <a:pt x="5172" y="6051"/>
                  <a:pt x="5246" y="6291"/>
                </a:cubicBezTo>
                <a:lnTo>
                  <a:pt x="2189" y="9348"/>
                </a:lnTo>
                <a:lnTo>
                  <a:pt x="1940" y="9100"/>
                </a:lnTo>
                <a:cubicBezTo>
                  <a:pt x="1881" y="9040"/>
                  <a:pt x="1802" y="9010"/>
                  <a:pt x="1724" y="9010"/>
                </a:cubicBezTo>
                <a:cubicBezTo>
                  <a:pt x="1645" y="9010"/>
                  <a:pt x="1567" y="9040"/>
                  <a:pt x="1507" y="9100"/>
                </a:cubicBezTo>
                <a:lnTo>
                  <a:pt x="120" y="10487"/>
                </a:lnTo>
                <a:cubicBezTo>
                  <a:pt x="0" y="10607"/>
                  <a:pt x="0" y="10801"/>
                  <a:pt x="120" y="10921"/>
                </a:cubicBezTo>
                <a:lnTo>
                  <a:pt x="2607" y="13408"/>
                </a:lnTo>
                <a:cubicBezTo>
                  <a:pt x="2667" y="13468"/>
                  <a:pt x="2745" y="13498"/>
                  <a:pt x="2824" y="13498"/>
                </a:cubicBezTo>
                <a:cubicBezTo>
                  <a:pt x="2902" y="13498"/>
                  <a:pt x="2981" y="13468"/>
                  <a:pt x="3040" y="13408"/>
                </a:cubicBezTo>
                <a:cubicBezTo>
                  <a:pt x="3621" y="12828"/>
                  <a:pt x="3621" y="11886"/>
                  <a:pt x="3040" y="11306"/>
                </a:cubicBezTo>
                <a:lnTo>
                  <a:pt x="2792" y="11057"/>
                </a:lnTo>
                <a:cubicBezTo>
                  <a:pt x="2607" y="10871"/>
                  <a:pt x="2607" y="10571"/>
                  <a:pt x="2792" y="10386"/>
                </a:cubicBezTo>
                <a:cubicBezTo>
                  <a:pt x="2912" y="10267"/>
                  <a:pt x="2912" y="10072"/>
                  <a:pt x="2792" y="9953"/>
                </a:cubicBezTo>
                <a:lnTo>
                  <a:pt x="2622" y="9782"/>
                </a:lnTo>
                <a:lnTo>
                  <a:pt x="5680" y="6722"/>
                </a:lnTo>
                <a:cubicBezTo>
                  <a:pt x="5765" y="6748"/>
                  <a:pt x="5854" y="6761"/>
                  <a:pt x="5944" y="6761"/>
                </a:cubicBezTo>
                <a:cubicBezTo>
                  <a:pt x="5947" y="6761"/>
                  <a:pt x="5951" y="6761"/>
                  <a:pt x="5955" y="6761"/>
                </a:cubicBezTo>
                <a:cubicBezTo>
                  <a:pt x="7244" y="6761"/>
                  <a:pt x="10199" y="4519"/>
                  <a:pt x="11746" y="2971"/>
                </a:cubicBezTo>
                <a:cubicBezTo>
                  <a:pt x="11748" y="2969"/>
                  <a:pt x="11750" y="2967"/>
                  <a:pt x="11753" y="2965"/>
                </a:cubicBezTo>
                <a:cubicBezTo>
                  <a:pt x="12041" y="2674"/>
                  <a:pt x="12040" y="2205"/>
                  <a:pt x="11750" y="1915"/>
                </a:cubicBezTo>
                <a:lnTo>
                  <a:pt x="11750" y="1914"/>
                </a:lnTo>
                <a:lnTo>
                  <a:pt x="10055" y="219"/>
                </a:lnTo>
                <a:cubicBezTo>
                  <a:pt x="9910" y="73"/>
                  <a:pt x="9720" y="0"/>
                  <a:pt x="952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98" name="Google Shape;1098;p60"/>
          <p:cNvSpPr/>
          <p:nvPr/>
        </p:nvSpPr>
        <p:spPr>
          <a:xfrm>
            <a:off x="2744036" y="3478880"/>
            <a:ext cx="217444" cy="156544"/>
          </a:xfrm>
          <a:custGeom>
            <a:avLst/>
            <a:gdLst/>
            <a:ahLst/>
            <a:cxnLst/>
            <a:rect l="l" t="t" r="r" b="b"/>
            <a:pathLst>
              <a:path w="11597" h="8349" extrusionOk="0">
                <a:moveTo>
                  <a:pt x="6456" y="1"/>
                </a:moveTo>
                <a:cubicBezTo>
                  <a:pt x="5994" y="1"/>
                  <a:pt x="5619" y="375"/>
                  <a:pt x="5619" y="837"/>
                </a:cubicBezTo>
                <a:lnTo>
                  <a:pt x="7293" y="837"/>
                </a:lnTo>
                <a:cubicBezTo>
                  <a:pt x="7293" y="375"/>
                  <a:pt x="6918" y="1"/>
                  <a:pt x="6456" y="1"/>
                </a:cubicBezTo>
                <a:close/>
                <a:moveTo>
                  <a:pt x="1057" y="2514"/>
                </a:moveTo>
                <a:lnTo>
                  <a:pt x="78" y="3613"/>
                </a:lnTo>
                <a:cubicBezTo>
                  <a:pt x="28" y="3670"/>
                  <a:pt x="0" y="3742"/>
                  <a:pt x="0" y="3817"/>
                </a:cubicBezTo>
                <a:lnTo>
                  <a:pt x="0" y="4119"/>
                </a:lnTo>
                <a:lnTo>
                  <a:pt x="3557" y="4119"/>
                </a:lnTo>
                <a:lnTo>
                  <a:pt x="3557" y="2514"/>
                </a:lnTo>
                <a:close/>
                <a:moveTo>
                  <a:pt x="8001" y="2567"/>
                </a:moveTo>
                <a:cubicBezTo>
                  <a:pt x="8086" y="2567"/>
                  <a:pt x="8154" y="2636"/>
                  <a:pt x="8154" y="2721"/>
                </a:cubicBezTo>
                <a:lnTo>
                  <a:pt x="8154" y="3301"/>
                </a:lnTo>
                <a:lnTo>
                  <a:pt x="8734" y="3301"/>
                </a:lnTo>
                <a:cubicBezTo>
                  <a:pt x="8735" y="3301"/>
                  <a:pt x="8736" y="3301"/>
                  <a:pt x="8736" y="3301"/>
                </a:cubicBezTo>
                <a:cubicBezTo>
                  <a:pt x="8819" y="3301"/>
                  <a:pt x="8887" y="3369"/>
                  <a:pt x="8887" y="3452"/>
                </a:cubicBezTo>
                <a:lnTo>
                  <a:pt x="8887" y="4263"/>
                </a:lnTo>
                <a:lnTo>
                  <a:pt x="8887" y="4263"/>
                </a:lnTo>
                <a:cubicBezTo>
                  <a:pt x="8888" y="4348"/>
                  <a:pt x="8819" y="4417"/>
                  <a:pt x="8734" y="4417"/>
                </a:cubicBezTo>
                <a:lnTo>
                  <a:pt x="8154" y="4417"/>
                </a:lnTo>
                <a:lnTo>
                  <a:pt x="8154" y="4997"/>
                </a:lnTo>
                <a:cubicBezTo>
                  <a:pt x="8154" y="5082"/>
                  <a:pt x="8086" y="5151"/>
                  <a:pt x="8001" y="5151"/>
                </a:cubicBezTo>
                <a:lnTo>
                  <a:pt x="7191" y="5151"/>
                </a:lnTo>
                <a:cubicBezTo>
                  <a:pt x="7106" y="5151"/>
                  <a:pt x="7038" y="5082"/>
                  <a:pt x="7038" y="4997"/>
                </a:cubicBezTo>
                <a:lnTo>
                  <a:pt x="7038" y="4418"/>
                </a:lnTo>
                <a:lnTo>
                  <a:pt x="6458" y="4418"/>
                </a:lnTo>
                <a:cubicBezTo>
                  <a:pt x="6458" y="4418"/>
                  <a:pt x="6457" y="4418"/>
                  <a:pt x="6456" y="4418"/>
                </a:cubicBezTo>
                <a:cubicBezTo>
                  <a:pt x="6372" y="4418"/>
                  <a:pt x="6304" y="4349"/>
                  <a:pt x="6304" y="4265"/>
                </a:cubicBezTo>
                <a:lnTo>
                  <a:pt x="6304" y="3455"/>
                </a:lnTo>
                <a:cubicBezTo>
                  <a:pt x="6303" y="3371"/>
                  <a:pt x="6372" y="3302"/>
                  <a:pt x="6457" y="3302"/>
                </a:cubicBezTo>
                <a:lnTo>
                  <a:pt x="7038" y="3301"/>
                </a:lnTo>
                <a:lnTo>
                  <a:pt x="7038" y="2721"/>
                </a:lnTo>
                <a:cubicBezTo>
                  <a:pt x="7038" y="2636"/>
                  <a:pt x="7106" y="2567"/>
                  <a:pt x="7191" y="2567"/>
                </a:cubicBezTo>
                <a:close/>
                <a:moveTo>
                  <a:pt x="2316" y="1256"/>
                </a:moveTo>
                <a:cubicBezTo>
                  <a:pt x="2229" y="1256"/>
                  <a:pt x="2145" y="1293"/>
                  <a:pt x="2087" y="1358"/>
                </a:cubicBezTo>
                <a:lnTo>
                  <a:pt x="1602" y="1903"/>
                </a:lnTo>
                <a:lnTo>
                  <a:pt x="3864" y="1903"/>
                </a:lnTo>
                <a:cubicBezTo>
                  <a:pt x="3865" y="1903"/>
                  <a:pt x="3866" y="1903"/>
                  <a:pt x="3866" y="1903"/>
                </a:cubicBezTo>
                <a:cubicBezTo>
                  <a:pt x="4034" y="1903"/>
                  <a:pt x="4170" y="2040"/>
                  <a:pt x="4170" y="2209"/>
                </a:cubicBezTo>
                <a:lnTo>
                  <a:pt x="4170" y="4426"/>
                </a:lnTo>
                <a:cubicBezTo>
                  <a:pt x="4170" y="4595"/>
                  <a:pt x="4033" y="4732"/>
                  <a:pt x="3864" y="4732"/>
                </a:cubicBezTo>
                <a:lnTo>
                  <a:pt x="0" y="4732"/>
                </a:lnTo>
                <a:lnTo>
                  <a:pt x="0" y="7289"/>
                </a:lnTo>
                <a:cubicBezTo>
                  <a:pt x="0" y="7458"/>
                  <a:pt x="137" y="7596"/>
                  <a:pt x="307" y="7596"/>
                </a:cubicBezTo>
                <a:lnTo>
                  <a:pt x="1744" y="7596"/>
                </a:lnTo>
                <a:cubicBezTo>
                  <a:pt x="1741" y="7575"/>
                  <a:pt x="1741" y="7553"/>
                  <a:pt x="1741" y="7533"/>
                </a:cubicBezTo>
                <a:cubicBezTo>
                  <a:pt x="1749" y="6750"/>
                  <a:pt x="2387" y="6118"/>
                  <a:pt x="3170" y="6118"/>
                </a:cubicBezTo>
                <a:cubicBezTo>
                  <a:pt x="3954" y="6118"/>
                  <a:pt x="4592" y="6750"/>
                  <a:pt x="4600" y="7533"/>
                </a:cubicBezTo>
                <a:cubicBezTo>
                  <a:pt x="4600" y="7554"/>
                  <a:pt x="4599" y="7575"/>
                  <a:pt x="4598" y="7596"/>
                </a:cubicBezTo>
                <a:lnTo>
                  <a:pt x="7764" y="7596"/>
                </a:lnTo>
                <a:cubicBezTo>
                  <a:pt x="7763" y="7575"/>
                  <a:pt x="7763" y="7553"/>
                  <a:pt x="7763" y="7533"/>
                </a:cubicBezTo>
                <a:cubicBezTo>
                  <a:pt x="7771" y="6750"/>
                  <a:pt x="8408" y="6118"/>
                  <a:pt x="9192" y="6118"/>
                </a:cubicBezTo>
                <a:cubicBezTo>
                  <a:pt x="9976" y="6118"/>
                  <a:pt x="10612" y="6750"/>
                  <a:pt x="10620" y="7533"/>
                </a:cubicBezTo>
                <a:cubicBezTo>
                  <a:pt x="10620" y="7554"/>
                  <a:pt x="10619" y="7575"/>
                  <a:pt x="10619" y="7596"/>
                </a:cubicBezTo>
                <a:lnTo>
                  <a:pt x="11289" y="7596"/>
                </a:lnTo>
                <a:cubicBezTo>
                  <a:pt x="11459" y="7596"/>
                  <a:pt x="11596" y="7458"/>
                  <a:pt x="11596" y="7289"/>
                </a:cubicBezTo>
                <a:lnTo>
                  <a:pt x="11596" y="1562"/>
                </a:lnTo>
                <a:cubicBezTo>
                  <a:pt x="11596" y="1393"/>
                  <a:pt x="11459" y="1256"/>
                  <a:pt x="11290" y="1256"/>
                </a:cubicBezTo>
                <a:close/>
                <a:moveTo>
                  <a:pt x="3170" y="6717"/>
                </a:moveTo>
                <a:cubicBezTo>
                  <a:pt x="2840" y="6717"/>
                  <a:pt x="2542" y="6915"/>
                  <a:pt x="2416" y="7220"/>
                </a:cubicBezTo>
                <a:cubicBezTo>
                  <a:pt x="2290" y="7526"/>
                  <a:pt x="2360" y="7876"/>
                  <a:pt x="2593" y="8110"/>
                </a:cubicBezTo>
                <a:cubicBezTo>
                  <a:pt x="2749" y="8266"/>
                  <a:pt x="2958" y="8349"/>
                  <a:pt x="3170" y="8349"/>
                </a:cubicBezTo>
                <a:cubicBezTo>
                  <a:pt x="3275" y="8349"/>
                  <a:pt x="3381" y="8329"/>
                  <a:pt x="3483" y="8287"/>
                </a:cubicBezTo>
                <a:cubicBezTo>
                  <a:pt x="3787" y="8160"/>
                  <a:pt x="3986" y="7863"/>
                  <a:pt x="3986" y="7533"/>
                </a:cubicBezTo>
                <a:cubicBezTo>
                  <a:pt x="3986" y="7082"/>
                  <a:pt x="3621" y="6717"/>
                  <a:pt x="3170" y="6717"/>
                </a:cubicBezTo>
                <a:close/>
                <a:moveTo>
                  <a:pt x="9192" y="6717"/>
                </a:moveTo>
                <a:cubicBezTo>
                  <a:pt x="8862" y="6717"/>
                  <a:pt x="8564" y="6915"/>
                  <a:pt x="8438" y="7220"/>
                </a:cubicBezTo>
                <a:cubicBezTo>
                  <a:pt x="8311" y="7526"/>
                  <a:pt x="8381" y="7876"/>
                  <a:pt x="8615" y="8110"/>
                </a:cubicBezTo>
                <a:cubicBezTo>
                  <a:pt x="8771" y="8266"/>
                  <a:pt x="8980" y="8349"/>
                  <a:pt x="9192" y="8349"/>
                </a:cubicBezTo>
                <a:cubicBezTo>
                  <a:pt x="9298" y="8349"/>
                  <a:pt x="9404" y="8329"/>
                  <a:pt x="9504" y="8287"/>
                </a:cubicBezTo>
                <a:cubicBezTo>
                  <a:pt x="9810" y="8160"/>
                  <a:pt x="10009" y="7863"/>
                  <a:pt x="10009" y="7533"/>
                </a:cubicBezTo>
                <a:cubicBezTo>
                  <a:pt x="10008" y="7082"/>
                  <a:pt x="9642" y="6717"/>
                  <a:pt x="9192" y="671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99" name="Google Shape;1099;p60"/>
          <p:cNvSpPr/>
          <p:nvPr/>
        </p:nvSpPr>
        <p:spPr>
          <a:xfrm>
            <a:off x="4680744" y="3448449"/>
            <a:ext cx="126056" cy="217406"/>
          </a:xfrm>
          <a:custGeom>
            <a:avLst/>
            <a:gdLst/>
            <a:ahLst/>
            <a:cxnLst/>
            <a:rect l="l" t="t" r="r" b="b"/>
            <a:pathLst>
              <a:path w="6723" h="11595" extrusionOk="0">
                <a:moveTo>
                  <a:pt x="1048" y="1"/>
                </a:moveTo>
                <a:cubicBezTo>
                  <a:pt x="871" y="2"/>
                  <a:pt x="727" y="145"/>
                  <a:pt x="726" y="322"/>
                </a:cubicBezTo>
                <a:lnTo>
                  <a:pt x="726" y="1188"/>
                </a:lnTo>
                <a:cubicBezTo>
                  <a:pt x="727" y="1365"/>
                  <a:pt x="871" y="1509"/>
                  <a:pt x="1048" y="1509"/>
                </a:cubicBezTo>
                <a:lnTo>
                  <a:pt x="5675" y="1509"/>
                </a:lnTo>
                <a:cubicBezTo>
                  <a:pt x="5852" y="1509"/>
                  <a:pt x="5996" y="1365"/>
                  <a:pt x="5996" y="1188"/>
                </a:cubicBezTo>
                <a:lnTo>
                  <a:pt x="5996" y="322"/>
                </a:lnTo>
                <a:cubicBezTo>
                  <a:pt x="5996" y="145"/>
                  <a:pt x="5852" y="2"/>
                  <a:pt x="5675" y="1"/>
                </a:cubicBezTo>
                <a:close/>
                <a:moveTo>
                  <a:pt x="1034" y="2121"/>
                </a:moveTo>
                <a:lnTo>
                  <a:pt x="225" y="3358"/>
                </a:lnTo>
                <a:cubicBezTo>
                  <a:pt x="128" y="3505"/>
                  <a:pt x="234" y="3703"/>
                  <a:pt x="411" y="3703"/>
                </a:cubicBezTo>
                <a:lnTo>
                  <a:pt x="6311" y="3703"/>
                </a:lnTo>
                <a:cubicBezTo>
                  <a:pt x="6488" y="3703"/>
                  <a:pt x="6595" y="3506"/>
                  <a:pt x="6497" y="3358"/>
                </a:cubicBezTo>
                <a:lnTo>
                  <a:pt x="5689" y="2121"/>
                </a:lnTo>
                <a:close/>
                <a:moveTo>
                  <a:pt x="1424" y="6168"/>
                </a:moveTo>
                <a:cubicBezTo>
                  <a:pt x="1255" y="6168"/>
                  <a:pt x="1118" y="6305"/>
                  <a:pt x="1118" y="6474"/>
                </a:cubicBezTo>
                <a:cubicBezTo>
                  <a:pt x="1118" y="6643"/>
                  <a:pt x="1255" y="6781"/>
                  <a:pt x="1424" y="6781"/>
                </a:cubicBezTo>
                <a:lnTo>
                  <a:pt x="4806" y="6781"/>
                </a:lnTo>
                <a:cubicBezTo>
                  <a:pt x="4977" y="6781"/>
                  <a:pt x="5113" y="6643"/>
                  <a:pt x="5113" y="6474"/>
                </a:cubicBezTo>
                <a:cubicBezTo>
                  <a:pt x="5113" y="6305"/>
                  <a:pt x="4977" y="6168"/>
                  <a:pt x="4808" y="6168"/>
                </a:cubicBezTo>
                <a:close/>
                <a:moveTo>
                  <a:pt x="4074" y="7157"/>
                </a:moveTo>
                <a:cubicBezTo>
                  <a:pt x="4073" y="7157"/>
                  <a:pt x="4073" y="7157"/>
                  <a:pt x="4072" y="7157"/>
                </a:cubicBezTo>
                <a:lnTo>
                  <a:pt x="1424" y="7157"/>
                </a:lnTo>
                <a:cubicBezTo>
                  <a:pt x="1257" y="7160"/>
                  <a:pt x="1124" y="7296"/>
                  <a:pt x="1124" y="7462"/>
                </a:cubicBezTo>
                <a:cubicBezTo>
                  <a:pt x="1124" y="7629"/>
                  <a:pt x="1257" y="7765"/>
                  <a:pt x="1424" y="7768"/>
                </a:cubicBezTo>
                <a:lnTo>
                  <a:pt x="4071" y="7768"/>
                </a:lnTo>
                <a:cubicBezTo>
                  <a:pt x="4241" y="7768"/>
                  <a:pt x="4378" y="7631"/>
                  <a:pt x="4378" y="7462"/>
                </a:cubicBezTo>
                <a:cubicBezTo>
                  <a:pt x="4378" y="7294"/>
                  <a:pt x="4242" y="7157"/>
                  <a:pt x="4074" y="7157"/>
                </a:cubicBezTo>
                <a:close/>
                <a:moveTo>
                  <a:pt x="1424" y="8144"/>
                </a:moveTo>
                <a:cubicBezTo>
                  <a:pt x="1255" y="8144"/>
                  <a:pt x="1118" y="8281"/>
                  <a:pt x="1118" y="8451"/>
                </a:cubicBezTo>
                <a:cubicBezTo>
                  <a:pt x="1118" y="8620"/>
                  <a:pt x="1255" y="8757"/>
                  <a:pt x="1424" y="8757"/>
                </a:cubicBezTo>
                <a:lnTo>
                  <a:pt x="5072" y="8757"/>
                </a:lnTo>
                <a:cubicBezTo>
                  <a:pt x="5241" y="8757"/>
                  <a:pt x="5378" y="8620"/>
                  <a:pt x="5378" y="8451"/>
                </a:cubicBezTo>
                <a:cubicBezTo>
                  <a:pt x="5378" y="8281"/>
                  <a:pt x="5241" y="8144"/>
                  <a:pt x="5072" y="8144"/>
                </a:cubicBezTo>
                <a:close/>
                <a:moveTo>
                  <a:pt x="5419" y="5554"/>
                </a:moveTo>
                <a:cubicBezTo>
                  <a:pt x="5790" y="5554"/>
                  <a:pt x="6090" y="5854"/>
                  <a:pt x="6090" y="6226"/>
                </a:cubicBezTo>
                <a:lnTo>
                  <a:pt x="6090" y="8705"/>
                </a:lnTo>
                <a:cubicBezTo>
                  <a:pt x="6090" y="9075"/>
                  <a:pt x="5789" y="9376"/>
                  <a:pt x="5419" y="9376"/>
                </a:cubicBezTo>
                <a:lnTo>
                  <a:pt x="1304" y="9376"/>
                </a:lnTo>
                <a:cubicBezTo>
                  <a:pt x="933" y="9376"/>
                  <a:pt x="633" y="9075"/>
                  <a:pt x="633" y="8705"/>
                </a:cubicBezTo>
                <a:lnTo>
                  <a:pt x="633" y="6226"/>
                </a:lnTo>
                <a:cubicBezTo>
                  <a:pt x="633" y="5854"/>
                  <a:pt x="933" y="5554"/>
                  <a:pt x="1304" y="5554"/>
                </a:cubicBezTo>
                <a:close/>
                <a:moveTo>
                  <a:pt x="271" y="4174"/>
                </a:moveTo>
                <a:cubicBezTo>
                  <a:pt x="122" y="4174"/>
                  <a:pt x="1" y="4295"/>
                  <a:pt x="1" y="4444"/>
                </a:cubicBezTo>
                <a:lnTo>
                  <a:pt x="1" y="9816"/>
                </a:lnTo>
                <a:cubicBezTo>
                  <a:pt x="1" y="10798"/>
                  <a:pt x="797" y="11595"/>
                  <a:pt x="1779" y="11595"/>
                </a:cubicBezTo>
                <a:lnTo>
                  <a:pt x="4944" y="11595"/>
                </a:lnTo>
                <a:cubicBezTo>
                  <a:pt x="5926" y="11595"/>
                  <a:pt x="6722" y="10798"/>
                  <a:pt x="6722" y="9816"/>
                </a:cubicBezTo>
                <a:lnTo>
                  <a:pt x="6722" y="4444"/>
                </a:lnTo>
                <a:cubicBezTo>
                  <a:pt x="6722" y="4295"/>
                  <a:pt x="6601" y="4174"/>
                  <a:pt x="6452" y="4174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100" name="Google Shape;1100;p60"/>
          <p:cNvSpPr/>
          <p:nvPr/>
        </p:nvSpPr>
        <p:spPr>
          <a:xfrm>
            <a:off x="4911919" y="3451777"/>
            <a:ext cx="245906" cy="210750"/>
          </a:xfrm>
          <a:custGeom>
            <a:avLst/>
            <a:gdLst/>
            <a:ahLst/>
            <a:cxnLst/>
            <a:rect l="l" t="t" r="r" b="b"/>
            <a:pathLst>
              <a:path w="13115" h="11240" extrusionOk="0">
                <a:moveTo>
                  <a:pt x="10900" y="3650"/>
                </a:moveTo>
                <a:lnTo>
                  <a:pt x="12396" y="6649"/>
                </a:lnTo>
                <a:lnTo>
                  <a:pt x="9403" y="6649"/>
                </a:lnTo>
                <a:lnTo>
                  <a:pt x="10900" y="3650"/>
                </a:lnTo>
                <a:close/>
                <a:moveTo>
                  <a:pt x="2214" y="3712"/>
                </a:moveTo>
                <a:lnTo>
                  <a:pt x="3710" y="6710"/>
                </a:lnTo>
                <a:lnTo>
                  <a:pt x="719" y="6710"/>
                </a:lnTo>
                <a:lnTo>
                  <a:pt x="2214" y="3712"/>
                </a:lnTo>
                <a:close/>
                <a:moveTo>
                  <a:pt x="6557" y="0"/>
                </a:moveTo>
                <a:cubicBezTo>
                  <a:pt x="6177" y="0"/>
                  <a:pt x="5838" y="242"/>
                  <a:pt x="5715" y="602"/>
                </a:cubicBezTo>
                <a:cubicBezTo>
                  <a:pt x="5591" y="961"/>
                  <a:pt x="5709" y="1360"/>
                  <a:pt x="6009" y="1594"/>
                </a:cubicBezTo>
                <a:lnTo>
                  <a:pt x="5869" y="1594"/>
                </a:lnTo>
                <a:cubicBezTo>
                  <a:pt x="5868" y="1594"/>
                  <a:pt x="5867" y="1594"/>
                  <a:pt x="5867" y="1594"/>
                </a:cubicBezTo>
                <a:cubicBezTo>
                  <a:pt x="5679" y="1594"/>
                  <a:pt x="5518" y="1730"/>
                  <a:pt x="5489" y="1917"/>
                </a:cubicBezTo>
                <a:cubicBezTo>
                  <a:pt x="5460" y="2104"/>
                  <a:pt x="5571" y="2283"/>
                  <a:pt x="5752" y="2341"/>
                </a:cubicBezTo>
                <a:lnTo>
                  <a:pt x="2181" y="2341"/>
                </a:lnTo>
                <a:cubicBezTo>
                  <a:pt x="2180" y="2341"/>
                  <a:pt x="2180" y="2341"/>
                  <a:pt x="2179" y="2341"/>
                </a:cubicBezTo>
                <a:cubicBezTo>
                  <a:pt x="1902" y="2341"/>
                  <a:pt x="1758" y="2672"/>
                  <a:pt x="1948" y="2874"/>
                </a:cubicBezTo>
                <a:lnTo>
                  <a:pt x="38" y="6701"/>
                </a:lnTo>
                <a:cubicBezTo>
                  <a:pt x="9" y="6759"/>
                  <a:pt x="0" y="6823"/>
                  <a:pt x="10" y="6888"/>
                </a:cubicBezTo>
                <a:cubicBezTo>
                  <a:pt x="9" y="6899"/>
                  <a:pt x="9" y="6912"/>
                  <a:pt x="10" y="6923"/>
                </a:cubicBezTo>
                <a:cubicBezTo>
                  <a:pt x="121" y="8058"/>
                  <a:pt x="1075" y="8924"/>
                  <a:pt x="2215" y="8924"/>
                </a:cubicBezTo>
                <a:cubicBezTo>
                  <a:pt x="3355" y="8924"/>
                  <a:pt x="4309" y="8058"/>
                  <a:pt x="4420" y="6923"/>
                </a:cubicBezTo>
                <a:cubicBezTo>
                  <a:pt x="4421" y="6912"/>
                  <a:pt x="4421" y="6899"/>
                  <a:pt x="4420" y="6888"/>
                </a:cubicBezTo>
                <a:cubicBezTo>
                  <a:pt x="4430" y="6823"/>
                  <a:pt x="4420" y="6759"/>
                  <a:pt x="4392" y="6701"/>
                </a:cubicBezTo>
                <a:lnTo>
                  <a:pt x="2532" y="2976"/>
                </a:lnTo>
                <a:lnTo>
                  <a:pt x="6130" y="2976"/>
                </a:lnTo>
                <a:lnTo>
                  <a:pt x="6130" y="10290"/>
                </a:lnTo>
                <a:lnTo>
                  <a:pt x="3179" y="10290"/>
                </a:lnTo>
                <a:cubicBezTo>
                  <a:pt x="2824" y="10290"/>
                  <a:pt x="2536" y="10578"/>
                  <a:pt x="2536" y="10934"/>
                </a:cubicBezTo>
                <a:cubicBezTo>
                  <a:pt x="2536" y="11103"/>
                  <a:pt x="2674" y="11239"/>
                  <a:pt x="2843" y="11239"/>
                </a:cubicBezTo>
                <a:lnTo>
                  <a:pt x="10272" y="11239"/>
                </a:lnTo>
                <a:cubicBezTo>
                  <a:pt x="10441" y="11239"/>
                  <a:pt x="10578" y="11103"/>
                  <a:pt x="10578" y="10934"/>
                </a:cubicBezTo>
                <a:cubicBezTo>
                  <a:pt x="10578" y="10578"/>
                  <a:pt x="10291" y="10290"/>
                  <a:pt x="9936" y="10290"/>
                </a:cubicBezTo>
                <a:lnTo>
                  <a:pt x="6985" y="10290"/>
                </a:lnTo>
                <a:lnTo>
                  <a:pt x="6985" y="2976"/>
                </a:lnTo>
                <a:lnTo>
                  <a:pt x="10552" y="2976"/>
                </a:lnTo>
                <a:lnTo>
                  <a:pt x="8723" y="6639"/>
                </a:lnTo>
                <a:cubicBezTo>
                  <a:pt x="8694" y="6697"/>
                  <a:pt x="8685" y="6762"/>
                  <a:pt x="8696" y="6826"/>
                </a:cubicBezTo>
                <a:cubicBezTo>
                  <a:pt x="8694" y="6837"/>
                  <a:pt x="8694" y="6850"/>
                  <a:pt x="8696" y="6861"/>
                </a:cubicBezTo>
                <a:cubicBezTo>
                  <a:pt x="8807" y="7996"/>
                  <a:pt x="9760" y="8861"/>
                  <a:pt x="10900" y="8861"/>
                </a:cubicBezTo>
                <a:cubicBezTo>
                  <a:pt x="12040" y="8861"/>
                  <a:pt x="12994" y="7996"/>
                  <a:pt x="13104" y="6861"/>
                </a:cubicBezTo>
                <a:cubicBezTo>
                  <a:pt x="13106" y="6850"/>
                  <a:pt x="13106" y="6837"/>
                  <a:pt x="13104" y="6826"/>
                </a:cubicBezTo>
                <a:cubicBezTo>
                  <a:pt x="13115" y="6762"/>
                  <a:pt x="13106" y="6697"/>
                  <a:pt x="13077" y="6639"/>
                </a:cubicBezTo>
                <a:lnTo>
                  <a:pt x="13076" y="6641"/>
                </a:lnTo>
                <a:lnTo>
                  <a:pt x="11185" y="2851"/>
                </a:lnTo>
                <a:cubicBezTo>
                  <a:pt x="11229" y="2796"/>
                  <a:pt x="11253" y="2728"/>
                  <a:pt x="11253" y="2658"/>
                </a:cubicBezTo>
                <a:cubicBezTo>
                  <a:pt x="11253" y="2483"/>
                  <a:pt x="11110" y="2341"/>
                  <a:pt x="10935" y="2341"/>
                </a:cubicBezTo>
                <a:lnTo>
                  <a:pt x="7363" y="2341"/>
                </a:lnTo>
                <a:cubicBezTo>
                  <a:pt x="7542" y="2283"/>
                  <a:pt x="7654" y="2103"/>
                  <a:pt x="7625" y="1917"/>
                </a:cubicBezTo>
                <a:cubicBezTo>
                  <a:pt x="7595" y="1731"/>
                  <a:pt x="7436" y="1594"/>
                  <a:pt x="7247" y="1594"/>
                </a:cubicBezTo>
                <a:cubicBezTo>
                  <a:pt x="7246" y="1594"/>
                  <a:pt x="7246" y="1594"/>
                  <a:pt x="7245" y="1594"/>
                </a:cubicBezTo>
                <a:lnTo>
                  <a:pt x="7105" y="1594"/>
                </a:lnTo>
                <a:cubicBezTo>
                  <a:pt x="7405" y="1360"/>
                  <a:pt x="7523" y="961"/>
                  <a:pt x="7400" y="602"/>
                </a:cubicBezTo>
                <a:cubicBezTo>
                  <a:pt x="7276" y="242"/>
                  <a:pt x="6938" y="0"/>
                  <a:pt x="655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101" name="Google Shape;1101;p60"/>
          <p:cNvSpPr/>
          <p:nvPr/>
        </p:nvSpPr>
        <p:spPr>
          <a:xfrm>
            <a:off x="5262943" y="3461264"/>
            <a:ext cx="251513" cy="191775"/>
          </a:xfrm>
          <a:custGeom>
            <a:avLst/>
            <a:gdLst/>
            <a:ahLst/>
            <a:cxnLst/>
            <a:rect l="l" t="t" r="r" b="b"/>
            <a:pathLst>
              <a:path w="13414" h="10228" extrusionOk="0">
                <a:moveTo>
                  <a:pt x="2739" y="1053"/>
                </a:moveTo>
                <a:cubicBezTo>
                  <a:pt x="2838" y="1053"/>
                  <a:pt x="2917" y="1132"/>
                  <a:pt x="2917" y="1231"/>
                </a:cubicBezTo>
                <a:lnTo>
                  <a:pt x="2917" y="2210"/>
                </a:lnTo>
                <a:cubicBezTo>
                  <a:pt x="2917" y="2308"/>
                  <a:pt x="2838" y="2389"/>
                  <a:pt x="2739" y="2389"/>
                </a:cubicBezTo>
                <a:lnTo>
                  <a:pt x="1550" y="2389"/>
                </a:lnTo>
                <a:cubicBezTo>
                  <a:pt x="1451" y="2389"/>
                  <a:pt x="1372" y="2309"/>
                  <a:pt x="1372" y="2210"/>
                </a:cubicBezTo>
                <a:lnTo>
                  <a:pt x="1372" y="1231"/>
                </a:lnTo>
                <a:cubicBezTo>
                  <a:pt x="1372" y="1132"/>
                  <a:pt x="1451" y="1053"/>
                  <a:pt x="1550" y="1053"/>
                </a:cubicBezTo>
                <a:close/>
                <a:moveTo>
                  <a:pt x="5020" y="1053"/>
                </a:moveTo>
                <a:cubicBezTo>
                  <a:pt x="5118" y="1053"/>
                  <a:pt x="5198" y="1132"/>
                  <a:pt x="5198" y="1231"/>
                </a:cubicBezTo>
                <a:lnTo>
                  <a:pt x="5198" y="2210"/>
                </a:lnTo>
                <a:cubicBezTo>
                  <a:pt x="5198" y="2308"/>
                  <a:pt x="5118" y="2389"/>
                  <a:pt x="5020" y="2389"/>
                </a:cubicBezTo>
                <a:lnTo>
                  <a:pt x="3832" y="2389"/>
                </a:lnTo>
                <a:cubicBezTo>
                  <a:pt x="3733" y="2389"/>
                  <a:pt x="3654" y="2309"/>
                  <a:pt x="3654" y="2210"/>
                </a:cubicBezTo>
                <a:lnTo>
                  <a:pt x="3654" y="1231"/>
                </a:lnTo>
                <a:cubicBezTo>
                  <a:pt x="3654" y="1132"/>
                  <a:pt x="3733" y="1053"/>
                  <a:pt x="3832" y="1053"/>
                </a:cubicBezTo>
                <a:close/>
                <a:moveTo>
                  <a:pt x="6111" y="1053"/>
                </a:moveTo>
                <a:cubicBezTo>
                  <a:pt x="6112" y="1053"/>
                  <a:pt x="6113" y="1053"/>
                  <a:pt x="6113" y="1053"/>
                </a:cubicBezTo>
                <a:lnTo>
                  <a:pt x="7301" y="1053"/>
                </a:lnTo>
                <a:cubicBezTo>
                  <a:pt x="7399" y="1053"/>
                  <a:pt x="7480" y="1132"/>
                  <a:pt x="7480" y="1231"/>
                </a:cubicBezTo>
                <a:lnTo>
                  <a:pt x="7480" y="2210"/>
                </a:lnTo>
                <a:cubicBezTo>
                  <a:pt x="7480" y="2308"/>
                  <a:pt x="7399" y="2389"/>
                  <a:pt x="7301" y="2389"/>
                </a:cubicBezTo>
                <a:lnTo>
                  <a:pt x="6113" y="2389"/>
                </a:lnTo>
                <a:cubicBezTo>
                  <a:pt x="6014" y="2389"/>
                  <a:pt x="5934" y="2309"/>
                  <a:pt x="5934" y="2210"/>
                </a:cubicBezTo>
                <a:lnTo>
                  <a:pt x="5934" y="1231"/>
                </a:lnTo>
                <a:cubicBezTo>
                  <a:pt x="5934" y="1133"/>
                  <a:pt x="6013" y="1053"/>
                  <a:pt x="6111" y="1053"/>
                </a:cubicBezTo>
                <a:close/>
                <a:moveTo>
                  <a:pt x="9582" y="1052"/>
                </a:moveTo>
                <a:cubicBezTo>
                  <a:pt x="9680" y="1052"/>
                  <a:pt x="9760" y="1132"/>
                  <a:pt x="9760" y="1231"/>
                </a:cubicBezTo>
                <a:lnTo>
                  <a:pt x="9760" y="2210"/>
                </a:lnTo>
                <a:cubicBezTo>
                  <a:pt x="9760" y="2308"/>
                  <a:pt x="9680" y="2389"/>
                  <a:pt x="9582" y="2389"/>
                </a:cubicBezTo>
                <a:lnTo>
                  <a:pt x="8394" y="2389"/>
                </a:lnTo>
                <a:cubicBezTo>
                  <a:pt x="8295" y="2389"/>
                  <a:pt x="8216" y="2308"/>
                  <a:pt x="8216" y="2210"/>
                </a:cubicBezTo>
                <a:lnTo>
                  <a:pt x="8216" y="1231"/>
                </a:lnTo>
                <a:cubicBezTo>
                  <a:pt x="8216" y="1132"/>
                  <a:pt x="8295" y="1053"/>
                  <a:pt x="8394" y="1052"/>
                </a:cubicBezTo>
                <a:close/>
                <a:moveTo>
                  <a:pt x="10673" y="1053"/>
                </a:moveTo>
                <a:cubicBezTo>
                  <a:pt x="10674" y="1053"/>
                  <a:pt x="10675" y="1053"/>
                  <a:pt x="10675" y="1053"/>
                </a:cubicBezTo>
                <a:lnTo>
                  <a:pt x="11863" y="1053"/>
                </a:lnTo>
                <a:cubicBezTo>
                  <a:pt x="11961" y="1053"/>
                  <a:pt x="12042" y="1132"/>
                  <a:pt x="12042" y="1231"/>
                </a:cubicBezTo>
                <a:lnTo>
                  <a:pt x="12042" y="2210"/>
                </a:lnTo>
                <a:cubicBezTo>
                  <a:pt x="12042" y="2309"/>
                  <a:pt x="11961" y="2389"/>
                  <a:pt x="11863" y="2389"/>
                </a:cubicBezTo>
                <a:lnTo>
                  <a:pt x="10675" y="2389"/>
                </a:lnTo>
                <a:cubicBezTo>
                  <a:pt x="10576" y="2389"/>
                  <a:pt x="10496" y="2309"/>
                  <a:pt x="10497" y="2210"/>
                </a:cubicBezTo>
                <a:lnTo>
                  <a:pt x="10497" y="1231"/>
                </a:lnTo>
                <a:cubicBezTo>
                  <a:pt x="10496" y="1133"/>
                  <a:pt x="10575" y="1053"/>
                  <a:pt x="10673" y="1053"/>
                </a:cubicBezTo>
                <a:close/>
                <a:moveTo>
                  <a:pt x="2739" y="3036"/>
                </a:moveTo>
                <a:cubicBezTo>
                  <a:pt x="2838" y="3036"/>
                  <a:pt x="2917" y="3115"/>
                  <a:pt x="2917" y="3214"/>
                </a:cubicBezTo>
                <a:lnTo>
                  <a:pt x="2917" y="4193"/>
                </a:lnTo>
                <a:cubicBezTo>
                  <a:pt x="2917" y="4292"/>
                  <a:pt x="2838" y="4371"/>
                  <a:pt x="2739" y="4371"/>
                </a:cubicBezTo>
                <a:lnTo>
                  <a:pt x="1550" y="4371"/>
                </a:lnTo>
                <a:cubicBezTo>
                  <a:pt x="1451" y="4371"/>
                  <a:pt x="1372" y="4292"/>
                  <a:pt x="1372" y="4193"/>
                </a:cubicBezTo>
                <a:lnTo>
                  <a:pt x="1372" y="3214"/>
                </a:lnTo>
                <a:cubicBezTo>
                  <a:pt x="1372" y="3115"/>
                  <a:pt x="1451" y="3036"/>
                  <a:pt x="1550" y="3036"/>
                </a:cubicBezTo>
                <a:close/>
                <a:moveTo>
                  <a:pt x="5020" y="3036"/>
                </a:moveTo>
                <a:cubicBezTo>
                  <a:pt x="5118" y="3036"/>
                  <a:pt x="5198" y="3115"/>
                  <a:pt x="5198" y="3214"/>
                </a:cubicBezTo>
                <a:lnTo>
                  <a:pt x="5198" y="4193"/>
                </a:lnTo>
                <a:cubicBezTo>
                  <a:pt x="5198" y="4292"/>
                  <a:pt x="5118" y="4371"/>
                  <a:pt x="5020" y="4371"/>
                </a:cubicBezTo>
                <a:lnTo>
                  <a:pt x="3832" y="4371"/>
                </a:lnTo>
                <a:cubicBezTo>
                  <a:pt x="3733" y="4371"/>
                  <a:pt x="3654" y="4292"/>
                  <a:pt x="3654" y="4193"/>
                </a:cubicBezTo>
                <a:lnTo>
                  <a:pt x="3654" y="3214"/>
                </a:lnTo>
                <a:cubicBezTo>
                  <a:pt x="3654" y="3115"/>
                  <a:pt x="3733" y="3036"/>
                  <a:pt x="3832" y="3036"/>
                </a:cubicBezTo>
                <a:close/>
                <a:moveTo>
                  <a:pt x="9582" y="3036"/>
                </a:moveTo>
                <a:cubicBezTo>
                  <a:pt x="9680" y="3036"/>
                  <a:pt x="9760" y="3115"/>
                  <a:pt x="9760" y="3214"/>
                </a:cubicBezTo>
                <a:lnTo>
                  <a:pt x="9760" y="4193"/>
                </a:lnTo>
                <a:cubicBezTo>
                  <a:pt x="9760" y="4292"/>
                  <a:pt x="9680" y="4371"/>
                  <a:pt x="9582" y="4371"/>
                </a:cubicBezTo>
                <a:lnTo>
                  <a:pt x="8394" y="4371"/>
                </a:lnTo>
                <a:cubicBezTo>
                  <a:pt x="8295" y="4371"/>
                  <a:pt x="8216" y="4292"/>
                  <a:pt x="8216" y="4193"/>
                </a:cubicBezTo>
                <a:lnTo>
                  <a:pt x="8216" y="3214"/>
                </a:lnTo>
                <a:cubicBezTo>
                  <a:pt x="8216" y="3115"/>
                  <a:pt x="8295" y="3036"/>
                  <a:pt x="8394" y="3036"/>
                </a:cubicBezTo>
                <a:close/>
                <a:moveTo>
                  <a:pt x="11863" y="3036"/>
                </a:moveTo>
                <a:cubicBezTo>
                  <a:pt x="11961" y="3036"/>
                  <a:pt x="12042" y="3115"/>
                  <a:pt x="12042" y="3214"/>
                </a:cubicBezTo>
                <a:lnTo>
                  <a:pt x="12042" y="4193"/>
                </a:lnTo>
                <a:cubicBezTo>
                  <a:pt x="12042" y="4292"/>
                  <a:pt x="11961" y="4371"/>
                  <a:pt x="11863" y="4371"/>
                </a:cubicBezTo>
                <a:lnTo>
                  <a:pt x="10675" y="4371"/>
                </a:lnTo>
                <a:cubicBezTo>
                  <a:pt x="10576" y="4371"/>
                  <a:pt x="10497" y="4292"/>
                  <a:pt x="10497" y="4193"/>
                </a:cubicBezTo>
                <a:lnTo>
                  <a:pt x="10497" y="3214"/>
                </a:lnTo>
                <a:cubicBezTo>
                  <a:pt x="10497" y="3115"/>
                  <a:pt x="10576" y="3036"/>
                  <a:pt x="10675" y="3036"/>
                </a:cubicBezTo>
                <a:close/>
                <a:moveTo>
                  <a:pt x="6891" y="3153"/>
                </a:moveTo>
                <a:cubicBezTo>
                  <a:pt x="6967" y="3153"/>
                  <a:pt x="7029" y="3214"/>
                  <a:pt x="7029" y="3290"/>
                </a:cubicBezTo>
                <a:lnTo>
                  <a:pt x="7029" y="3735"/>
                </a:lnTo>
                <a:lnTo>
                  <a:pt x="7435" y="3735"/>
                </a:lnTo>
                <a:cubicBezTo>
                  <a:pt x="7511" y="3735"/>
                  <a:pt x="7572" y="3795"/>
                  <a:pt x="7572" y="3871"/>
                </a:cubicBezTo>
                <a:lnTo>
                  <a:pt x="7572" y="4239"/>
                </a:lnTo>
                <a:cubicBezTo>
                  <a:pt x="7572" y="4315"/>
                  <a:pt x="7511" y="4377"/>
                  <a:pt x="7435" y="4377"/>
                </a:cubicBezTo>
                <a:lnTo>
                  <a:pt x="7029" y="4377"/>
                </a:lnTo>
                <a:lnTo>
                  <a:pt x="7029" y="4823"/>
                </a:lnTo>
                <a:cubicBezTo>
                  <a:pt x="7029" y="4899"/>
                  <a:pt x="6967" y="4961"/>
                  <a:pt x="6891" y="4961"/>
                </a:cubicBezTo>
                <a:lnTo>
                  <a:pt x="6566" y="4961"/>
                </a:lnTo>
                <a:cubicBezTo>
                  <a:pt x="6490" y="4961"/>
                  <a:pt x="6428" y="4899"/>
                  <a:pt x="6428" y="4823"/>
                </a:cubicBezTo>
                <a:lnTo>
                  <a:pt x="6428" y="4378"/>
                </a:lnTo>
                <a:lnTo>
                  <a:pt x="6023" y="4378"/>
                </a:lnTo>
                <a:cubicBezTo>
                  <a:pt x="5947" y="4378"/>
                  <a:pt x="5886" y="4317"/>
                  <a:pt x="5885" y="4241"/>
                </a:cubicBezTo>
                <a:lnTo>
                  <a:pt x="5885" y="3874"/>
                </a:lnTo>
                <a:cubicBezTo>
                  <a:pt x="5885" y="3797"/>
                  <a:pt x="5947" y="3736"/>
                  <a:pt x="6023" y="3736"/>
                </a:cubicBezTo>
                <a:lnTo>
                  <a:pt x="6428" y="3736"/>
                </a:lnTo>
                <a:lnTo>
                  <a:pt x="6428" y="3290"/>
                </a:lnTo>
                <a:cubicBezTo>
                  <a:pt x="6428" y="3214"/>
                  <a:pt x="6490" y="3153"/>
                  <a:pt x="6566" y="3153"/>
                </a:cubicBezTo>
                <a:close/>
                <a:moveTo>
                  <a:pt x="2739" y="4992"/>
                </a:moveTo>
                <a:cubicBezTo>
                  <a:pt x="2838" y="4992"/>
                  <a:pt x="2917" y="5071"/>
                  <a:pt x="2917" y="5170"/>
                </a:cubicBezTo>
                <a:lnTo>
                  <a:pt x="2917" y="6149"/>
                </a:lnTo>
                <a:cubicBezTo>
                  <a:pt x="2917" y="6247"/>
                  <a:pt x="2838" y="6328"/>
                  <a:pt x="2739" y="6328"/>
                </a:cubicBezTo>
                <a:lnTo>
                  <a:pt x="1550" y="6328"/>
                </a:lnTo>
                <a:cubicBezTo>
                  <a:pt x="1451" y="6328"/>
                  <a:pt x="1372" y="6247"/>
                  <a:pt x="1372" y="6149"/>
                </a:cubicBezTo>
                <a:lnTo>
                  <a:pt x="1372" y="5170"/>
                </a:lnTo>
                <a:cubicBezTo>
                  <a:pt x="1372" y="5071"/>
                  <a:pt x="1451" y="4992"/>
                  <a:pt x="1550" y="4992"/>
                </a:cubicBezTo>
                <a:close/>
                <a:moveTo>
                  <a:pt x="11865" y="4992"/>
                </a:moveTo>
                <a:cubicBezTo>
                  <a:pt x="11963" y="4992"/>
                  <a:pt x="12042" y="5072"/>
                  <a:pt x="12042" y="5170"/>
                </a:cubicBezTo>
                <a:lnTo>
                  <a:pt x="12042" y="6149"/>
                </a:lnTo>
                <a:cubicBezTo>
                  <a:pt x="12042" y="6247"/>
                  <a:pt x="11961" y="6328"/>
                  <a:pt x="11863" y="6328"/>
                </a:cubicBezTo>
                <a:lnTo>
                  <a:pt x="10675" y="6328"/>
                </a:lnTo>
                <a:cubicBezTo>
                  <a:pt x="10576" y="6328"/>
                  <a:pt x="10496" y="6247"/>
                  <a:pt x="10497" y="6149"/>
                </a:cubicBezTo>
                <a:lnTo>
                  <a:pt x="10497" y="5170"/>
                </a:lnTo>
                <a:cubicBezTo>
                  <a:pt x="10496" y="5072"/>
                  <a:pt x="10575" y="4992"/>
                  <a:pt x="10673" y="4992"/>
                </a:cubicBezTo>
                <a:cubicBezTo>
                  <a:pt x="10674" y="4992"/>
                  <a:pt x="10675" y="4992"/>
                  <a:pt x="10675" y="4992"/>
                </a:cubicBezTo>
                <a:lnTo>
                  <a:pt x="11863" y="4992"/>
                </a:lnTo>
                <a:cubicBezTo>
                  <a:pt x="11863" y="4992"/>
                  <a:pt x="11864" y="4992"/>
                  <a:pt x="11865" y="4992"/>
                </a:cubicBezTo>
                <a:close/>
                <a:moveTo>
                  <a:pt x="2739" y="6974"/>
                </a:moveTo>
                <a:cubicBezTo>
                  <a:pt x="2838" y="6974"/>
                  <a:pt x="2917" y="7054"/>
                  <a:pt x="2917" y="7153"/>
                </a:cubicBezTo>
                <a:lnTo>
                  <a:pt x="2917" y="8132"/>
                </a:lnTo>
                <a:cubicBezTo>
                  <a:pt x="2917" y="8230"/>
                  <a:pt x="2838" y="8310"/>
                  <a:pt x="2739" y="8310"/>
                </a:cubicBezTo>
                <a:lnTo>
                  <a:pt x="1550" y="8310"/>
                </a:lnTo>
                <a:cubicBezTo>
                  <a:pt x="1451" y="8310"/>
                  <a:pt x="1372" y="8230"/>
                  <a:pt x="1372" y="8132"/>
                </a:cubicBezTo>
                <a:lnTo>
                  <a:pt x="1372" y="7153"/>
                </a:lnTo>
                <a:cubicBezTo>
                  <a:pt x="1372" y="7054"/>
                  <a:pt x="1451" y="6974"/>
                  <a:pt x="1550" y="6974"/>
                </a:cubicBezTo>
                <a:close/>
                <a:moveTo>
                  <a:pt x="11863" y="6974"/>
                </a:moveTo>
                <a:cubicBezTo>
                  <a:pt x="11961" y="6974"/>
                  <a:pt x="12042" y="7054"/>
                  <a:pt x="12042" y="7153"/>
                </a:cubicBezTo>
                <a:lnTo>
                  <a:pt x="12042" y="8132"/>
                </a:lnTo>
                <a:cubicBezTo>
                  <a:pt x="12042" y="8230"/>
                  <a:pt x="11961" y="8310"/>
                  <a:pt x="11863" y="8310"/>
                </a:cubicBezTo>
                <a:lnTo>
                  <a:pt x="10675" y="8310"/>
                </a:lnTo>
                <a:cubicBezTo>
                  <a:pt x="10576" y="8310"/>
                  <a:pt x="10497" y="8230"/>
                  <a:pt x="10497" y="8132"/>
                </a:cubicBezTo>
                <a:lnTo>
                  <a:pt x="10497" y="7153"/>
                </a:lnTo>
                <a:cubicBezTo>
                  <a:pt x="10496" y="7054"/>
                  <a:pt x="10576" y="6974"/>
                  <a:pt x="10675" y="6974"/>
                </a:cubicBezTo>
                <a:close/>
                <a:moveTo>
                  <a:pt x="5604" y="6105"/>
                </a:moveTo>
                <a:lnTo>
                  <a:pt x="5604" y="10227"/>
                </a:lnTo>
                <a:lnTo>
                  <a:pt x="7810" y="10227"/>
                </a:lnTo>
                <a:lnTo>
                  <a:pt x="7810" y="6105"/>
                </a:lnTo>
                <a:close/>
                <a:moveTo>
                  <a:pt x="308" y="0"/>
                </a:moveTo>
                <a:cubicBezTo>
                  <a:pt x="138" y="0"/>
                  <a:pt x="1" y="137"/>
                  <a:pt x="1" y="306"/>
                </a:cubicBezTo>
                <a:lnTo>
                  <a:pt x="1" y="9922"/>
                </a:lnTo>
                <a:cubicBezTo>
                  <a:pt x="1" y="10091"/>
                  <a:pt x="139" y="10227"/>
                  <a:pt x="308" y="10227"/>
                </a:cubicBezTo>
                <a:lnTo>
                  <a:pt x="4993" y="10227"/>
                </a:lnTo>
                <a:lnTo>
                  <a:pt x="4993" y="5798"/>
                </a:lnTo>
                <a:cubicBezTo>
                  <a:pt x="4993" y="5629"/>
                  <a:pt x="5129" y="5492"/>
                  <a:pt x="5298" y="5492"/>
                </a:cubicBezTo>
                <a:lnTo>
                  <a:pt x="8116" y="5492"/>
                </a:lnTo>
                <a:cubicBezTo>
                  <a:pt x="8285" y="5492"/>
                  <a:pt x="8421" y="5629"/>
                  <a:pt x="8421" y="5798"/>
                </a:cubicBezTo>
                <a:lnTo>
                  <a:pt x="8421" y="10227"/>
                </a:lnTo>
                <a:lnTo>
                  <a:pt x="13106" y="10227"/>
                </a:lnTo>
                <a:cubicBezTo>
                  <a:pt x="13275" y="10227"/>
                  <a:pt x="13413" y="10091"/>
                  <a:pt x="13413" y="9922"/>
                </a:cubicBezTo>
                <a:lnTo>
                  <a:pt x="13413" y="306"/>
                </a:lnTo>
                <a:cubicBezTo>
                  <a:pt x="13413" y="137"/>
                  <a:pt x="13276" y="0"/>
                  <a:pt x="1310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102" name="Google Shape;1102;p60"/>
          <p:cNvSpPr/>
          <p:nvPr/>
        </p:nvSpPr>
        <p:spPr>
          <a:xfrm>
            <a:off x="5619575" y="3433102"/>
            <a:ext cx="159375" cy="248100"/>
          </a:xfrm>
          <a:custGeom>
            <a:avLst/>
            <a:gdLst/>
            <a:ahLst/>
            <a:cxnLst/>
            <a:rect l="l" t="t" r="r" b="b"/>
            <a:pathLst>
              <a:path w="8500" h="13232" extrusionOk="0">
                <a:moveTo>
                  <a:pt x="4589" y="910"/>
                </a:moveTo>
                <a:lnTo>
                  <a:pt x="4589" y="5597"/>
                </a:lnTo>
                <a:lnTo>
                  <a:pt x="4846" y="5639"/>
                </a:lnTo>
                <a:cubicBezTo>
                  <a:pt x="6419" y="5891"/>
                  <a:pt x="7605" y="7078"/>
                  <a:pt x="7842" y="8559"/>
                </a:cubicBezTo>
                <a:lnTo>
                  <a:pt x="657" y="8559"/>
                </a:lnTo>
                <a:cubicBezTo>
                  <a:pt x="895" y="7073"/>
                  <a:pt x="2085" y="5884"/>
                  <a:pt x="3664" y="5637"/>
                </a:cubicBezTo>
                <a:lnTo>
                  <a:pt x="3665" y="5637"/>
                </a:lnTo>
                <a:lnTo>
                  <a:pt x="3923" y="5596"/>
                </a:lnTo>
                <a:lnTo>
                  <a:pt x="3923" y="910"/>
                </a:lnTo>
                <a:close/>
                <a:moveTo>
                  <a:pt x="5437" y="1"/>
                </a:moveTo>
                <a:cubicBezTo>
                  <a:pt x="5435" y="1"/>
                  <a:pt x="5432" y="1"/>
                  <a:pt x="5429" y="1"/>
                </a:cubicBezTo>
                <a:lnTo>
                  <a:pt x="3070" y="1"/>
                </a:lnTo>
                <a:cubicBezTo>
                  <a:pt x="2841" y="6"/>
                  <a:pt x="2657" y="193"/>
                  <a:pt x="2657" y="423"/>
                </a:cubicBezTo>
                <a:cubicBezTo>
                  <a:pt x="2657" y="653"/>
                  <a:pt x="2841" y="840"/>
                  <a:pt x="3070" y="845"/>
                </a:cubicBezTo>
                <a:lnTo>
                  <a:pt x="3311" y="845"/>
                </a:lnTo>
                <a:lnTo>
                  <a:pt x="3311" y="5080"/>
                </a:lnTo>
                <a:cubicBezTo>
                  <a:pt x="2428" y="5272"/>
                  <a:pt x="1630" y="5740"/>
                  <a:pt x="1029" y="6414"/>
                </a:cubicBezTo>
                <a:cubicBezTo>
                  <a:pt x="368" y="7155"/>
                  <a:pt x="3" y="8112"/>
                  <a:pt x="0" y="9105"/>
                </a:cubicBezTo>
                <a:cubicBezTo>
                  <a:pt x="0" y="11381"/>
                  <a:pt x="1907" y="13232"/>
                  <a:pt x="4250" y="13232"/>
                </a:cubicBezTo>
                <a:cubicBezTo>
                  <a:pt x="6592" y="13232"/>
                  <a:pt x="8499" y="11381"/>
                  <a:pt x="8499" y="9105"/>
                </a:cubicBezTo>
                <a:cubicBezTo>
                  <a:pt x="8499" y="7161"/>
                  <a:pt x="7127" y="5508"/>
                  <a:pt x="5201" y="5083"/>
                </a:cubicBezTo>
                <a:lnTo>
                  <a:pt x="5201" y="845"/>
                </a:lnTo>
                <a:lnTo>
                  <a:pt x="5429" y="845"/>
                </a:lnTo>
                <a:cubicBezTo>
                  <a:pt x="5432" y="845"/>
                  <a:pt x="5435" y="845"/>
                  <a:pt x="5437" y="845"/>
                </a:cubicBezTo>
                <a:cubicBezTo>
                  <a:pt x="5669" y="845"/>
                  <a:pt x="5859" y="656"/>
                  <a:pt x="5859" y="423"/>
                </a:cubicBezTo>
                <a:cubicBezTo>
                  <a:pt x="5859" y="190"/>
                  <a:pt x="5669" y="1"/>
                  <a:pt x="54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103" name="Google Shape;1103;p60"/>
          <p:cNvSpPr/>
          <p:nvPr/>
        </p:nvSpPr>
        <p:spPr>
          <a:xfrm>
            <a:off x="4376893" y="3431780"/>
            <a:ext cx="198731" cy="250744"/>
          </a:xfrm>
          <a:custGeom>
            <a:avLst/>
            <a:gdLst/>
            <a:ahLst/>
            <a:cxnLst/>
            <a:rect l="l" t="t" r="r" b="b"/>
            <a:pathLst>
              <a:path w="10599" h="13373" extrusionOk="0">
                <a:moveTo>
                  <a:pt x="3902" y="2101"/>
                </a:moveTo>
                <a:cubicBezTo>
                  <a:pt x="4078" y="2104"/>
                  <a:pt x="4219" y="2248"/>
                  <a:pt x="4219" y="2425"/>
                </a:cubicBezTo>
                <a:cubicBezTo>
                  <a:pt x="4219" y="2601"/>
                  <a:pt x="4078" y="2744"/>
                  <a:pt x="3902" y="2749"/>
                </a:cubicBezTo>
                <a:lnTo>
                  <a:pt x="3105" y="2749"/>
                </a:lnTo>
                <a:lnTo>
                  <a:pt x="3105" y="2101"/>
                </a:lnTo>
                <a:close/>
                <a:moveTo>
                  <a:pt x="7494" y="2101"/>
                </a:moveTo>
                <a:lnTo>
                  <a:pt x="7494" y="2749"/>
                </a:lnTo>
                <a:lnTo>
                  <a:pt x="6697" y="2749"/>
                </a:lnTo>
                <a:cubicBezTo>
                  <a:pt x="6521" y="2744"/>
                  <a:pt x="6380" y="2601"/>
                  <a:pt x="6380" y="2425"/>
                </a:cubicBezTo>
                <a:cubicBezTo>
                  <a:pt x="6380" y="2248"/>
                  <a:pt x="6521" y="2104"/>
                  <a:pt x="6697" y="2101"/>
                </a:cubicBezTo>
                <a:close/>
                <a:moveTo>
                  <a:pt x="2158" y="1488"/>
                </a:moveTo>
                <a:cubicBezTo>
                  <a:pt x="1641" y="1488"/>
                  <a:pt x="1222" y="1907"/>
                  <a:pt x="1222" y="2425"/>
                </a:cubicBezTo>
                <a:cubicBezTo>
                  <a:pt x="1222" y="2942"/>
                  <a:pt x="1640" y="3361"/>
                  <a:pt x="2156" y="3361"/>
                </a:cubicBezTo>
                <a:cubicBezTo>
                  <a:pt x="2160" y="3361"/>
                  <a:pt x="2164" y="3360"/>
                  <a:pt x="2169" y="3360"/>
                </a:cubicBezTo>
                <a:lnTo>
                  <a:pt x="3902" y="3360"/>
                </a:lnTo>
                <a:cubicBezTo>
                  <a:pt x="4415" y="3355"/>
                  <a:pt x="4826" y="2937"/>
                  <a:pt x="4826" y="2425"/>
                </a:cubicBezTo>
                <a:cubicBezTo>
                  <a:pt x="4826" y="1912"/>
                  <a:pt x="4415" y="1495"/>
                  <a:pt x="3902" y="1488"/>
                </a:cubicBezTo>
                <a:lnTo>
                  <a:pt x="2169" y="1488"/>
                </a:lnTo>
                <a:cubicBezTo>
                  <a:pt x="2165" y="1488"/>
                  <a:pt x="2162" y="1488"/>
                  <a:pt x="2158" y="1488"/>
                </a:cubicBezTo>
                <a:close/>
                <a:moveTo>
                  <a:pt x="6687" y="1488"/>
                </a:moveTo>
                <a:cubicBezTo>
                  <a:pt x="6170" y="1488"/>
                  <a:pt x="5749" y="1907"/>
                  <a:pt x="5749" y="2425"/>
                </a:cubicBezTo>
                <a:cubicBezTo>
                  <a:pt x="5749" y="2942"/>
                  <a:pt x="6169" y="3361"/>
                  <a:pt x="6685" y="3361"/>
                </a:cubicBezTo>
                <a:cubicBezTo>
                  <a:pt x="6689" y="3361"/>
                  <a:pt x="6693" y="3360"/>
                  <a:pt x="6697" y="3360"/>
                </a:cubicBezTo>
                <a:lnTo>
                  <a:pt x="8431" y="3360"/>
                </a:lnTo>
                <a:cubicBezTo>
                  <a:pt x="8942" y="3355"/>
                  <a:pt x="9355" y="2937"/>
                  <a:pt x="9355" y="2425"/>
                </a:cubicBezTo>
                <a:cubicBezTo>
                  <a:pt x="9355" y="1912"/>
                  <a:pt x="8942" y="1495"/>
                  <a:pt x="8431" y="1488"/>
                </a:cubicBezTo>
                <a:lnTo>
                  <a:pt x="6697" y="1488"/>
                </a:lnTo>
                <a:cubicBezTo>
                  <a:pt x="6694" y="1488"/>
                  <a:pt x="6690" y="1488"/>
                  <a:pt x="6687" y="1488"/>
                </a:cubicBezTo>
                <a:close/>
                <a:moveTo>
                  <a:pt x="3902" y="4942"/>
                </a:moveTo>
                <a:cubicBezTo>
                  <a:pt x="4080" y="4942"/>
                  <a:pt x="4225" y="5088"/>
                  <a:pt x="4225" y="5266"/>
                </a:cubicBezTo>
                <a:cubicBezTo>
                  <a:pt x="4225" y="5445"/>
                  <a:pt x="4080" y="5590"/>
                  <a:pt x="3902" y="5590"/>
                </a:cubicBezTo>
                <a:lnTo>
                  <a:pt x="3105" y="5590"/>
                </a:lnTo>
                <a:lnTo>
                  <a:pt x="3105" y="4942"/>
                </a:lnTo>
                <a:close/>
                <a:moveTo>
                  <a:pt x="7494" y="4942"/>
                </a:moveTo>
                <a:lnTo>
                  <a:pt x="7494" y="5590"/>
                </a:lnTo>
                <a:lnTo>
                  <a:pt x="6697" y="5590"/>
                </a:lnTo>
                <a:cubicBezTo>
                  <a:pt x="6519" y="5590"/>
                  <a:pt x="6373" y="5445"/>
                  <a:pt x="6373" y="5266"/>
                </a:cubicBezTo>
                <a:cubicBezTo>
                  <a:pt x="6373" y="5088"/>
                  <a:pt x="6519" y="4942"/>
                  <a:pt x="6697" y="4942"/>
                </a:cubicBezTo>
                <a:close/>
                <a:moveTo>
                  <a:pt x="2156" y="4330"/>
                </a:moveTo>
                <a:cubicBezTo>
                  <a:pt x="1640" y="4330"/>
                  <a:pt x="1222" y="4749"/>
                  <a:pt x="1222" y="5266"/>
                </a:cubicBezTo>
                <a:cubicBezTo>
                  <a:pt x="1222" y="5784"/>
                  <a:pt x="1641" y="6203"/>
                  <a:pt x="2158" y="6203"/>
                </a:cubicBezTo>
                <a:cubicBezTo>
                  <a:pt x="2162" y="6203"/>
                  <a:pt x="2165" y="6203"/>
                  <a:pt x="2169" y="6203"/>
                </a:cubicBezTo>
                <a:lnTo>
                  <a:pt x="3902" y="6203"/>
                </a:lnTo>
                <a:cubicBezTo>
                  <a:pt x="4415" y="6196"/>
                  <a:pt x="4826" y="5779"/>
                  <a:pt x="4826" y="5266"/>
                </a:cubicBezTo>
                <a:cubicBezTo>
                  <a:pt x="4826" y="4753"/>
                  <a:pt x="4415" y="4336"/>
                  <a:pt x="3902" y="4331"/>
                </a:cubicBezTo>
                <a:lnTo>
                  <a:pt x="2169" y="4331"/>
                </a:lnTo>
                <a:cubicBezTo>
                  <a:pt x="2164" y="4330"/>
                  <a:pt x="2160" y="4330"/>
                  <a:pt x="2156" y="4330"/>
                </a:cubicBezTo>
                <a:close/>
                <a:moveTo>
                  <a:pt x="6685" y="4330"/>
                </a:moveTo>
                <a:cubicBezTo>
                  <a:pt x="6169" y="4330"/>
                  <a:pt x="5749" y="4749"/>
                  <a:pt x="5749" y="5266"/>
                </a:cubicBezTo>
                <a:cubicBezTo>
                  <a:pt x="5749" y="5784"/>
                  <a:pt x="6170" y="6203"/>
                  <a:pt x="6687" y="6203"/>
                </a:cubicBezTo>
                <a:cubicBezTo>
                  <a:pt x="6690" y="6203"/>
                  <a:pt x="6694" y="6203"/>
                  <a:pt x="6697" y="6203"/>
                </a:cubicBezTo>
                <a:lnTo>
                  <a:pt x="8431" y="6203"/>
                </a:lnTo>
                <a:cubicBezTo>
                  <a:pt x="8942" y="6196"/>
                  <a:pt x="9355" y="5779"/>
                  <a:pt x="9355" y="5266"/>
                </a:cubicBezTo>
                <a:cubicBezTo>
                  <a:pt x="9355" y="4753"/>
                  <a:pt x="8942" y="4336"/>
                  <a:pt x="8431" y="4331"/>
                </a:cubicBezTo>
                <a:lnTo>
                  <a:pt x="6697" y="4331"/>
                </a:lnTo>
                <a:cubicBezTo>
                  <a:pt x="6693" y="4330"/>
                  <a:pt x="6689" y="4330"/>
                  <a:pt x="6685" y="4330"/>
                </a:cubicBezTo>
                <a:close/>
                <a:moveTo>
                  <a:pt x="3902" y="7784"/>
                </a:moveTo>
                <a:cubicBezTo>
                  <a:pt x="4080" y="7784"/>
                  <a:pt x="4226" y="7929"/>
                  <a:pt x="4226" y="8109"/>
                </a:cubicBezTo>
                <a:cubicBezTo>
                  <a:pt x="4226" y="8287"/>
                  <a:pt x="4080" y="8432"/>
                  <a:pt x="3902" y="8432"/>
                </a:cubicBezTo>
                <a:lnTo>
                  <a:pt x="3105" y="8432"/>
                </a:lnTo>
                <a:lnTo>
                  <a:pt x="3105" y="7784"/>
                </a:lnTo>
                <a:close/>
                <a:moveTo>
                  <a:pt x="7494" y="7784"/>
                </a:moveTo>
                <a:lnTo>
                  <a:pt x="7494" y="8432"/>
                </a:lnTo>
                <a:lnTo>
                  <a:pt x="6697" y="8432"/>
                </a:lnTo>
                <a:cubicBezTo>
                  <a:pt x="6519" y="8432"/>
                  <a:pt x="6374" y="8287"/>
                  <a:pt x="6374" y="8109"/>
                </a:cubicBezTo>
                <a:cubicBezTo>
                  <a:pt x="6374" y="7929"/>
                  <a:pt x="6519" y="7784"/>
                  <a:pt x="6697" y="7784"/>
                </a:cubicBezTo>
                <a:close/>
                <a:moveTo>
                  <a:pt x="2159" y="7172"/>
                </a:moveTo>
                <a:cubicBezTo>
                  <a:pt x="1642" y="7172"/>
                  <a:pt x="1222" y="7590"/>
                  <a:pt x="1222" y="8109"/>
                </a:cubicBezTo>
                <a:cubicBezTo>
                  <a:pt x="1222" y="8626"/>
                  <a:pt x="1641" y="9044"/>
                  <a:pt x="2157" y="9044"/>
                </a:cubicBezTo>
                <a:cubicBezTo>
                  <a:pt x="2161" y="9044"/>
                  <a:pt x="2166" y="9044"/>
                  <a:pt x="2170" y="9044"/>
                </a:cubicBezTo>
                <a:lnTo>
                  <a:pt x="3902" y="9044"/>
                </a:lnTo>
                <a:cubicBezTo>
                  <a:pt x="4415" y="9038"/>
                  <a:pt x="4826" y="8621"/>
                  <a:pt x="4826" y="8109"/>
                </a:cubicBezTo>
                <a:cubicBezTo>
                  <a:pt x="4826" y="7596"/>
                  <a:pt x="4415" y="7179"/>
                  <a:pt x="3902" y="7172"/>
                </a:cubicBezTo>
                <a:lnTo>
                  <a:pt x="2170" y="7172"/>
                </a:lnTo>
                <a:cubicBezTo>
                  <a:pt x="2166" y="7172"/>
                  <a:pt x="2163" y="7172"/>
                  <a:pt x="2159" y="7172"/>
                </a:cubicBezTo>
                <a:close/>
                <a:moveTo>
                  <a:pt x="6687" y="7172"/>
                </a:moveTo>
                <a:cubicBezTo>
                  <a:pt x="6171" y="7172"/>
                  <a:pt x="5750" y="7590"/>
                  <a:pt x="5750" y="8109"/>
                </a:cubicBezTo>
                <a:cubicBezTo>
                  <a:pt x="5750" y="8626"/>
                  <a:pt x="6170" y="9044"/>
                  <a:pt x="6685" y="9044"/>
                </a:cubicBezTo>
                <a:cubicBezTo>
                  <a:pt x="6689" y="9044"/>
                  <a:pt x="6693" y="9044"/>
                  <a:pt x="6697" y="9044"/>
                </a:cubicBezTo>
                <a:lnTo>
                  <a:pt x="8431" y="9044"/>
                </a:lnTo>
                <a:cubicBezTo>
                  <a:pt x="8943" y="9038"/>
                  <a:pt x="9355" y="8621"/>
                  <a:pt x="9355" y="8109"/>
                </a:cubicBezTo>
                <a:cubicBezTo>
                  <a:pt x="9355" y="7596"/>
                  <a:pt x="8943" y="7179"/>
                  <a:pt x="8431" y="7172"/>
                </a:cubicBezTo>
                <a:lnTo>
                  <a:pt x="6697" y="7172"/>
                </a:lnTo>
                <a:cubicBezTo>
                  <a:pt x="6694" y="7172"/>
                  <a:pt x="6690" y="7172"/>
                  <a:pt x="6687" y="7172"/>
                </a:cubicBezTo>
                <a:close/>
                <a:moveTo>
                  <a:pt x="3904" y="10627"/>
                </a:moveTo>
                <a:cubicBezTo>
                  <a:pt x="4082" y="10627"/>
                  <a:pt x="4226" y="10772"/>
                  <a:pt x="4226" y="10950"/>
                </a:cubicBezTo>
                <a:cubicBezTo>
                  <a:pt x="4226" y="11129"/>
                  <a:pt x="4081" y="11274"/>
                  <a:pt x="3902" y="11274"/>
                </a:cubicBezTo>
                <a:lnTo>
                  <a:pt x="3105" y="11274"/>
                </a:lnTo>
                <a:lnTo>
                  <a:pt x="3105" y="10627"/>
                </a:lnTo>
                <a:lnTo>
                  <a:pt x="3902" y="10627"/>
                </a:lnTo>
                <a:cubicBezTo>
                  <a:pt x="3903" y="10627"/>
                  <a:pt x="3903" y="10627"/>
                  <a:pt x="3904" y="10627"/>
                </a:cubicBezTo>
                <a:close/>
                <a:moveTo>
                  <a:pt x="6696" y="10627"/>
                </a:moveTo>
                <a:cubicBezTo>
                  <a:pt x="6697" y="10627"/>
                  <a:pt x="6698" y="10627"/>
                  <a:pt x="6698" y="10627"/>
                </a:cubicBezTo>
                <a:lnTo>
                  <a:pt x="7494" y="10627"/>
                </a:lnTo>
                <a:lnTo>
                  <a:pt x="7494" y="11274"/>
                </a:lnTo>
                <a:lnTo>
                  <a:pt x="6698" y="11274"/>
                </a:lnTo>
                <a:cubicBezTo>
                  <a:pt x="6519" y="11274"/>
                  <a:pt x="6374" y="11129"/>
                  <a:pt x="6374" y="10950"/>
                </a:cubicBezTo>
                <a:cubicBezTo>
                  <a:pt x="6374" y="10772"/>
                  <a:pt x="6518" y="10627"/>
                  <a:pt x="6696" y="10627"/>
                </a:cubicBezTo>
                <a:close/>
                <a:moveTo>
                  <a:pt x="2157" y="10014"/>
                </a:moveTo>
                <a:cubicBezTo>
                  <a:pt x="1641" y="10014"/>
                  <a:pt x="1222" y="10432"/>
                  <a:pt x="1222" y="10950"/>
                </a:cubicBezTo>
                <a:cubicBezTo>
                  <a:pt x="1222" y="11468"/>
                  <a:pt x="1642" y="11887"/>
                  <a:pt x="2159" y="11887"/>
                </a:cubicBezTo>
                <a:cubicBezTo>
                  <a:pt x="2163" y="11887"/>
                  <a:pt x="2166" y="11887"/>
                  <a:pt x="2170" y="11887"/>
                </a:cubicBezTo>
                <a:lnTo>
                  <a:pt x="3902" y="11887"/>
                </a:lnTo>
                <a:cubicBezTo>
                  <a:pt x="4415" y="11880"/>
                  <a:pt x="4827" y="11463"/>
                  <a:pt x="4827" y="10950"/>
                </a:cubicBezTo>
                <a:cubicBezTo>
                  <a:pt x="4827" y="10437"/>
                  <a:pt x="4415" y="10020"/>
                  <a:pt x="3902" y="10014"/>
                </a:cubicBezTo>
                <a:lnTo>
                  <a:pt x="2170" y="10014"/>
                </a:lnTo>
                <a:cubicBezTo>
                  <a:pt x="2166" y="10014"/>
                  <a:pt x="2161" y="10014"/>
                  <a:pt x="2157" y="10014"/>
                </a:cubicBezTo>
                <a:close/>
                <a:moveTo>
                  <a:pt x="6686" y="10014"/>
                </a:moveTo>
                <a:cubicBezTo>
                  <a:pt x="6170" y="10014"/>
                  <a:pt x="5750" y="10432"/>
                  <a:pt x="5750" y="10950"/>
                </a:cubicBezTo>
                <a:cubicBezTo>
                  <a:pt x="5750" y="11468"/>
                  <a:pt x="6171" y="11887"/>
                  <a:pt x="6688" y="11887"/>
                </a:cubicBezTo>
                <a:cubicBezTo>
                  <a:pt x="6691" y="11887"/>
                  <a:pt x="6695" y="11887"/>
                  <a:pt x="6698" y="11887"/>
                </a:cubicBezTo>
                <a:lnTo>
                  <a:pt x="8431" y="11887"/>
                </a:lnTo>
                <a:cubicBezTo>
                  <a:pt x="8943" y="11880"/>
                  <a:pt x="9356" y="11463"/>
                  <a:pt x="9356" y="10950"/>
                </a:cubicBezTo>
                <a:cubicBezTo>
                  <a:pt x="9356" y="10437"/>
                  <a:pt x="8943" y="10020"/>
                  <a:pt x="8431" y="10014"/>
                </a:cubicBezTo>
                <a:lnTo>
                  <a:pt x="6698" y="10014"/>
                </a:lnTo>
                <a:cubicBezTo>
                  <a:pt x="6694" y="10014"/>
                  <a:pt x="6690" y="10014"/>
                  <a:pt x="6686" y="10014"/>
                </a:cubicBezTo>
                <a:close/>
                <a:moveTo>
                  <a:pt x="9664" y="615"/>
                </a:moveTo>
                <a:cubicBezTo>
                  <a:pt x="9841" y="615"/>
                  <a:pt x="9985" y="758"/>
                  <a:pt x="9986" y="935"/>
                </a:cubicBezTo>
                <a:lnTo>
                  <a:pt x="9986" y="12440"/>
                </a:lnTo>
                <a:cubicBezTo>
                  <a:pt x="9985" y="12617"/>
                  <a:pt x="9841" y="12760"/>
                  <a:pt x="9664" y="12760"/>
                </a:cubicBezTo>
                <a:lnTo>
                  <a:pt x="935" y="12760"/>
                </a:lnTo>
                <a:cubicBezTo>
                  <a:pt x="757" y="12760"/>
                  <a:pt x="614" y="12617"/>
                  <a:pt x="614" y="12440"/>
                </a:cubicBezTo>
                <a:lnTo>
                  <a:pt x="614" y="935"/>
                </a:lnTo>
                <a:cubicBezTo>
                  <a:pt x="615" y="758"/>
                  <a:pt x="757" y="615"/>
                  <a:pt x="935" y="615"/>
                </a:cubicBezTo>
                <a:close/>
                <a:moveTo>
                  <a:pt x="935" y="1"/>
                </a:moveTo>
                <a:cubicBezTo>
                  <a:pt x="419" y="1"/>
                  <a:pt x="1" y="419"/>
                  <a:pt x="1" y="934"/>
                </a:cubicBezTo>
                <a:lnTo>
                  <a:pt x="1" y="12438"/>
                </a:lnTo>
                <a:cubicBezTo>
                  <a:pt x="1" y="12954"/>
                  <a:pt x="419" y="13373"/>
                  <a:pt x="935" y="13373"/>
                </a:cubicBezTo>
                <a:lnTo>
                  <a:pt x="9664" y="13373"/>
                </a:lnTo>
                <a:cubicBezTo>
                  <a:pt x="10180" y="13372"/>
                  <a:pt x="10597" y="12954"/>
                  <a:pt x="10598" y="12438"/>
                </a:cubicBezTo>
                <a:lnTo>
                  <a:pt x="10598" y="934"/>
                </a:lnTo>
                <a:cubicBezTo>
                  <a:pt x="10598" y="419"/>
                  <a:pt x="10180" y="1"/>
                  <a:pt x="966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104" name="Google Shape;1104;p60"/>
          <p:cNvSpPr/>
          <p:nvPr/>
        </p:nvSpPr>
        <p:spPr>
          <a:xfrm>
            <a:off x="755710" y="3492989"/>
            <a:ext cx="243000" cy="128325"/>
          </a:xfrm>
          <a:custGeom>
            <a:avLst/>
            <a:gdLst/>
            <a:ahLst/>
            <a:cxnLst/>
            <a:rect l="l" t="t" r="r" b="b"/>
            <a:pathLst>
              <a:path w="12960" h="6844" extrusionOk="0">
                <a:moveTo>
                  <a:pt x="6674" y="876"/>
                </a:moveTo>
                <a:cubicBezTo>
                  <a:pt x="6901" y="876"/>
                  <a:pt x="7084" y="1060"/>
                  <a:pt x="7084" y="1287"/>
                </a:cubicBezTo>
                <a:lnTo>
                  <a:pt x="7084" y="1969"/>
                </a:lnTo>
                <a:lnTo>
                  <a:pt x="7767" y="1968"/>
                </a:lnTo>
                <a:cubicBezTo>
                  <a:pt x="7993" y="1968"/>
                  <a:pt x="8177" y="2152"/>
                  <a:pt x="8177" y="2379"/>
                </a:cubicBezTo>
                <a:lnTo>
                  <a:pt x="8177" y="2765"/>
                </a:lnTo>
                <a:cubicBezTo>
                  <a:pt x="8178" y="2992"/>
                  <a:pt x="7994" y="3176"/>
                  <a:pt x="7768" y="3176"/>
                </a:cubicBezTo>
                <a:lnTo>
                  <a:pt x="7084" y="3176"/>
                </a:lnTo>
                <a:lnTo>
                  <a:pt x="7084" y="3859"/>
                </a:lnTo>
                <a:cubicBezTo>
                  <a:pt x="7084" y="4085"/>
                  <a:pt x="6900" y="4269"/>
                  <a:pt x="6674" y="4269"/>
                </a:cubicBezTo>
                <a:lnTo>
                  <a:pt x="6286" y="4269"/>
                </a:lnTo>
                <a:cubicBezTo>
                  <a:pt x="6060" y="4269"/>
                  <a:pt x="5876" y="4085"/>
                  <a:pt x="5876" y="3859"/>
                </a:cubicBezTo>
                <a:lnTo>
                  <a:pt x="5876" y="3177"/>
                </a:lnTo>
                <a:lnTo>
                  <a:pt x="5194" y="3179"/>
                </a:lnTo>
                <a:cubicBezTo>
                  <a:pt x="4967" y="3179"/>
                  <a:pt x="4783" y="2995"/>
                  <a:pt x="4783" y="2767"/>
                </a:cubicBezTo>
                <a:lnTo>
                  <a:pt x="4783" y="2381"/>
                </a:lnTo>
                <a:cubicBezTo>
                  <a:pt x="4783" y="2154"/>
                  <a:pt x="4967" y="1969"/>
                  <a:pt x="5193" y="1969"/>
                </a:cubicBezTo>
                <a:lnTo>
                  <a:pt x="5876" y="1969"/>
                </a:lnTo>
                <a:lnTo>
                  <a:pt x="5876" y="1287"/>
                </a:lnTo>
                <a:cubicBezTo>
                  <a:pt x="5876" y="1060"/>
                  <a:pt x="6060" y="876"/>
                  <a:pt x="6287" y="876"/>
                </a:cubicBezTo>
                <a:close/>
                <a:moveTo>
                  <a:pt x="3971" y="0"/>
                </a:moveTo>
                <a:cubicBezTo>
                  <a:pt x="1778" y="0"/>
                  <a:pt x="0" y="1777"/>
                  <a:pt x="0" y="3970"/>
                </a:cubicBezTo>
                <a:lnTo>
                  <a:pt x="0" y="6511"/>
                </a:lnTo>
                <a:cubicBezTo>
                  <a:pt x="0" y="6695"/>
                  <a:pt x="150" y="6844"/>
                  <a:pt x="335" y="6844"/>
                </a:cubicBezTo>
                <a:cubicBezTo>
                  <a:pt x="336" y="6844"/>
                  <a:pt x="338" y="6844"/>
                  <a:pt x="339" y="6844"/>
                </a:cubicBezTo>
                <a:cubicBezTo>
                  <a:pt x="419" y="6844"/>
                  <a:pt x="497" y="6813"/>
                  <a:pt x="557" y="6760"/>
                </a:cubicBezTo>
                <a:cubicBezTo>
                  <a:pt x="1565" y="5837"/>
                  <a:pt x="3837" y="5195"/>
                  <a:pt x="6479" y="5195"/>
                </a:cubicBezTo>
                <a:cubicBezTo>
                  <a:pt x="9123" y="5195"/>
                  <a:pt x="11395" y="5837"/>
                  <a:pt x="12403" y="6760"/>
                </a:cubicBezTo>
                <a:cubicBezTo>
                  <a:pt x="12463" y="6813"/>
                  <a:pt x="12541" y="6844"/>
                  <a:pt x="12622" y="6844"/>
                </a:cubicBezTo>
                <a:cubicBezTo>
                  <a:pt x="12623" y="6844"/>
                  <a:pt x="12625" y="6844"/>
                  <a:pt x="12626" y="6844"/>
                </a:cubicBezTo>
                <a:cubicBezTo>
                  <a:pt x="12810" y="6844"/>
                  <a:pt x="12960" y="6695"/>
                  <a:pt x="12960" y="6511"/>
                </a:cubicBezTo>
                <a:lnTo>
                  <a:pt x="12960" y="3970"/>
                </a:lnTo>
                <a:cubicBezTo>
                  <a:pt x="12960" y="1777"/>
                  <a:pt x="11182" y="0"/>
                  <a:pt x="898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105" name="Google Shape;1105;p60"/>
          <p:cNvSpPr/>
          <p:nvPr/>
        </p:nvSpPr>
        <p:spPr>
          <a:xfrm>
            <a:off x="1094566" y="3468736"/>
            <a:ext cx="235819" cy="176831"/>
          </a:xfrm>
          <a:custGeom>
            <a:avLst/>
            <a:gdLst/>
            <a:ahLst/>
            <a:cxnLst/>
            <a:rect l="l" t="t" r="r" b="b"/>
            <a:pathLst>
              <a:path w="12577" h="9431" extrusionOk="0">
                <a:moveTo>
                  <a:pt x="2149" y="1408"/>
                </a:moveTo>
                <a:cubicBezTo>
                  <a:pt x="2638" y="1408"/>
                  <a:pt x="3036" y="1806"/>
                  <a:pt x="3036" y="2297"/>
                </a:cubicBezTo>
                <a:cubicBezTo>
                  <a:pt x="3036" y="2787"/>
                  <a:pt x="2638" y="3185"/>
                  <a:pt x="2149" y="3185"/>
                </a:cubicBezTo>
                <a:lnTo>
                  <a:pt x="611" y="3185"/>
                </a:lnTo>
                <a:lnTo>
                  <a:pt x="611" y="1408"/>
                </a:lnTo>
                <a:close/>
                <a:moveTo>
                  <a:pt x="11961" y="1408"/>
                </a:moveTo>
                <a:lnTo>
                  <a:pt x="11961" y="3185"/>
                </a:lnTo>
                <a:lnTo>
                  <a:pt x="10365" y="3185"/>
                </a:lnTo>
                <a:cubicBezTo>
                  <a:pt x="9907" y="3184"/>
                  <a:pt x="9535" y="2813"/>
                  <a:pt x="9535" y="2354"/>
                </a:cubicBezTo>
                <a:lnTo>
                  <a:pt x="9535" y="2239"/>
                </a:lnTo>
                <a:cubicBezTo>
                  <a:pt x="9535" y="1781"/>
                  <a:pt x="9907" y="1409"/>
                  <a:pt x="10365" y="1409"/>
                </a:cubicBezTo>
                <a:lnTo>
                  <a:pt x="11961" y="1408"/>
                </a:lnTo>
                <a:close/>
                <a:moveTo>
                  <a:pt x="5122" y="3062"/>
                </a:moveTo>
                <a:lnTo>
                  <a:pt x="5122" y="9431"/>
                </a:lnTo>
                <a:lnTo>
                  <a:pt x="7450" y="9431"/>
                </a:lnTo>
                <a:lnTo>
                  <a:pt x="7450" y="3062"/>
                </a:lnTo>
                <a:close/>
                <a:moveTo>
                  <a:pt x="928" y="0"/>
                </a:moveTo>
                <a:cubicBezTo>
                  <a:pt x="766" y="0"/>
                  <a:pt x="632" y="127"/>
                  <a:pt x="622" y="289"/>
                </a:cubicBezTo>
                <a:lnTo>
                  <a:pt x="594" y="797"/>
                </a:lnTo>
                <a:lnTo>
                  <a:pt x="306" y="797"/>
                </a:lnTo>
                <a:cubicBezTo>
                  <a:pt x="137" y="797"/>
                  <a:pt x="1" y="933"/>
                  <a:pt x="1" y="1102"/>
                </a:cubicBezTo>
                <a:lnTo>
                  <a:pt x="1" y="3491"/>
                </a:lnTo>
                <a:cubicBezTo>
                  <a:pt x="1" y="3660"/>
                  <a:pt x="137" y="3797"/>
                  <a:pt x="306" y="3798"/>
                </a:cubicBezTo>
                <a:lnTo>
                  <a:pt x="421" y="3798"/>
                </a:lnTo>
                <a:lnTo>
                  <a:pt x="318" y="5586"/>
                </a:lnTo>
                <a:cubicBezTo>
                  <a:pt x="307" y="5762"/>
                  <a:pt x="448" y="5910"/>
                  <a:pt x="623" y="5910"/>
                </a:cubicBezTo>
                <a:cubicBezTo>
                  <a:pt x="2194" y="5910"/>
                  <a:pt x="3472" y="7187"/>
                  <a:pt x="3472" y="8758"/>
                </a:cubicBezTo>
                <a:lnTo>
                  <a:pt x="3472" y="9125"/>
                </a:lnTo>
                <a:cubicBezTo>
                  <a:pt x="3472" y="9294"/>
                  <a:pt x="3608" y="9431"/>
                  <a:pt x="3777" y="9431"/>
                </a:cubicBezTo>
                <a:lnTo>
                  <a:pt x="4512" y="9431"/>
                </a:lnTo>
                <a:lnTo>
                  <a:pt x="4512" y="2756"/>
                </a:lnTo>
                <a:cubicBezTo>
                  <a:pt x="4512" y="2586"/>
                  <a:pt x="4650" y="2449"/>
                  <a:pt x="4819" y="2449"/>
                </a:cubicBezTo>
                <a:lnTo>
                  <a:pt x="7758" y="2449"/>
                </a:lnTo>
                <a:cubicBezTo>
                  <a:pt x="7927" y="2449"/>
                  <a:pt x="8063" y="2587"/>
                  <a:pt x="8065" y="2756"/>
                </a:cubicBezTo>
                <a:lnTo>
                  <a:pt x="8065" y="9431"/>
                </a:lnTo>
                <a:lnTo>
                  <a:pt x="8798" y="9431"/>
                </a:lnTo>
                <a:cubicBezTo>
                  <a:pt x="8967" y="9431"/>
                  <a:pt x="9105" y="9294"/>
                  <a:pt x="9105" y="9125"/>
                </a:cubicBezTo>
                <a:lnTo>
                  <a:pt x="9105" y="8758"/>
                </a:lnTo>
                <a:cubicBezTo>
                  <a:pt x="9105" y="7187"/>
                  <a:pt x="10382" y="5909"/>
                  <a:pt x="11953" y="5909"/>
                </a:cubicBezTo>
                <a:cubicBezTo>
                  <a:pt x="12129" y="5909"/>
                  <a:pt x="12268" y="5761"/>
                  <a:pt x="12259" y="5586"/>
                </a:cubicBezTo>
                <a:lnTo>
                  <a:pt x="12155" y="3797"/>
                </a:lnTo>
                <a:lnTo>
                  <a:pt x="12269" y="3797"/>
                </a:lnTo>
                <a:cubicBezTo>
                  <a:pt x="12438" y="3797"/>
                  <a:pt x="12575" y="3660"/>
                  <a:pt x="12576" y="3491"/>
                </a:cubicBezTo>
                <a:lnTo>
                  <a:pt x="12576" y="1102"/>
                </a:lnTo>
                <a:cubicBezTo>
                  <a:pt x="12576" y="933"/>
                  <a:pt x="12438" y="795"/>
                  <a:pt x="12269" y="795"/>
                </a:cubicBezTo>
                <a:lnTo>
                  <a:pt x="12267" y="797"/>
                </a:lnTo>
                <a:lnTo>
                  <a:pt x="11979" y="797"/>
                </a:lnTo>
                <a:lnTo>
                  <a:pt x="11951" y="289"/>
                </a:lnTo>
                <a:cubicBezTo>
                  <a:pt x="11942" y="127"/>
                  <a:pt x="11807" y="0"/>
                  <a:pt x="1164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106" name="Google Shape;1106;p60"/>
          <p:cNvSpPr/>
          <p:nvPr/>
        </p:nvSpPr>
        <p:spPr>
          <a:xfrm>
            <a:off x="1435504" y="3434592"/>
            <a:ext cx="228281" cy="245119"/>
          </a:xfrm>
          <a:custGeom>
            <a:avLst/>
            <a:gdLst/>
            <a:ahLst/>
            <a:cxnLst/>
            <a:rect l="l" t="t" r="r" b="b"/>
            <a:pathLst>
              <a:path w="12175" h="13073" extrusionOk="0">
                <a:moveTo>
                  <a:pt x="6780" y="4741"/>
                </a:moveTo>
                <a:lnTo>
                  <a:pt x="7075" y="5056"/>
                </a:lnTo>
                <a:lnTo>
                  <a:pt x="2348" y="9496"/>
                </a:lnTo>
                <a:cubicBezTo>
                  <a:pt x="2189" y="9645"/>
                  <a:pt x="2004" y="9766"/>
                  <a:pt x="1803" y="9852"/>
                </a:cubicBezTo>
                <a:lnTo>
                  <a:pt x="1524" y="9973"/>
                </a:lnTo>
                <a:lnTo>
                  <a:pt x="1662" y="9701"/>
                </a:lnTo>
                <a:cubicBezTo>
                  <a:pt x="1761" y="9507"/>
                  <a:pt x="1893" y="9330"/>
                  <a:pt x="2052" y="9181"/>
                </a:cubicBezTo>
                <a:lnTo>
                  <a:pt x="6780" y="4741"/>
                </a:lnTo>
                <a:close/>
                <a:moveTo>
                  <a:pt x="11232" y="0"/>
                </a:moveTo>
                <a:cubicBezTo>
                  <a:pt x="11032" y="0"/>
                  <a:pt x="10831" y="74"/>
                  <a:pt x="10673" y="222"/>
                </a:cubicBezTo>
                <a:lnTo>
                  <a:pt x="7495" y="3207"/>
                </a:lnTo>
                <a:lnTo>
                  <a:pt x="7372" y="3077"/>
                </a:lnTo>
                <a:cubicBezTo>
                  <a:pt x="7252" y="2949"/>
                  <a:pt x="7089" y="2884"/>
                  <a:pt x="6926" y="2884"/>
                </a:cubicBezTo>
                <a:cubicBezTo>
                  <a:pt x="6776" y="2884"/>
                  <a:pt x="6625" y="2939"/>
                  <a:pt x="6508" y="3050"/>
                </a:cubicBezTo>
                <a:lnTo>
                  <a:pt x="6493" y="3065"/>
                </a:lnTo>
                <a:cubicBezTo>
                  <a:pt x="6247" y="3296"/>
                  <a:pt x="6234" y="3683"/>
                  <a:pt x="6465" y="3930"/>
                </a:cubicBezTo>
                <a:lnTo>
                  <a:pt x="6599" y="4074"/>
                </a:lnTo>
                <a:cubicBezTo>
                  <a:pt x="6595" y="4077"/>
                  <a:pt x="6589" y="4082"/>
                  <a:pt x="6585" y="4085"/>
                </a:cubicBezTo>
                <a:lnTo>
                  <a:pt x="1634" y="8736"/>
                </a:lnTo>
                <a:cubicBezTo>
                  <a:pt x="1423" y="8934"/>
                  <a:pt x="1248" y="9167"/>
                  <a:pt x="1117" y="9426"/>
                </a:cubicBezTo>
                <a:lnTo>
                  <a:pt x="844" y="9961"/>
                </a:lnTo>
                <a:cubicBezTo>
                  <a:pt x="758" y="10130"/>
                  <a:pt x="788" y="10336"/>
                  <a:pt x="918" y="10475"/>
                </a:cubicBezTo>
                <a:lnTo>
                  <a:pt x="987" y="10548"/>
                </a:lnTo>
                <a:cubicBezTo>
                  <a:pt x="1073" y="10639"/>
                  <a:pt x="1192" y="10690"/>
                  <a:pt x="1316" y="10691"/>
                </a:cubicBezTo>
                <a:cubicBezTo>
                  <a:pt x="1378" y="10691"/>
                  <a:pt x="1439" y="10678"/>
                  <a:pt x="1495" y="10653"/>
                </a:cubicBezTo>
                <a:lnTo>
                  <a:pt x="2047" y="10415"/>
                </a:lnTo>
                <a:cubicBezTo>
                  <a:pt x="2313" y="10300"/>
                  <a:pt x="2557" y="10140"/>
                  <a:pt x="2769" y="9942"/>
                </a:cubicBezTo>
                <a:lnTo>
                  <a:pt x="7719" y="5292"/>
                </a:lnTo>
                <a:cubicBezTo>
                  <a:pt x="7724" y="5288"/>
                  <a:pt x="7727" y="5282"/>
                  <a:pt x="7732" y="5278"/>
                </a:cubicBezTo>
                <a:lnTo>
                  <a:pt x="7866" y="5421"/>
                </a:lnTo>
                <a:cubicBezTo>
                  <a:pt x="7987" y="5549"/>
                  <a:pt x="8149" y="5614"/>
                  <a:pt x="8312" y="5614"/>
                </a:cubicBezTo>
                <a:cubicBezTo>
                  <a:pt x="8463" y="5614"/>
                  <a:pt x="8613" y="5559"/>
                  <a:pt x="8732" y="5447"/>
                </a:cubicBezTo>
                <a:lnTo>
                  <a:pt x="8747" y="5434"/>
                </a:lnTo>
                <a:cubicBezTo>
                  <a:pt x="8992" y="5201"/>
                  <a:pt x="9005" y="4814"/>
                  <a:pt x="8773" y="4568"/>
                </a:cubicBezTo>
                <a:lnTo>
                  <a:pt x="8651" y="4437"/>
                </a:lnTo>
                <a:lnTo>
                  <a:pt x="11829" y="1452"/>
                </a:lnTo>
                <a:cubicBezTo>
                  <a:pt x="12158" y="1143"/>
                  <a:pt x="12174" y="627"/>
                  <a:pt x="11866" y="298"/>
                </a:cubicBezTo>
                <a:lnTo>
                  <a:pt x="11865" y="298"/>
                </a:lnTo>
                <a:lnTo>
                  <a:pt x="11828" y="258"/>
                </a:lnTo>
                <a:cubicBezTo>
                  <a:pt x="11667" y="87"/>
                  <a:pt x="11450" y="0"/>
                  <a:pt x="11232" y="0"/>
                </a:cubicBezTo>
                <a:close/>
                <a:moveTo>
                  <a:pt x="766" y="10738"/>
                </a:moveTo>
                <a:cubicBezTo>
                  <a:pt x="714" y="10738"/>
                  <a:pt x="662" y="10765"/>
                  <a:pt x="635" y="10820"/>
                </a:cubicBezTo>
                <a:lnTo>
                  <a:pt x="95" y="11925"/>
                </a:lnTo>
                <a:cubicBezTo>
                  <a:pt x="33" y="12059"/>
                  <a:pt x="1" y="12204"/>
                  <a:pt x="1" y="12351"/>
                </a:cubicBezTo>
                <a:cubicBezTo>
                  <a:pt x="1" y="12802"/>
                  <a:pt x="343" y="13073"/>
                  <a:pt x="766" y="13073"/>
                </a:cubicBezTo>
                <a:cubicBezTo>
                  <a:pt x="1189" y="13073"/>
                  <a:pt x="1532" y="12802"/>
                  <a:pt x="1532" y="12351"/>
                </a:cubicBezTo>
                <a:cubicBezTo>
                  <a:pt x="1532" y="12204"/>
                  <a:pt x="1500" y="12059"/>
                  <a:pt x="1438" y="11925"/>
                </a:cubicBezTo>
                <a:lnTo>
                  <a:pt x="897" y="10820"/>
                </a:lnTo>
                <a:cubicBezTo>
                  <a:pt x="871" y="10765"/>
                  <a:pt x="819" y="10738"/>
                  <a:pt x="766" y="1073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107" name="Google Shape;1107;p60"/>
          <p:cNvSpPr/>
          <p:nvPr/>
        </p:nvSpPr>
        <p:spPr>
          <a:xfrm>
            <a:off x="1768904" y="3441520"/>
            <a:ext cx="256706" cy="231263"/>
          </a:xfrm>
          <a:custGeom>
            <a:avLst/>
            <a:gdLst/>
            <a:ahLst/>
            <a:cxnLst/>
            <a:rect l="l" t="t" r="r" b="b"/>
            <a:pathLst>
              <a:path w="13691" h="12334" extrusionOk="0">
                <a:moveTo>
                  <a:pt x="6111" y="1050"/>
                </a:moveTo>
                <a:cubicBezTo>
                  <a:pt x="5625" y="1050"/>
                  <a:pt x="5053" y="1333"/>
                  <a:pt x="4580" y="1806"/>
                </a:cubicBezTo>
                <a:cubicBezTo>
                  <a:pt x="3937" y="2449"/>
                  <a:pt x="3682" y="3245"/>
                  <a:pt x="3914" y="3762"/>
                </a:cubicBezTo>
                <a:cubicBezTo>
                  <a:pt x="3759" y="3884"/>
                  <a:pt x="3641" y="4046"/>
                  <a:pt x="3572" y="4230"/>
                </a:cubicBezTo>
                <a:cubicBezTo>
                  <a:pt x="3453" y="4541"/>
                  <a:pt x="3564" y="4815"/>
                  <a:pt x="3654" y="5034"/>
                </a:cubicBezTo>
                <a:cubicBezTo>
                  <a:pt x="3768" y="5312"/>
                  <a:pt x="3799" y="5418"/>
                  <a:pt x="3631" y="5599"/>
                </a:cubicBezTo>
                <a:cubicBezTo>
                  <a:pt x="3556" y="5679"/>
                  <a:pt x="3481" y="5710"/>
                  <a:pt x="3370" y="5710"/>
                </a:cubicBezTo>
                <a:cubicBezTo>
                  <a:pt x="3287" y="5710"/>
                  <a:pt x="3183" y="5692"/>
                  <a:pt x="3044" y="5664"/>
                </a:cubicBezTo>
                <a:cubicBezTo>
                  <a:pt x="2907" y="5636"/>
                  <a:pt x="2750" y="5605"/>
                  <a:pt x="2585" y="5605"/>
                </a:cubicBezTo>
                <a:cubicBezTo>
                  <a:pt x="2337" y="5605"/>
                  <a:pt x="2072" y="5676"/>
                  <a:pt x="1829" y="5936"/>
                </a:cubicBezTo>
                <a:cubicBezTo>
                  <a:pt x="1462" y="6331"/>
                  <a:pt x="1467" y="6649"/>
                  <a:pt x="1471" y="6905"/>
                </a:cubicBezTo>
                <a:cubicBezTo>
                  <a:pt x="1474" y="7112"/>
                  <a:pt x="1476" y="7249"/>
                  <a:pt x="1273" y="7484"/>
                </a:cubicBezTo>
                <a:cubicBezTo>
                  <a:pt x="847" y="7975"/>
                  <a:pt x="211" y="8267"/>
                  <a:pt x="205" y="8270"/>
                </a:cubicBezTo>
                <a:cubicBezTo>
                  <a:pt x="73" y="8329"/>
                  <a:pt x="0" y="8473"/>
                  <a:pt x="31" y="8613"/>
                </a:cubicBezTo>
                <a:cubicBezTo>
                  <a:pt x="61" y="8755"/>
                  <a:pt x="186" y="8856"/>
                  <a:pt x="330" y="8856"/>
                </a:cubicBezTo>
                <a:cubicBezTo>
                  <a:pt x="374" y="8856"/>
                  <a:pt x="416" y="8847"/>
                  <a:pt x="456" y="8828"/>
                </a:cubicBezTo>
                <a:cubicBezTo>
                  <a:pt x="486" y="8815"/>
                  <a:pt x="1220" y="8481"/>
                  <a:pt x="1736" y="7885"/>
                </a:cubicBezTo>
                <a:lnTo>
                  <a:pt x="1736" y="7886"/>
                </a:lnTo>
                <a:cubicBezTo>
                  <a:pt x="2092" y="7474"/>
                  <a:pt x="2087" y="7141"/>
                  <a:pt x="2083" y="6897"/>
                </a:cubicBezTo>
                <a:cubicBezTo>
                  <a:pt x="2081" y="6692"/>
                  <a:pt x="2078" y="6569"/>
                  <a:pt x="2278" y="6354"/>
                </a:cubicBezTo>
                <a:cubicBezTo>
                  <a:pt x="2370" y="6255"/>
                  <a:pt x="2458" y="6218"/>
                  <a:pt x="2584" y="6218"/>
                </a:cubicBezTo>
                <a:cubicBezTo>
                  <a:pt x="2673" y="6218"/>
                  <a:pt x="2781" y="6237"/>
                  <a:pt x="2923" y="6265"/>
                </a:cubicBezTo>
                <a:cubicBezTo>
                  <a:pt x="3057" y="6292"/>
                  <a:pt x="3211" y="6323"/>
                  <a:pt x="3371" y="6323"/>
                </a:cubicBezTo>
                <a:cubicBezTo>
                  <a:pt x="3606" y="6323"/>
                  <a:pt x="3856" y="6257"/>
                  <a:pt x="4079" y="6017"/>
                </a:cubicBezTo>
                <a:cubicBezTo>
                  <a:pt x="4523" y="5541"/>
                  <a:pt x="4341" y="5097"/>
                  <a:pt x="4222" y="4803"/>
                </a:cubicBezTo>
                <a:cubicBezTo>
                  <a:pt x="4153" y="4638"/>
                  <a:pt x="4113" y="4531"/>
                  <a:pt x="4144" y="4451"/>
                </a:cubicBezTo>
                <a:cubicBezTo>
                  <a:pt x="4200" y="4305"/>
                  <a:pt x="4293" y="4232"/>
                  <a:pt x="4370" y="4194"/>
                </a:cubicBezTo>
                <a:cubicBezTo>
                  <a:pt x="4489" y="4239"/>
                  <a:pt x="4615" y="4262"/>
                  <a:pt x="4741" y="4262"/>
                </a:cubicBezTo>
                <a:cubicBezTo>
                  <a:pt x="4744" y="4262"/>
                  <a:pt x="4748" y="4262"/>
                  <a:pt x="4751" y="4262"/>
                </a:cubicBezTo>
                <a:cubicBezTo>
                  <a:pt x="5237" y="4262"/>
                  <a:pt x="5809" y="3979"/>
                  <a:pt x="6282" y="3507"/>
                </a:cubicBezTo>
                <a:cubicBezTo>
                  <a:pt x="6621" y="3168"/>
                  <a:pt x="6868" y="2770"/>
                  <a:pt x="6976" y="2386"/>
                </a:cubicBezTo>
                <a:cubicBezTo>
                  <a:pt x="7101" y="1941"/>
                  <a:pt x="7032" y="1557"/>
                  <a:pt x="6782" y="1306"/>
                </a:cubicBezTo>
                <a:cubicBezTo>
                  <a:pt x="6614" y="1139"/>
                  <a:pt x="6383" y="1050"/>
                  <a:pt x="6111" y="1050"/>
                </a:cubicBezTo>
                <a:close/>
                <a:moveTo>
                  <a:pt x="12634" y="4379"/>
                </a:moveTo>
                <a:cubicBezTo>
                  <a:pt x="12198" y="4379"/>
                  <a:pt x="11684" y="4631"/>
                  <a:pt x="11262" y="5054"/>
                </a:cubicBezTo>
                <a:cubicBezTo>
                  <a:pt x="10960" y="5356"/>
                  <a:pt x="10739" y="5712"/>
                  <a:pt x="10641" y="6055"/>
                </a:cubicBezTo>
                <a:cubicBezTo>
                  <a:pt x="10544" y="6404"/>
                  <a:pt x="10578" y="6713"/>
                  <a:pt x="10738" y="6940"/>
                </a:cubicBezTo>
                <a:cubicBezTo>
                  <a:pt x="10658" y="7061"/>
                  <a:pt x="10548" y="7156"/>
                  <a:pt x="10417" y="7218"/>
                </a:cubicBezTo>
                <a:cubicBezTo>
                  <a:pt x="10380" y="7236"/>
                  <a:pt x="10346" y="7244"/>
                  <a:pt x="10306" y="7244"/>
                </a:cubicBezTo>
                <a:cubicBezTo>
                  <a:pt x="10248" y="7244"/>
                  <a:pt x="10177" y="7226"/>
                  <a:pt x="10067" y="7193"/>
                </a:cubicBezTo>
                <a:cubicBezTo>
                  <a:pt x="9946" y="7157"/>
                  <a:pt x="9800" y="7114"/>
                  <a:pt x="9632" y="7114"/>
                </a:cubicBezTo>
                <a:cubicBezTo>
                  <a:pt x="9410" y="7114"/>
                  <a:pt x="9150" y="7190"/>
                  <a:pt x="8863" y="7462"/>
                </a:cubicBezTo>
                <a:cubicBezTo>
                  <a:pt x="8444" y="7859"/>
                  <a:pt x="8476" y="8289"/>
                  <a:pt x="8500" y="8604"/>
                </a:cubicBezTo>
                <a:cubicBezTo>
                  <a:pt x="8522" y="8896"/>
                  <a:pt x="8537" y="9089"/>
                  <a:pt x="8294" y="9317"/>
                </a:cubicBezTo>
                <a:cubicBezTo>
                  <a:pt x="8026" y="9571"/>
                  <a:pt x="7879" y="9587"/>
                  <a:pt x="7675" y="9610"/>
                </a:cubicBezTo>
                <a:cubicBezTo>
                  <a:pt x="7425" y="9637"/>
                  <a:pt x="7115" y="9672"/>
                  <a:pt x="6682" y="10060"/>
                </a:cubicBezTo>
                <a:cubicBezTo>
                  <a:pt x="6032" y="10641"/>
                  <a:pt x="5614" y="11402"/>
                  <a:pt x="5597" y="11434"/>
                </a:cubicBezTo>
                <a:cubicBezTo>
                  <a:pt x="5515" y="11582"/>
                  <a:pt x="5570" y="11768"/>
                  <a:pt x="5718" y="11849"/>
                </a:cubicBezTo>
                <a:cubicBezTo>
                  <a:pt x="5765" y="11875"/>
                  <a:pt x="5815" y="11887"/>
                  <a:pt x="5865" y="11887"/>
                </a:cubicBezTo>
                <a:cubicBezTo>
                  <a:pt x="5973" y="11887"/>
                  <a:pt x="6078" y="11829"/>
                  <a:pt x="6133" y="11727"/>
                </a:cubicBezTo>
                <a:cubicBezTo>
                  <a:pt x="6138" y="11720"/>
                  <a:pt x="6518" y="11027"/>
                  <a:pt x="7090" y="10517"/>
                </a:cubicBezTo>
                <a:cubicBezTo>
                  <a:pt x="7377" y="10259"/>
                  <a:pt x="7539" y="10241"/>
                  <a:pt x="7742" y="10218"/>
                </a:cubicBezTo>
                <a:cubicBezTo>
                  <a:pt x="7990" y="10190"/>
                  <a:pt x="8298" y="10156"/>
                  <a:pt x="8715" y="9762"/>
                </a:cubicBezTo>
                <a:cubicBezTo>
                  <a:pt x="9169" y="9333"/>
                  <a:pt x="9136" y="8885"/>
                  <a:pt x="9110" y="8557"/>
                </a:cubicBezTo>
                <a:cubicBezTo>
                  <a:pt x="9087" y="8250"/>
                  <a:pt x="9085" y="8095"/>
                  <a:pt x="9284" y="7905"/>
                </a:cubicBezTo>
                <a:cubicBezTo>
                  <a:pt x="9427" y="7771"/>
                  <a:pt x="9527" y="7726"/>
                  <a:pt x="9633" y="7726"/>
                </a:cubicBezTo>
                <a:cubicBezTo>
                  <a:pt x="9711" y="7726"/>
                  <a:pt x="9791" y="7750"/>
                  <a:pt x="9892" y="7780"/>
                </a:cubicBezTo>
                <a:cubicBezTo>
                  <a:pt x="10008" y="7814"/>
                  <a:pt x="10149" y="7856"/>
                  <a:pt x="10307" y="7856"/>
                </a:cubicBezTo>
                <a:cubicBezTo>
                  <a:pt x="10425" y="7856"/>
                  <a:pt x="10552" y="7833"/>
                  <a:pt x="10686" y="7767"/>
                </a:cubicBezTo>
                <a:cubicBezTo>
                  <a:pt x="10921" y="7655"/>
                  <a:pt x="11118" y="7480"/>
                  <a:pt x="11258" y="7262"/>
                </a:cubicBezTo>
                <a:cubicBezTo>
                  <a:pt x="11317" y="7271"/>
                  <a:pt x="11377" y="7275"/>
                  <a:pt x="11438" y="7275"/>
                </a:cubicBezTo>
                <a:cubicBezTo>
                  <a:pt x="11875" y="7275"/>
                  <a:pt x="12388" y="7024"/>
                  <a:pt x="12810" y="6602"/>
                </a:cubicBezTo>
                <a:cubicBezTo>
                  <a:pt x="13502" y="5910"/>
                  <a:pt x="13691" y="5055"/>
                  <a:pt x="13249" y="4613"/>
                </a:cubicBezTo>
                <a:lnTo>
                  <a:pt x="13249" y="4613"/>
                </a:lnTo>
                <a:lnTo>
                  <a:pt x="13249" y="4615"/>
                </a:lnTo>
                <a:cubicBezTo>
                  <a:pt x="13095" y="4461"/>
                  <a:pt x="12883" y="4379"/>
                  <a:pt x="12634" y="4379"/>
                </a:cubicBezTo>
                <a:close/>
                <a:moveTo>
                  <a:pt x="11163" y="1"/>
                </a:moveTo>
                <a:cubicBezTo>
                  <a:pt x="10434" y="1"/>
                  <a:pt x="9570" y="425"/>
                  <a:pt x="8848" y="1138"/>
                </a:cubicBezTo>
                <a:cubicBezTo>
                  <a:pt x="8126" y="1851"/>
                  <a:pt x="7695" y="2708"/>
                  <a:pt x="7695" y="3430"/>
                </a:cubicBezTo>
                <a:cubicBezTo>
                  <a:pt x="7695" y="3709"/>
                  <a:pt x="7762" y="3956"/>
                  <a:pt x="7890" y="4158"/>
                </a:cubicBezTo>
                <a:cubicBezTo>
                  <a:pt x="7649" y="4305"/>
                  <a:pt x="7399" y="4546"/>
                  <a:pt x="7234" y="4943"/>
                </a:cubicBezTo>
                <a:cubicBezTo>
                  <a:pt x="7054" y="5380"/>
                  <a:pt x="7205" y="5765"/>
                  <a:pt x="7338" y="6105"/>
                </a:cubicBezTo>
                <a:cubicBezTo>
                  <a:pt x="7505" y="6532"/>
                  <a:pt x="7615" y="6815"/>
                  <a:pt x="7225" y="7226"/>
                </a:cubicBezTo>
                <a:cubicBezTo>
                  <a:pt x="7037" y="7425"/>
                  <a:pt x="6848" y="7490"/>
                  <a:pt x="6609" y="7490"/>
                </a:cubicBezTo>
                <a:cubicBezTo>
                  <a:pt x="6453" y="7490"/>
                  <a:pt x="6276" y="7462"/>
                  <a:pt x="6066" y="7426"/>
                </a:cubicBezTo>
                <a:cubicBezTo>
                  <a:pt x="5862" y="7390"/>
                  <a:pt x="5639" y="7352"/>
                  <a:pt x="5408" y="7352"/>
                </a:cubicBezTo>
                <a:cubicBezTo>
                  <a:pt x="5029" y="7352"/>
                  <a:pt x="4629" y="7456"/>
                  <a:pt x="4258" y="7849"/>
                </a:cubicBezTo>
                <a:cubicBezTo>
                  <a:pt x="3698" y="8442"/>
                  <a:pt x="3693" y="8894"/>
                  <a:pt x="3689" y="9293"/>
                </a:cubicBezTo>
                <a:cubicBezTo>
                  <a:pt x="3685" y="9646"/>
                  <a:pt x="3682" y="9924"/>
                  <a:pt x="3284" y="10373"/>
                </a:cubicBezTo>
                <a:cubicBezTo>
                  <a:pt x="2531" y="11226"/>
                  <a:pt x="1433" y="11744"/>
                  <a:pt x="1422" y="11750"/>
                </a:cubicBezTo>
                <a:cubicBezTo>
                  <a:pt x="1269" y="11821"/>
                  <a:pt x="1202" y="12003"/>
                  <a:pt x="1274" y="12157"/>
                </a:cubicBezTo>
                <a:cubicBezTo>
                  <a:pt x="1326" y="12268"/>
                  <a:pt x="1436" y="12334"/>
                  <a:pt x="1552" y="12334"/>
                </a:cubicBezTo>
                <a:cubicBezTo>
                  <a:pt x="1595" y="12334"/>
                  <a:pt x="1639" y="12325"/>
                  <a:pt x="1681" y="12305"/>
                </a:cubicBezTo>
                <a:cubicBezTo>
                  <a:pt x="1731" y="12282"/>
                  <a:pt x="2904" y="11729"/>
                  <a:pt x="3744" y="10779"/>
                </a:cubicBezTo>
                <a:cubicBezTo>
                  <a:pt x="4292" y="10157"/>
                  <a:pt x="4297" y="9681"/>
                  <a:pt x="4301" y="9298"/>
                </a:cubicBezTo>
                <a:cubicBezTo>
                  <a:pt x="4306" y="8957"/>
                  <a:pt x="4308" y="8688"/>
                  <a:pt x="4703" y="8270"/>
                </a:cubicBezTo>
                <a:cubicBezTo>
                  <a:pt x="4922" y="8038"/>
                  <a:pt x="5141" y="7965"/>
                  <a:pt x="5405" y="7965"/>
                </a:cubicBezTo>
                <a:cubicBezTo>
                  <a:pt x="5569" y="7965"/>
                  <a:pt x="5751" y="7993"/>
                  <a:pt x="5961" y="8029"/>
                </a:cubicBezTo>
                <a:cubicBezTo>
                  <a:pt x="6160" y="8064"/>
                  <a:pt x="6377" y="8102"/>
                  <a:pt x="6601" y="8102"/>
                </a:cubicBezTo>
                <a:cubicBezTo>
                  <a:pt x="6959" y="8102"/>
                  <a:pt x="7332" y="8006"/>
                  <a:pt x="7671" y="7647"/>
                </a:cubicBezTo>
                <a:cubicBezTo>
                  <a:pt x="8328" y="6954"/>
                  <a:pt x="8085" y="6334"/>
                  <a:pt x="7908" y="5882"/>
                </a:cubicBezTo>
                <a:cubicBezTo>
                  <a:pt x="7787" y="5574"/>
                  <a:pt x="7718" y="5377"/>
                  <a:pt x="7800" y="5177"/>
                </a:cubicBezTo>
                <a:cubicBezTo>
                  <a:pt x="7951" y="4813"/>
                  <a:pt x="8211" y="4657"/>
                  <a:pt x="8393" y="4592"/>
                </a:cubicBezTo>
                <a:cubicBezTo>
                  <a:pt x="8569" y="4670"/>
                  <a:pt x="8769" y="4711"/>
                  <a:pt x="8990" y="4711"/>
                </a:cubicBezTo>
                <a:cubicBezTo>
                  <a:pt x="9718" y="4711"/>
                  <a:pt x="10583" y="4287"/>
                  <a:pt x="11304" y="3574"/>
                </a:cubicBezTo>
                <a:cubicBezTo>
                  <a:pt x="12026" y="2862"/>
                  <a:pt x="12457" y="2004"/>
                  <a:pt x="12457" y="1283"/>
                </a:cubicBezTo>
                <a:cubicBezTo>
                  <a:pt x="12457" y="902"/>
                  <a:pt x="12333" y="579"/>
                  <a:pt x="12101" y="350"/>
                </a:cubicBezTo>
                <a:cubicBezTo>
                  <a:pt x="11870" y="122"/>
                  <a:pt x="11546" y="1"/>
                  <a:pt x="1116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108" name="Google Shape;1108;p60"/>
          <p:cNvSpPr/>
          <p:nvPr/>
        </p:nvSpPr>
        <p:spPr>
          <a:xfrm>
            <a:off x="2130730" y="3439655"/>
            <a:ext cx="191756" cy="234994"/>
          </a:xfrm>
          <a:custGeom>
            <a:avLst/>
            <a:gdLst/>
            <a:ahLst/>
            <a:cxnLst/>
            <a:rect l="l" t="t" r="r" b="b"/>
            <a:pathLst>
              <a:path w="10227" h="12533" extrusionOk="0">
                <a:moveTo>
                  <a:pt x="3316" y="2861"/>
                </a:moveTo>
                <a:lnTo>
                  <a:pt x="3316" y="3898"/>
                </a:lnTo>
                <a:cubicBezTo>
                  <a:pt x="3317" y="4082"/>
                  <a:pt x="3466" y="4231"/>
                  <a:pt x="3651" y="4231"/>
                </a:cubicBezTo>
                <a:cubicBezTo>
                  <a:pt x="4075" y="4232"/>
                  <a:pt x="4418" y="4576"/>
                  <a:pt x="4418" y="5000"/>
                </a:cubicBezTo>
                <a:lnTo>
                  <a:pt x="4418" y="5946"/>
                </a:lnTo>
                <a:lnTo>
                  <a:pt x="613" y="5946"/>
                </a:lnTo>
                <a:lnTo>
                  <a:pt x="613" y="5000"/>
                </a:lnTo>
                <a:cubicBezTo>
                  <a:pt x="613" y="4576"/>
                  <a:pt x="956" y="4232"/>
                  <a:pt x="1381" y="4231"/>
                </a:cubicBezTo>
                <a:cubicBezTo>
                  <a:pt x="1566" y="4231"/>
                  <a:pt x="1715" y="4082"/>
                  <a:pt x="1715" y="3898"/>
                </a:cubicBezTo>
                <a:lnTo>
                  <a:pt x="1715" y="2861"/>
                </a:lnTo>
                <a:close/>
                <a:moveTo>
                  <a:pt x="8116" y="613"/>
                </a:moveTo>
                <a:cubicBezTo>
                  <a:pt x="8169" y="613"/>
                  <a:pt x="8213" y="651"/>
                  <a:pt x="8238" y="720"/>
                </a:cubicBezTo>
                <a:lnTo>
                  <a:pt x="9091" y="4196"/>
                </a:lnTo>
                <a:lnTo>
                  <a:pt x="9098" y="4219"/>
                </a:lnTo>
                <a:cubicBezTo>
                  <a:pt x="9121" y="4290"/>
                  <a:pt x="9106" y="4374"/>
                  <a:pt x="9062" y="4424"/>
                </a:cubicBezTo>
                <a:cubicBezTo>
                  <a:pt x="8798" y="4721"/>
                  <a:pt x="8802" y="5211"/>
                  <a:pt x="9071" y="5516"/>
                </a:cubicBezTo>
                <a:lnTo>
                  <a:pt x="9330" y="5808"/>
                </a:lnTo>
                <a:cubicBezTo>
                  <a:pt x="9449" y="5945"/>
                  <a:pt x="9533" y="6109"/>
                  <a:pt x="9577" y="6286"/>
                </a:cubicBezTo>
                <a:lnTo>
                  <a:pt x="6656" y="6286"/>
                </a:lnTo>
                <a:cubicBezTo>
                  <a:pt x="6699" y="6109"/>
                  <a:pt x="6783" y="5945"/>
                  <a:pt x="6902" y="5808"/>
                </a:cubicBezTo>
                <a:lnTo>
                  <a:pt x="7170" y="5505"/>
                </a:lnTo>
                <a:cubicBezTo>
                  <a:pt x="7437" y="5202"/>
                  <a:pt x="7438" y="4729"/>
                  <a:pt x="7172" y="4425"/>
                </a:cubicBezTo>
                <a:cubicBezTo>
                  <a:pt x="7125" y="4373"/>
                  <a:pt x="7109" y="4299"/>
                  <a:pt x="7130" y="4231"/>
                </a:cubicBezTo>
                <a:lnTo>
                  <a:pt x="7994" y="720"/>
                </a:lnTo>
                <a:cubicBezTo>
                  <a:pt x="8020" y="651"/>
                  <a:pt x="8063" y="613"/>
                  <a:pt x="8116" y="613"/>
                </a:cubicBezTo>
                <a:close/>
                <a:moveTo>
                  <a:pt x="317" y="1329"/>
                </a:moveTo>
                <a:cubicBezTo>
                  <a:pt x="177" y="1329"/>
                  <a:pt x="62" y="1444"/>
                  <a:pt x="62" y="1584"/>
                </a:cubicBezTo>
                <a:lnTo>
                  <a:pt x="62" y="2605"/>
                </a:lnTo>
                <a:cubicBezTo>
                  <a:pt x="62" y="2746"/>
                  <a:pt x="176" y="2860"/>
                  <a:pt x="317" y="2860"/>
                </a:cubicBezTo>
                <a:lnTo>
                  <a:pt x="1102" y="2860"/>
                </a:lnTo>
                <a:lnTo>
                  <a:pt x="1102" y="3647"/>
                </a:lnTo>
                <a:cubicBezTo>
                  <a:pt x="461" y="3781"/>
                  <a:pt x="1" y="4345"/>
                  <a:pt x="0" y="4999"/>
                </a:cubicBezTo>
                <a:lnTo>
                  <a:pt x="0" y="11875"/>
                </a:lnTo>
                <a:cubicBezTo>
                  <a:pt x="1" y="12238"/>
                  <a:pt x="296" y="12532"/>
                  <a:pt x="659" y="12532"/>
                </a:cubicBezTo>
                <a:lnTo>
                  <a:pt x="4374" y="12532"/>
                </a:lnTo>
                <a:cubicBezTo>
                  <a:pt x="4737" y="12532"/>
                  <a:pt x="5031" y="12238"/>
                  <a:pt x="5031" y="11875"/>
                </a:cubicBezTo>
                <a:lnTo>
                  <a:pt x="5031" y="4999"/>
                </a:lnTo>
                <a:cubicBezTo>
                  <a:pt x="5030" y="4345"/>
                  <a:pt x="4570" y="3781"/>
                  <a:pt x="3929" y="3647"/>
                </a:cubicBezTo>
                <a:lnTo>
                  <a:pt x="3929" y="2860"/>
                </a:lnTo>
                <a:lnTo>
                  <a:pt x="4714" y="2860"/>
                </a:lnTo>
                <a:cubicBezTo>
                  <a:pt x="4855" y="2860"/>
                  <a:pt x="4969" y="2746"/>
                  <a:pt x="4969" y="2605"/>
                </a:cubicBezTo>
                <a:lnTo>
                  <a:pt x="4969" y="1584"/>
                </a:lnTo>
                <a:cubicBezTo>
                  <a:pt x="4969" y="1444"/>
                  <a:pt x="4855" y="1330"/>
                  <a:pt x="4714" y="1329"/>
                </a:cubicBezTo>
                <a:close/>
                <a:moveTo>
                  <a:pt x="8115" y="0"/>
                </a:moveTo>
                <a:cubicBezTo>
                  <a:pt x="7793" y="0"/>
                  <a:pt x="7515" y="212"/>
                  <a:pt x="7408" y="538"/>
                </a:cubicBezTo>
                <a:lnTo>
                  <a:pt x="6544" y="4053"/>
                </a:lnTo>
                <a:cubicBezTo>
                  <a:pt x="6461" y="4323"/>
                  <a:pt x="6524" y="4617"/>
                  <a:pt x="6710" y="4830"/>
                </a:cubicBezTo>
                <a:cubicBezTo>
                  <a:pt x="6772" y="4900"/>
                  <a:pt x="6772" y="5029"/>
                  <a:pt x="6710" y="5099"/>
                </a:cubicBezTo>
                <a:lnTo>
                  <a:pt x="6443" y="5402"/>
                </a:lnTo>
                <a:cubicBezTo>
                  <a:pt x="6160" y="5722"/>
                  <a:pt x="6005" y="6145"/>
                  <a:pt x="6005" y="6592"/>
                </a:cubicBezTo>
                <a:lnTo>
                  <a:pt x="6005" y="11541"/>
                </a:lnTo>
                <a:cubicBezTo>
                  <a:pt x="6005" y="12087"/>
                  <a:pt x="6414" y="12532"/>
                  <a:pt x="6916" y="12532"/>
                </a:cubicBezTo>
                <a:lnTo>
                  <a:pt x="9315" y="12532"/>
                </a:lnTo>
                <a:cubicBezTo>
                  <a:pt x="9817" y="12532"/>
                  <a:pt x="10226" y="12087"/>
                  <a:pt x="10226" y="11541"/>
                </a:cubicBezTo>
                <a:lnTo>
                  <a:pt x="10226" y="6593"/>
                </a:lnTo>
                <a:cubicBezTo>
                  <a:pt x="10226" y="6145"/>
                  <a:pt x="10071" y="5723"/>
                  <a:pt x="9788" y="5402"/>
                </a:cubicBezTo>
                <a:lnTo>
                  <a:pt x="9530" y="5111"/>
                </a:lnTo>
                <a:cubicBezTo>
                  <a:pt x="9465" y="5038"/>
                  <a:pt x="9460" y="4897"/>
                  <a:pt x="9518" y="4831"/>
                </a:cubicBezTo>
                <a:cubicBezTo>
                  <a:pt x="9707" y="4620"/>
                  <a:pt x="9769" y="4317"/>
                  <a:pt x="9683" y="4039"/>
                </a:cubicBezTo>
                <a:lnTo>
                  <a:pt x="8829" y="561"/>
                </a:lnTo>
                <a:lnTo>
                  <a:pt x="8822" y="538"/>
                </a:lnTo>
                <a:cubicBezTo>
                  <a:pt x="8715" y="212"/>
                  <a:pt x="8438" y="0"/>
                  <a:pt x="811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109" name="Google Shape;1109;p60"/>
          <p:cNvSpPr/>
          <p:nvPr/>
        </p:nvSpPr>
        <p:spPr>
          <a:xfrm>
            <a:off x="2427604" y="3468314"/>
            <a:ext cx="211313" cy="177675"/>
          </a:xfrm>
          <a:custGeom>
            <a:avLst/>
            <a:gdLst/>
            <a:ahLst/>
            <a:cxnLst/>
            <a:rect l="l" t="t" r="r" b="b"/>
            <a:pathLst>
              <a:path w="11270" h="9476" extrusionOk="0">
                <a:moveTo>
                  <a:pt x="6599" y="614"/>
                </a:moveTo>
                <a:cubicBezTo>
                  <a:pt x="6856" y="614"/>
                  <a:pt x="7064" y="822"/>
                  <a:pt x="7064" y="1078"/>
                </a:cubicBezTo>
                <a:lnTo>
                  <a:pt x="7064" y="1465"/>
                </a:lnTo>
                <a:lnTo>
                  <a:pt x="4206" y="1465"/>
                </a:lnTo>
                <a:lnTo>
                  <a:pt x="4206" y="1078"/>
                </a:lnTo>
                <a:cubicBezTo>
                  <a:pt x="4206" y="822"/>
                  <a:pt x="4413" y="614"/>
                  <a:pt x="4669" y="614"/>
                </a:cubicBezTo>
                <a:close/>
                <a:moveTo>
                  <a:pt x="4992" y="3510"/>
                </a:moveTo>
                <a:cubicBezTo>
                  <a:pt x="4907" y="3510"/>
                  <a:pt x="4840" y="3579"/>
                  <a:pt x="4840" y="3664"/>
                </a:cubicBezTo>
                <a:lnTo>
                  <a:pt x="4840" y="4675"/>
                </a:lnTo>
                <a:lnTo>
                  <a:pt x="3828" y="4677"/>
                </a:lnTo>
                <a:cubicBezTo>
                  <a:pt x="3743" y="4677"/>
                  <a:pt x="3675" y="4744"/>
                  <a:pt x="3675" y="4830"/>
                </a:cubicBezTo>
                <a:lnTo>
                  <a:pt x="3676" y="6116"/>
                </a:lnTo>
                <a:cubicBezTo>
                  <a:pt x="3676" y="6201"/>
                  <a:pt x="3744" y="6269"/>
                  <a:pt x="3829" y="6269"/>
                </a:cubicBezTo>
                <a:lnTo>
                  <a:pt x="4840" y="6267"/>
                </a:lnTo>
                <a:lnTo>
                  <a:pt x="4840" y="7278"/>
                </a:lnTo>
                <a:cubicBezTo>
                  <a:pt x="4840" y="7362"/>
                  <a:pt x="4907" y="7431"/>
                  <a:pt x="4992" y="7431"/>
                </a:cubicBezTo>
                <a:lnTo>
                  <a:pt x="6277" y="7431"/>
                </a:lnTo>
                <a:cubicBezTo>
                  <a:pt x="6363" y="7431"/>
                  <a:pt x="6432" y="7362"/>
                  <a:pt x="6432" y="7278"/>
                </a:cubicBezTo>
                <a:lnTo>
                  <a:pt x="6432" y="6266"/>
                </a:lnTo>
                <a:lnTo>
                  <a:pt x="7443" y="6265"/>
                </a:lnTo>
                <a:cubicBezTo>
                  <a:pt x="7527" y="6265"/>
                  <a:pt x="7596" y="6196"/>
                  <a:pt x="7595" y="6112"/>
                </a:cubicBezTo>
                <a:lnTo>
                  <a:pt x="7595" y="4825"/>
                </a:lnTo>
                <a:cubicBezTo>
                  <a:pt x="7595" y="4741"/>
                  <a:pt x="7526" y="4672"/>
                  <a:pt x="7442" y="4672"/>
                </a:cubicBezTo>
                <a:lnTo>
                  <a:pt x="6432" y="4673"/>
                </a:lnTo>
                <a:lnTo>
                  <a:pt x="6432" y="3664"/>
                </a:lnTo>
                <a:cubicBezTo>
                  <a:pt x="6432" y="3579"/>
                  <a:pt x="6364" y="3510"/>
                  <a:pt x="6279" y="3510"/>
                </a:cubicBezTo>
                <a:close/>
                <a:moveTo>
                  <a:pt x="5635" y="2859"/>
                </a:moveTo>
                <a:cubicBezTo>
                  <a:pt x="7077" y="2859"/>
                  <a:pt x="8246" y="4028"/>
                  <a:pt x="8246" y="5471"/>
                </a:cubicBezTo>
                <a:cubicBezTo>
                  <a:pt x="8246" y="6913"/>
                  <a:pt x="7077" y="8082"/>
                  <a:pt x="5635" y="8082"/>
                </a:cubicBezTo>
                <a:cubicBezTo>
                  <a:pt x="4192" y="8082"/>
                  <a:pt x="3024" y="6913"/>
                  <a:pt x="3024" y="5471"/>
                </a:cubicBezTo>
                <a:cubicBezTo>
                  <a:pt x="3024" y="4028"/>
                  <a:pt x="4192" y="2859"/>
                  <a:pt x="5635" y="2859"/>
                </a:cubicBezTo>
                <a:close/>
                <a:moveTo>
                  <a:pt x="4669" y="1"/>
                </a:moveTo>
                <a:cubicBezTo>
                  <a:pt x="4075" y="1"/>
                  <a:pt x="3594" y="482"/>
                  <a:pt x="3594" y="1078"/>
                </a:cubicBezTo>
                <a:lnTo>
                  <a:pt x="3594" y="1465"/>
                </a:lnTo>
                <a:lnTo>
                  <a:pt x="2833" y="1465"/>
                </a:lnTo>
                <a:lnTo>
                  <a:pt x="2833" y="1118"/>
                </a:lnTo>
                <a:cubicBezTo>
                  <a:pt x="2833" y="1033"/>
                  <a:pt x="2765" y="964"/>
                  <a:pt x="2680" y="964"/>
                </a:cubicBezTo>
                <a:lnTo>
                  <a:pt x="1822" y="964"/>
                </a:lnTo>
                <a:cubicBezTo>
                  <a:pt x="1739" y="964"/>
                  <a:pt x="1670" y="1033"/>
                  <a:pt x="1670" y="1118"/>
                </a:cubicBezTo>
                <a:lnTo>
                  <a:pt x="1670" y="1465"/>
                </a:lnTo>
                <a:lnTo>
                  <a:pt x="1451" y="1465"/>
                </a:lnTo>
                <a:cubicBezTo>
                  <a:pt x="650" y="1465"/>
                  <a:pt x="1" y="2115"/>
                  <a:pt x="1" y="2916"/>
                </a:cubicBezTo>
                <a:lnTo>
                  <a:pt x="1" y="8026"/>
                </a:lnTo>
                <a:cubicBezTo>
                  <a:pt x="1" y="8827"/>
                  <a:pt x="650" y="9475"/>
                  <a:pt x="1451" y="9475"/>
                </a:cubicBezTo>
                <a:lnTo>
                  <a:pt x="9819" y="9475"/>
                </a:lnTo>
                <a:cubicBezTo>
                  <a:pt x="10620" y="9475"/>
                  <a:pt x="11269" y="8826"/>
                  <a:pt x="11268" y="8026"/>
                </a:cubicBezTo>
                <a:lnTo>
                  <a:pt x="11268" y="2916"/>
                </a:lnTo>
                <a:cubicBezTo>
                  <a:pt x="11269" y="2115"/>
                  <a:pt x="10620" y="1465"/>
                  <a:pt x="9819" y="1465"/>
                </a:cubicBezTo>
                <a:lnTo>
                  <a:pt x="9600" y="1465"/>
                </a:lnTo>
                <a:lnTo>
                  <a:pt x="9600" y="1118"/>
                </a:lnTo>
                <a:cubicBezTo>
                  <a:pt x="9600" y="1033"/>
                  <a:pt x="9531" y="964"/>
                  <a:pt x="9446" y="964"/>
                </a:cubicBezTo>
                <a:lnTo>
                  <a:pt x="8590" y="964"/>
                </a:lnTo>
                <a:cubicBezTo>
                  <a:pt x="8505" y="964"/>
                  <a:pt x="8436" y="1033"/>
                  <a:pt x="8436" y="1118"/>
                </a:cubicBezTo>
                <a:lnTo>
                  <a:pt x="8436" y="1465"/>
                </a:lnTo>
                <a:lnTo>
                  <a:pt x="7676" y="1465"/>
                </a:lnTo>
                <a:lnTo>
                  <a:pt x="7676" y="1078"/>
                </a:lnTo>
                <a:cubicBezTo>
                  <a:pt x="7675" y="482"/>
                  <a:pt x="7194" y="1"/>
                  <a:pt x="659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1110" name="Google Shape;1110;p60"/>
          <p:cNvGrpSpPr/>
          <p:nvPr/>
        </p:nvGrpSpPr>
        <p:grpSpPr>
          <a:xfrm>
            <a:off x="3066599" y="3447745"/>
            <a:ext cx="192450" cy="218813"/>
            <a:chOff x="4347600" y="3846450"/>
            <a:chExt cx="256600" cy="291750"/>
          </a:xfrm>
        </p:grpSpPr>
        <p:sp>
          <p:nvSpPr>
            <p:cNvPr id="1111" name="Google Shape;1111;p60"/>
            <p:cNvSpPr/>
            <p:nvPr/>
          </p:nvSpPr>
          <p:spPr>
            <a:xfrm>
              <a:off x="4407400" y="3846450"/>
              <a:ext cx="196800" cy="256600"/>
            </a:xfrm>
            <a:custGeom>
              <a:avLst/>
              <a:gdLst/>
              <a:ahLst/>
              <a:cxnLst/>
              <a:rect l="l" t="t" r="r" b="b"/>
              <a:pathLst>
                <a:path w="7872" h="10264" extrusionOk="0">
                  <a:moveTo>
                    <a:pt x="5305" y="0"/>
                  </a:moveTo>
                  <a:cubicBezTo>
                    <a:pt x="5091" y="0"/>
                    <a:pt x="4876" y="84"/>
                    <a:pt x="4716" y="251"/>
                  </a:cubicBezTo>
                  <a:cubicBezTo>
                    <a:pt x="4403" y="577"/>
                    <a:pt x="4414" y="1093"/>
                    <a:pt x="4739" y="1405"/>
                  </a:cubicBezTo>
                  <a:lnTo>
                    <a:pt x="6521" y="3118"/>
                  </a:lnTo>
                  <a:lnTo>
                    <a:pt x="4271" y="5458"/>
                  </a:lnTo>
                  <a:lnTo>
                    <a:pt x="2549" y="3802"/>
                  </a:lnTo>
                  <a:cubicBezTo>
                    <a:pt x="2490" y="3747"/>
                    <a:pt x="2416" y="3720"/>
                    <a:pt x="2341" y="3720"/>
                  </a:cubicBezTo>
                  <a:cubicBezTo>
                    <a:pt x="2260" y="3720"/>
                    <a:pt x="2180" y="3752"/>
                    <a:pt x="2120" y="3814"/>
                  </a:cubicBezTo>
                  <a:cubicBezTo>
                    <a:pt x="2004" y="3935"/>
                    <a:pt x="2006" y="4126"/>
                    <a:pt x="2124" y="4244"/>
                  </a:cubicBezTo>
                  <a:lnTo>
                    <a:pt x="3845" y="5899"/>
                  </a:lnTo>
                  <a:lnTo>
                    <a:pt x="816" y="9050"/>
                  </a:lnTo>
                  <a:lnTo>
                    <a:pt x="763" y="8998"/>
                  </a:lnTo>
                  <a:cubicBezTo>
                    <a:pt x="738" y="8974"/>
                    <a:pt x="705" y="8962"/>
                    <a:pt x="673" y="8962"/>
                  </a:cubicBezTo>
                  <a:cubicBezTo>
                    <a:pt x="638" y="8962"/>
                    <a:pt x="604" y="8975"/>
                    <a:pt x="578" y="9002"/>
                  </a:cubicBezTo>
                  <a:lnTo>
                    <a:pt x="200" y="9396"/>
                  </a:lnTo>
                  <a:cubicBezTo>
                    <a:pt x="0" y="9598"/>
                    <a:pt x="5" y="9925"/>
                    <a:pt x="210" y="10121"/>
                  </a:cubicBezTo>
                  <a:cubicBezTo>
                    <a:pt x="309" y="10217"/>
                    <a:pt x="436" y="10264"/>
                    <a:pt x="564" y="10264"/>
                  </a:cubicBezTo>
                  <a:cubicBezTo>
                    <a:pt x="700" y="10264"/>
                    <a:pt x="835" y="10210"/>
                    <a:pt x="936" y="10103"/>
                  </a:cubicBezTo>
                  <a:lnTo>
                    <a:pt x="1314" y="9710"/>
                  </a:lnTo>
                  <a:cubicBezTo>
                    <a:pt x="1364" y="9657"/>
                    <a:pt x="1362" y="9575"/>
                    <a:pt x="1310" y="9525"/>
                  </a:cubicBezTo>
                  <a:lnTo>
                    <a:pt x="1258" y="9474"/>
                  </a:lnTo>
                  <a:lnTo>
                    <a:pt x="7170" y="3325"/>
                  </a:lnTo>
                  <a:lnTo>
                    <a:pt x="7172" y="3322"/>
                  </a:lnTo>
                  <a:cubicBezTo>
                    <a:pt x="7173" y="3321"/>
                    <a:pt x="7173" y="3321"/>
                    <a:pt x="7175" y="3320"/>
                  </a:cubicBezTo>
                  <a:lnTo>
                    <a:pt x="7601" y="2878"/>
                  </a:lnTo>
                  <a:cubicBezTo>
                    <a:pt x="7871" y="2595"/>
                    <a:pt x="7863" y="2145"/>
                    <a:pt x="7580" y="1874"/>
                  </a:cubicBezTo>
                  <a:lnTo>
                    <a:pt x="7582" y="1873"/>
                  </a:lnTo>
                  <a:lnTo>
                    <a:pt x="5870" y="228"/>
                  </a:lnTo>
                  <a:cubicBezTo>
                    <a:pt x="5712" y="76"/>
                    <a:pt x="5509" y="0"/>
                    <a:pt x="53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112" name="Google Shape;1112;p60"/>
            <p:cNvSpPr/>
            <p:nvPr/>
          </p:nvSpPr>
          <p:spPr>
            <a:xfrm>
              <a:off x="4347600" y="3852925"/>
              <a:ext cx="120800" cy="285275"/>
            </a:xfrm>
            <a:custGeom>
              <a:avLst/>
              <a:gdLst/>
              <a:ahLst/>
              <a:cxnLst/>
              <a:rect l="l" t="t" r="r" b="b"/>
              <a:pathLst>
                <a:path w="4832" h="11411" extrusionOk="0">
                  <a:moveTo>
                    <a:pt x="1765" y="1"/>
                  </a:moveTo>
                  <a:cubicBezTo>
                    <a:pt x="1432" y="1"/>
                    <a:pt x="1119" y="206"/>
                    <a:pt x="998" y="536"/>
                  </a:cubicBezTo>
                  <a:cubicBezTo>
                    <a:pt x="843" y="959"/>
                    <a:pt x="1060" y="1429"/>
                    <a:pt x="1483" y="1584"/>
                  </a:cubicBezTo>
                  <a:lnTo>
                    <a:pt x="3804" y="2435"/>
                  </a:lnTo>
                  <a:lnTo>
                    <a:pt x="2686" y="5482"/>
                  </a:lnTo>
                  <a:lnTo>
                    <a:pt x="444" y="4660"/>
                  </a:lnTo>
                  <a:cubicBezTo>
                    <a:pt x="411" y="4649"/>
                    <a:pt x="377" y="4643"/>
                    <a:pt x="345" y="4643"/>
                  </a:cubicBezTo>
                  <a:cubicBezTo>
                    <a:pt x="220" y="4643"/>
                    <a:pt x="103" y="4720"/>
                    <a:pt x="58" y="4844"/>
                  </a:cubicBezTo>
                  <a:cubicBezTo>
                    <a:pt x="0" y="5000"/>
                    <a:pt x="78" y="5174"/>
                    <a:pt x="232" y="5235"/>
                  </a:cubicBezTo>
                  <a:lnTo>
                    <a:pt x="2475" y="6057"/>
                  </a:lnTo>
                  <a:lnTo>
                    <a:pt x="970" y="10160"/>
                  </a:lnTo>
                  <a:lnTo>
                    <a:pt x="901" y="10135"/>
                  </a:lnTo>
                  <a:cubicBezTo>
                    <a:pt x="886" y="10129"/>
                    <a:pt x="871" y="10126"/>
                    <a:pt x="856" y="10126"/>
                  </a:cubicBezTo>
                  <a:cubicBezTo>
                    <a:pt x="803" y="10126"/>
                    <a:pt x="753" y="10159"/>
                    <a:pt x="735" y="10212"/>
                  </a:cubicBezTo>
                  <a:lnTo>
                    <a:pt x="546" y="10724"/>
                  </a:lnTo>
                  <a:cubicBezTo>
                    <a:pt x="448" y="10989"/>
                    <a:pt x="585" y="11283"/>
                    <a:pt x="850" y="11379"/>
                  </a:cubicBezTo>
                  <a:cubicBezTo>
                    <a:pt x="907" y="11400"/>
                    <a:pt x="967" y="11410"/>
                    <a:pt x="1025" y="11410"/>
                  </a:cubicBezTo>
                  <a:cubicBezTo>
                    <a:pt x="1233" y="11410"/>
                    <a:pt x="1428" y="11283"/>
                    <a:pt x="1505" y="11076"/>
                  </a:cubicBezTo>
                  <a:lnTo>
                    <a:pt x="1692" y="10563"/>
                  </a:lnTo>
                  <a:cubicBezTo>
                    <a:pt x="1717" y="10495"/>
                    <a:pt x="1683" y="10421"/>
                    <a:pt x="1615" y="10395"/>
                  </a:cubicBezTo>
                  <a:lnTo>
                    <a:pt x="1546" y="10370"/>
                  </a:lnTo>
                  <a:lnTo>
                    <a:pt x="4697" y="1778"/>
                  </a:lnTo>
                  <a:cubicBezTo>
                    <a:pt x="4831" y="1411"/>
                    <a:pt x="4643" y="1004"/>
                    <a:pt x="4275" y="868"/>
                  </a:cubicBezTo>
                  <a:lnTo>
                    <a:pt x="2046" y="51"/>
                  </a:lnTo>
                  <a:cubicBezTo>
                    <a:pt x="1953" y="17"/>
                    <a:pt x="1858" y="1"/>
                    <a:pt x="17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1113" name="Google Shape;1113;p60"/>
          <p:cNvSpPr/>
          <p:nvPr/>
        </p:nvSpPr>
        <p:spPr>
          <a:xfrm>
            <a:off x="3364167" y="3436730"/>
            <a:ext cx="219394" cy="240844"/>
          </a:xfrm>
          <a:custGeom>
            <a:avLst/>
            <a:gdLst/>
            <a:ahLst/>
            <a:cxnLst/>
            <a:rect l="l" t="t" r="r" b="b"/>
            <a:pathLst>
              <a:path w="11701" h="12845" extrusionOk="0">
                <a:moveTo>
                  <a:pt x="3989" y="4615"/>
                </a:moveTo>
                <a:lnTo>
                  <a:pt x="3989" y="6649"/>
                </a:lnTo>
                <a:cubicBezTo>
                  <a:pt x="3989" y="6987"/>
                  <a:pt x="4264" y="7262"/>
                  <a:pt x="4602" y="7262"/>
                </a:cubicBezTo>
                <a:lnTo>
                  <a:pt x="7792" y="7262"/>
                </a:lnTo>
                <a:lnTo>
                  <a:pt x="8282" y="8207"/>
                </a:lnTo>
                <a:cubicBezTo>
                  <a:pt x="8282" y="8219"/>
                  <a:pt x="8283" y="8233"/>
                  <a:pt x="8283" y="8245"/>
                </a:cubicBezTo>
                <a:cubicBezTo>
                  <a:pt x="8283" y="10276"/>
                  <a:pt x="6632" y="11927"/>
                  <a:pt x="4602" y="11927"/>
                </a:cubicBezTo>
                <a:cubicBezTo>
                  <a:pt x="2572" y="11927"/>
                  <a:pt x="920" y="10276"/>
                  <a:pt x="920" y="8245"/>
                </a:cubicBezTo>
                <a:cubicBezTo>
                  <a:pt x="920" y="6423"/>
                  <a:pt x="2250" y="4907"/>
                  <a:pt x="3989" y="4615"/>
                </a:cubicBezTo>
                <a:close/>
                <a:moveTo>
                  <a:pt x="4602" y="0"/>
                </a:moveTo>
                <a:cubicBezTo>
                  <a:pt x="3987" y="0"/>
                  <a:pt x="3454" y="422"/>
                  <a:pt x="3312" y="1020"/>
                </a:cubicBezTo>
                <a:cubicBezTo>
                  <a:pt x="3170" y="1617"/>
                  <a:pt x="3457" y="2235"/>
                  <a:pt x="4007" y="2510"/>
                </a:cubicBezTo>
                <a:cubicBezTo>
                  <a:pt x="3995" y="2556"/>
                  <a:pt x="3989" y="2604"/>
                  <a:pt x="3989" y="2652"/>
                </a:cubicBezTo>
                <a:lnTo>
                  <a:pt x="3989" y="3686"/>
                </a:lnTo>
                <a:cubicBezTo>
                  <a:pt x="1741" y="3986"/>
                  <a:pt x="1" y="5916"/>
                  <a:pt x="1" y="8245"/>
                </a:cubicBezTo>
                <a:cubicBezTo>
                  <a:pt x="1" y="10781"/>
                  <a:pt x="2065" y="12845"/>
                  <a:pt x="4602" y="12845"/>
                </a:cubicBezTo>
                <a:cubicBezTo>
                  <a:pt x="6671" y="12845"/>
                  <a:pt x="8424" y="11472"/>
                  <a:pt x="9001" y="9590"/>
                </a:cubicBezTo>
                <a:lnTo>
                  <a:pt x="9217" y="10006"/>
                </a:lnTo>
                <a:cubicBezTo>
                  <a:pt x="9325" y="10215"/>
                  <a:pt x="9539" y="10336"/>
                  <a:pt x="9760" y="10336"/>
                </a:cubicBezTo>
                <a:cubicBezTo>
                  <a:pt x="9850" y="10336"/>
                  <a:pt x="9942" y="10316"/>
                  <a:pt x="10028" y="10273"/>
                </a:cubicBezTo>
                <a:lnTo>
                  <a:pt x="11270" y="9669"/>
                </a:lnTo>
                <a:cubicBezTo>
                  <a:pt x="11574" y="9521"/>
                  <a:pt x="11701" y="9154"/>
                  <a:pt x="11552" y="8849"/>
                </a:cubicBezTo>
                <a:lnTo>
                  <a:pt x="11552" y="8849"/>
                </a:lnTo>
                <a:lnTo>
                  <a:pt x="11553" y="8851"/>
                </a:lnTo>
                <a:cubicBezTo>
                  <a:pt x="11447" y="8632"/>
                  <a:pt x="11229" y="8506"/>
                  <a:pt x="11002" y="8506"/>
                </a:cubicBezTo>
                <a:cubicBezTo>
                  <a:pt x="10912" y="8506"/>
                  <a:pt x="10820" y="8526"/>
                  <a:pt x="10734" y="8568"/>
                </a:cubicBezTo>
                <a:lnTo>
                  <a:pt x="10028" y="8911"/>
                </a:lnTo>
                <a:lnTo>
                  <a:pt x="8706" y="6368"/>
                </a:lnTo>
                <a:cubicBezTo>
                  <a:pt x="8602" y="6164"/>
                  <a:pt x="8393" y="6037"/>
                  <a:pt x="8164" y="6037"/>
                </a:cubicBezTo>
                <a:lnTo>
                  <a:pt x="5215" y="6037"/>
                </a:lnTo>
                <a:lnTo>
                  <a:pt x="5215" y="4716"/>
                </a:lnTo>
                <a:lnTo>
                  <a:pt x="7505" y="4716"/>
                </a:lnTo>
                <a:cubicBezTo>
                  <a:pt x="7508" y="4716"/>
                  <a:pt x="7511" y="4716"/>
                  <a:pt x="7514" y="4716"/>
                </a:cubicBezTo>
                <a:cubicBezTo>
                  <a:pt x="7851" y="4716"/>
                  <a:pt x="8127" y="4443"/>
                  <a:pt x="8127" y="4104"/>
                </a:cubicBezTo>
                <a:cubicBezTo>
                  <a:pt x="8127" y="3765"/>
                  <a:pt x="7851" y="3491"/>
                  <a:pt x="7514" y="3491"/>
                </a:cubicBezTo>
                <a:cubicBezTo>
                  <a:pt x="7511" y="3491"/>
                  <a:pt x="7508" y="3491"/>
                  <a:pt x="7505" y="3491"/>
                </a:cubicBezTo>
                <a:lnTo>
                  <a:pt x="5215" y="3491"/>
                </a:lnTo>
                <a:lnTo>
                  <a:pt x="5215" y="2652"/>
                </a:lnTo>
                <a:cubicBezTo>
                  <a:pt x="5215" y="2604"/>
                  <a:pt x="5209" y="2556"/>
                  <a:pt x="5197" y="2510"/>
                </a:cubicBezTo>
                <a:cubicBezTo>
                  <a:pt x="5747" y="2235"/>
                  <a:pt x="6034" y="1617"/>
                  <a:pt x="5892" y="1020"/>
                </a:cubicBezTo>
                <a:cubicBezTo>
                  <a:pt x="5750" y="422"/>
                  <a:pt x="5217" y="0"/>
                  <a:pt x="460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1114" name="Google Shape;1114;p60"/>
          <p:cNvGrpSpPr/>
          <p:nvPr/>
        </p:nvGrpSpPr>
        <p:grpSpPr>
          <a:xfrm>
            <a:off x="4043661" y="3442617"/>
            <a:ext cx="228113" cy="229069"/>
            <a:chOff x="5958500" y="3873250"/>
            <a:chExt cx="304150" cy="305425"/>
          </a:xfrm>
        </p:grpSpPr>
        <p:sp>
          <p:nvSpPr>
            <p:cNvPr id="1115" name="Google Shape;1115;p60"/>
            <p:cNvSpPr/>
            <p:nvPr/>
          </p:nvSpPr>
          <p:spPr>
            <a:xfrm>
              <a:off x="5995400" y="4001800"/>
              <a:ext cx="139950" cy="139950"/>
            </a:xfrm>
            <a:custGeom>
              <a:avLst/>
              <a:gdLst/>
              <a:ahLst/>
              <a:cxnLst/>
              <a:rect l="l" t="t" r="r" b="b"/>
              <a:pathLst>
                <a:path w="5598" h="5598" extrusionOk="0">
                  <a:moveTo>
                    <a:pt x="2799" y="0"/>
                  </a:moveTo>
                  <a:cubicBezTo>
                    <a:pt x="1256" y="0"/>
                    <a:pt x="0" y="1257"/>
                    <a:pt x="0" y="2799"/>
                  </a:cubicBezTo>
                  <a:cubicBezTo>
                    <a:pt x="0" y="4342"/>
                    <a:pt x="1256" y="5598"/>
                    <a:pt x="2799" y="5598"/>
                  </a:cubicBezTo>
                  <a:cubicBezTo>
                    <a:pt x="4343" y="5598"/>
                    <a:pt x="5598" y="4343"/>
                    <a:pt x="5598" y="2799"/>
                  </a:cubicBezTo>
                  <a:cubicBezTo>
                    <a:pt x="5598" y="1255"/>
                    <a:pt x="4343" y="0"/>
                    <a:pt x="2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116" name="Google Shape;1116;p60"/>
            <p:cNvSpPr/>
            <p:nvPr/>
          </p:nvSpPr>
          <p:spPr>
            <a:xfrm>
              <a:off x="5958500" y="3873250"/>
              <a:ext cx="304150" cy="305425"/>
            </a:xfrm>
            <a:custGeom>
              <a:avLst/>
              <a:gdLst/>
              <a:ahLst/>
              <a:cxnLst/>
              <a:rect l="l" t="t" r="r" b="b"/>
              <a:pathLst>
                <a:path w="12166" h="12217" extrusionOk="0">
                  <a:moveTo>
                    <a:pt x="6887" y="3494"/>
                  </a:moveTo>
                  <a:lnTo>
                    <a:pt x="6887" y="4562"/>
                  </a:lnTo>
                  <a:cubicBezTo>
                    <a:pt x="6122" y="3967"/>
                    <a:pt x="5200" y="3667"/>
                    <a:pt x="4275" y="3667"/>
                  </a:cubicBezTo>
                  <a:cubicBezTo>
                    <a:pt x="3468" y="3667"/>
                    <a:pt x="2659" y="3896"/>
                    <a:pt x="1950" y="4357"/>
                  </a:cubicBezTo>
                  <a:cubicBezTo>
                    <a:pt x="1907" y="4096"/>
                    <a:pt x="1860" y="3803"/>
                    <a:pt x="1811" y="3494"/>
                  </a:cubicBezTo>
                  <a:close/>
                  <a:moveTo>
                    <a:pt x="4275" y="4531"/>
                  </a:moveTo>
                  <a:cubicBezTo>
                    <a:pt x="6155" y="4531"/>
                    <a:pt x="7686" y="6061"/>
                    <a:pt x="7686" y="7941"/>
                  </a:cubicBezTo>
                  <a:cubicBezTo>
                    <a:pt x="7686" y="9822"/>
                    <a:pt x="6155" y="11353"/>
                    <a:pt x="4275" y="11353"/>
                  </a:cubicBezTo>
                  <a:cubicBezTo>
                    <a:pt x="2393" y="11353"/>
                    <a:pt x="864" y="9822"/>
                    <a:pt x="864" y="7941"/>
                  </a:cubicBezTo>
                  <a:cubicBezTo>
                    <a:pt x="864" y="6061"/>
                    <a:pt x="2393" y="4531"/>
                    <a:pt x="4275" y="4531"/>
                  </a:cubicBezTo>
                  <a:close/>
                  <a:moveTo>
                    <a:pt x="982" y="0"/>
                  </a:moveTo>
                  <a:cubicBezTo>
                    <a:pt x="966" y="0"/>
                    <a:pt x="949" y="2"/>
                    <a:pt x="932" y="5"/>
                  </a:cubicBezTo>
                  <a:cubicBezTo>
                    <a:pt x="764" y="32"/>
                    <a:pt x="651" y="192"/>
                    <a:pt x="681" y="361"/>
                  </a:cubicBezTo>
                  <a:cubicBezTo>
                    <a:pt x="847" y="1384"/>
                    <a:pt x="1215" y="3646"/>
                    <a:pt x="1399" y="4783"/>
                  </a:cubicBezTo>
                  <a:cubicBezTo>
                    <a:pt x="508" y="5591"/>
                    <a:pt x="0" y="6738"/>
                    <a:pt x="1" y="7941"/>
                  </a:cubicBezTo>
                  <a:cubicBezTo>
                    <a:pt x="1" y="10297"/>
                    <a:pt x="1919" y="12216"/>
                    <a:pt x="4275" y="12216"/>
                  </a:cubicBezTo>
                  <a:cubicBezTo>
                    <a:pt x="6632" y="12216"/>
                    <a:pt x="8550" y="10297"/>
                    <a:pt x="8550" y="7941"/>
                  </a:cubicBezTo>
                  <a:cubicBezTo>
                    <a:pt x="8550" y="7777"/>
                    <a:pt x="8540" y="7611"/>
                    <a:pt x="8521" y="7448"/>
                  </a:cubicBezTo>
                  <a:lnTo>
                    <a:pt x="8521" y="7448"/>
                  </a:lnTo>
                  <a:cubicBezTo>
                    <a:pt x="8640" y="7523"/>
                    <a:pt x="8722" y="7646"/>
                    <a:pt x="8743" y="7784"/>
                  </a:cubicBezTo>
                  <a:lnTo>
                    <a:pt x="9167" y="10427"/>
                  </a:lnTo>
                  <a:cubicBezTo>
                    <a:pt x="8762" y="11056"/>
                    <a:pt x="9048" y="11897"/>
                    <a:pt x="9753" y="12148"/>
                  </a:cubicBezTo>
                  <a:cubicBezTo>
                    <a:pt x="9883" y="12194"/>
                    <a:pt x="10015" y="12216"/>
                    <a:pt x="10143" y="12216"/>
                  </a:cubicBezTo>
                  <a:cubicBezTo>
                    <a:pt x="10712" y="12216"/>
                    <a:pt x="11226" y="11791"/>
                    <a:pt x="11294" y="11186"/>
                  </a:cubicBezTo>
                  <a:lnTo>
                    <a:pt x="11859" y="11186"/>
                  </a:lnTo>
                  <a:cubicBezTo>
                    <a:pt x="12029" y="11186"/>
                    <a:pt x="12166" y="11049"/>
                    <a:pt x="12166" y="10880"/>
                  </a:cubicBezTo>
                  <a:cubicBezTo>
                    <a:pt x="12166" y="10711"/>
                    <a:pt x="12029" y="10574"/>
                    <a:pt x="11859" y="10574"/>
                  </a:cubicBezTo>
                  <a:lnTo>
                    <a:pt x="11198" y="10574"/>
                  </a:lnTo>
                  <a:cubicBezTo>
                    <a:pt x="11005" y="10148"/>
                    <a:pt x="10585" y="9894"/>
                    <a:pt x="10143" y="9894"/>
                  </a:cubicBezTo>
                  <a:cubicBezTo>
                    <a:pt x="10000" y="9894"/>
                    <a:pt x="9855" y="9920"/>
                    <a:pt x="9714" y="9977"/>
                  </a:cubicBezTo>
                  <a:lnTo>
                    <a:pt x="9347" y="7687"/>
                  </a:lnTo>
                  <a:cubicBezTo>
                    <a:pt x="9271" y="7199"/>
                    <a:pt x="8877" y="6823"/>
                    <a:pt x="8386" y="6769"/>
                  </a:cubicBezTo>
                  <a:cubicBezTo>
                    <a:pt x="8214" y="6168"/>
                    <a:pt x="7912" y="5612"/>
                    <a:pt x="7501" y="5141"/>
                  </a:cubicBezTo>
                  <a:lnTo>
                    <a:pt x="7501" y="3494"/>
                  </a:lnTo>
                  <a:lnTo>
                    <a:pt x="7674" y="3494"/>
                  </a:lnTo>
                  <a:cubicBezTo>
                    <a:pt x="7843" y="3494"/>
                    <a:pt x="7979" y="3357"/>
                    <a:pt x="7979" y="3188"/>
                  </a:cubicBezTo>
                  <a:cubicBezTo>
                    <a:pt x="7979" y="3020"/>
                    <a:pt x="7844" y="2883"/>
                    <a:pt x="7676" y="2883"/>
                  </a:cubicBezTo>
                  <a:cubicBezTo>
                    <a:pt x="7675" y="2883"/>
                    <a:pt x="7674" y="2883"/>
                    <a:pt x="7674" y="2883"/>
                  </a:cubicBezTo>
                  <a:lnTo>
                    <a:pt x="1711" y="2883"/>
                  </a:lnTo>
                  <a:cubicBezTo>
                    <a:pt x="1521" y="1708"/>
                    <a:pt x="1326" y="511"/>
                    <a:pt x="1285" y="262"/>
                  </a:cubicBezTo>
                  <a:cubicBezTo>
                    <a:pt x="1263" y="110"/>
                    <a:pt x="1132" y="0"/>
                    <a:pt x="9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1117" name="Google Shape;1117;p60"/>
          <p:cNvSpPr/>
          <p:nvPr/>
        </p:nvSpPr>
        <p:spPr>
          <a:xfrm>
            <a:off x="3688680" y="3432220"/>
            <a:ext cx="249863" cy="249863"/>
          </a:xfrm>
          <a:custGeom>
            <a:avLst/>
            <a:gdLst/>
            <a:ahLst/>
            <a:cxnLst/>
            <a:rect l="l" t="t" r="r" b="b"/>
            <a:pathLst>
              <a:path w="13326" h="13326" extrusionOk="0">
                <a:moveTo>
                  <a:pt x="7798" y="3116"/>
                </a:moveTo>
                <a:cubicBezTo>
                  <a:pt x="7958" y="3116"/>
                  <a:pt x="8093" y="3240"/>
                  <a:pt x="8104" y="3403"/>
                </a:cubicBezTo>
                <a:cubicBezTo>
                  <a:pt x="8114" y="3572"/>
                  <a:pt x="7986" y="3718"/>
                  <a:pt x="7817" y="3728"/>
                </a:cubicBezTo>
                <a:lnTo>
                  <a:pt x="7182" y="3769"/>
                </a:lnTo>
                <a:lnTo>
                  <a:pt x="7161" y="3769"/>
                </a:lnTo>
                <a:cubicBezTo>
                  <a:pt x="6996" y="3769"/>
                  <a:pt x="6860" y="3638"/>
                  <a:pt x="6854" y="3473"/>
                </a:cubicBezTo>
                <a:cubicBezTo>
                  <a:pt x="6850" y="3307"/>
                  <a:pt x="6977" y="3167"/>
                  <a:pt x="7142" y="3158"/>
                </a:cubicBezTo>
                <a:lnTo>
                  <a:pt x="7778" y="3117"/>
                </a:lnTo>
                <a:cubicBezTo>
                  <a:pt x="7785" y="3116"/>
                  <a:pt x="7791" y="3116"/>
                  <a:pt x="7798" y="3116"/>
                </a:cubicBezTo>
                <a:close/>
                <a:moveTo>
                  <a:pt x="9316" y="4345"/>
                </a:moveTo>
                <a:cubicBezTo>
                  <a:pt x="9377" y="4345"/>
                  <a:pt x="9439" y="4364"/>
                  <a:pt x="9493" y="4403"/>
                </a:cubicBezTo>
                <a:lnTo>
                  <a:pt x="10192" y="4900"/>
                </a:lnTo>
                <a:cubicBezTo>
                  <a:pt x="10334" y="4997"/>
                  <a:pt x="10368" y="5191"/>
                  <a:pt x="10269" y="5331"/>
                </a:cubicBezTo>
                <a:cubicBezTo>
                  <a:pt x="10209" y="5415"/>
                  <a:pt x="10115" y="5460"/>
                  <a:pt x="10019" y="5460"/>
                </a:cubicBezTo>
                <a:cubicBezTo>
                  <a:pt x="9956" y="5460"/>
                  <a:pt x="9892" y="5440"/>
                  <a:pt x="9837" y="5399"/>
                </a:cubicBezTo>
                <a:lnTo>
                  <a:pt x="9138" y="4902"/>
                </a:lnTo>
                <a:cubicBezTo>
                  <a:pt x="9000" y="4803"/>
                  <a:pt x="8968" y="4612"/>
                  <a:pt x="9067" y="4474"/>
                </a:cubicBezTo>
                <a:cubicBezTo>
                  <a:pt x="9126" y="4390"/>
                  <a:pt x="9220" y="4345"/>
                  <a:pt x="9316" y="4345"/>
                </a:cubicBezTo>
                <a:close/>
                <a:moveTo>
                  <a:pt x="3907" y="4390"/>
                </a:moveTo>
                <a:cubicBezTo>
                  <a:pt x="3978" y="4390"/>
                  <a:pt x="4048" y="4414"/>
                  <a:pt x="4106" y="4463"/>
                </a:cubicBezTo>
                <a:lnTo>
                  <a:pt x="4821" y="5073"/>
                </a:lnTo>
                <a:cubicBezTo>
                  <a:pt x="4953" y="5181"/>
                  <a:pt x="4972" y="5377"/>
                  <a:pt x="4860" y="5508"/>
                </a:cubicBezTo>
                <a:cubicBezTo>
                  <a:pt x="4799" y="5580"/>
                  <a:pt x="4714" y="5616"/>
                  <a:pt x="4627" y="5616"/>
                </a:cubicBezTo>
                <a:cubicBezTo>
                  <a:pt x="4555" y="5616"/>
                  <a:pt x="4482" y="5591"/>
                  <a:pt x="4423" y="5538"/>
                </a:cubicBezTo>
                <a:lnTo>
                  <a:pt x="3708" y="4929"/>
                </a:lnTo>
                <a:cubicBezTo>
                  <a:pt x="3580" y="4820"/>
                  <a:pt x="3564" y="4626"/>
                  <a:pt x="3674" y="4497"/>
                </a:cubicBezTo>
                <a:cubicBezTo>
                  <a:pt x="3734" y="4426"/>
                  <a:pt x="3820" y="4390"/>
                  <a:pt x="3907" y="4390"/>
                </a:cubicBezTo>
                <a:close/>
                <a:moveTo>
                  <a:pt x="6112" y="4073"/>
                </a:moveTo>
                <a:cubicBezTo>
                  <a:pt x="6281" y="4073"/>
                  <a:pt x="6419" y="4211"/>
                  <a:pt x="6419" y="4380"/>
                </a:cubicBezTo>
                <a:lnTo>
                  <a:pt x="6419" y="5921"/>
                </a:lnTo>
                <a:cubicBezTo>
                  <a:pt x="6419" y="6090"/>
                  <a:pt x="6281" y="6227"/>
                  <a:pt x="6112" y="6227"/>
                </a:cubicBezTo>
                <a:cubicBezTo>
                  <a:pt x="5943" y="6227"/>
                  <a:pt x="5806" y="6090"/>
                  <a:pt x="5806" y="5921"/>
                </a:cubicBezTo>
                <a:lnTo>
                  <a:pt x="5806" y="4380"/>
                </a:lnTo>
                <a:cubicBezTo>
                  <a:pt x="5806" y="4211"/>
                  <a:pt x="5943" y="4073"/>
                  <a:pt x="6112" y="4073"/>
                </a:cubicBezTo>
                <a:close/>
                <a:moveTo>
                  <a:pt x="3146" y="7303"/>
                </a:moveTo>
                <a:cubicBezTo>
                  <a:pt x="3185" y="7303"/>
                  <a:pt x="3225" y="7311"/>
                  <a:pt x="3264" y="7327"/>
                </a:cubicBezTo>
                <a:lnTo>
                  <a:pt x="3630" y="7470"/>
                </a:lnTo>
                <a:cubicBezTo>
                  <a:pt x="3768" y="7523"/>
                  <a:pt x="3847" y="7667"/>
                  <a:pt x="3820" y="7812"/>
                </a:cubicBezTo>
                <a:cubicBezTo>
                  <a:pt x="3793" y="7957"/>
                  <a:pt x="3667" y="8061"/>
                  <a:pt x="3520" y="8061"/>
                </a:cubicBezTo>
                <a:cubicBezTo>
                  <a:pt x="3482" y="8061"/>
                  <a:pt x="3444" y="8054"/>
                  <a:pt x="3408" y="8041"/>
                </a:cubicBezTo>
                <a:lnTo>
                  <a:pt x="3041" y="7897"/>
                </a:lnTo>
                <a:cubicBezTo>
                  <a:pt x="2880" y="7838"/>
                  <a:pt x="2799" y="7658"/>
                  <a:pt x="2861" y="7498"/>
                </a:cubicBezTo>
                <a:cubicBezTo>
                  <a:pt x="2908" y="7377"/>
                  <a:pt x="3024" y="7303"/>
                  <a:pt x="3146" y="7303"/>
                </a:cubicBezTo>
                <a:close/>
                <a:moveTo>
                  <a:pt x="4804" y="6915"/>
                </a:moveTo>
                <a:cubicBezTo>
                  <a:pt x="4927" y="6915"/>
                  <a:pt x="5043" y="6989"/>
                  <a:pt x="5090" y="7112"/>
                </a:cubicBezTo>
                <a:lnTo>
                  <a:pt x="5397" y="7888"/>
                </a:lnTo>
                <a:cubicBezTo>
                  <a:pt x="5459" y="8044"/>
                  <a:pt x="5382" y="8222"/>
                  <a:pt x="5224" y="8284"/>
                </a:cubicBezTo>
                <a:cubicBezTo>
                  <a:pt x="5189" y="8299"/>
                  <a:pt x="5151" y="8306"/>
                  <a:pt x="5112" y="8306"/>
                </a:cubicBezTo>
                <a:cubicBezTo>
                  <a:pt x="4987" y="8306"/>
                  <a:pt x="4873" y="8229"/>
                  <a:pt x="4827" y="8112"/>
                </a:cubicBezTo>
                <a:lnTo>
                  <a:pt x="4521" y="7336"/>
                </a:lnTo>
                <a:cubicBezTo>
                  <a:pt x="4457" y="7179"/>
                  <a:pt x="4534" y="6998"/>
                  <a:pt x="4692" y="6936"/>
                </a:cubicBezTo>
                <a:cubicBezTo>
                  <a:pt x="4729" y="6922"/>
                  <a:pt x="4767" y="6915"/>
                  <a:pt x="4804" y="6915"/>
                </a:cubicBezTo>
                <a:close/>
                <a:moveTo>
                  <a:pt x="8603" y="6918"/>
                </a:moveTo>
                <a:cubicBezTo>
                  <a:pt x="8666" y="6918"/>
                  <a:pt x="8730" y="6938"/>
                  <a:pt x="8785" y="6979"/>
                </a:cubicBezTo>
                <a:cubicBezTo>
                  <a:pt x="8921" y="7079"/>
                  <a:pt x="8950" y="7270"/>
                  <a:pt x="8848" y="7406"/>
                </a:cubicBezTo>
                <a:lnTo>
                  <a:pt x="7909" y="8673"/>
                </a:lnTo>
                <a:cubicBezTo>
                  <a:pt x="7849" y="8754"/>
                  <a:pt x="7757" y="8796"/>
                  <a:pt x="7663" y="8796"/>
                </a:cubicBezTo>
                <a:cubicBezTo>
                  <a:pt x="7600" y="8796"/>
                  <a:pt x="7536" y="8777"/>
                  <a:pt x="7481" y="8736"/>
                </a:cubicBezTo>
                <a:cubicBezTo>
                  <a:pt x="7345" y="8635"/>
                  <a:pt x="7316" y="8443"/>
                  <a:pt x="7418" y="8307"/>
                </a:cubicBezTo>
                <a:lnTo>
                  <a:pt x="8357" y="7042"/>
                </a:lnTo>
                <a:cubicBezTo>
                  <a:pt x="8417" y="6961"/>
                  <a:pt x="8509" y="6918"/>
                  <a:pt x="8603" y="6918"/>
                </a:cubicBezTo>
                <a:close/>
                <a:moveTo>
                  <a:pt x="10807" y="7795"/>
                </a:moveTo>
                <a:cubicBezTo>
                  <a:pt x="10919" y="7795"/>
                  <a:pt x="11026" y="7856"/>
                  <a:pt x="11081" y="7962"/>
                </a:cubicBezTo>
                <a:cubicBezTo>
                  <a:pt x="11158" y="8113"/>
                  <a:pt x="11098" y="8298"/>
                  <a:pt x="10946" y="8375"/>
                </a:cubicBezTo>
                <a:lnTo>
                  <a:pt x="10946" y="8374"/>
                </a:lnTo>
                <a:lnTo>
                  <a:pt x="10028" y="8844"/>
                </a:lnTo>
                <a:cubicBezTo>
                  <a:pt x="9983" y="8867"/>
                  <a:pt x="9936" y="8878"/>
                  <a:pt x="9889" y="8878"/>
                </a:cubicBezTo>
                <a:cubicBezTo>
                  <a:pt x="9777" y="8878"/>
                  <a:pt x="9669" y="8817"/>
                  <a:pt x="9615" y="8711"/>
                </a:cubicBezTo>
                <a:cubicBezTo>
                  <a:pt x="9539" y="8560"/>
                  <a:pt x="9599" y="8375"/>
                  <a:pt x="9750" y="8298"/>
                </a:cubicBezTo>
                <a:lnTo>
                  <a:pt x="10668" y="7829"/>
                </a:lnTo>
                <a:cubicBezTo>
                  <a:pt x="10713" y="7806"/>
                  <a:pt x="10760" y="7795"/>
                  <a:pt x="10807" y="7795"/>
                </a:cubicBezTo>
                <a:close/>
                <a:moveTo>
                  <a:pt x="6113" y="9184"/>
                </a:moveTo>
                <a:cubicBezTo>
                  <a:pt x="6242" y="9184"/>
                  <a:pt x="6362" y="9266"/>
                  <a:pt x="6404" y="9396"/>
                </a:cubicBezTo>
                <a:lnTo>
                  <a:pt x="6526" y="9773"/>
                </a:lnTo>
                <a:cubicBezTo>
                  <a:pt x="6578" y="9934"/>
                  <a:pt x="6490" y="10107"/>
                  <a:pt x="6329" y="10159"/>
                </a:cubicBezTo>
                <a:cubicBezTo>
                  <a:pt x="6297" y="10169"/>
                  <a:pt x="6265" y="10174"/>
                  <a:pt x="6234" y="10174"/>
                </a:cubicBezTo>
                <a:cubicBezTo>
                  <a:pt x="6105" y="10174"/>
                  <a:pt x="5984" y="10092"/>
                  <a:pt x="5943" y="9962"/>
                </a:cubicBezTo>
                <a:lnTo>
                  <a:pt x="5821" y="9584"/>
                </a:lnTo>
                <a:cubicBezTo>
                  <a:pt x="5768" y="9423"/>
                  <a:pt x="5857" y="9251"/>
                  <a:pt x="6018" y="9199"/>
                </a:cubicBezTo>
                <a:cubicBezTo>
                  <a:pt x="6049" y="9189"/>
                  <a:pt x="6081" y="9184"/>
                  <a:pt x="6113" y="9184"/>
                </a:cubicBezTo>
                <a:close/>
                <a:moveTo>
                  <a:pt x="4092" y="9429"/>
                </a:moveTo>
                <a:cubicBezTo>
                  <a:pt x="4138" y="9429"/>
                  <a:pt x="4184" y="9440"/>
                  <a:pt x="4228" y="9461"/>
                </a:cubicBezTo>
                <a:lnTo>
                  <a:pt x="4759" y="9727"/>
                </a:lnTo>
                <a:cubicBezTo>
                  <a:pt x="4911" y="9803"/>
                  <a:pt x="4972" y="9987"/>
                  <a:pt x="4896" y="10138"/>
                </a:cubicBezTo>
                <a:cubicBezTo>
                  <a:pt x="4842" y="10245"/>
                  <a:pt x="4734" y="10307"/>
                  <a:pt x="4621" y="10307"/>
                </a:cubicBezTo>
                <a:cubicBezTo>
                  <a:pt x="4576" y="10307"/>
                  <a:pt x="4529" y="10297"/>
                  <a:pt x="4485" y="10275"/>
                </a:cubicBezTo>
                <a:lnTo>
                  <a:pt x="3954" y="10010"/>
                </a:lnTo>
                <a:cubicBezTo>
                  <a:pt x="3803" y="9934"/>
                  <a:pt x="3742" y="9750"/>
                  <a:pt x="3818" y="9599"/>
                </a:cubicBezTo>
                <a:cubicBezTo>
                  <a:pt x="3871" y="9491"/>
                  <a:pt x="3980" y="9429"/>
                  <a:pt x="4092" y="9429"/>
                </a:cubicBezTo>
                <a:close/>
                <a:moveTo>
                  <a:pt x="7292" y="10472"/>
                </a:moveTo>
                <a:cubicBezTo>
                  <a:pt x="7392" y="10472"/>
                  <a:pt x="7491" y="10522"/>
                  <a:pt x="7550" y="10613"/>
                </a:cubicBezTo>
                <a:cubicBezTo>
                  <a:pt x="7640" y="10754"/>
                  <a:pt x="7601" y="10941"/>
                  <a:pt x="7462" y="11034"/>
                </a:cubicBezTo>
                <a:lnTo>
                  <a:pt x="7032" y="11309"/>
                </a:lnTo>
                <a:cubicBezTo>
                  <a:pt x="6983" y="11340"/>
                  <a:pt x="6927" y="11355"/>
                  <a:pt x="6872" y="11355"/>
                </a:cubicBezTo>
                <a:cubicBezTo>
                  <a:pt x="6771" y="11355"/>
                  <a:pt x="6672" y="11306"/>
                  <a:pt x="6614" y="11214"/>
                </a:cubicBezTo>
                <a:cubicBezTo>
                  <a:pt x="6523" y="11074"/>
                  <a:pt x="6562" y="10886"/>
                  <a:pt x="6701" y="10793"/>
                </a:cubicBezTo>
                <a:lnTo>
                  <a:pt x="7130" y="10519"/>
                </a:lnTo>
                <a:cubicBezTo>
                  <a:pt x="7181" y="10487"/>
                  <a:pt x="7236" y="10472"/>
                  <a:pt x="7292" y="10472"/>
                </a:cubicBezTo>
                <a:close/>
                <a:moveTo>
                  <a:pt x="6663" y="1"/>
                </a:moveTo>
                <a:cubicBezTo>
                  <a:pt x="2990" y="1"/>
                  <a:pt x="0" y="2989"/>
                  <a:pt x="0" y="6664"/>
                </a:cubicBezTo>
                <a:cubicBezTo>
                  <a:pt x="0" y="10337"/>
                  <a:pt x="2989" y="13326"/>
                  <a:pt x="6663" y="13326"/>
                </a:cubicBezTo>
                <a:cubicBezTo>
                  <a:pt x="10338" y="13326"/>
                  <a:pt x="13325" y="10337"/>
                  <a:pt x="13325" y="6664"/>
                </a:cubicBezTo>
                <a:cubicBezTo>
                  <a:pt x="13325" y="2989"/>
                  <a:pt x="10337" y="1"/>
                  <a:pt x="666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118" name="Google Shape;1118;p60"/>
          <p:cNvSpPr/>
          <p:nvPr/>
        </p:nvSpPr>
        <p:spPr>
          <a:xfrm>
            <a:off x="4219210" y="3906300"/>
            <a:ext cx="218888" cy="211163"/>
          </a:xfrm>
          <a:custGeom>
            <a:avLst/>
            <a:gdLst/>
            <a:ahLst/>
            <a:cxnLst/>
            <a:rect l="l" t="t" r="r" b="b"/>
            <a:pathLst>
              <a:path w="11674" h="11262" extrusionOk="0">
                <a:moveTo>
                  <a:pt x="5843" y="4229"/>
                </a:moveTo>
                <a:cubicBezTo>
                  <a:pt x="5930" y="4229"/>
                  <a:pt x="6019" y="4262"/>
                  <a:pt x="6091" y="4334"/>
                </a:cubicBezTo>
                <a:cubicBezTo>
                  <a:pt x="6229" y="4472"/>
                  <a:pt x="6229" y="4696"/>
                  <a:pt x="6091" y="4834"/>
                </a:cubicBezTo>
                <a:cubicBezTo>
                  <a:pt x="6019" y="4906"/>
                  <a:pt x="5930" y="4938"/>
                  <a:pt x="5843" y="4938"/>
                </a:cubicBezTo>
                <a:cubicBezTo>
                  <a:pt x="5662" y="4938"/>
                  <a:pt x="5488" y="4797"/>
                  <a:pt x="5488" y="4584"/>
                </a:cubicBezTo>
                <a:cubicBezTo>
                  <a:pt x="5488" y="4371"/>
                  <a:pt x="5662" y="4229"/>
                  <a:pt x="5843" y="4229"/>
                </a:cubicBezTo>
                <a:close/>
                <a:moveTo>
                  <a:pt x="2631" y="0"/>
                </a:moveTo>
                <a:cubicBezTo>
                  <a:pt x="2090" y="0"/>
                  <a:pt x="1549" y="207"/>
                  <a:pt x="1137" y="620"/>
                </a:cubicBezTo>
                <a:lnTo>
                  <a:pt x="827" y="929"/>
                </a:lnTo>
                <a:cubicBezTo>
                  <a:pt x="0" y="1755"/>
                  <a:pt x="0" y="3094"/>
                  <a:pt x="827" y="3918"/>
                </a:cubicBezTo>
                <a:lnTo>
                  <a:pt x="2459" y="5550"/>
                </a:lnTo>
                <a:lnTo>
                  <a:pt x="5757" y="2251"/>
                </a:lnTo>
                <a:lnTo>
                  <a:pt x="4126" y="620"/>
                </a:lnTo>
                <a:cubicBezTo>
                  <a:pt x="3713" y="207"/>
                  <a:pt x="3172" y="0"/>
                  <a:pt x="2631" y="0"/>
                </a:cubicBezTo>
                <a:close/>
                <a:moveTo>
                  <a:pt x="9045" y="0"/>
                </a:moveTo>
                <a:cubicBezTo>
                  <a:pt x="8504" y="0"/>
                  <a:pt x="7963" y="207"/>
                  <a:pt x="7551" y="620"/>
                </a:cubicBezTo>
                <a:lnTo>
                  <a:pt x="5858" y="2313"/>
                </a:lnTo>
                <a:lnTo>
                  <a:pt x="9156" y="5612"/>
                </a:lnTo>
                <a:lnTo>
                  <a:pt x="10851" y="3918"/>
                </a:lnTo>
                <a:cubicBezTo>
                  <a:pt x="11674" y="3094"/>
                  <a:pt x="11674" y="1753"/>
                  <a:pt x="10851" y="929"/>
                </a:cubicBezTo>
                <a:lnTo>
                  <a:pt x="10539" y="620"/>
                </a:lnTo>
                <a:cubicBezTo>
                  <a:pt x="10127" y="207"/>
                  <a:pt x="9586" y="0"/>
                  <a:pt x="9045" y="0"/>
                </a:cubicBezTo>
                <a:close/>
                <a:moveTo>
                  <a:pt x="6885" y="5274"/>
                </a:moveTo>
                <a:cubicBezTo>
                  <a:pt x="7200" y="5274"/>
                  <a:pt x="7358" y="5656"/>
                  <a:pt x="7135" y="5879"/>
                </a:cubicBezTo>
                <a:cubicBezTo>
                  <a:pt x="7066" y="5947"/>
                  <a:pt x="6975" y="5981"/>
                  <a:pt x="6885" y="5981"/>
                </a:cubicBezTo>
                <a:cubicBezTo>
                  <a:pt x="6794" y="5981"/>
                  <a:pt x="6704" y="5947"/>
                  <a:pt x="6635" y="5879"/>
                </a:cubicBezTo>
                <a:cubicBezTo>
                  <a:pt x="6412" y="5656"/>
                  <a:pt x="6570" y="5274"/>
                  <a:pt x="6885" y="5274"/>
                </a:cubicBezTo>
                <a:close/>
                <a:moveTo>
                  <a:pt x="4794" y="5279"/>
                </a:moveTo>
                <a:cubicBezTo>
                  <a:pt x="4881" y="5279"/>
                  <a:pt x="4970" y="5311"/>
                  <a:pt x="5042" y="5383"/>
                </a:cubicBezTo>
                <a:cubicBezTo>
                  <a:pt x="5180" y="5521"/>
                  <a:pt x="5180" y="5745"/>
                  <a:pt x="5042" y="5883"/>
                </a:cubicBezTo>
                <a:cubicBezTo>
                  <a:pt x="4969" y="5955"/>
                  <a:pt x="4881" y="5988"/>
                  <a:pt x="4793" y="5988"/>
                </a:cubicBezTo>
                <a:cubicBezTo>
                  <a:pt x="4612" y="5988"/>
                  <a:pt x="4437" y="5847"/>
                  <a:pt x="4437" y="5634"/>
                </a:cubicBezTo>
                <a:cubicBezTo>
                  <a:pt x="4437" y="5421"/>
                  <a:pt x="4612" y="5279"/>
                  <a:pt x="4794" y="5279"/>
                </a:cubicBezTo>
                <a:close/>
                <a:moveTo>
                  <a:pt x="5837" y="6323"/>
                </a:moveTo>
                <a:cubicBezTo>
                  <a:pt x="5924" y="6323"/>
                  <a:pt x="6013" y="6356"/>
                  <a:pt x="6085" y="6428"/>
                </a:cubicBezTo>
                <a:cubicBezTo>
                  <a:pt x="6223" y="6566"/>
                  <a:pt x="6223" y="6790"/>
                  <a:pt x="6085" y="6928"/>
                </a:cubicBezTo>
                <a:cubicBezTo>
                  <a:pt x="6013" y="7000"/>
                  <a:pt x="5925" y="7032"/>
                  <a:pt x="5838" y="7032"/>
                </a:cubicBezTo>
                <a:cubicBezTo>
                  <a:pt x="5656" y="7032"/>
                  <a:pt x="5482" y="6891"/>
                  <a:pt x="5482" y="6677"/>
                </a:cubicBezTo>
                <a:cubicBezTo>
                  <a:pt x="5482" y="6464"/>
                  <a:pt x="5656" y="6323"/>
                  <a:pt x="5837" y="6323"/>
                </a:cubicBezTo>
                <a:close/>
                <a:moveTo>
                  <a:pt x="5776" y="3098"/>
                </a:moveTo>
                <a:lnTo>
                  <a:pt x="3305" y="5569"/>
                </a:lnTo>
                <a:lnTo>
                  <a:pt x="5899" y="8164"/>
                </a:lnTo>
                <a:lnTo>
                  <a:pt x="8370" y="5692"/>
                </a:lnTo>
                <a:lnTo>
                  <a:pt x="5776" y="3098"/>
                </a:lnTo>
                <a:close/>
                <a:moveTo>
                  <a:pt x="9217" y="5712"/>
                </a:moveTo>
                <a:lnTo>
                  <a:pt x="5920" y="9011"/>
                </a:lnTo>
                <a:lnTo>
                  <a:pt x="7551" y="10642"/>
                </a:lnTo>
                <a:cubicBezTo>
                  <a:pt x="7963" y="11055"/>
                  <a:pt x="8504" y="11261"/>
                  <a:pt x="9045" y="11261"/>
                </a:cubicBezTo>
                <a:cubicBezTo>
                  <a:pt x="9586" y="11261"/>
                  <a:pt x="10127" y="11055"/>
                  <a:pt x="10539" y="10642"/>
                </a:cubicBezTo>
                <a:lnTo>
                  <a:pt x="10851" y="10331"/>
                </a:lnTo>
                <a:cubicBezTo>
                  <a:pt x="11674" y="9508"/>
                  <a:pt x="11674" y="8167"/>
                  <a:pt x="10851" y="7343"/>
                </a:cubicBezTo>
                <a:lnTo>
                  <a:pt x="9217" y="5712"/>
                </a:lnTo>
                <a:close/>
                <a:moveTo>
                  <a:pt x="2521" y="5650"/>
                </a:moveTo>
                <a:lnTo>
                  <a:pt x="827" y="7344"/>
                </a:lnTo>
                <a:cubicBezTo>
                  <a:pt x="0" y="8168"/>
                  <a:pt x="0" y="9507"/>
                  <a:pt x="827" y="10332"/>
                </a:cubicBezTo>
                <a:lnTo>
                  <a:pt x="1137" y="10643"/>
                </a:lnTo>
                <a:cubicBezTo>
                  <a:pt x="1549" y="11055"/>
                  <a:pt x="2090" y="11262"/>
                  <a:pt x="2631" y="11262"/>
                </a:cubicBezTo>
                <a:cubicBezTo>
                  <a:pt x="3172" y="11262"/>
                  <a:pt x="3713" y="11055"/>
                  <a:pt x="4126" y="10643"/>
                </a:cubicBezTo>
                <a:lnTo>
                  <a:pt x="5819" y="8949"/>
                </a:lnTo>
                <a:lnTo>
                  <a:pt x="2521" y="565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119" name="Google Shape;1119;p60"/>
          <p:cNvSpPr/>
          <p:nvPr/>
        </p:nvSpPr>
        <p:spPr>
          <a:xfrm>
            <a:off x="4620619" y="3926812"/>
            <a:ext cx="247463" cy="170138"/>
          </a:xfrm>
          <a:custGeom>
            <a:avLst/>
            <a:gdLst/>
            <a:ahLst/>
            <a:cxnLst/>
            <a:rect l="l" t="t" r="r" b="b"/>
            <a:pathLst>
              <a:path w="13198" h="9074" extrusionOk="0">
                <a:moveTo>
                  <a:pt x="8004" y="1"/>
                </a:moveTo>
                <a:cubicBezTo>
                  <a:pt x="7919" y="1"/>
                  <a:pt x="7851" y="70"/>
                  <a:pt x="7851" y="154"/>
                </a:cubicBezTo>
                <a:lnTo>
                  <a:pt x="7851" y="1248"/>
                </a:lnTo>
                <a:lnTo>
                  <a:pt x="6757" y="1248"/>
                </a:lnTo>
                <a:cubicBezTo>
                  <a:pt x="6673" y="1249"/>
                  <a:pt x="6604" y="1317"/>
                  <a:pt x="6604" y="1402"/>
                </a:cubicBezTo>
                <a:lnTo>
                  <a:pt x="6605" y="2779"/>
                </a:lnTo>
                <a:cubicBezTo>
                  <a:pt x="6605" y="2819"/>
                  <a:pt x="6621" y="2858"/>
                  <a:pt x="6650" y="2887"/>
                </a:cubicBezTo>
                <a:cubicBezTo>
                  <a:pt x="6677" y="2916"/>
                  <a:pt x="6716" y="2932"/>
                  <a:pt x="6758" y="2932"/>
                </a:cubicBezTo>
                <a:lnTo>
                  <a:pt x="7850" y="2932"/>
                </a:lnTo>
                <a:lnTo>
                  <a:pt x="7850" y="4024"/>
                </a:lnTo>
                <a:cubicBezTo>
                  <a:pt x="7850" y="4108"/>
                  <a:pt x="7918" y="4177"/>
                  <a:pt x="8003" y="4177"/>
                </a:cubicBezTo>
                <a:lnTo>
                  <a:pt x="9381" y="4177"/>
                </a:lnTo>
                <a:cubicBezTo>
                  <a:pt x="9465" y="4177"/>
                  <a:pt x="9534" y="4108"/>
                  <a:pt x="9534" y="4024"/>
                </a:cubicBezTo>
                <a:lnTo>
                  <a:pt x="9534" y="2930"/>
                </a:lnTo>
                <a:lnTo>
                  <a:pt x="10627" y="2928"/>
                </a:lnTo>
                <a:cubicBezTo>
                  <a:pt x="10712" y="2928"/>
                  <a:pt x="10780" y="2859"/>
                  <a:pt x="10780" y="2775"/>
                </a:cubicBezTo>
                <a:lnTo>
                  <a:pt x="10778" y="1399"/>
                </a:lnTo>
                <a:cubicBezTo>
                  <a:pt x="10780" y="1314"/>
                  <a:pt x="10712" y="1246"/>
                  <a:pt x="10628" y="1246"/>
                </a:cubicBezTo>
                <a:cubicBezTo>
                  <a:pt x="10627" y="1246"/>
                  <a:pt x="10626" y="1246"/>
                  <a:pt x="10626" y="1246"/>
                </a:cubicBezTo>
                <a:lnTo>
                  <a:pt x="9534" y="1246"/>
                </a:lnTo>
                <a:lnTo>
                  <a:pt x="9534" y="154"/>
                </a:lnTo>
                <a:cubicBezTo>
                  <a:pt x="9534" y="70"/>
                  <a:pt x="9465" y="1"/>
                  <a:pt x="9381" y="1"/>
                </a:cubicBezTo>
                <a:close/>
                <a:moveTo>
                  <a:pt x="2520" y="4990"/>
                </a:moveTo>
                <a:cubicBezTo>
                  <a:pt x="2251" y="4997"/>
                  <a:pt x="2036" y="5217"/>
                  <a:pt x="2036" y="5486"/>
                </a:cubicBezTo>
                <a:cubicBezTo>
                  <a:pt x="2036" y="5755"/>
                  <a:pt x="2251" y="5975"/>
                  <a:pt x="2520" y="5982"/>
                </a:cubicBezTo>
                <a:lnTo>
                  <a:pt x="5217" y="5982"/>
                </a:lnTo>
                <a:cubicBezTo>
                  <a:pt x="5485" y="5975"/>
                  <a:pt x="5699" y="5755"/>
                  <a:pt x="5699" y="5486"/>
                </a:cubicBezTo>
                <a:cubicBezTo>
                  <a:pt x="5699" y="5217"/>
                  <a:pt x="5485" y="4997"/>
                  <a:pt x="5217" y="4990"/>
                </a:cubicBezTo>
                <a:close/>
                <a:moveTo>
                  <a:pt x="801" y="2398"/>
                </a:moveTo>
                <a:cubicBezTo>
                  <a:pt x="359" y="2398"/>
                  <a:pt x="1" y="2756"/>
                  <a:pt x="1" y="3197"/>
                </a:cubicBezTo>
                <a:lnTo>
                  <a:pt x="1" y="8798"/>
                </a:lnTo>
                <a:cubicBezTo>
                  <a:pt x="1" y="8950"/>
                  <a:pt x="125" y="9073"/>
                  <a:pt x="276" y="9073"/>
                </a:cubicBezTo>
                <a:lnTo>
                  <a:pt x="1324" y="9073"/>
                </a:lnTo>
                <a:cubicBezTo>
                  <a:pt x="1476" y="9073"/>
                  <a:pt x="1599" y="8950"/>
                  <a:pt x="1599" y="8798"/>
                </a:cubicBezTo>
                <a:lnTo>
                  <a:pt x="1599" y="8048"/>
                </a:lnTo>
                <a:lnTo>
                  <a:pt x="11599" y="8048"/>
                </a:lnTo>
                <a:lnTo>
                  <a:pt x="11599" y="8798"/>
                </a:lnTo>
                <a:cubicBezTo>
                  <a:pt x="11599" y="8950"/>
                  <a:pt x="11722" y="9073"/>
                  <a:pt x="11875" y="9073"/>
                </a:cubicBezTo>
                <a:lnTo>
                  <a:pt x="12922" y="9073"/>
                </a:lnTo>
                <a:cubicBezTo>
                  <a:pt x="13075" y="9073"/>
                  <a:pt x="13198" y="8950"/>
                  <a:pt x="13198" y="8798"/>
                </a:cubicBezTo>
                <a:lnTo>
                  <a:pt x="13198" y="4674"/>
                </a:lnTo>
                <a:cubicBezTo>
                  <a:pt x="13198" y="4233"/>
                  <a:pt x="12840" y="3874"/>
                  <a:pt x="12399" y="3874"/>
                </a:cubicBezTo>
                <a:cubicBezTo>
                  <a:pt x="11957" y="3874"/>
                  <a:pt x="11599" y="4233"/>
                  <a:pt x="11599" y="4674"/>
                </a:cubicBezTo>
                <a:lnTo>
                  <a:pt x="11599" y="6333"/>
                </a:lnTo>
                <a:lnTo>
                  <a:pt x="1599" y="6333"/>
                </a:lnTo>
                <a:lnTo>
                  <a:pt x="1599" y="3197"/>
                </a:lnTo>
                <a:cubicBezTo>
                  <a:pt x="1599" y="2756"/>
                  <a:pt x="1242" y="2398"/>
                  <a:pt x="801" y="239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120" name="Google Shape;1120;p60"/>
          <p:cNvSpPr/>
          <p:nvPr/>
        </p:nvSpPr>
        <p:spPr>
          <a:xfrm>
            <a:off x="5050604" y="3898987"/>
            <a:ext cx="238331" cy="225788"/>
          </a:xfrm>
          <a:custGeom>
            <a:avLst/>
            <a:gdLst/>
            <a:ahLst/>
            <a:cxnLst/>
            <a:rect l="l" t="t" r="r" b="b"/>
            <a:pathLst>
              <a:path w="12711" h="12042" extrusionOk="0">
                <a:moveTo>
                  <a:pt x="8729" y="3164"/>
                </a:moveTo>
                <a:cubicBezTo>
                  <a:pt x="8660" y="3164"/>
                  <a:pt x="8591" y="3178"/>
                  <a:pt x="8525" y="3205"/>
                </a:cubicBezTo>
                <a:cubicBezTo>
                  <a:pt x="8327" y="3287"/>
                  <a:pt x="8197" y="3481"/>
                  <a:pt x="8197" y="3696"/>
                </a:cubicBezTo>
                <a:cubicBezTo>
                  <a:pt x="8197" y="3911"/>
                  <a:pt x="8327" y="4105"/>
                  <a:pt x="8525" y="4187"/>
                </a:cubicBezTo>
                <a:cubicBezTo>
                  <a:pt x="8591" y="4214"/>
                  <a:pt x="8660" y="4227"/>
                  <a:pt x="8729" y="4227"/>
                </a:cubicBezTo>
                <a:cubicBezTo>
                  <a:pt x="8867" y="4227"/>
                  <a:pt x="9003" y="4173"/>
                  <a:pt x="9105" y="4072"/>
                </a:cubicBezTo>
                <a:cubicBezTo>
                  <a:pt x="9313" y="3865"/>
                  <a:pt x="9313" y="3528"/>
                  <a:pt x="9105" y="3320"/>
                </a:cubicBezTo>
                <a:cubicBezTo>
                  <a:pt x="9003" y="3218"/>
                  <a:pt x="8867" y="3164"/>
                  <a:pt x="8729" y="3164"/>
                </a:cubicBezTo>
                <a:close/>
                <a:moveTo>
                  <a:pt x="9032" y="1695"/>
                </a:moveTo>
                <a:cubicBezTo>
                  <a:pt x="9461" y="1695"/>
                  <a:pt x="9883" y="1862"/>
                  <a:pt x="10199" y="2177"/>
                </a:cubicBezTo>
                <a:cubicBezTo>
                  <a:pt x="10843" y="2821"/>
                  <a:pt x="10843" y="3866"/>
                  <a:pt x="10199" y="4510"/>
                </a:cubicBezTo>
                <a:cubicBezTo>
                  <a:pt x="9883" y="4825"/>
                  <a:pt x="9461" y="4992"/>
                  <a:pt x="9032" y="4992"/>
                </a:cubicBezTo>
                <a:cubicBezTo>
                  <a:pt x="8819" y="4992"/>
                  <a:pt x="8605" y="4951"/>
                  <a:pt x="8401" y="4867"/>
                </a:cubicBezTo>
                <a:cubicBezTo>
                  <a:pt x="7785" y="4612"/>
                  <a:pt x="7384" y="4011"/>
                  <a:pt x="7384" y="3343"/>
                </a:cubicBezTo>
                <a:cubicBezTo>
                  <a:pt x="7384" y="2676"/>
                  <a:pt x="7785" y="2075"/>
                  <a:pt x="8401" y="1820"/>
                </a:cubicBezTo>
                <a:cubicBezTo>
                  <a:pt x="8605" y="1736"/>
                  <a:pt x="8819" y="1695"/>
                  <a:pt x="9032" y="1695"/>
                </a:cubicBezTo>
                <a:close/>
                <a:moveTo>
                  <a:pt x="8928" y="0"/>
                </a:moveTo>
                <a:cubicBezTo>
                  <a:pt x="8046" y="0"/>
                  <a:pt x="7164" y="337"/>
                  <a:pt x="6491" y="1010"/>
                </a:cubicBezTo>
                <a:lnTo>
                  <a:pt x="5127" y="2374"/>
                </a:lnTo>
                <a:cubicBezTo>
                  <a:pt x="5134" y="2389"/>
                  <a:pt x="5138" y="2404"/>
                  <a:pt x="5142" y="2420"/>
                </a:cubicBezTo>
                <a:lnTo>
                  <a:pt x="6050" y="6382"/>
                </a:lnTo>
                <a:lnTo>
                  <a:pt x="9817" y="7435"/>
                </a:lnTo>
                <a:lnTo>
                  <a:pt x="11367" y="5887"/>
                </a:lnTo>
                <a:cubicBezTo>
                  <a:pt x="12710" y="4542"/>
                  <a:pt x="12710" y="2354"/>
                  <a:pt x="11367" y="1010"/>
                </a:cubicBezTo>
                <a:cubicBezTo>
                  <a:pt x="10693" y="337"/>
                  <a:pt x="9811" y="0"/>
                  <a:pt x="8928" y="0"/>
                </a:cubicBezTo>
                <a:close/>
                <a:moveTo>
                  <a:pt x="6206" y="7061"/>
                </a:moveTo>
                <a:lnTo>
                  <a:pt x="6948" y="10304"/>
                </a:lnTo>
                <a:lnTo>
                  <a:pt x="9320" y="7932"/>
                </a:lnTo>
                <a:lnTo>
                  <a:pt x="6206" y="7061"/>
                </a:lnTo>
                <a:close/>
                <a:moveTo>
                  <a:pt x="4620" y="2881"/>
                </a:moveTo>
                <a:lnTo>
                  <a:pt x="1344" y="6155"/>
                </a:lnTo>
                <a:cubicBezTo>
                  <a:pt x="0" y="7500"/>
                  <a:pt x="0" y="9688"/>
                  <a:pt x="1344" y="11032"/>
                </a:cubicBezTo>
                <a:cubicBezTo>
                  <a:pt x="2018" y="11705"/>
                  <a:pt x="2900" y="12042"/>
                  <a:pt x="3782" y="12042"/>
                </a:cubicBezTo>
                <a:cubicBezTo>
                  <a:pt x="4665" y="12042"/>
                  <a:pt x="5547" y="11705"/>
                  <a:pt x="6221" y="11032"/>
                </a:cubicBezTo>
                <a:lnTo>
                  <a:pt x="6437" y="10815"/>
                </a:lnTo>
                <a:lnTo>
                  <a:pt x="4620" y="288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121" name="Google Shape;1121;p60"/>
          <p:cNvSpPr/>
          <p:nvPr/>
        </p:nvSpPr>
        <p:spPr>
          <a:xfrm>
            <a:off x="5471457" y="3900779"/>
            <a:ext cx="219694" cy="222206"/>
          </a:xfrm>
          <a:custGeom>
            <a:avLst/>
            <a:gdLst/>
            <a:ahLst/>
            <a:cxnLst/>
            <a:rect l="l" t="t" r="r" b="b"/>
            <a:pathLst>
              <a:path w="11717" h="11851" extrusionOk="0">
                <a:moveTo>
                  <a:pt x="9559" y="1820"/>
                </a:moveTo>
                <a:cubicBezTo>
                  <a:pt x="9634" y="1820"/>
                  <a:pt x="9710" y="1848"/>
                  <a:pt x="9769" y="1904"/>
                </a:cubicBezTo>
                <a:cubicBezTo>
                  <a:pt x="9892" y="2020"/>
                  <a:pt x="9898" y="2214"/>
                  <a:pt x="9780" y="2337"/>
                </a:cubicBezTo>
                <a:lnTo>
                  <a:pt x="9682" y="2443"/>
                </a:lnTo>
                <a:lnTo>
                  <a:pt x="9692" y="2452"/>
                </a:lnTo>
                <a:lnTo>
                  <a:pt x="9147" y="3028"/>
                </a:lnTo>
                <a:cubicBezTo>
                  <a:pt x="9145" y="3024"/>
                  <a:pt x="9141" y="3021"/>
                  <a:pt x="9138" y="3018"/>
                </a:cubicBezTo>
                <a:lnTo>
                  <a:pt x="7102" y="5172"/>
                </a:lnTo>
                <a:lnTo>
                  <a:pt x="7716" y="5752"/>
                </a:lnTo>
                <a:cubicBezTo>
                  <a:pt x="7839" y="5868"/>
                  <a:pt x="7845" y="6062"/>
                  <a:pt x="7729" y="6185"/>
                </a:cubicBezTo>
                <a:cubicBezTo>
                  <a:pt x="7669" y="6249"/>
                  <a:pt x="7588" y="6281"/>
                  <a:pt x="7506" y="6281"/>
                </a:cubicBezTo>
                <a:cubicBezTo>
                  <a:pt x="7431" y="6281"/>
                  <a:pt x="7356" y="6254"/>
                  <a:pt x="7297" y="6198"/>
                </a:cubicBezTo>
                <a:lnTo>
                  <a:pt x="6682" y="5618"/>
                </a:lnTo>
                <a:lnTo>
                  <a:pt x="5524" y="6842"/>
                </a:lnTo>
                <a:lnTo>
                  <a:pt x="5723" y="7030"/>
                </a:lnTo>
                <a:cubicBezTo>
                  <a:pt x="5846" y="7145"/>
                  <a:pt x="5852" y="7339"/>
                  <a:pt x="5736" y="7462"/>
                </a:cubicBezTo>
                <a:cubicBezTo>
                  <a:pt x="5676" y="7526"/>
                  <a:pt x="5594" y="7558"/>
                  <a:pt x="5513" y="7558"/>
                </a:cubicBezTo>
                <a:cubicBezTo>
                  <a:pt x="5437" y="7558"/>
                  <a:pt x="5362" y="7531"/>
                  <a:pt x="5302" y="7475"/>
                </a:cubicBezTo>
                <a:lnTo>
                  <a:pt x="5104" y="7286"/>
                </a:lnTo>
                <a:lnTo>
                  <a:pt x="3946" y="8512"/>
                </a:lnTo>
                <a:lnTo>
                  <a:pt x="4561" y="9092"/>
                </a:lnTo>
                <a:cubicBezTo>
                  <a:pt x="4684" y="9208"/>
                  <a:pt x="4690" y="9402"/>
                  <a:pt x="4573" y="9525"/>
                </a:cubicBezTo>
                <a:cubicBezTo>
                  <a:pt x="4512" y="9589"/>
                  <a:pt x="4431" y="9622"/>
                  <a:pt x="4350" y="9622"/>
                </a:cubicBezTo>
                <a:cubicBezTo>
                  <a:pt x="4275" y="9622"/>
                  <a:pt x="4200" y="9594"/>
                  <a:pt x="4140" y="9538"/>
                </a:cubicBezTo>
                <a:lnTo>
                  <a:pt x="3525" y="8958"/>
                </a:lnTo>
                <a:lnTo>
                  <a:pt x="2301" y="10253"/>
                </a:lnTo>
                <a:cubicBezTo>
                  <a:pt x="2241" y="10317"/>
                  <a:pt x="2160" y="10349"/>
                  <a:pt x="2078" y="10349"/>
                </a:cubicBezTo>
                <a:cubicBezTo>
                  <a:pt x="2003" y="10349"/>
                  <a:pt x="1927" y="10321"/>
                  <a:pt x="1868" y="10266"/>
                </a:cubicBezTo>
                <a:cubicBezTo>
                  <a:pt x="1745" y="10150"/>
                  <a:pt x="1739" y="9955"/>
                  <a:pt x="1855" y="9832"/>
                </a:cubicBezTo>
                <a:lnTo>
                  <a:pt x="3081" y="8537"/>
                </a:lnTo>
                <a:lnTo>
                  <a:pt x="2466" y="7957"/>
                </a:lnTo>
                <a:cubicBezTo>
                  <a:pt x="2343" y="7839"/>
                  <a:pt x="2337" y="7646"/>
                  <a:pt x="2454" y="7523"/>
                </a:cubicBezTo>
                <a:cubicBezTo>
                  <a:pt x="2515" y="7459"/>
                  <a:pt x="2596" y="7427"/>
                  <a:pt x="2677" y="7427"/>
                </a:cubicBezTo>
                <a:cubicBezTo>
                  <a:pt x="2752" y="7427"/>
                  <a:pt x="2827" y="7455"/>
                  <a:pt x="2886" y="7511"/>
                </a:cubicBezTo>
                <a:lnTo>
                  <a:pt x="3501" y="8091"/>
                </a:lnTo>
                <a:lnTo>
                  <a:pt x="4659" y="6867"/>
                </a:lnTo>
                <a:lnTo>
                  <a:pt x="4460" y="6678"/>
                </a:lnTo>
                <a:cubicBezTo>
                  <a:pt x="4337" y="6562"/>
                  <a:pt x="4331" y="6369"/>
                  <a:pt x="4447" y="6246"/>
                </a:cubicBezTo>
                <a:cubicBezTo>
                  <a:pt x="4507" y="6182"/>
                  <a:pt x="4589" y="6150"/>
                  <a:pt x="4670" y="6150"/>
                </a:cubicBezTo>
                <a:cubicBezTo>
                  <a:pt x="4745" y="6150"/>
                  <a:pt x="4821" y="6178"/>
                  <a:pt x="4881" y="6234"/>
                </a:cubicBezTo>
                <a:lnTo>
                  <a:pt x="5079" y="6421"/>
                </a:lnTo>
                <a:lnTo>
                  <a:pt x="6237" y="5197"/>
                </a:lnTo>
                <a:lnTo>
                  <a:pt x="5622" y="4616"/>
                </a:lnTo>
                <a:cubicBezTo>
                  <a:pt x="5499" y="4499"/>
                  <a:pt x="5493" y="4306"/>
                  <a:pt x="5609" y="4183"/>
                </a:cubicBezTo>
                <a:cubicBezTo>
                  <a:pt x="5670" y="4119"/>
                  <a:pt x="5751" y="4087"/>
                  <a:pt x="5832" y="4087"/>
                </a:cubicBezTo>
                <a:cubicBezTo>
                  <a:pt x="5908" y="4087"/>
                  <a:pt x="5984" y="4115"/>
                  <a:pt x="6043" y="4170"/>
                </a:cubicBezTo>
                <a:lnTo>
                  <a:pt x="6658" y="4751"/>
                </a:lnTo>
                <a:lnTo>
                  <a:pt x="8693" y="2597"/>
                </a:lnTo>
                <a:cubicBezTo>
                  <a:pt x="8689" y="2595"/>
                  <a:pt x="8685" y="2591"/>
                  <a:pt x="8682" y="2589"/>
                </a:cubicBezTo>
                <a:lnTo>
                  <a:pt x="9226" y="2012"/>
                </a:lnTo>
                <a:lnTo>
                  <a:pt x="9236" y="2022"/>
                </a:lnTo>
                <a:lnTo>
                  <a:pt x="9336" y="1916"/>
                </a:lnTo>
                <a:cubicBezTo>
                  <a:pt x="9396" y="1853"/>
                  <a:pt x="9477" y="1820"/>
                  <a:pt x="9559" y="1820"/>
                </a:cubicBezTo>
                <a:close/>
                <a:moveTo>
                  <a:pt x="10679" y="1"/>
                </a:moveTo>
                <a:cubicBezTo>
                  <a:pt x="10437" y="1"/>
                  <a:pt x="10194" y="96"/>
                  <a:pt x="10015" y="287"/>
                </a:cubicBezTo>
                <a:lnTo>
                  <a:pt x="8128" y="2284"/>
                </a:lnTo>
                <a:cubicBezTo>
                  <a:pt x="7866" y="2185"/>
                  <a:pt x="7593" y="2136"/>
                  <a:pt x="7323" y="2136"/>
                </a:cubicBezTo>
                <a:cubicBezTo>
                  <a:pt x="6711" y="2136"/>
                  <a:pt x="6111" y="2385"/>
                  <a:pt x="5675" y="2846"/>
                </a:cubicBezTo>
                <a:lnTo>
                  <a:pt x="860" y="7943"/>
                </a:lnTo>
                <a:cubicBezTo>
                  <a:pt x="0" y="8852"/>
                  <a:pt x="41" y="10290"/>
                  <a:pt x="951" y="11148"/>
                </a:cubicBezTo>
                <a:lnTo>
                  <a:pt x="1038" y="11231"/>
                </a:lnTo>
                <a:cubicBezTo>
                  <a:pt x="1476" y="11646"/>
                  <a:pt x="2036" y="11851"/>
                  <a:pt x="2595" y="11851"/>
                </a:cubicBezTo>
                <a:cubicBezTo>
                  <a:pt x="3197" y="11851"/>
                  <a:pt x="3798" y="11613"/>
                  <a:pt x="4244" y="11140"/>
                </a:cubicBezTo>
                <a:lnTo>
                  <a:pt x="9060" y="6045"/>
                </a:lnTo>
                <a:cubicBezTo>
                  <a:pt x="9706" y="5360"/>
                  <a:pt x="9843" y="4376"/>
                  <a:pt x="9483" y="3565"/>
                </a:cubicBezTo>
                <a:lnTo>
                  <a:pt x="11370" y="1568"/>
                </a:lnTo>
                <a:cubicBezTo>
                  <a:pt x="11716" y="1200"/>
                  <a:pt x="11700" y="622"/>
                  <a:pt x="11333" y="276"/>
                </a:cubicBezTo>
                <a:lnTo>
                  <a:pt x="11307" y="250"/>
                </a:lnTo>
                <a:cubicBezTo>
                  <a:pt x="11130" y="83"/>
                  <a:pt x="10905" y="1"/>
                  <a:pt x="1067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122" name="Google Shape;1122;p60"/>
          <p:cNvSpPr/>
          <p:nvPr/>
        </p:nvSpPr>
        <p:spPr>
          <a:xfrm>
            <a:off x="5873673" y="3886342"/>
            <a:ext cx="184931" cy="251081"/>
          </a:xfrm>
          <a:custGeom>
            <a:avLst/>
            <a:gdLst/>
            <a:ahLst/>
            <a:cxnLst/>
            <a:rect l="l" t="t" r="r" b="b"/>
            <a:pathLst>
              <a:path w="9863" h="13391" extrusionOk="0">
                <a:moveTo>
                  <a:pt x="4981" y="1474"/>
                </a:moveTo>
                <a:cubicBezTo>
                  <a:pt x="5394" y="1480"/>
                  <a:pt x="6717" y="1578"/>
                  <a:pt x="7528" y="2573"/>
                </a:cubicBezTo>
                <a:cubicBezTo>
                  <a:pt x="7880" y="3005"/>
                  <a:pt x="8010" y="3582"/>
                  <a:pt x="7904" y="4242"/>
                </a:cubicBezTo>
                <a:cubicBezTo>
                  <a:pt x="7685" y="5594"/>
                  <a:pt x="6549" y="7075"/>
                  <a:pt x="4932" y="8119"/>
                </a:cubicBezTo>
                <a:cubicBezTo>
                  <a:pt x="3316" y="7075"/>
                  <a:pt x="2179" y="5594"/>
                  <a:pt x="1961" y="4242"/>
                </a:cubicBezTo>
                <a:cubicBezTo>
                  <a:pt x="1854" y="3582"/>
                  <a:pt x="1984" y="3005"/>
                  <a:pt x="2336" y="2573"/>
                </a:cubicBezTo>
                <a:cubicBezTo>
                  <a:pt x="3147" y="1578"/>
                  <a:pt x="4471" y="1480"/>
                  <a:pt x="4883" y="1474"/>
                </a:cubicBezTo>
                <a:close/>
                <a:moveTo>
                  <a:pt x="4932" y="1"/>
                </a:moveTo>
                <a:cubicBezTo>
                  <a:pt x="4919" y="1"/>
                  <a:pt x="3489" y="6"/>
                  <a:pt x="2389" y="418"/>
                </a:cubicBezTo>
                <a:cubicBezTo>
                  <a:pt x="1172" y="874"/>
                  <a:pt x="1" y="2240"/>
                  <a:pt x="130" y="4261"/>
                </a:cubicBezTo>
                <a:cubicBezTo>
                  <a:pt x="221" y="5703"/>
                  <a:pt x="1607" y="8036"/>
                  <a:pt x="3165" y="9432"/>
                </a:cubicBezTo>
                <a:cubicBezTo>
                  <a:pt x="1636" y="10714"/>
                  <a:pt x="936" y="11399"/>
                  <a:pt x="905" y="11429"/>
                </a:cubicBezTo>
                <a:cubicBezTo>
                  <a:pt x="770" y="11563"/>
                  <a:pt x="788" y="11788"/>
                  <a:pt x="944" y="11897"/>
                </a:cubicBezTo>
                <a:lnTo>
                  <a:pt x="2986" y="13334"/>
                </a:lnTo>
                <a:cubicBezTo>
                  <a:pt x="3039" y="13372"/>
                  <a:pt x="3101" y="13390"/>
                  <a:pt x="3162" y="13390"/>
                </a:cubicBezTo>
                <a:cubicBezTo>
                  <a:pt x="3264" y="13390"/>
                  <a:pt x="3364" y="13339"/>
                  <a:pt x="3421" y="13245"/>
                </a:cubicBezTo>
                <a:cubicBezTo>
                  <a:pt x="3428" y="13235"/>
                  <a:pt x="3994" y="12326"/>
                  <a:pt x="4932" y="11145"/>
                </a:cubicBezTo>
                <a:cubicBezTo>
                  <a:pt x="5870" y="12326"/>
                  <a:pt x="6435" y="13235"/>
                  <a:pt x="6441" y="13245"/>
                </a:cubicBezTo>
                <a:cubicBezTo>
                  <a:pt x="6486" y="13317"/>
                  <a:pt x="6558" y="13367"/>
                  <a:pt x="6641" y="13384"/>
                </a:cubicBezTo>
                <a:cubicBezTo>
                  <a:pt x="6660" y="13388"/>
                  <a:pt x="6681" y="13390"/>
                  <a:pt x="6702" y="13390"/>
                </a:cubicBezTo>
                <a:cubicBezTo>
                  <a:pt x="6765" y="13390"/>
                  <a:pt x="6827" y="13371"/>
                  <a:pt x="6879" y="13334"/>
                </a:cubicBezTo>
                <a:lnTo>
                  <a:pt x="8919" y="11897"/>
                </a:lnTo>
                <a:cubicBezTo>
                  <a:pt x="9075" y="11788"/>
                  <a:pt x="9094" y="11563"/>
                  <a:pt x="8958" y="11428"/>
                </a:cubicBezTo>
                <a:cubicBezTo>
                  <a:pt x="8927" y="11398"/>
                  <a:pt x="8227" y="10714"/>
                  <a:pt x="6698" y="9432"/>
                </a:cubicBezTo>
                <a:cubicBezTo>
                  <a:pt x="8257" y="8035"/>
                  <a:pt x="9642" y="5703"/>
                  <a:pt x="9734" y="4261"/>
                </a:cubicBezTo>
                <a:lnTo>
                  <a:pt x="9735" y="4262"/>
                </a:lnTo>
                <a:cubicBezTo>
                  <a:pt x="9863" y="2240"/>
                  <a:pt x="8693" y="874"/>
                  <a:pt x="7474" y="418"/>
                </a:cubicBezTo>
                <a:cubicBezTo>
                  <a:pt x="6375" y="6"/>
                  <a:pt x="4946" y="1"/>
                  <a:pt x="49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123" name="Google Shape;1123;p60"/>
          <p:cNvSpPr/>
          <p:nvPr/>
        </p:nvSpPr>
        <p:spPr>
          <a:xfrm>
            <a:off x="1566469" y="3888123"/>
            <a:ext cx="92194" cy="247519"/>
          </a:xfrm>
          <a:custGeom>
            <a:avLst/>
            <a:gdLst/>
            <a:ahLst/>
            <a:cxnLst/>
            <a:rect l="l" t="t" r="r" b="b"/>
            <a:pathLst>
              <a:path w="4917" h="13201" extrusionOk="0">
                <a:moveTo>
                  <a:pt x="2459" y="0"/>
                </a:moveTo>
                <a:cubicBezTo>
                  <a:pt x="2265" y="0"/>
                  <a:pt x="2072" y="144"/>
                  <a:pt x="2006" y="431"/>
                </a:cubicBezTo>
                <a:lnTo>
                  <a:pt x="1266" y="3656"/>
                </a:lnTo>
                <a:lnTo>
                  <a:pt x="3650" y="3656"/>
                </a:lnTo>
                <a:lnTo>
                  <a:pt x="2911" y="431"/>
                </a:lnTo>
                <a:cubicBezTo>
                  <a:pt x="2846" y="144"/>
                  <a:pt x="2652" y="0"/>
                  <a:pt x="2459" y="0"/>
                </a:cubicBezTo>
                <a:close/>
                <a:moveTo>
                  <a:pt x="619" y="4269"/>
                </a:moveTo>
                <a:cubicBezTo>
                  <a:pt x="502" y="4269"/>
                  <a:pt x="408" y="4363"/>
                  <a:pt x="408" y="4479"/>
                </a:cubicBezTo>
                <a:lnTo>
                  <a:pt x="408" y="4802"/>
                </a:lnTo>
                <a:cubicBezTo>
                  <a:pt x="408" y="4920"/>
                  <a:pt x="502" y="5014"/>
                  <a:pt x="619" y="5014"/>
                </a:cubicBezTo>
                <a:lnTo>
                  <a:pt x="4298" y="5014"/>
                </a:lnTo>
                <a:cubicBezTo>
                  <a:pt x="4416" y="5014"/>
                  <a:pt x="4510" y="4920"/>
                  <a:pt x="4510" y="4802"/>
                </a:cubicBezTo>
                <a:lnTo>
                  <a:pt x="4510" y="4479"/>
                </a:lnTo>
                <a:cubicBezTo>
                  <a:pt x="4510" y="4363"/>
                  <a:pt x="4416" y="4269"/>
                  <a:pt x="4298" y="4269"/>
                </a:cubicBezTo>
                <a:close/>
                <a:moveTo>
                  <a:pt x="4282" y="7984"/>
                </a:moveTo>
                <a:lnTo>
                  <a:pt x="4282" y="10168"/>
                </a:lnTo>
                <a:lnTo>
                  <a:pt x="635" y="10168"/>
                </a:lnTo>
                <a:lnTo>
                  <a:pt x="635" y="7984"/>
                </a:lnTo>
                <a:close/>
                <a:moveTo>
                  <a:pt x="693" y="5626"/>
                </a:moveTo>
                <a:lnTo>
                  <a:pt x="693" y="5895"/>
                </a:lnTo>
                <a:cubicBezTo>
                  <a:pt x="693" y="6091"/>
                  <a:pt x="603" y="6279"/>
                  <a:pt x="443" y="6390"/>
                </a:cubicBezTo>
                <a:cubicBezTo>
                  <a:pt x="166" y="6578"/>
                  <a:pt x="1" y="6892"/>
                  <a:pt x="1" y="7228"/>
                </a:cubicBezTo>
                <a:lnTo>
                  <a:pt x="1" y="12314"/>
                </a:lnTo>
                <a:cubicBezTo>
                  <a:pt x="1" y="12803"/>
                  <a:pt x="397" y="13201"/>
                  <a:pt x="888" y="13201"/>
                </a:cubicBezTo>
                <a:lnTo>
                  <a:pt x="4029" y="13201"/>
                </a:lnTo>
                <a:cubicBezTo>
                  <a:pt x="4519" y="13201"/>
                  <a:pt x="4917" y="12803"/>
                  <a:pt x="4917" y="12314"/>
                </a:cubicBezTo>
                <a:lnTo>
                  <a:pt x="4917" y="7228"/>
                </a:lnTo>
                <a:cubicBezTo>
                  <a:pt x="4917" y="6892"/>
                  <a:pt x="4751" y="6578"/>
                  <a:pt x="4474" y="6390"/>
                </a:cubicBezTo>
                <a:cubicBezTo>
                  <a:pt x="4314" y="6279"/>
                  <a:pt x="4225" y="6091"/>
                  <a:pt x="4225" y="5895"/>
                </a:cubicBezTo>
                <a:lnTo>
                  <a:pt x="4225" y="562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124" name="Google Shape;1124;p60"/>
          <p:cNvSpPr/>
          <p:nvPr/>
        </p:nvSpPr>
        <p:spPr>
          <a:xfrm>
            <a:off x="755701" y="3903656"/>
            <a:ext cx="210281" cy="216450"/>
          </a:xfrm>
          <a:custGeom>
            <a:avLst/>
            <a:gdLst/>
            <a:ahLst/>
            <a:cxnLst/>
            <a:rect l="l" t="t" r="r" b="b"/>
            <a:pathLst>
              <a:path w="11215" h="11544" extrusionOk="0">
                <a:moveTo>
                  <a:pt x="8710" y="678"/>
                </a:moveTo>
                <a:cubicBezTo>
                  <a:pt x="9583" y="678"/>
                  <a:pt x="10336" y="1387"/>
                  <a:pt x="10336" y="2308"/>
                </a:cubicBezTo>
                <a:lnTo>
                  <a:pt x="10336" y="4081"/>
                </a:lnTo>
                <a:lnTo>
                  <a:pt x="884" y="4081"/>
                </a:lnTo>
                <a:cubicBezTo>
                  <a:pt x="917" y="3362"/>
                  <a:pt x="1421" y="2751"/>
                  <a:pt x="2120" y="2579"/>
                </a:cubicBezTo>
                <a:lnTo>
                  <a:pt x="2119" y="2579"/>
                </a:lnTo>
                <a:lnTo>
                  <a:pt x="3024" y="2309"/>
                </a:lnTo>
                <a:cubicBezTo>
                  <a:pt x="3147" y="2482"/>
                  <a:pt x="3343" y="2579"/>
                  <a:pt x="3547" y="2579"/>
                </a:cubicBezTo>
                <a:cubicBezTo>
                  <a:pt x="3607" y="2579"/>
                  <a:pt x="3668" y="2571"/>
                  <a:pt x="3728" y="2553"/>
                </a:cubicBezTo>
                <a:lnTo>
                  <a:pt x="7126" y="1554"/>
                </a:lnTo>
                <a:cubicBezTo>
                  <a:pt x="7397" y="1475"/>
                  <a:pt x="7584" y="1227"/>
                  <a:pt x="7587" y="945"/>
                </a:cubicBezTo>
                <a:lnTo>
                  <a:pt x="8323" y="724"/>
                </a:lnTo>
                <a:cubicBezTo>
                  <a:pt x="8453" y="693"/>
                  <a:pt x="8583" y="678"/>
                  <a:pt x="8710" y="678"/>
                </a:cubicBezTo>
                <a:close/>
                <a:moveTo>
                  <a:pt x="10336" y="4693"/>
                </a:moveTo>
                <a:lnTo>
                  <a:pt x="10336" y="8469"/>
                </a:lnTo>
                <a:lnTo>
                  <a:pt x="881" y="8469"/>
                </a:lnTo>
                <a:lnTo>
                  <a:pt x="881" y="4693"/>
                </a:lnTo>
                <a:close/>
                <a:moveTo>
                  <a:pt x="6859" y="0"/>
                </a:moveTo>
                <a:cubicBezTo>
                  <a:pt x="6798" y="0"/>
                  <a:pt x="6736" y="9"/>
                  <a:pt x="6677" y="27"/>
                </a:cubicBezTo>
                <a:lnTo>
                  <a:pt x="3279" y="1024"/>
                </a:lnTo>
                <a:cubicBezTo>
                  <a:pt x="2974" y="1115"/>
                  <a:pt x="2781" y="1415"/>
                  <a:pt x="2824" y="1730"/>
                </a:cubicBezTo>
                <a:lnTo>
                  <a:pt x="1966" y="1987"/>
                </a:lnTo>
                <a:cubicBezTo>
                  <a:pt x="967" y="2236"/>
                  <a:pt x="267" y="3132"/>
                  <a:pt x="268" y="4161"/>
                </a:cubicBezTo>
                <a:lnTo>
                  <a:pt x="268" y="10937"/>
                </a:lnTo>
                <a:cubicBezTo>
                  <a:pt x="111" y="10962"/>
                  <a:pt x="0" y="11104"/>
                  <a:pt x="14" y="11263"/>
                </a:cubicBezTo>
                <a:cubicBezTo>
                  <a:pt x="27" y="11422"/>
                  <a:pt x="160" y="11544"/>
                  <a:pt x="320" y="11544"/>
                </a:cubicBezTo>
                <a:lnTo>
                  <a:pt x="830" y="11544"/>
                </a:lnTo>
                <a:cubicBezTo>
                  <a:pt x="989" y="11544"/>
                  <a:pt x="1122" y="11422"/>
                  <a:pt x="1135" y="11263"/>
                </a:cubicBezTo>
                <a:cubicBezTo>
                  <a:pt x="1148" y="11104"/>
                  <a:pt x="1037" y="10962"/>
                  <a:pt x="881" y="10937"/>
                </a:cubicBezTo>
                <a:lnTo>
                  <a:pt x="881" y="9083"/>
                </a:lnTo>
                <a:lnTo>
                  <a:pt x="10336" y="9083"/>
                </a:lnTo>
                <a:lnTo>
                  <a:pt x="10336" y="10937"/>
                </a:lnTo>
                <a:cubicBezTo>
                  <a:pt x="10178" y="10962"/>
                  <a:pt x="10067" y="11103"/>
                  <a:pt x="10079" y="11263"/>
                </a:cubicBezTo>
                <a:cubicBezTo>
                  <a:pt x="10092" y="11422"/>
                  <a:pt x="10225" y="11544"/>
                  <a:pt x="10385" y="11544"/>
                </a:cubicBezTo>
                <a:lnTo>
                  <a:pt x="10895" y="11544"/>
                </a:lnTo>
                <a:cubicBezTo>
                  <a:pt x="10896" y="11544"/>
                  <a:pt x="10897" y="11544"/>
                  <a:pt x="10898" y="11544"/>
                </a:cubicBezTo>
                <a:cubicBezTo>
                  <a:pt x="11055" y="11544"/>
                  <a:pt x="11187" y="11422"/>
                  <a:pt x="11201" y="11264"/>
                </a:cubicBezTo>
                <a:cubicBezTo>
                  <a:pt x="11215" y="11106"/>
                  <a:pt x="11105" y="10964"/>
                  <a:pt x="10948" y="10937"/>
                </a:cubicBezTo>
                <a:lnTo>
                  <a:pt x="10948" y="2308"/>
                </a:lnTo>
                <a:cubicBezTo>
                  <a:pt x="10948" y="1041"/>
                  <a:pt x="9913" y="66"/>
                  <a:pt x="8712" y="66"/>
                </a:cubicBezTo>
                <a:cubicBezTo>
                  <a:pt x="8534" y="66"/>
                  <a:pt x="8353" y="87"/>
                  <a:pt x="8170" y="132"/>
                </a:cubicBezTo>
                <a:lnTo>
                  <a:pt x="7431" y="353"/>
                </a:lnTo>
                <a:cubicBezTo>
                  <a:pt x="7321" y="137"/>
                  <a:pt x="7100" y="1"/>
                  <a:pt x="68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125" name="Google Shape;1125;p60"/>
          <p:cNvSpPr/>
          <p:nvPr/>
        </p:nvSpPr>
        <p:spPr>
          <a:xfrm>
            <a:off x="1148504" y="3928829"/>
            <a:ext cx="235444" cy="166106"/>
          </a:xfrm>
          <a:custGeom>
            <a:avLst/>
            <a:gdLst/>
            <a:ahLst/>
            <a:cxnLst/>
            <a:rect l="l" t="t" r="r" b="b"/>
            <a:pathLst>
              <a:path w="12557" h="8859" extrusionOk="0">
                <a:moveTo>
                  <a:pt x="796" y="0"/>
                </a:moveTo>
                <a:cubicBezTo>
                  <a:pt x="502" y="0"/>
                  <a:pt x="265" y="237"/>
                  <a:pt x="265" y="530"/>
                </a:cubicBezTo>
                <a:lnTo>
                  <a:pt x="265" y="571"/>
                </a:lnTo>
                <a:cubicBezTo>
                  <a:pt x="265" y="865"/>
                  <a:pt x="502" y="1102"/>
                  <a:pt x="796" y="1102"/>
                </a:cubicBezTo>
                <a:lnTo>
                  <a:pt x="3012" y="1102"/>
                </a:lnTo>
                <a:cubicBezTo>
                  <a:pt x="3305" y="1102"/>
                  <a:pt x="3543" y="865"/>
                  <a:pt x="3543" y="571"/>
                </a:cubicBezTo>
                <a:lnTo>
                  <a:pt x="3543" y="530"/>
                </a:lnTo>
                <a:cubicBezTo>
                  <a:pt x="3543" y="237"/>
                  <a:pt x="3305" y="0"/>
                  <a:pt x="3012" y="0"/>
                </a:cubicBezTo>
                <a:close/>
                <a:moveTo>
                  <a:pt x="8088" y="1163"/>
                </a:moveTo>
                <a:lnTo>
                  <a:pt x="8088" y="1388"/>
                </a:lnTo>
                <a:lnTo>
                  <a:pt x="4446" y="1388"/>
                </a:lnTo>
                <a:lnTo>
                  <a:pt x="4446" y="1163"/>
                </a:lnTo>
                <a:close/>
                <a:moveTo>
                  <a:pt x="9965" y="2899"/>
                </a:moveTo>
                <a:lnTo>
                  <a:pt x="6268" y="4378"/>
                </a:lnTo>
                <a:lnTo>
                  <a:pt x="2569" y="2899"/>
                </a:lnTo>
                <a:close/>
                <a:moveTo>
                  <a:pt x="6268" y="5037"/>
                </a:moveTo>
                <a:lnTo>
                  <a:pt x="8371" y="5879"/>
                </a:lnTo>
                <a:lnTo>
                  <a:pt x="4163" y="5879"/>
                </a:lnTo>
                <a:lnTo>
                  <a:pt x="6268" y="5037"/>
                </a:lnTo>
                <a:close/>
                <a:moveTo>
                  <a:pt x="1676" y="7388"/>
                </a:moveTo>
                <a:cubicBezTo>
                  <a:pt x="1896" y="7388"/>
                  <a:pt x="2107" y="7559"/>
                  <a:pt x="2107" y="7818"/>
                </a:cubicBezTo>
                <a:cubicBezTo>
                  <a:pt x="2107" y="8054"/>
                  <a:pt x="1915" y="8246"/>
                  <a:pt x="1679" y="8247"/>
                </a:cubicBezTo>
                <a:cubicBezTo>
                  <a:pt x="1297" y="8247"/>
                  <a:pt x="1106" y="7785"/>
                  <a:pt x="1376" y="7515"/>
                </a:cubicBezTo>
                <a:cubicBezTo>
                  <a:pt x="1463" y="7428"/>
                  <a:pt x="1570" y="7388"/>
                  <a:pt x="1676" y="7388"/>
                </a:cubicBezTo>
                <a:close/>
                <a:moveTo>
                  <a:pt x="10854" y="7389"/>
                </a:moveTo>
                <a:cubicBezTo>
                  <a:pt x="11074" y="7389"/>
                  <a:pt x="11286" y="7560"/>
                  <a:pt x="11285" y="7818"/>
                </a:cubicBezTo>
                <a:cubicBezTo>
                  <a:pt x="11285" y="8055"/>
                  <a:pt x="11093" y="8247"/>
                  <a:pt x="10857" y="8247"/>
                </a:cubicBezTo>
                <a:lnTo>
                  <a:pt x="10856" y="8247"/>
                </a:lnTo>
                <a:cubicBezTo>
                  <a:pt x="10475" y="8246"/>
                  <a:pt x="10284" y="7784"/>
                  <a:pt x="10554" y="7515"/>
                </a:cubicBezTo>
                <a:cubicBezTo>
                  <a:pt x="10641" y="7428"/>
                  <a:pt x="10748" y="7389"/>
                  <a:pt x="10854" y="7389"/>
                </a:cubicBezTo>
                <a:close/>
                <a:moveTo>
                  <a:pt x="4140" y="551"/>
                </a:moveTo>
                <a:cubicBezTo>
                  <a:pt x="3971" y="551"/>
                  <a:pt x="3833" y="688"/>
                  <a:pt x="3833" y="858"/>
                </a:cubicBezTo>
                <a:lnTo>
                  <a:pt x="3833" y="1388"/>
                </a:lnTo>
                <a:lnTo>
                  <a:pt x="745" y="1388"/>
                </a:lnTo>
                <a:cubicBezTo>
                  <a:pt x="331" y="1393"/>
                  <a:pt x="0" y="1730"/>
                  <a:pt x="0" y="2143"/>
                </a:cubicBezTo>
                <a:cubicBezTo>
                  <a:pt x="0" y="2556"/>
                  <a:pt x="331" y="2893"/>
                  <a:pt x="745" y="2899"/>
                </a:cubicBezTo>
                <a:lnTo>
                  <a:pt x="921" y="2899"/>
                </a:lnTo>
                <a:lnTo>
                  <a:pt x="5444" y="4707"/>
                </a:lnTo>
                <a:lnTo>
                  <a:pt x="2514" y="5879"/>
                </a:lnTo>
                <a:lnTo>
                  <a:pt x="1679" y="5879"/>
                </a:lnTo>
                <a:cubicBezTo>
                  <a:pt x="1679" y="5879"/>
                  <a:pt x="1678" y="5879"/>
                  <a:pt x="1677" y="5879"/>
                </a:cubicBezTo>
                <a:cubicBezTo>
                  <a:pt x="1508" y="5879"/>
                  <a:pt x="1373" y="6017"/>
                  <a:pt x="1373" y="6185"/>
                </a:cubicBezTo>
                <a:lnTo>
                  <a:pt x="1373" y="6823"/>
                </a:lnTo>
                <a:cubicBezTo>
                  <a:pt x="881" y="6975"/>
                  <a:pt x="573" y="7463"/>
                  <a:pt x="650" y="7972"/>
                </a:cubicBezTo>
                <a:cubicBezTo>
                  <a:pt x="727" y="8482"/>
                  <a:pt x="1163" y="8859"/>
                  <a:pt x="1679" y="8859"/>
                </a:cubicBezTo>
                <a:cubicBezTo>
                  <a:pt x="2194" y="8859"/>
                  <a:pt x="2631" y="8482"/>
                  <a:pt x="2708" y="7972"/>
                </a:cubicBezTo>
                <a:cubicBezTo>
                  <a:pt x="2785" y="7463"/>
                  <a:pt x="2477" y="6975"/>
                  <a:pt x="1985" y="6823"/>
                </a:cubicBezTo>
                <a:lnTo>
                  <a:pt x="1985" y="6491"/>
                </a:lnTo>
                <a:lnTo>
                  <a:pt x="10550" y="6491"/>
                </a:lnTo>
                <a:lnTo>
                  <a:pt x="10550" y="6823"/>
                </a:lnTo>
                <a:cubicBezTo>
                  <a:pt x="10057" y="6975"/>
                  <a:pt x="9750" y="7463"/>
                  <a:pt x="9827" y="7972"/>
                </a:cubicBezTo>
                <a:cubicBezTo>
                  <a:pt x="9903" y="8482"/>
                  <a:pt x="10341" y="8859"/>
                  <a:pt x="10856" y="8859"/>
                </a:cubicBezTo>
                <a:cubicBezTo>
                  <a:pt x="11371" y="8859"/>
                  <a:pt x="11809" y="8482"/>
                  <a:pt x="11886" y="7972"/>
                </a:cubicBezTo>
                <a:cubicBezTo>
                  <a:pt x="11962" y="7463"/>
                  <a:pt x="11655" y="6975"/>
                  <a:pt x="11162" y="6823"/>
                </a:cubicBezTo>
                <a:lnTo>
                  <a:pt x="11162" y="6185"/>
                </a:lnTo>
                <a:cubicBezTo>
                  <a:pt x="11162" y="6017"/>
                  <a:pt x="11026" y="5879"/>
                  <a:pt x="10858" y="5879"/>
                </a:cubicBezTo>
                <a:cubicBezTo>
                  <a:pt x="10858" y="5879"/>
                  <a:pt x="10857" y="5879"/>
                  <a:pt x="10856" y="5879"/>
                </a:cubicBezTo>
                <a:lnTo>
                  <a:pt x="10021" y="5879"/>
                </a:lnTo>
                <a:lnTo>
                  <a:pt x="7092" y="4707"/>
                </a:lnTo>
                <a:lnTo>
                  <a:pt x="11615" y="2899"/>
                </a:lnTo>
                <a:lnTo>
                  <a:pt x="11791" y="2899"/>
                </a:lnTo>
                <a:cubicBezTo>
                  <a:pt x="11794" y="2899"/>
                  <a:pt x="11798" y="2899"/>
                  <a:pt x="11801" y="2899"/>
                </a:cubicBezTo>
                <a:cubicBezTo>
                  <a:pt x="12217" y="2899"/>
                  <a:pt x="12556" y="2561"/>
                  <a:pt x="12556" y="2143"/>
                </a:cubicBezTo>
                <a:cubicBezTo>
                  <a:pt x="12556" y="1725"/>
                  <a:pt x="12217" y="1387"/>
                  <a:pt x="11801" y="1387"/>
                </a:cubicBezTo>
                <a:cubicBezTo>
                  <a:pt x="11798" y="1387"/>
                  <a:pt x="11794" y="1387"/>
                  <a:pt x="11791" y="1388"/>
                </a:cubicBezTo>
                <a:lnTo>
                  <a:pt x="8701" y="1388"/>
                </a:lnTo>
                <a:lnTo>
                  <a:pt x="8701" y="858"/>
                </a:lnTo>
                <a:cubicBezTo>
                  <a:pt x="8701" y="688"/>
                  <a:pt x="8564" y="551"/>
                  <a:pt x="8394" y="55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126" name="Google Shape;1126;p60"/>
          <p:cNvSpPr/>
          <p:nvPr/>
        </p:nvSpPr>
        <p:spPr>
          <a:xfrm>
            <a:off x="1841185" y="3899175"/>
            <a:ext cx="210713" cy="225413"/>
          </a:xfrm>
          <a:custGeom>
            <a:avLst/>
            <a:gdLst/>
            <a:ahLst/>
            <a:cxnLst/>
            <a:rect l="l" t="t" r="r" b="b"/>
            <a:pathLst>
              <a:path w="11238" h="12022" extrusionOk="0">
                <a:moveTo>
                  <a:pt x="3621" y="5652"/>
                </a:moveTo>
                <a:cubicBezTo>
                  <a:pt x="4325" y="5652"/>
                  <a:pt x="4900" y="6179"/>
                  <a:pt x="4900" y="6825"/>
                </a:cubicBezTo>
                <a:cubicBezTo>
                  <a:pt x="4900" y="7472"/>
                  <a:pt x="4325" y="7997"/>
                  <a:pt x="3621" y="7997"/>
                </a:cubicBezTo>
                <a:cubicBezTo>
                  <a:pt x="2916" y="7997"/>
                  <a:pt x="2343" y="7472"/>
                  <a:pt x="2343" y="6825"/>
                </a:cubicBezTo>
                <a:cubicBezTo>
                  <a:pt x="2343" y="6179"/>
                  <a:pt x="2916" y="5652"/>
                  <a:pt x="3621" y="5652"/>
                </a:cubicBezTo>
                <a:close/>
                <a:moveTo>
                  <a:pt x="7617" y="5652"/>
                </a:moveTo>
                <a:cubicBezTo>
                  <a:pt x="8322" y="5652"/>
                  <a:pt x="8895" y="6179"/>
                  <a:pt x="8895" y="6825"/>
                </a:cubicBezTo>
                <a:cubicBezTo>
                  <a:pt x="8895" y="7472"/>
                  <a:pt x="8322" y="7997"/>
                  <a:pt x="7617" y="7997"/>
                </a:cubicBezTo>
                <a:cubicBezTo>
                  <a:pt x="6913" y="7997"/>
                  <a:pt x="6338" y="7472"/>
                  <a:pt x="6338" y="6825"/>
                </a:cubicBezTo>
                <a:cubicBezTo>
                  <a:pt x="6338" y="6179"/>
                  <a:pt x="6913" y="5652"/>
                  <a:pt x="7617" y="5652"/>
                </a:cubicBezTo>
                <a:close/>
                <a:moveTo>
                  <a:pt x="5619" y="8467"/>
                </a:moveTo>
                <a:cubicBezTo>
                  <a:pt x="5676" y="8467"/>
                  <a:pt x="5734" y="8496"/>
                  <a:pt x="5765" y="8555"/>
                </a:cubicBezTo>
                <a:lnTo>
                  <a:pt x="6292" y="9541"/>
                </a:lnTo>
                <a:cubicBezTo>
                  <a:pt x="6352" y="9651"/>
                  <a:pt x="6271" y="9785"/>
                  <a:pt x="6146" y="9785"/>
                </a:cubicBezTo>
                <a:lnTo>
                  <a:pt x="5092" y="9785"/>
                </a:lnTo>
                <a:cubicBezTo>
                  <a:pt x="5091" y="9785"/>
                  <a:pt x="5091" y="9785"/>
                  <a:pt x="5090" y="9785"/>
                </a:cubicBezTo>
                <a:cubicBezTo>
                  <a:pt x="4966" y="9785"/>
                  <a:pt x="4886" y="9651"/>
                  <a:pt x="4946" y="9541"/>
                </a:cubicBezTo>
                <a:lnTo>
                  <a:pt x="5472" y="8555"/>
                </a:lnTo>
                <a:cubicBezTo>
                  <a:pt x="5504" y="8496"/>
                  <a:pt x="5561" y="8467"/>
                  <a:pt x="5619" y="8467"/>
                </a:cubicBezTo>
                <a:close/>
                <a:moveTo>
                  <a:pt x="5618" y="1"/>
                </a:moveTo>
                <a:lnTo>
                  <a:pt x="5618" y="2"/>
                </a:lnTo>
                <a:cubicBezTo>
                  <a:pt x="2522" y="2"/>
                  <a:pt x="2" y="2522"/>
                  <a:pt x="2" y="5619"/>
                </a:cubicBezTo>
                <a:cubicBezTo>
                  <a:pt x="0" y="6625"/>
                  <a:pt x="269" y="7613"/>
                  <a:pt x="782" y="8479"/>
                </a:cubicBezTo>
                <a:cubicBezTo>
                  <a:pt x="800" y="8258"/>
                  <a:pt x="835" y="8032"/>
                  <a:pt x="869" y="7806"/>
                </a:cubicBezTo>
                <a:lnTo>
                  <a:pt x="887" y="7693"/>
                </a:lnTo>
                <a:cubicBezTo>
                  <a:pt x="1029" y="6763"/>
                  <a:pt x="1093" y="6125"/>
                  <a:pt x="1109" y="5493"/>
                </a:cubicBezTo>
                <a:cubicBezTo>
                  <a:pt x="1123" y="4935"/>
                  <a:pt x="1100" y="4765"/>
                  <a:pt x="1098" y="4749"/>
                </a:cubicBezTo>
                <a:cubicBezTo>
                  <a:pt x="1070" y="4586"/>
                  <a:pt x="1179" y="4430"/>
                  <a:pt x="1343" y="4398"/>
                </a:cubicBezTo>
                <a:cubicBezTo>
                  <a:pt x="1362" y="4395"/>
                  <a:pt x="1381" y="4393"/>
                  <a:pt x="1400" y="4393"/>
                </a:cubicBezTo>
                <a:cubicBezTo>
                  <a:pt x="1541" y="4393"/>
                  <a:pt x="1668" y="4492"/>
                  <a:pt x="1699" y="4635"/>
                </a:cubicBezTo>
                <a:cubicBezTo>
                  <a:pt x="1708" y="4681"/>
                  <a:pt x="1737" y="4879"/>
                  <a:pt x="1721" y="5509"/>
                </a:cubicBezTo>
                <a:cubicBezTo>
                  <a:pt x="1705" y="6167"/>
                  <a:pt x="1638" y="6828"/>
                  <a:pt x="1492" y="7786"/>
                </a:cubicBezTo>
                <a:lnTo>
                  <a:pt x="1475" y="7901"/>
                </a:lnTo>
                <a:cubicBezTo>
                  <a:pt x="1326" y="8857"/>
                  <a:pt x="1283" y="9331"/>
                  <a:pt x="1886" y="9621"/>
                </a:cubicBezTo>
                <a:cubicBezTo>
                  <a:pt x="2131" y="9739"/>
                  <a:pt x="2369" y="9778"/>
                  <a:pt x="2578" y="9778"/>
                </a:cubicBezTo>
                <a:cubicBezTo>
                  <a:pt x="2986" y="9778"/>
                  <a:pt x="3282" y="9628"/>
                  <a:pt x="3286" y="9626"/>
                </a:cubicBezTo>
                <a:cubicBezTo>
                  <a:pt x="3332" y="9602"/>
                  <a:pt x="3380" y="9591"/>
                  <a:pt x="3428" y="9591"/>
                </a:cubicBezTo>
                <a:cubicBezTo>
                  <a:pt x="3538" y="9591"/>
                  <a:pt x="3644" y="9651"/>
                  <a:pt x="3699" y="9756"/>
                </a:cubicBezTo>
                <a:cubicBezTo>
                  <a:pt x="3777" y="9905"/>
                  <a:pt x="3720" y="10090"/>
                  <a:pt x="3569" y="10168"/>
                </a:cubicBezTo>
                <a:cubicBezTo>
                  <a:pt x="3544" y="10181"/>
                  <a:pt x="3147" y="10382"/>
                  <a:pt x="2598" y="10389"/>
                </a:cubicBezTo>
                <a:lnTo>
                  <a:pt x="2598" y="11716"/>
                </a:lnTo>
                <a:cubicBezTo>
                  <a:pt x="2598" y="11885"/>
                  <a:pt x="2734" y="12021"/>
                  <a:pt x="2903" y="12021"/>
                </a:cubicBezTo>
                <a:lnTo>
                  <a:pt x="3140" y="12021"/>
                </a:lnTo>
                <a:lnTo>
                  <a:pt x="3140" y="11481"/>
                </a:lnTo>
                <a:cubicBezTo>
                  <a:pt x="3140" y="11312"/>
                  <a:pt x="3278" y="11175"/>
                  <a:pt x="3447" y="11175"/>
                </a:cubicBezTo>
                <a:cubicBezTo>
                  <a:pt x="3616" y="11175"/>
                  <a:pt x="3753" y="11312"/>
                  <a:pt x="3753" y="11481"/>
                </a:cubicBezTo>
                <a:lnTo>
                  <a:pt x="3753" y="12020"/>
                </a:lnTo>
                <a:lnTo>
                  <a:pt x="4588" y="12020"/>
                </a:lnTo>
                <a:lnTo>
                  <a:pt x="4588" y="11481"/>
                </a:lnTo>
                <a:cubicBezTo>
                  <a:pt x="4592" y="11314"/>
                  <a:pt x="4729" y="11181"/>
                  <a:pt x="4895" y="11181"/>
                </a:cubicBezTo>
                <a:cubicBezTo>
                  <a:pt x="5061" y="11181"/>
                  <a:pt x="5198" y="11314"/>
                  <a:pt x="5201" y="11481"/>
                </a:cubicBezTo>
                <a:lnTo>
                  <a:pt x="5201" y="12020"/>
                </a:lnTo>
                <a:lnTo>
                  <a:pt x="6037" y="12020"/>
                </a:lnTo>
                <a:lnTo>
                  <a:pt x="6037" y="11481"/>
                </a:lnTo>
                <a:cubicBezTo>
                  <a:pt x="6037" y="11312"/>
                  <a:pt x="6173" y="11175"/>
                  <a:pt x="6342" y="11175"/>
                </a:cubicBezTo>
                <a:cubicBezTo>
                  <a:pt x="6511" y="11175"/>
                  <a:pt x="6649" y="11312"/>
                  <a:pt x="6649" y="11481"/>
                </a:cubicBezTo>
                <a:lnTo>
                  <a:pt x="6649" y="12020"/>
                </a:lnTo>
                <a:lnTo>
                  <a:pt x="7485" y="12020"/>
                </a:lnTo>
                <a:lnTo>
                  <a:pt x="7485" y="11481"/>
                </a:lnTo>
                <a:cubicBezTo>
                  <a:pt x="7488" y="11314"/>
                  <a:pt x="7624" y="11181"/>
                  <a:pt x="7791" y="11181"/>
                </a:cubicBezTo>
                <a:cubicBezTo>
                  <a:pt x="7957" y="11181"/>
                  <a:pt x="8093" y="11314"/>
                  <a:pt x="8098" y="11481"/>
                </a:cubicBezTo>
                <a:lnTo>
                  <a:pt x="8098" y="12020"/>
                </a:lnTo>
                <a:lnTo>
                  <a:pt x="8333" y="12020"/>
                </a:lnTo>
                <a:cubicBezTo>
                  <a:pt x="8502" y="12020"/>
                  <a:pt x="8639" y="11883"/>
                  <a:pt x="8639" y="11714"/>
                </a:cubicBezTo>
                <a:lnTo>
                  <a:pt x="8639" y="10388"/>
                </a:lnTo>
                <a:cubicBezTo>
                  <a:pt x="8091" y="10382"/>
                  <a:pt x="7694" y="10181"/>
                  <a:pt x="7669" y="10168"/>
                </a:cubicBezTo>
                <a:cubicBezTo>
                  <a:pt x="7521" y="10089"/>
                  <a:pt x="7463" y="9905"/>
                  <a:pt x="7540" y="9757"/>
                </a:cubicBezTo>
                <a:cubicBezTo>
                  <a:pt x="7595" y="9651"/>
                  <a:pt x="7702" y="9591"/>
                  <a:pt x="7813" y="9591"/>
                </a:cubicBezTo>
                <a:cubicBezTo>
                  <a:pt x="7859" y="9591"/>
                  <a:pt x="7906" y="9602"/>
                  <a:pt x="7950" y="9624"/>
                </a:cubicBezTo>
                <a:cubicBezTo>
                  <a:pt x="7971" y="9634"/>
                  <a:pt x="8262" y="9778"/>
                  <a:pt x="8660" y="9778"/>
                </a:cubicBezTo>
                <a:cubicBezTo>
                  <a:pt x="8869" y="9778"/>
                  <a:pt x="9107" y="9738"/>
                  <a:pt x="9352" y="9620"/>
                </a:cubicBezTo>
                <a:cubicBezTo>
                  <a:pt x="9955" y="9331"/>
                  <a:pt x="9910" y="8857"/>
                  <a:pt x="9763" y="7900"/>
                </a:cubicBezTo>
                <a:lnTo>
                  <a:pt x="9746" y="7785"/>
                </a:lnTo>
                <a:cubicBezTo>
                  <a:pt x="9600" y="6827"/>
                  <a:pt x="9533" y="6169"/>
                  <a:pt x="9517" y="5508"/>
                </a:cubicBezTo>
                <a:cubicBezTo>
                  <a:pt x="9501" y="4879"/>
                  <a:pt x="9530" y="4681"/>
                  <a:pt x="9539" y="4635"/>
                </a:cubicBezTo>
                <a:cubicBezTo>
                  <a:pt x="9567" y="4490"/>
                  <a:pt x="9696" y="4389"/>
                  <a:pt x="9839" y="4389"/>
                </a:cubicBezTo>
                <a:cubicBezTo>
                  <a:pt x="9858" y="4389"/>
                  <a:pt x="9877" y="4390"/>
                  <a:pt x="9896" y="4394"/>
                </a:cubicBezTo>
                <a:cubicBezTo>
                  <a:pt x="10061" y="4426"/>
                  <a:pt x="10170" y="4584"/>
                  <a:pt x="10140" y="4749"/>
                </a:cubicBezTo>
                <a:cubicBezTo>
                  <a:pt x="10138" y="4764"/>
                  <a:pt x="10115" y="4935"/>
                  <a:pt x="10129" y="5493"/>
                </a:cubicBezTo>
                <a:cubicBezTo>
                  <a:pt x="10145" y="6125"/>
                  <a:pt x="10209" y="6762"/>
                  <a:pt x="10350" y="7693"/>
                </a:cubicBezTo>
                <a:lnTo>
                  <a:pt x="10369" y="7806"/>
                </a:lnTo>
                <a:cubicBezTo>
                  <a:pt x="10403" y="8032"/>
                  <a:pt x="10438" y="8258"/>
                  <a:pt x="10456" y="8479"/>
                </a:cubicBezTo>
                <a:cubicBezTo>
                  <a:pt x="10969" y="7613"/>
                  <a:pt x="11238" y="6625"/>
                  <a:pt x="11235" y="5619"/>
                </a:cubicBezTo>
                <a:cubicBezTo>
                  <a:pt x="11235" y="2522"/>
                  <a:pt x="8716" y="1"/>
                  <a:pt x="561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127" name="Google Shape;1127;p60"/>
          <p:cNvSpPr/>
          <p:nvPr/>
        </p:nvSpPr>
        <p:spPr>
          <a:xfrm>
            <a:off x="2234419" y="3893635"/>
            <a:ext cx="233269" cy="236494"/>
          </a:xfrm>
          <a:custGeom>
            <a:avLst/>
            <a:gdLst/>
            <a:ahLst/>
            <a:cxnLst/>
            <a:rect l="l" t="t" r="r" b="b"/>
            <a:pathLst>
              <a:path w="12441" h="12613" extrusionOk="0">
                <a:moveTo>
                  <a:pt x="7561" y="1"/>
                </a:moveTo>
                <a:cubicBezTo>
                  <a:pt x="7298" y="1"/>
                  <a:pt x="7059" y="96"/>
                  <a:pt x="6886" y="267"/>
                </a:cubicBezTo>
                <a:lnTo>
                  <a:pt x="5366" y="1789"/>
                </a:lnTo>
                <a:cubicBezTo>
                  <a:pt x="5166" y="1989"/>
                  <a:pt x="5073" y="2271"/>
                  <a:pt x="5105" y="2582"/>
                </a:cubicBezTo>
                <a:cubicBezTo>
                  <a:pt x="5147" y="3003"/>
                  <a:pt x="5415" y="3422"/>
                  <a:pt x="5802" y="3678"/>
                </a:cubicBezTo>
                <a:lnTo>
                  <a:pt x="6967" y="4444"/>
                </a:lnTo>
                <a:lnTo>
                  <a:pt x="321" y="11090"/>
                </a:lnTo>
                <a:cubicBezTo>
                  <a:pt x="0" y="11411"/>
                  <a:pt x="0" y="11931"/>
                  <a:pt x="321" y="12252"/>
                </a:cubicBezTo>
                <a:lnTo>
                  <a:pt x="441" y="12372"/>
                </a:lnTo>
                <a:cubicBezTo>
                  <a:pt x="601" y="12532"/>
                  <a:pt x="811" y="12612"/>
                  <a:pt x="1022" y="12612"/>
                </a:cubicBezTo>
                <a:cubicBezTo>
                  <a:pt x="1232" y="12612"/>
                  <a:pt x="1442" y="12532"/>
                  <a:pt x="1603" y="12372"/>
                </a:cubicBezTo>
                <a:lnTo>
                  <a:pt x="8514" y="5461"/>
                </a:lnTo>
                <a:lnTo>
                  <a:pt x="10985" y="7087"/>
                </a:lnTo>
                <a:cubicBezTo>
                  <a:pt x="11179" y="7214"/>
                  <a:pt x="11387" y="7282"/>
                  <a:pt x="11586" y="7282"/>
                </a:cubicBezTo>
                <a:cubicBezTo>
                  <a:pt x="11887" y="7282"/>
                  <a:pt x="12148" y="7131"/>
                  <a:pt x="12285" y="6879"/>
                </a:cubicBezTo>
                <a:cubicBezTo>
                  <a:pt x="12440" y="6589"/>
                  <a:pt x="12403" y="6218"/>
                  <a:pt x="12185" y="5887"/>
                </a:cubicBezTo>
                <a:lnTo>
                  <a:pt x="8775" y="705"/>
                </a:lnTo>
                <a:cubicBezTo>
                  <a:pt x="8493" y="276"/>
                  <a:pt x="8017" y="1"/>
                  <a:pt x="75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128" name="Google Shape;1128;p60"/>
          <p:cNvSpPr/>
          <p:nvPr/>
        </p:nvSpPr>
        <p:spPr>
          <a:xfrm>
            <a:off x="2650210" y="3892612"/>
            <a:ext cx="249319" cy="238538"/>
          </a:xfrm>
          <a:custGeom>
            <a:avLst/>
            <a:gdLst/>
            <a:ahLst/>
            <a:cxnLst/>
            <a:rect l="l" t="t" r="r" b="b"/>
            <a:pathLst>
              <a:path w="13297" h="12722" extrusionOk="0">
                <a:moveTo>
                  <a:pt x="2352" y="1"/>
                </a:moveTo>
                <a:cubicBezTo>
                  <a:pt x="2182" y="1"/>
                  <a:pt x="2045" y="138"/>
                  <a:pt x="2045" y="307"/>
                </a:cubicBezTo>
                <a:lnTo>
                  <a:pt x="2045" y="2046"/>
                </a:lnTo>
                <a:lnTo>
                  <a:pt x="307" y="2046"/>
                </a:lnTo>
                <a:cubicBezTo>
                  <a:pt x="137" y="2046"/>
                  <a:pt x="0" y="2183"/>
                  <a:pt x="0" y="2351"/>
                </a:cubicBezTo>
                <a:lnTo>
                  <a:pt x="0" y="4138"/>
                </a:lnTo>
                <a:cubicBezTo>
                  <a:pt x="0" y="4307"/>
                  <a:pt x="137" y="4443"/>
                  <a:pt x="307" y="4443"/>
                </a:cubicBezTo>
                <a:lnTo>
                  <a:pt x="2045" y="4443"/>
                </a:lnTo>
                <a:lnTo>
                  <a:pt x="2045" y="6181"/>
                </a:lnTo>
                <a:cubicBezTo>
                  <a:pt x="2045" y="6351"/>
                  <a:pt x="2182" y="6488"/>
                  <a:pt x="2352" y="6488"/>
                </a:cubicBezTo>
                <a:lnTo>
                  <a:pt x="4138" y="6488"/>
                </a:lnTo>
                <a:cubicBezTo>
                  <a:pt x="4307" y="6488"/>
                  <a:pt x="4444" y="6351"/>
                  <a:pt x="4444" y="6181"/>
                </a:cubicBezTo>
                <a:lnTo>
                  <a:pt x="4444" y="4443"/>
                </a:lnTo>
                <a:lnTo>
                  <a:pt x="6181" y="4443"/>
                </a:lnTo>
                <a:cubicBezTo>
                  <a:pt x="6352" y="4443"/>
                  <a:pt x="6488" y="4307"/>
                  <a:pt x="6488" y="4138"/>
                </a:cubicBezTo>
                <a:lnTo>
                  <a:pt x="6488" y="2351"/>
                </a:lnTo>
                <a:cubicBezTo>
                  <a:pt x="6488" y="2183"/>
                  <a:pt x="6352" y="2046"/>
                  <a:pt x="6181" y="2046"/>
                </a:cubicBezTo>
                <a:lnTo>
                  <a:pt x="4444" y="2046"/>
                </a:lnTo>
                <a:lnTo>
                  <a:pt x="4444" y="307"/>
                </a:lnTo>
                <a:cubicBezTo>
                  <a:pt x="4444" y="138"/>
                  <a:pt x="4307" y="1"/>
                  <a:pt x="4138" y="1"/>
                </a:cubicBezTo>
                <a:close/>
                <a:moveTo>
                  <a:pt x="10770" y="815"/>
                </a:moveTo>
                <a:cubicBezTo>
                  <a:pt x="10769" y="815"/>
                  <a:pt x="10767" y="815"/>
                  <a:pt x="10765" y="815"/>
                </a:cubicBezTo>
                <a:cubicBezTo>
                  <a:pt x="10519" y="815"/>
                  <a:pt x="10288" y="931"/>
                  <a:pt x="10140" y="1127"/>
                </a:cubicBezTo>
                <a:lnTo>
                  <a:pt x="8370" y="3493"/>
                </a:lnTo>
                <a:cubicBezTo>
                  <a:pt x="8116" y="3834"/>
                  <a:pt x="8181" y="4317"/>
                  <a:pt x="8518" y="4579"/>
                </a:cubicBezTo>
                <a:lnTo>
                  <a:pt x="9692" y="5484"/>
                </a:lnTo>
                <a:cubicBezTo>
                  <a:pt x="9346" y="6294"/>
                  <a:pt x="8777" y="7104"/>
                  <a:pt x="7995" y="7897"/>
                </a:cubicBezTo>
                <a:cubicBezTo>
                  <a:pt x="7218" y="8687"/>
                  <a:pt x="6422" y="9264"/>
                  <a:pt x="5627" y="9615"/>
                </a:cubicBezTo>
                <a:lnTo>
                  <a:pt x="4746" y="8436"/>
                </a:lnTo>
                <a:cubicBezTo>
                  <a:pt x="4598" y="8240"/>
                  <a:pt x="4367" y="8124"/>
                  <a:pt x="4121" y="8124"/>
                </a:cubicBezTo>
                <a:cubicBezTo>
                  <a:pt x="4119" y="8124"/>
                  <a:pt x="4117" y="8124"/>
                  <a:pt x="4116" y="8124"/>
                </a:cubicBezTo>
                <a:cubicBezTo>
                  <a:pt x="3945" y="8124"/>
                  <a:pt x="3779" y="8181"/>
                  <a:pt x="3645" y="8286"/>
                </a:cubicBezTo>
                <a:lnTo>
                  <a:pt x="1317" y="10080"/>
                </a:lnTo>
                <a:cubicBezTo>
                  <a:pt x="980" y="10341"/>
                  <a:pt x="914" y="10824"/>
                  <a:pt x="1168" y="11166"/>
                </a:cubicBezTo>
                <a:lnTo>
                  <a:pt x="2184" y="12524"/>
                </a:lnTo>
                <a:cubicBezTo>
                  <a:pt x="2231" y="12593"/>
                  <a:pt x="2303" y="12641"/>
                  <a:pt x="2385" y="12655"/>
                </a:cubicBezTo>
                <a:cubicBezTo>
                  <a:pt x="2464" y="12674"/>
                  <a:pt x="2701" y="12721"/>
                  <a:pt x="3068" y="12721"/>
                </a:cubicBezTo>
                <a:cubicBezTo>
                  <a:pt x="4196" y="12721"/>
                  <a:pt x="6524" y="12281"/>
                  <a:pt x="9426" y="9336"/>
                </a:cubicBezTo>
                <a:cubicBezTo>
                  <a:pt x="13296" y="5408"/>
                  <a:pt x="12762" y="2494"/>
                  <a:pt x="12695" y="2197"/>
                </a:cubicBezTo>
                <a:cubicBezTo>
                  <a:pt x="12686" y="2149"/>
                  <a:pt x="12666" y="2104"/>
                  <a:pt x="12638" y="2065"/>
                </a:cubicBezTo>
                <a:cubicBezTo>
                  <a:pt x="12619" y="2041"/>
                  <a:pt x="12596" y="2019"/>
                  <a:pt x="12571" y="2001"/>
                </a:cubicBezTo>
                <a:lnTo>
                  <a:pt x="11242" y="977"/>
                </a:lnTo>
                <a:cubicBezTo>
                  <a:pt x="11107" y="872"/>
                  <a:pt x="10942" y="815"/>
                  <a:pt x="10770" y="81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129" name="Google Shape;1129;p60"/>
          <p:cNvSpPr/>
          <p:nvPr/>
        </p:nvSpPr>
        <p:spPr>
          <a:xfrm>
            <a:off x="3082050" y="3901856"/>
            <a:ext cx="136669" cy="220050"/>
          </a:xfrm>
          <a:custGeom>
            <a:avLst/>
            <a:gdLst/>
            <a:ahLst/>
            <a:cxnLst/>
            <a:rect l="l" t="t" r="r" b="b"/>
            <a:pathLst>
              <a:path w="7289" h="11736" extrusionOk="0">
                <a:moveTo>
                  <a:pt x="736" y="0"/>
                </a:moveTo>
                <a:cubicBezTo>
                  <a:pt x="330" y="0"/>
                  <a:pt x="1" y="329"/>
                  <a:pt x="0" y="735"/>
                </a:cubicBezTo>
                <a:lnTo>
                  <a:pt x="0" y="1300"/>
                </a:lnTo>
                <a:cubicBezTo>
                  <a:pt x="1" y="1706"/>
                  <a:pt x="330" y="2035"/>
                  <a:pt x="736" y="2035"/>
                </a:cubicBezTo>
                <a:lnTo>
                  <a:pt x="6553" y="2035"/>
                </a:lnTo>
                <a:cubicBezTo>
                  <a:pt x="6958" y="2035"/>
                  <a:pt x="7287" y="1706"/>
                  <a:pt x="7288" y="1300"/>
                </a:cubicBezTo>
                <a:lnTo>
                  <a:pt x="7288" y="735"/>
                </a:lnTo>
                <a:cubicBezTo>
                  <a:pt x="7287" y="329"/>
                  <a:pt x="6958" y="0"/>
                  <a:pt x="6553" y="0"/>
                </a:cubicBezTo>
                <a:close/>
                <a:moveTo>
                  <a:pt x="3046" y="5329"/>
                </a:moveTo>
                <a:cubicBezTo>
                  <a:pt x="2962" y="5329"/>
                  <a:pt x="2893" y="5397"/>
                  <a:pt x="2893" y="5482"/>
                </a:cubicBezTo>
                <a:lnTo>
                  <a:pt x="2893" y="6412"/>
                </a:lnTo>
                <a:lnTo>
                  <a:pt x="1963" y="6412"/>
                </a:lnTo>
                <a:cubicBezTo>
                  <a:pt x="1879" y="6412"/>
                  <a:pt x="1810" y="6481"/>
                  <a:pt x="1812" y="6566"/>
                </a:cubicBezTo>
                <a:lnTo>
                  <a:pt x="1812" y="7761"/>
                </a:lnTo>
                <a:cubicBezTo>
                  <a:pt x="1812" y="7845"/>
                  <a:pt x="1880" y="7914"/>
                  <a:pt x="1966" y="7914"/>
                </a:cubicBezTo>
                <a:lnTo>
                  <a:pt x="2893" y="7913"/>
                </a:lnTo>
                <a:lnTo>
                  <a:pt x="2893" y="8840"/>
                </a:lnTo>
                <a:cubicBezTo>
                  <a:pt x="2893" y="8925"/>
                  <a:pt x="2961" y="8994"/>
                  <a:pt x="3046" y="8994"/>
                </a:cubicBezTo>
                <a:lnTo>
                  <a:pt x="4241" y="8994"/>
                </a:lnTo>
                <a:cubicBezTo>
                  <a:pt x="4326" y="8994"/>
                  <a:pt x="4395" y="8925"/>
                  <a:pt x="4395" y="8840"/>
                </a:cubicBezTo>
                <a:lnTo>
                  <a:pt x="4395" y="7912"/>
                </a:lnTo>
                <a:lnTo>
                  <a:pt x="5324" y="7911"/>
                </a:lnTo>
                <a:cubicBezTo>
                  <a:pt x="5408" y="7911"/>
                  <a:pt x="5477" y="7842"/>
                  <a:pt x="5477" y="7758"/>
                </a:cubicBezTo>
                <a:lnTo>
                  <a:pt x="5476" y="6562"/>
                </a:lnTo>
                <a:cubicBezTo>
                  <a:pt x="5476" y="6477"/>
                  <a:pt x="5408" y="6409"/>
                  <a:pt x="5323" y="6409"/>
                </a:cubicBezTo>
                <a:lnTo>
                  <a:pt x="4395" y="6409"/>
                </a:lnTo>
                <a:lnTo>
                  <a:pt x="4395" y="5482"/>
                </a:lnTo>
                <a:cubicBezTo>
                  <a:pt x="4395" y="5397"/>
                  <a:pt x="4326" y="5329"/>
                  <a:pt x="4242" y="5329"/>
                </a:cubicBezTo>
                <a:close/>
                <a:moveTo>
                  <a:pt x="6094" y="5011"/>
                </a:moveTo>
                <a:lnTo>
                  <a:pt x="6094" y="9312"/>
                </a:lnTo>
                <a:lnTo>
                  <a:pt x="1194" y="9312"/>
                </a:lnTo>
                <a:lnTo>
                  <a:pt x="1194" y="5011"/>
                </a:lnTo>
                <a:close/>
                <a:moveTo>
                  <a:pt x="1360" y="2587"/>
                </a:moveTo>
                <a:cubicBezTo>
                  <a:pt x="974" y="2588"/>
                  <a:pt x="660" y="2901"/>
                  <a:pt x="660" y="3288"/>
                </a:cubicBezTo>
                <a:lnTo>
                  <a:pt x="660" y="11035"/>
                </a:lnTo>
                <a:cubicBezTo>
                  <a:pt x="660" y="11422"/>
                  <a:pt x="974" y="11735"/>
                  <a:pt x="1360" y="11736"/>
                </a:cubicBezTo>
                <a:lnTo>
                  <a:pt x="5929" y="11736"/>
                </a:lnTo>
                <a:cubicBezTo>
                  <a:pt x="6316" y="11735"/>
                  <a:pt x="6630" y="11422"/>
                  <a:pt x="6630" y="11035"/>
                </a:cubicBezTo>
                <a:lnTo>
                  <a:pt x="6630" y="3288"/>
                </a:lnTo>
                <a:cubicBezTo>
                  <a:pt x="6630" y="2900"/>
                  <a:pt x="6316" y="2588"/>
                  <a:pt x="5929" y="25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130" name="Google Shape;1130;p60"/>
          <p:cNvSpPr/>
          <p:nvPr/>
        </p:nvSpPr>
        <p:spPr>
          <a:xfrm>
            <a:off x="3401241" y="3892454"/>
            <a:ext cx="239494" cy="238856"/>
          </a:xfrm>
          <a:custGeom>
            <a:avLst/>
            <a:gdLst/>
            <a:ahLst/>
            <a:cxnLst/>
            <a:rect l="l" t="t" r="r" b="b"/>
            <a:pathLst>
              <a:path w="12773" h="12739" extrusionOk="0">
                <a:moveTo>
                  <a:pt x="9243" y="1937"/>
                </a:moveTo>
                <a:cubicBezTo>
                  <a:pt x="9422" y="1937"/>
                  <a:pt x="9601" y="2006"/>
                  <a:pt x="9737" y="2143"/>
                </a:cubicBezTo>
                <a:lnTo>
                  <a:pt x="10632" y="3037"/>
                </a:lnTo>
                <a:cubicBezTo>
                  <a:pt x="10904" y="3309"/>
                  <a:pt x="10904" y="3752"/>
                  <a:pt x="10632" y="4025"/>
                </a:cubicBezTo>
                <a:lnTo>
                  <a:pt x="10632" y="4024"/>
                </a:lnTo>
                <a:lnTo>
                  <a:pt x="7456" y="7202"/>
                </a:lnTo>
                <a:lnTo>
                  <a:pt x="7136" y="6884"/>
                </a:lnTo>
                <a:lnTo>
                  <a:pt x="9800" y="4221"/>
                </a:lnTo>
                <a:cubicBezTo>
                  <a:pt x="9919" y="4101"/>
                  <a:pt x="9919" y="3907"/>
                  <a:pt x="9800" y="3787"/>
                </a:cubicBezTo>
                <a:cubicBezTo>
                  <a:pt x="9790" y="3778"/>
                  <a:pt x="9780" y="3771"/>
                  <a:pt x="9771" y="3763"/>
                </a:cubicBezTo>
                <a:cubicBezTo>
                  <a:pt x="9763" y="3753"/>
                  <a:pt x="9755" y="3743"/>
                  <a:pt x="9747" y="3733"/>
                </a:cubicBezTo>
                <a:lnTo>
                  <a:pt x="9129" y="3117"/>
                </a:lnTo>
                <a:cubicBezTo>
                  <a:pt x="9070" y="3058"/>
                  <a:pt x="8991" y="3028"/>
                  <a:pt x="8913" y="3028"/>
                </a:cubicBezTo>
                <a:cubicBezTo>
                  <a:pt x="8834" y="3028"/>
                  <a:pt x="8756" y="3058"/>
                  <a:pt x="8696" y="3117"/>
                </a:cubicBezTo>
                <a:cubicBezTo>
                  <a:pt x="8577" y="3237"/>
                  <a:pt x="8577" y="3431"/>
                  <a:pt x="8696" y="3551"/>
                </a:cubicBezTo>
                <a:lnTo>
                  <a:pt x="9150" y="4004"/>
                </a:lnTo>
                <a:lnTo>
                  <a:pt x="8849" y="4306"/>
                </a:lnTo>
                <a:lnTo>
                  <a:pt x="8395" y="3852"/>
                </a:lnTo>
                <a:cubicBezTo>
                  <a:pt x="8335" y="3792"/>
                  <a:pt x="8256" y="3762"/>
                  <a:pt x="8178" y="3762"/>
                </a:cubicBezTo>
                <a:cubicBezTo>
                  <a:pt x="8100" y="3762"/>
                  <a:pt x="8021" y="3792"/>
                  <a:pt x="7962" y="3852"/>
                </a:cubicBezTo>
                <a:cubicBezTo>
                  <a:pt x="7842" y="3971"/>
                  <a:pt x="7842" y="4166"/>
                  <a:pt x="7962" y="4285"/>
                </a:cubicBezTo>
                <a:lnTo>
                  <a:pt x="8416" y="4739"/>
                </a:lnTo>
                <a:lnTo>
                  <a:pt x="8113" y="5040"/>
                </a:lnTo>
                <a:lnTo>
                  <a:pt x="7659" y="4587"/>
                </a:lnTo>
                <a:cubicBezTo>
                  <a:pt x="7600" y="4530"/>
                  <a:pt x="7524" y="4502"/>
                  <a:pt x="7448" y="4502"/>
                </a:cubicBezTo>
                <a:cubicBezTo>
                  <a:pt x="7369" y="4502"/>
                  <a:pt x="7291" y="4532"/>
                  <a:pt x="7232" y="4591"/>
                </a:cubicBezTo>
                <a:cubicBezTo>
                  <a:pt x="7113" y="4709"/>
                  <a:pt x="7111" y="4900"/>
                  <a:pt x="7227" y="5020"/>
                </a:cubicBezTo>
                <a:lnTo>
                  <a:pt x="7680" y="5474"/>
                </a:lnTo>
                <a:lnTo>
                  <a:pt x="7379" y="5775"/>
                </a:lnTo>
                <a:lnTo>
                  <a:pt x="6925" y="5322"/>
                </a:lnTo>
                <a:cubicBezTo>
                  <a:pt x="6865" y="5262"/>
                  <a:pt x="6787" y="5232"/>
                  <a:pt x="6709" y="5232"/>
                </a:cubicBezTo>
                <a:cubicBezTo>
                  <a:pt x="6631" y="5232"/>
                  <a:pt x="6552" y="5262"/>
                  <a:pt x="6493" y="5322"/>
                </a:cubicBezTo>
                <a:cubicBezTo>
                  <a:pt x="6373" y="5441"/>
                  <a:pt x="6373" y="5634"/>
                  <a:pt x="6493" y="5754"/>
                </a:cubicBezTo>
                <a:lnTo>
                  <a:pt x="6946" y="6208"/>
                </a:lnTo>
                <a:lnTo>
                  <a:pt x="6703" y="6451"/>
                </a:lnTo>
                <a:lnTo>
                  <a:pt x="5572" y="5320"/>
                </a:lnTo>
                <a:lnTo>
                  <a:pt x="8749" y="2143"/>
                </a:lnTo>
                <a:cubicBezTo>
                  <a:pt x="8885" y="2006"/>
                  <a:pt x="9064" y="1937"/>
                  <a:pt x="9243" y="1937"/>
                </a:cubicBezTo>
                <a:close/>
                <a:moveTo>
                  <a:pt x="12437" y="0"/>
                </a:moveTo>
                <a:cubicBezTo>
                  <a:pt x="12359" y="0"/>
                  <a:pt x="12281" y="30"/>
                  <a:pt x="12221" y="90"/>
                </a:cubicBezTo>
                <a:lnTo>
                  <a:pt x="10387" y="1924"/>
                </a:lnTo>
                <a:lnTo>
                  <a:pt x="10171" y="1708"/>
                </a:lnTo>
                <a:cubicBezTo>
                  <a:pt x="9914" y="1452"/>
                  <a:pt x="9579" y="1325"/>
                  <a:pt x="9243" y="1325"/>
                </a:cubicBezTo>
                <a:cubicBezTo>
                  <a:pt x="8908" y="1325"/>
                  <a:pt x="8572" y="1452"/>
                  <a:pt x="8316" y="1708"/>
                </a:cubicBezTo>
                <a:lnTo>
                  <a:pt x="2239" y="7788"/>
                </a:lnTo>
                <a:lnTo>
                  <a:pt x="1872" y="7423"/>
                </a:lnTo>
                <a:cubicBezTo>
                  <a:pt x="1779" y="7330"/>
                  <a:pt x="1657" y="7283"/>
                  <a:pt x="1536" y="7283"/>
                </a:cubicBezTo>
                <a:cubicBezTo>
                  <a:pt x="1414" y="7283"/>
                  <a:pt x="1293" y="7330"/>
                  <a:pt x="1200" y="7423"/>
                </a:cubicBezTo>
                <a:lnTo>
                  <a:pt x="1192" y="7431"/>
                </a:lnTo>
                <a:cubicBezTo>
                  <a:pt x="1007" y="7616"/>
                  <a:pt x="1007" y="7917"/>
                  <a:pt x="1192" y="8103"/>
                </a:cubicBezTo>
                <a:lnTo>
                  <a:pt x="1900" y="8811"/>
                </a:lnTo>
                <a:lnTo>
                  <a:pt x="900" y="9813"/>
                </a:lnTo>
                <a:lnTo>
                  <a:pt x="872" y="9785"/>
                </a:lnTo>
                <a:cubicBezTo>
                  <a:pt x="779" y="9692"/>
                  <a:pt x="656" y="9645"/>
                  <a:pt x="534" y="9645"/>
                </a:cubicBezTo>
                <a:cubicBezTo>
                  <a:pt x="411" y="9645"/>
                  <a:pt x="287" y="9692"/>
                  <a:pt x="194" y="9786"/>
                </a:cubicBezTo>
                <a:lnTo>
                  <a:pt x="187" y="9793"/>
                </a:lnTo>
                <a:cubicBezTo>
                  <a:pt x="1" y="9980"/>
                  <a:pt x="1" y="10283"/>
                  <a:pt x="187" y="10470"/>
                </a:cubicBezTo>
                <a:lnTo>
                  <a:pt x="2317" y="12599"/>
                </a:lnTo>
                <a:cubicBezTo>
                  <a:pt x="2410" y="12692"/>
                  <a:pt x="2532" y="12738"/>
                  <a:pt x="2655" y="12738"/>
                </a:cubicBezTo>
                <a:cubicBezTo>
                  <a:pt x="2778" y="12738"/>
                  <a:pt x="2900" y="12692"/>
                  <a:pt x="2994" y="12599"/>
                </a:cubicBezTo>
                <a:lnTo>
                  <a:pt x="3001" y="12591"/>
                </a:lnTo>
                <a:cubicBezTo>
                  <a:pt x="3188" y="12403"/>
                  <a:pt x="3188" y="12101"/>
                  <a:pt x="3001" y="11914"/>
                </a:cubicBezTo>
                <a:lnTo>
                  <a:pt x="2972" y="11885"/>
                </a:lnTo>
                <a:lnTo>
                  <a:pt x="3973" y="10884"/>
                </a:lnTo>
                <a:lnTo>
                  <a:pt x="4680" y="11590"/>
                </a:lnTo>
                <a:cubicBezTo>
                  <a:pt x="4773" y="11683"/>
                  <a:pt x="4894" y="11729"/>
                  <a:pt x="5016" y="11729"/>
                </a:cubicBezTo>
                <a:cubicBezTo>
                  <a:pt x="5138" y="11729"/>
                  <a:pt x="5260" y="11683"/>
                  <a:pt x="5353" y="11590"/>
                </a:cubicBezTo>
                <a:lnTo>
                  <a:pt x="5361" y="11583"/>
                </a:lnTo>
                <a:cubicBezTo>
                  <a:pt x="5546" y="11396"/>
                  <a:pt x="5546" y="11095"/>
                  <a:pt x="5361" y="10910"/>
                </a:cubicBezTo>
                <a:lnTo>
                  <a:pt x="4988" y="10538"/>
                </a:lnTo>
                <a:lnTo>
                  <a:pt x="11065" y="4458"/>
                </a:lnTo>
                <a:cubicBezTo>
                  <a:pt x="11576" y="3945"/>
                  <a:pt x="11576" y="3115"/>
                  <a:pt x="11065" y="2602"/>
                </a:cubicBezTo>
                <a:lnTo>
                  <a:pt x="10820" y="2356"/>
                </a:lnTo>
                <a:lnTo>
                  <a:pt x="12655" y="522"/>
                </a:lnTo>
                <a:cubicBezTo>
                  <a:pt x="12773" y="402"/>
                  <a:pt x="12773" y="209"/>
                  <a:pt x="12655" y="90"/>
                </a:cubicBezTo>
                <a:lnTo>
                  <a:pt x="12653" y="90"/>
                </a:lnTo>
                <a:cubicBezTo>
                  <a:pt x="12594" y="30"/>
                  <a:pt x="12516" y="0"/>
                  <a:pt x="1243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131" name="Google Shape;1131;p60"/>
          <p:cNvSpPr/>
          <p:nvPr/>
        </p:nvSpPr>
        <p:spPr>
          <a:xfrm>
            <a:off x="3823257" y="3901529"/>
            <a:ext cx="213431" cy="220706"/>
          </a:xfrm>
          <a:custGeom>
            <a:avLst/>
            <a:gdLst/>
            <a:ahLst/>
            <a:cxnLst/>
            <a:rect l="l" t="t" r="r" b="b"/>
            <a:pathLst>
              <a:path w="11383" h="11771" extrusionOk="0">
                <a:moveTo>
                  <a:pt x="9710" y="2"/>
                </a:moveTo>
                <a:cubicBezTo>
                  <a:pt x="9660" y="2"/>
                  <a:pt x="9609" y="14"/>
                  <a:pt x="9561" y="40"/>
                </a:cubicBezTo>
                <a:cubicBezTo>
                  <a:pt x="9414" y="122"/>
                  <a:pt x="9360" y="308"/>
                  <a:pt x="9443" y="457"/>
                </a:cubicBezTo>
                <a:lnTo>
                  <a:pt x="10610" y="2558"/>
                </a:lnTo>
                <a:cubicBezTo>
                  <a:pt x="10722" y="2759"/>
                  <a:pt x="10699" y="3009"/>
                  <a:pt x="10552" y="3187"/>
                </a:cubicBezTo>
                <a:lnTo>
                  <a:pt x="9673" y="4251"/>
                </a:lnTo>
                <a:cubicBezTo>
                  <a:pt x="9499" y="4461"/>
                  <a:pt x="9405" y="4724"/>
                  <a:pt x="9404" y="4998"/>
                </a:cubicBezTo>
                <a:lnTo>
                  <a:pt x="9404" y="11463"/>
                </a:lnTo>
                <a:cubicBezTo>
                  <a:pt x="9407" y="11630"/>
                  <a:pt x="9544" y="11762"/>
                  <a:pt x="9711" y="11762"/>
                </a:cubicBezTo>
                <a:cubicBezTo>
                  <a:pt x="9878" y="11762"/>
                  <a:pt x="10013" y="11630"/>
                  <a:pt x="10017" y="11463"/>
                </a:cubicBezTo>
                <a:lnTo>
                  <a:pt x="10017" y="4998"/>
                </a:lnTo>
                <a:cubicBezTo>
                  <a:pt x="10017" y="4867"/>
                  <a:pt x="10063" y="4740"/>
                  <a:pt x="10146" y="4640"/>
                </a:cubicBezTo>
                <a:lnTo>
                  <a:pt x="11025" y="3577"/>
                </a:lnTo>
                <a:cubicBezTo>
                  <a:pt x="11335" y="3206"/>
                  <a:pt x="11382" y="2682"/>
                  <a:pt x="11145" y="2260"/>
                </a:cubicBezTo>
                <a:lnTo>
                  <a:pt x="9978" y="159"/>
                </a:lnTo>
                <a:cubicBezTo>
                  <a:pt x="9922" y="59"/>
                  <a:pt x="9818" y="2"/>
                  <a:pt x="9710" y="2"/>
                </a:cubicBezTo>
                <a:close/>
                <a:moveTo>
                  <a:pt x="1474" y="1"/>
                </a:moveTo>
                <a:cubicBezTo>
                  <a:pt x="1165" y="1"/>
                  <a:pt x="858" y="104"/>
                  <a:pt x="607" y="305"/>
                </a:cubicBezTo>
                <a:cubicBezTo>
                  <a:pt x="190" y="638"/>
                  <a:pt x="1" y="1181"/>
                  <a:pt x="120" y="1700"/>
                </a:cubicBezTo>
                <a:cubicBezTo>
                  <a:pt x="240" y="2220"/>
                  <a:pt x="647" y="2625"/>
                  <a:pt x="1167" y="2744"/>
                </a:cubicBezTo>
                <a:lnTo>
                  <a:pt x="1167" y="11464"/>
                </a:lnTo>
                <a:cubicBezTo>
                  <a:pt x="1167" y="11633"/>
                  <a:pt x="1304" y="11770"/>
                  <a:pt x="1473" y="11770"/>
                </a:cubicBezTo>
                <a:cubicBezTo>
                  <a:pt x="1642" y="11770"/>
                  <a:pt x="1780" y="11633"/>
                  <a:pt x="1780" y="11464"/>
                </a:cubicBezTo>
                <a:lnTo>
                  <a:pt x="1780" y="2744"/>
                </a:lnTo>
                <a:cubicBezTo>
                  <a:pt x="2412" y="2599"/>
                  <a:pt x="2860" y="2038"/>
                  <a:pt x="2862" y="1390"/>
                </a:cubicBezTo>
                <a:cubicBezTo>
                  <a:pt x="2862" y="856"/>
                  <a:pt x="2556" y="370"/>
                  <a:pt x="2075" y="138"/>
                </a:cubicBezTo>
                <a:cubicBezTo>
                  <a:pt x="1884" y="46"/>
                  <a:pt x="1678" y="1"/>
                  <a:pt x="1474" y="1"/>
                </a:cubicBezTo>
                <a:close/>
                <a:moveTo>
                  <a:pt x="4863" y="1"/>
                </a:moveTo>
                <a:cubicBezTo>
                  <a:pt x="4694" y="1"/>
                  <a:pt x="4556" y="138"/>
                  <a:pt x="4556" y="307"/>
                </a:cubicBezTo>
                <a:lnTo>
                  <a:pt x="4556" y="2635"/>
                </a:lnTo>
                <a:cubicBezTo>
                  <a:pt x="4556" y="2804"/>
                  <a:pt x="4694" y="2942"/>
                  <a:pt x="4863" y="2942"/>
                </a:cubicBezTo>
                <a:lnTo>
                  <a:pt x="4997" y="2942"/>
                </a:lnTo>
                <a:lnTo>
                  <a:pt x="4562" y="5116"/>
                </a:lnTo>
                <a:cubicBezTo>
                  <a:pt x="4558" y="5136"/>
                  <a:pt x="4556" y="5156"/>
                  <a:pt x="4556" y="5176"/>
                </a:cubicBezTo>
                <a:lnTo>
                  <a:pt x="4556" y="11464"/>
                </a:lnTo>
                <a:cubicBezTo>
                  <a:pt x="4556" y="11633"/>
                  <a:pt x="4693" y="11770"/>
                  <a:pt x="4862" y="11770"/>
                </a:cubicBezTo>
                <a:lnTo>
                  <a:pt x="6087" y="11770"/>
                </a:lnTo>
                <a:cubicBezTo>
                  <a:pt x="6256" y="11770"/>
                  <a:pt x="6393" y="11633"/>
                  <a:pt x="6393" y="11464"/>
                </a:cubicBezTo>
                <a:lnTo>
                  <a:pt x="6393" y="5176"/>
                </a:lnTo>
                <a:cubicBezTo>
                  <a:pt x="6394" y="5156"/>
                  <a:pt x="6391" y="5136"/>
                  <a:pt x="6388" y="5116"/>
                </a:cubicBezTo>
                <a:lnTo>
                  <a:pt x="5952" y="2942"/>
                </a:lnTo>
                <a:lnTo>
                  <a:pt x="6378" y="2942"/>
                </a:lnTo>
                <a:cubicBezTo>
                  <a:pt x="7068" y="2940"/>
                  <a:pt x="7664" y="2454"/>
                  <a:pt x="7803" y="1777"/>
                </a:cubicBezTo>
                <a:lnTo>
                  <a:pt x="8659" y="1777"/>
                </a:lnTo>
                <a:cubicBezTo>
                  <a:pt x="8828" y="1777"/>
                  <a:pt x="8965" y="1640"/>
                  <a:pt x="8965" y="1471"/>
                </a:cubicBezTo>
                <a:cubicBezTo>
                  <a:pt x="8965" y="1302"/>
                  <a:pt x="8828" y="1166"/>
                  <a:pt x="8659" y="1166"/>
                </a:cubicBezTo>
                <a:lnTo>
                  <a:pt x="8659" y="1165"/>
                </a:lnTo>
                <a:lnTo>
                  <a:pt x="7803" y="1165"/>
                </a:lnTo>
                <a:cubicBezTo>
                  <a:pt x="7664" y="489"/>
                  <a:pt x="7068" y="2"/>
                  <a:pt x="637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7" name="Google Shape;1507;p65"/>
          <p:cNvGrpSpPr/>
          <p:nvPr/>
        </p:nvGrpSpPr>
        <p:grpSpPr>
          <a:xfrm>
            <a:off x="559178" y="1519437"/>
            <a:ext cx="1869651" cy="1034907"/>
            <a:chOff x="2654821" y="2311071"/>
            <a:chExt cx="2279715" cy="1262120"/>
          </a:xfrm>
        </p:grpSpPr>
        <p:grpSp>
          <p:nvGrpSpPr>
            <p:cNvPr id="1508" name="Google Shape;1508;p65"/>
            <p:cNvGrpSpPr/>
            <p:nvPr/>
          </p:nvGrpSpPr>
          <p:grpSpPr>
            <a:xfrm>
              <a:off x="4034269" y="2840745"/>
              <a:ext cx="40212" cy="36437"/>
              <a:chOff x="4293400" y="2574725"/>
              <a:chExt cx="84425" cy="80100"/>
            </a:xfrm>
          </p:grpSpPr>
          <p:sp>
            <p:nvSpPr>
              <p:cNvPr id="1509" name="Google Shape;1509;p65"/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</p:sp>
          <p:sp>
            <p:nvSpPr>
              <p:cNvPr id="1510" name="Google Shape;1510;p65"/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</p:grpSp>
        <p:grpSp>
          <p:nvGrpSpPr>
            <p:cNvPr id="1511" name="Google Shape;1511;p65"/>
            <p:cNvGrpSpPr/>
            <p:nvPr/>
          </p:nvGrpSpPr>
          <p:grpSpPr>
            <a:xfrm>
              <a:off x="3894606" y="2334874"/>
              <a:ext cx="913198" cy="518984"/>
              <a:chOff x="4000175" y="1462675"/>
              <a:chExt cx="1917275" cy="1140875"/>
            </a:xfrm>
          </p:grpSpPr>
          <p:sp>
            <p:nvSpPr>
              <p:cNvPr id="1512" name="Google Shape;1512;p65"/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</p:sp>
          <p:grpSp>
            <p:nvGrpSpPr>
              <p:cNvPr id="1513" name="Google Shape;1513;p65"/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</p:grpSpPr>
            <p:sp>
              <p:nvSpPr>
                <p:cNvPr id="1514" name="Google Shape;1514;p65"/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</p:sp>
            <p:sp>
              <p:nvSpPr>
                <p:cNvPr id="1515" name="Google Shape;1515;p65"/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endParaRPr sz="1050"/>
                </a:p>
              </p:txBody>
            </p:sp>
            <p:sp>
              <p:nvSpPr>
                <p:cNvPr id="1516" name="Google Shape;1516;p65"/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endParaRPr sz="1050"/>
                </a:p>
              </p:txBody>
            </p:sp>
            <p:sp>
              <p:nvSpPr>
                <p:cNvPr id="1517" name="Google Shape;1517;p65"/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endParaRPr sz="1050"/>
                </a:p>
              </p:txBody>
            </p:sp>
            <p:sp>
              <p:nvSpPr>
                <p:cNvPr id="1518" name="Google Shape;1518;p65"/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endParaRPr sz="1050">
                    <a:solidFill>
                      <a:srgbClr val="A6CBC2"/>
                    </a:solidFill>
                  </a:endParaRPr>
                </a:p>
              </p:txBody>
            </p:sp>
            <p:sp>
              <p:nvSpPr>
                <p:cNvPr id="1519" name="Google Shape;1519;p65"/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endParaRPr sz="1050"/>
                </a:p>
              </p:txBody>
            </p:sp>
          </p:grpSp>
        </p:grpSp>
        <p:grpSp>
          <p:nvGrpSpPr>
            <p:cNvPr id="1520" name="Google Shape;1520;p65"/>
            <p:cNvGrpSpPr/>
            <p:nvPr/>
          </p:nvGrpSpPr>
          <p:grpSpPr>
            <a:xfrm>
              <a:off x="3875768" y="2846704"/>
              <a:ext cx="44796" cy="47366"/>
              <a:chOff x="3960625" y="2587825"/>
              <a:chExt cx="94050" cy="104125"/>
            </a:xfrm>
          </p:grpSpPr>
          <p:sp>
            <p:nvSpPr>
              <p:cNvPr id="1521" name="Google Shape;1521;p65"/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</p:sp>
          <p:sp>
            <p:nvSpPr>
              <p:cNvPr id="1522" name="Google Shape;1522;p65"/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</p:grpSp>
        <p:grpSp>
          <p:nvGrpSpPr>
            <p:cNvPr id="1523" name="Google Shape;1523;p65"/>
            <p:cNvGrpSpPr/>
            <p:nvPr/>
          </p:nvGrpSpPr>
          <p:grpSpPr>
            <a:xfrm>
              <a:off x="3782759" y="2807162"/>
              <a:ext cx="82686" cy="85487"/>
              <a:chOff x="3765350" y="2500900"/>
              <a:chExt cx="173600" cy="187925"/>
            </a:xfrm>
          </p:grpSpPr>
          <p:sp>
            <p:nvSpPr>
              <p:cNvPr id="1524" name="Google Shape;1524;p65"/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</p:sp>
          <p:sp>
            <p:nvSpPr>
              <p:cNvPr id="1525" name="Google Shape;1525;p65"/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526" name="Google Shape;1526;p65"/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527" name="Google Shape;1527;p65"/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528" name="Google Shape;1528;p65"/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529" name="Google Shape;1529;p65"/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</p:grpSp>
        <p:grpSp>
          <p:nvGrpSpPr>
            <p:cNvPr id="1530" name="Google Shape;1530;p65"/>
            <p:cNvGrpSpPr/>
            <p:nvPr/>
          </p:nvGrpSpPr>
          <p:grpSpPr>
            <a:xfrm>
              <a:off x="3775674" y="2798496"/>
              <a:ext cx="40545" cy="23564"/>
              <a:chOff x="3750475" y="2481850"/>
              <a:chExt cx="85125" cy="51800"/>
            </a:xfrm>
          </p:grpSpPr>
          <p:sp>
            <p:nvSpPr>
              <p:cNvPr id="1531" name="Google Shape;1531;p65"/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532" name="Google Shape;1532;p65"/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</p:sp>
        </p:grpSp>
        <p:grpSp>
          <p:nvGrpSpPr>
            <p:cNvPr id="1533" name="Google Shape;1533;p65"/>
            <p:cNvGrpSpPr/>
            <p:nvPr/>
          </p:nvGrpSpPr>
          <p:grpSpPr>
            <a:xfrm>
              <a:off x="3716946" y="2776024"/>
              <a:ext cx="81971" cy="76912"/>
              <a:chOff x="3627175" y="2432450"/>
              <a:chExt cx="172100" cy="169075"/>
            </a:xfrm>
          </p:grpSpPr>
          <p:sp>
            <p:nvSpPr>
              <p:cNvPr id="1534" name="Google Shape;1534;p65"/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535" name="Google Shape;1535;p65"/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</p:sp>
          <p:sp>
            <p:nvSpPr>
              <p:cNvPr id="1536" name="Google Shape;1536;p65"/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</p:sp>
        </p:grpSp>
        <p:grpSp>
          <p:nvGrpSpPr>
            <p:cNvPr id="1537" name="Google Shape;1537;p65"/>
            <p:cNvGrpSpPr/>
            <p:nvPr/>
          </p:nvGrpSpPr>
          <p:grpSpPr>
            <a:xfrm>
              <a:off x="3685682" y="2845624"/>
              <a:ext cx="29311" cy="45055"/>
              <a:chOff x="3561536" y="2585450"/>
              <a:chExt cx="61539" cy="99045"/>
            </a:xfrm>
          </p:grpSpPr>
          <p:sp>
            <p:nvSpPr>
              <p:cNvPr id="1538" name="Google Shape;1538;p65"/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539" name="Google Shape;1539;p65"/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</p:sp>
        </p:grpSp>
        <p:grpSp>
          <p:nvGrpSpPr>
            <p:cNvPr id="1540" name="Google Shape;1540;p65"/>
            <p:cNvGrpSpPr/>
            <p:nvPr/>
          </p:nvGrpSpPr>
          <p:grpSpPr>
            <a:xfrm>
              <a:off x="3849905" y="2572252"/>
              <a:ext cx="74339" cy="119559"/>
              <a:chOff x="3906325" y="1984500"/>
              <a:chExt cx="156075" cy="262825"/>
            </a:xfrm>
          </p:grpSpPr>
          <p:sp>
            <p:nvSpPr>
              <p:cNvPr id="1541" name="Google Shape;1541;p65"/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</p:sp>
          <p:sp>
            <p:nvSpPr>
              <p:cNvPr id="1542" name="Google Shape;1542;p65"/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</p:grpSp>
        <p:grpSp>
          <p:nvGrpSpPr>
            <p:cNvPr id="1543" name="Google Shape;1543;p65"/>
            <p:cNvGrpSpPr/>
            <p:nvPr/>
          </p:nvGrpSpPr>
          <p:grpSpPr>
            <a:xfrm>
              <a:off x="2654821" y="2414345"/>
              <a:ext cx="667570" cy="558731"/>
              <a:chOff x="1397225" y="1637375"/>
              <a:chExt cx="1401575" cy="1228250"/>
            </a:xfrm>
          </p:grpSpPr>
          <p:sp>
            <p:nvSpPr>
              <p:cNvPr id="1544" name="Google Shape;1544;p65"/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</p:sp>
          <p:grpSp>
            <p:nvGrpSpPr>
              <p:cNvPr id="1545" name="Google Shape;1545;p65"/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</p:grpSpPr>
            <p:sp>
              <p:nvSpPr>
                <p:cNvPr id="1546" name="Google Shape;1546;p65"/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endParaRPr sz="1050"/>
                </a:p>
              </p:txBody>
            </p:sp>
            <p:sp>
              <p:nvSpPr>
                <p:cNvPr id="1547" name="Google Shape;1547;p65"/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endParaRPr sz="1050"/>
                </a:p>
              </p:txBody>
            </p:sp>
          </p:grpSp>
        </p:grpSp>
        <p:grpSp>
          <p:nvGrpSpPr>
            <p:cNvPr id="1548" name="Google Shape;1548;p65"/>
            <p:cNvGrpSpPr/>
            <p:nvPr/>
          </p:nvGrpSpPr>
          <p:grpSpPr>
            <a:xfrm>
              <a:off x="3230417" y="3103734"/>
              <a:ext cx="282982" cy="280332"/>
              <a:chOff x="2605700" y="3152850"/>
              <a:chExt cx="594125" cy="616250"/>
            </a:xfrm>
          </p:grpSpPr>
          <p:sp>
            <p:nvSpPr>
              <p:cNvPr id="1549" name="Google Shape;1549;p65"/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</p:sp>
          <p:sp>
            <p:nvSpPr>
              <p:cNvPr id="1550" name="Google Shape;1550;p65"/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>
                  <a:solidFill>
                    <a:srgbClr val="FF6B65"/>
                  </a:solidFill>
                </a:endParaRPr>
              </a:p>
            </p:txBody>
          </p:sp>
        </p:grpSp>
        <p:grpSp>
          <p:nvGrpSpPr>
            <p:cNvPr id="1551" name="Google Shape;1551;p65"/>
            <p:cNvGrpSpPr/>
            <p:nvPr/>
          </p:nvGrpSpPr>
          <p:grpSpPr>
            <a:xfrm>
              <a:off x="3265985" y="3226989"/>
              <a:ext cx="87151" cy="346202"/>
              <a:chOff x="2680375" y="3423800"/>
              <a:chExt cx="182975" cy="761050"/>
            </a:xfrm>
          </p:grpSpPr>
          <p:sp>
            <p:nvSpPr>
              <p:cNvPr id="1552" name="Google Shape;1552;p65"/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</p:sp>
          <p:sp>
            <p:nvSpPr>
              <p:cNvPr id="1553" name="Google Shape;1553;p65"/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</p:grpSp>
        <p:grpSp>
          <p:nvGrpSpPr>
            <p:cNvPr id="1554" name="Google Shape;1554;p65"/>
            <p:cNvGrpSpPr/>
            <p:nvPr/>
          </p:nvGrpSpPr>
          <p:grpSpPr>
            <a:xfrm>
              <a:off x="3855466" y="3289811"/>
              <a:ext cx="112514" cy="94210"/>
              <a:chOff x="3918000" y="3561900"/>
              <a:chExt cx="236225" cy="207100"/>
            </a:xfrm>
          </p:grpSpPr>
          <p:sp>
            <p:nvSpPr>
              <p:cNvPr id="1555" name="Google Shape;1555;p65"/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</p:sp>
          <p:sp>
            <p:nvSpPr>
              <p:cNvPr id="1556" name="Google Shape;1556;p65"/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</p:grpSp>
        <p:sp>
          <p:nvSpPr>
            <p:cNvPr id="1557" name="Google Shape;1557;p65"/>
            <p:cNvSpPr/>
            <p:nvPr/>
          </p:nvSpPr>
          <p:spPr>
            <a:xfrm>
              <a:off x="3292646" y="3020419"/>
              <a:ext cx="18695" cy="5482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558" name="Google Shape;1558;p65"/>
            <p:cNvSpPr/>
            <p:nvPr/>
          </p:nvSpPr>
          <p:spPr>
            <a:xfrm>
              <a:off x="3260258" y="3010662"/>
              <a:ext cx="26423" cy="16661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559" name="Google Shape;1559;p65"/>
            <p:cNvSpPr/>
            <p:nvPr/>
          </p:nvSpPr>
          <p:spPr>
            <a:xfrm>
              <a:off x="3408744" y="2329870"/>
              <a:ext cx="289769" cy="354333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>
                <a:solidFill>
                  <a:srgbClr val="FF6B65"/>
                </a:solidFill>
              </a:endParaRPr>
            </a:p>
          </p:txBody>
        </p:sp>
        <p:grpSp>
          <p:nvGrpSpPr>
            <p:cNvPr id="1560" name="Google Shape;1560;p65"/>
            <p:cNvGrpSpPr/>
            <p:nvPr/>
          </p:nvGrpSpPr>
          <p:grpSpPr>
            <a:xfrm>
              <a:off x="2905224" y="2311071"/>
              <a:ext cx="596721" cy="528992"/>
              <a:chOff x="1922950" y="1410350"/>
              <a:chExt cx="1252825" cy="1162875"/>
            </a:xfrm>
          </p:grpSpPr>
          <p:sp>
            <p:nvSpPr>
              <p:cNvPr id="1561" name="Google Shape;1561;p65"/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562" name="Google Shape;1562;p65"/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563" name="Google Shape;1563;p65"/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564" name="Google Shape;1564;p65"/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565" name="Google Shape;1565;p65"/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566" name="Google Shape;1566;p65"/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567" name="Google Shape;1567;p65"/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568" name="Google Shape;1568;p65"/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569" name="Google Shape;1569;p65"/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570" name="Google Shape;1570;p65"/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571" name="Google Shape;1571;p65"/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572" name="Google Shape;1572;p65"/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573" name="Google Shape;1573;p65"/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574" name="Google Shape;1574;p65"/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575" name="Google Shape;1575;p65"/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576" name="Google Shape;1576;p65"/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>
                  <a:solidFill>
                    <a:srgbClr val="A6CBC2"/>
                  </a:solidFill>
                </a:endParaRPr>
              </a:p>
            </p:txBody>
          </p:sp>
        </p:grpSp>
        <p:sp>
          <p:nvSpPr>
            <p:cNvPr id="1577" name="Google Shape;1577;p65"/>
            <p:cNvSpPr/>
            <p:nvPr/>
          </p:nvSpPr>
          <p:spPr>
            <a:xfrm>
              <a:off x="3216902" y="3020658"/>
              <a:ext cx="15456" cy="5959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578" name="Google Shape;1578;p65"/>
            <p:cNvSpPr/>
            <p:nvPr/>
          </p:nvSpPr>
          <p:spPr>
            <a:xfrm>
              <a:off x="3243063" y="3010423"/>
              <a:ext cx="19695" cy="13340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579" name="Google Shape;1579;p65"/>
            <p:cNvSpPr/>
            <p:nvPr/>
          </p:nvSpPr>
          <p:spPr>
            <a:xfrm>
              <a:off x="3173297" y="2986859"/>
              <a:ext cx="73267" cy="24997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580" name="Google Shape;1580;p65"/>
            <p:cNvSpPr/>
            <p:nvPr/>
          </p:nvSpPr>
          <p:spPr>
            <a:xfrm>
              <a:off x="3371128" y="3527019"/>
              <a:ext cx="18695" cy="10247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581" name="Google Shape;1581;p65"/>
            <p:cNvSpPr/>
            <p:nvPr/>
          </p:nvSpPr>
          <p:spPr>
            <a:xfrm>
              <a:off x="3183264" y="3080853"/>
              <a:ext cx="38140" cy="16672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582" name="Google Shape;1582;p65"/>
            <p:cNvSpPr/>
            <p:nvPr/>
          </p:nvSpPr>
          <p:spPr>
            <a:xfrm>
              <a:off x="3163092" y="3070629"/>
              <a:ext cx="23172" cy="20709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583" name="Google Shape;1583;p65"/>
            <p:cNvSpPr/>
            <p:nvPr/>
          </p:nvSpPr>
          <p:spPr>
            <a:xfrm>
              <a:off x="3150875" y="3043494"/>
              <a:ext cx="32150" cy="30467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584" name="Google Shape;1584;p65"/>
            <p:cNvSpPr/>
            <p:nvPr/>
          </p:nvSpPr>
          <p:spPr>
            <a:xfrm>
              <a:off x="3140409" y="3037308"/>
              <a:ext cx="43617" cy="20948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585" name="Google Shape;1585;p65"/>
            <p:cNvSpPr/>
            <p:nvPr/>
          </p:nvSpPr>
          <p:spPr>
            <a:xfrm>
              <a:off x="3134431" y="3048737"/>
              <a:ext cx="17206" cy="9519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586" name="Google Shape;1586;p65"/>
            <p:cNvSpPr/>
            <p:nvPr/>
          </p:nvSpPr>
          <p:spPr>
            <a:xfrm>
              <a:off x="3142159" y="3021841"/>
              <a:ext cx="7978" cy="16672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587" name="Google Shape;1587;p65"/>
            <p:cNvSpPr/>
            <p:nvPr/>
          </p:nvSpPr>
          <p:spPr>
            <a:xfrm>
              <a:off x="3120487" y="3025651"/>
              <a:ext cx="28411" cy="28568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588" name="Google Shape;1588;p65"/>
            <p:cNvSpPr/>
            <p:nvPr/>
          </p:nvSpPr>
          <p:spPr>
            <a:xfrm>
              <a:off x="2965761" y="2909287"/>
              <a:ext cx="196343" cy="138983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589" name="Google Shape;1589;p65"/>
            <p:cNvSpPr/>
            <p:nvPr/>
          </p:nvSpPr>
          <p:spPr>
            <a:xfrm>
              <a:off x="3378594" y="3107749"/>
              <a:ext cx="19445" cy="26657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590" name="Google Shape;1590;p65"/>
            <p:cNvSpPr/>
            <p:nvPr/>
          </p:nvSpPr>
          <p:spPr>
            <a:xfrm>
              <a:off x="3354434" y="3105122"/>
              <a:ext cx="27661" cy="28807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591" name="Google Shape;1591;p65"/>
            <p:cNvSpPr/>
            <p:nvPr/>
          </p:nvSpPr>
          <p:spPr>
            <a:xfrm>
              <a:off x="3331012" y="3088711"/>
              <a:ext cx="34639" cy="49743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592" name="Google Shape;1592;p65"/>
            <p:cNvSpPr/>
            <p:nvPr/>
          </p:nvSpPr>
          <p:spPr>
            <a:xfrm>
              <a:off x="3250041" y="3063487"/>
              <a:ext cx="91450" cy="78538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593" name="Google Shape;1593;p65"/>
            <p:cNvSpPr/>
            <p:nvPr/>
          </p:nvSpPr>
          <p:spPr>
            <a:xfrm>
              <a:off x="3209425" y="3061815"/>
              <a:ext cx="82733" cy="112565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594" name="Google Shape;1594;p65"/>
            <p:cNvSpPr/>
            <p:nvPr/>
          </p:nvSpPr>
          <p:spPr>
            <a:xfrm>
              <a:off x="3195231" y="3136533"/>
              <a:ext cx="40867" cy="42852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595" name="Google Shape;1595;p65"/>
            <p:cNvSpPr/>
            <p:nvPr/>
          </p:nvSpPr>
          <p:spPr>
            <a:xfrm>
              <a:off x="3192980" y="3146290"/>
              <a:ext cx="88711" cy="124938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596" name="Google Shape;1596;p65"/>
            <p:cNvSpPr/>
            <p:nvPr/>
          </p:nvSpPr>
          <p:spPr>
            <a:xfrm>
              <a:off x="3275452" y="3211250"/>
              <a:ext cx="85722" cy="91389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>
                <a:solidFill>
                  <a:srgbClr val="FF6B65"/>
                </a:solidFill>
              </a:endParaRPr>
            </a:p>
          </p:txBody>
        </p:sp>
        <p:sp>
          <p:nvSpPr>
            <p:cNvPr id="1597" name="Google Shape;1597;p65"/>
            <p:cNvSpPr/>
            <p:nvPr/>
          </p:nvSpPr>
          <p:spPr>
            <a:xfrm>
              <a:off x="3327273" y="3275982"/>
              <a:ext cx="58811" cy="59262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>
                <a:solidFill>
                  <a:srgbClr val="A6CBC2"/>
                </a:solidFill>
              </a:endParaRPr>
            </a:p>
          </p:txBody>
        </p:sp>
        <p:sp>
          <p:nvSpPr>
            <p:cNvPr id="1598" name="Google Shape;1598;p65"/>
            <p:cNvSpPr/>
            <p:nvPr/>
          </p:nvSpPr>
          <p:spPr>
            <a:xfrm>
              <a:off x="3363150" y="3352838"/>
              <a:ext cx="34889" cy="37848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grpSp>
          <p:nvGrpSpPr>
            <p:cNvPr id="1599" name="Google Shape;1599;p65"/>
            <p:cNvGrpSpPr/>
            <p:nvPr/>
          </p:nvGrpSpPr>
          <p:grpSpPr>
            <a:xfrm>
              <a:off x="3280929" y="3294542"/>
              <a:ext cx="109894" cy="272224"/>
              <a:chOff x="2711750" y="3572300"/>
              <a:chExt cx="230725" cy="598425"/>
            </a:xfrm>
          </p:grpSpPr>
          <p:sp>
            <p:nvSpPr>
              <p:cNvPr id="1600" name="Google Shape;1600;p65"/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601" name="Google Shape;1601;p65"/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</p:grpSp>
        <p:sp>
          <p:nvSpPr>
            <p:cNvPr id="1602" name="Google Shape;1602;p65"/>
            <p:cNvSpPr/>
            <p:nvPr/>
          </p:nvSpPr>
          <p:spPr>
            <a:xfrm>
              <a:off x="4563295" y="2964728"/>
              <a:ext cx="12467" cy="27863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grpSp>
          <p:nvGrpSpPr>
            <p:cNvPr id="1603" name="Google Shape;1603;p65"/>
            <p:cNvGrpSpPr/>
            <p:nvPr/>
          </p:nvGrpSpPr>
          <p:grpSpPr>
            <a:xfrm>
              <a:off x="3790439" y="2408636"/>
              <a:ext cx="73017" cy="75684"/>
              <a:chOff x="3781475" y="1624825"/>
              <a:chExt cx="153300" cy="166375"/>
            </a:xfrm>
          </p:grpSpPr>
          <p:sp>
            <p:nvSpPr>
              <p:cNvPr id="1604" name="Google Shape;1604;p65"/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605" name="Google Shape;1605;p65"/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606" name="Google Shape;1606;p65"/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607" name="Google Shape;1607;p65"/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</p:grpSp>
        <p:sp>
          <p:nvSpPr>
            <p:cNvPr id="1608" name="Google Shape;1608;p65"/>
            <p:cNvSpPr/>
            <p:nvPr/>
          </p:nvSpPr>
          <p:spPr>
            <a:xfrm>
              <a:off x="4614379" y="2777935"/>
              <a:ext cx="83472" cy="1397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09" name="Google Shape;1609;p65"/>
            <p:cNvSpPr/>
            <p:nvPr/>
          </p:nvSpPr>
          <p:spPr>
            <a:xfrm>
              <a:off x="4580490" y="2850992"/>
              <a:ext cx="28661" cy="38087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10" name="Google Shape;1610;p65"/>
            <p:cNvSpPr/>
            <p:nvPr/>
          </p:nvSpPr>
          <p:spPr>
            <a:xfrm>
              <a:off x="4566534" y="2807208"/>
              <a:ext cx="32650" cy="53553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11" name="Google Shape;1611;p65"/>
            <p:cNvSpPr/>
            <p:nvPr/>
          </p:nvSpPr>
          <p:spPr>
            <a:xfrm>
              <a:off x="4301938" y="2737722"/>
              <a:ext cx="211787" cy="95438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12" name="Google Shape;1612;p65"/>
            <p:cNvSpPr/>
            <p:nvPr/>
          </p:nvSpPr>
          <p:spPr>
            <a:xfrm>
              <a:off x="4718522" y="3165089"/>
              <a:ext cx="67277" cy="54986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13" name="Google Shape;1613;p65"/>
            <p:cNvSpPr/>
            <p:nvPr/>
          </p:nvSpPr>
          <p:spPr>
            <a:xfrm>
              <a:off x="4567785" y="3016610"/>
              <a:ext cx="54822" cy="91389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14" name="Google Shape;1614;p65"/>
            <p:cNvSpPr/>
            <p:nvPr/>
          </p:nvSpPr>
          <p:spPr>
            <a:xfrm>
              <a:off x="4595934" y="3205063"/>
              <a:ext cx="26673" cy="13340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grpSp>
          <p:nvGrpSpPr>
            <p:cNvPr id="1615" name="Google Shape;1615;p65"/>
            <p:cNvGrpSpPr/>
            <p:nvPr/>
          </p:nvGrpSpPr>
          <p:grpSpPr>
            <a:xfrm>
              <a:off x="4403342" y="3107749"/>
              <a:ext cx="316680" cy="101374"/>
              <a:chOff x="5068275" y="3161675"/>
              <a:chExt cx="664875" cy="222850"/>
            </a:xfrm>
          </p:grpSpPr>
          <p:sp>
            <p:nvSpPr>
              <p:cNvPr id="1616" name="Google Shape;1616;p65"/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617" name="Google Shape;1617;p65"/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618" name="Google Shape;1618;p65"/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619" name="Google Shape;1619;p65"/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</p:grpSp>
        <p:sp>
          <p:nvSpPr>
            <p:cNvPr id="1620" name="Google Shape;1620;p65"/>
            <p:cNvSpPr/>
            <p:nvPr/>
          </p:nvSpPr>
          <p:spPr>
            <a:xfrm>
              <a:off x="4437231" y="3100607"/>
              <a:ext cx="29912" cy="3737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21" name="Google Shape;1621;p65"/>
            <p:cNvSpPr/>
            <p:nvPr/>
          </p:nvSpPr>
          <p:spPr>
            <a:xfrm>
              <a:off x="4503746" y="3099174"/>
              <a:ext cx="65289" cy="4213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22" name="Google Shape;1622;p65"/>
            <p:cNvSpPr/>
            <p:nvPr/>
          </p:nvSpPr>
          <p:spPr>
            <a:xfrm>
              <a:off x="4442708" y="2983061"/>
              <a:ext cx="56823" cy="104945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23" name="Google Shape;1623;p65"/>
            <p:cNvSpPr/>
            <p:nvPr/>
          </p:nvSpPr>
          <p:spPr>
            <a:xfrm>
              <a:off x="4450186" y="3045644"/>
              <a:ext cx="36139" cy="2975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24" name="Google Shape;1624;p65"/>
            <p:cNvSpPr/>
            <p:nvPr/>
          </p:nvSpPr>
          <p:spPr>
            <a:xfrm>
              <a:off x="4429753" y="2990191"/>
              <a:ext cx="55822" cy="61650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25" name="Google Shape;1625;p65"/>
            <p:cNvSpPr/>
            <p:nvPr/>
          </p:nvSpPr>
          <p:spPr>
            <a:xfrm>
              <a:off x="4413309" y="3004475"/>
              <a:ext cx="58061" cy="103285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26" name="Google Shape;1626;p65"/>
            <p:cNvSpPr/>
            <p:nvPr/>
          </p:nvSpPr>
          <p:spPr>
            <a:xfrm>
              <a:off x="4375443" y="2948079"/>
              <a:ext cx="61050" cy="131125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27" name="Google Shape;1627;p65"/>
            <p:cNvSpPr/>
            <p:nvPr/>
          </p:nvSpPr>
          <p:spPr>
            <a:xfrm>
              <a:off x="4343054" y="2959975"/>
              <a:ext cx="35389" cy="43557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28" name="Google Shape;1628;p65"/>
            <p:cNvSpPr/>
            <p:nvPr/>
          </p:nvSpPr>
          <p:spPr>
            <a:xfrm>
              <a:off x="3793178" y="2712975"/>
              <a:ext cx="26423" cy="3094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29" name="Google Shape;1629;p65"/>
            <p:cNvSpPr/>
            <p:nvPr/>
          </p:nvSpPr>
          <p:spPr>
            <a:xfrm>
              <a:off x="3772256" y="2560208"/>
              <a:ext cx="138282" cy="15349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30" name="Google Shape;1630;p65"/>
            <p:cNvSpPr/>
            <p:nvPr/>
          </p:nvSpPr>
          <p:spPr>
            <a:xfrm>
              <a:off x="3810372" y="2589242"/>
              <a:ext cx="68528" cy="147786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31" name="Google Shape;1631;p65"/>
            <p:cNvSpPr/>
            <p:nvPr/>
          </p:nvSpPr>
          <p:spPr>
            <a:xfrm>
              <a:off x="3883127" y="2693471"/>
              <a:ext cx="27411" cy="23803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32" name="Google Shape;1632;p65"/>
            <p:cNvSpPr/>
            <p:nvPr/>
          </p:nvSpPr>
          <p:spPr>
            <a:xfrm>
              <a:off x="3870422" y="2710598"/>
              <a:ext cx="43605" cy="22620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33" name="Google Shape;1633;p65"/>
            <p:cNvSpPr/>
            <p:nvPr/>
          </p:nvSpPr>
          <p:spPr>
            <a:xfrm>
              <a:off x="3871910" y="2726065"/>
              <a:ext cx="33901" cy="23803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34" name="Google Shape;1634;p65"/>
            <p:cNvSpPr/>
            <p:nvPr/>
          </p:nvSpPr>
          <p:spPr>
            <a:xfrm>
              <a:off x="3888104" y="2727737"/>
              <a:ext cx="57573" cy="42601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35" name="Google Shape;1635;p65"/>
            <p:cNvSpPr/>
            <p:nvPr/>
          </p:nvSpPr>
          <p:spPr>
            <a:xfrm>
              <a:off x="3848488" y="2796972"/>
              <a:ext cx="39628" cy="24519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36" name="Google Shape;1636;p65"/>
            <p:cNvSpPr/>
            <p:nvPr/>
          </p:nvSpPr>
          <p:spPr>
            <a:xfrm>
              <a:off x="3851727" y="2789842"/>
              <a:ext cx="34151" cy="14284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37" name="Google Shape;1637;p65"/>
            <p:cNvSpPr/>
            <p:nvPr/>
          </p:nvSpPr>
          <p:spPr>
            <a:xfrm>
              <a:off x="3869672" y="2845760"/>
              <a:ext cx="12967" cy="23803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38" name="Google Shape;1638;p65"/>
            <p:cNvSpPr/>
            <p:nvPr/>
          </p:nvSpPr>
          <p:spPr>
            <a:xfrm>
              <a:off x="3863444" y="2836958"/>
              <a:ext cx="12467" cy="15000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39" name="Google Shape;1639;p65"/>
            <p:cNvSpPr/>
            <p:nvPr/>
          </p:nvSpPr>
          <p:spPr>
            <a:xfrm>
              <a:off x="3844761" y="2824346"/>
              <a:ext cx="25923" cy="2166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40" name="Google Shape;1640;p65"/>
            <p:cNvSpPr/>
            <p:nvPr/>
          </p:nvSpPr>
          <p:spPr>
            <a:xfrm>
              <a:off x="3830555" y="2811734"/>
              <a:ext cx="20195" cy="12146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41" name="Google Shape;1641;p65"/>
            <p:cNvSpPr/>
            <p:nvPr/>
          </p:nvSpPr>
          <p:spPr>
            <a:xfrm>
              <a:off x="3804645" y="2793401"/>
              <a:ext cx="47594" cy="21903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42" name="Google Shape;1642;p65"/>
            <p:cNvSpPr/>
            <p:nvPr/>
          </p:nvSpPr>
          <p:spPr>
            <a:xfrm>
              <a:off x="3831556" y="2741054"/>
              <a:ext cx="63038" cy="50699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43" name="Google Shape;1643;p65"/>
            <p:cNvSpPr/>
            <p:nvPr/>
          </p:nvSpPr>
          <p:spPr>
            <a:xfrm>
              <a:off x="3819089" y="2776036"/>
              <a:ext cx="50345" cy="20948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44" name="Google Shape;1644;p65"/>
            <p:cNvSpPr/>
            <p:nvPr/>
          </p:nvSpPr>
          <p:spPr>
            <a:xfrm>
              <a:off x="3779972" y="2741293"/>
              <a:ext cx="57323" cy="65449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45" name="Google Shape;1645;p65"/>
            <p:cNvSpPr/>
            <p:nvPr/>
          </p:nvSpPr>
          <p:spPr>
            <a:xfrm>
              <a:off x="3764778" y="2755577"/>
              <a:ext cx="24672" cy="21426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46" name="Google Shape;1646;p65"/>
            <p:cNvSpPr/>
            <p:nvPr/>
          </p:nvSpPr>
          <p:spPr>
            <a:xfrm>
              <a:off x="3762540" y="2773181"/>
              <a:ext cx="19445" cy="15956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47" name="Google Shape;1647;p65"/>
            <p:cNvSpPr/>
            <p:nvPr/>
          </p:nvSpPr>
          <p:spPr>
            <a:xfrm>
              <a:off x="3779484" y="2783894"/>
              <a:ext cx="4739" cy="64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48" name="Google Shape;1648;p65"/>
            <p:cNvSpPr/>
            <p:nvPr/>
          </p:nvSpPr>
          <p:spPr>
            <a:xfrm>
              <a:off x="3681319" y="2737017"/>
              <a:ext cx="27661" cy="34982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grpSp>
          <p:nvGrpSpPr>
            <p:cNvPr id="1649" name="Google Shape;1649;p65"/>
            <p:cNvGrpSpPr/>
            <p:nvPr/>
          </p:nvGrpSpPr>
          <p:grpSpPr>
            <a:xfrm>
              <a:off x="3697513" y="2707266"/>
              <a:ext cx="59549" cy="79733"/>
              <a:chOff x="3586375" y="2281300"/>
              <a:chExt cx="125025" cy="175275"/>
            </a:xfrm>
          </p:grpSpPr>
          <p:sp>
            <p:nvSpPr>
              <p:cNvPr id="1650" name="Google Shape;1650;p65"/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651" name="Google Shape;1651;p65"/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</p:grpSp>
        <p:sp>
          <p:nvSpPr>
            <p:cNvPr id="1652" name="Google Shape;1652;p65"/>
            <p:cNvSpPr/>
            <p:nvPr/>
          </p:nvSpPr>
          <p:spPr>
            <a:xfrm>
              <a:off x="4037841" y="3224817"/>
              <a:ext cx="52333" cy="93527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grpSp>
          <p:nvGrpSpPr>
            <p:cNvPr id="1653" name="Google Shape;1653;p65"/>
            <p:cNvGrpSpPr/>
            <p:nvPr/>
          </p:nvGrpSpPr>
          <p:grpSpPr>
            <a:xfrm>
              <a:off x="4513224" y="3221724"/>
              <a:ext cx="274563" cy="280321"/>
              <a:chOff x="5298975" y="3412225"/>
              <a:chExt cx="576450" cy="616225"/>
            </a:xfrm>
          </p:grpSpPr>
          <p:sp>
            <p:nvSpPr>
              <p:cNvPr id="1654" name="Google Shape;1654;p65"/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>
                  <a:solidFill>
                    <a:srgbClr val="A6CBC2"/>
                  </a:solidFill>
                </a:endParaRPr>
              </a:p>
            </p:txBody>
          </p:sp>
          <p:sp>
            <p:nvSpPr>
              <p:cNvPr id="1655" name="Google Shape;1655;p65"/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</p:grpSp>
        <p:grpSp>
          <p:nvGrpSpPr>
            <p:cNvPr id="1656" name="Google Shape;1656;p65"/>
            <p:cNvGrpSpPr/>
            <p:nvPr/>
          </p:nvGrpSpPr>
          <p:grpSpPr>
            <a:xfrm>
              <a:off x="4824403" y="3421846"/>
              <a:ext cx="110132" cy="130647"/>
              <a:chOff x="5952300" y="3852150"/>
              <a:chExt cx="231225" cy="287200"/>
            </a:xfrm>
          </p:grpSpPr>
          <p:sp>
            <p:nvSpPr>
              <p:cNvPr id="1657" name="Google Shape;1657;p65"/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658" name="Google Shape;1658;p65"/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</p:grpSp>
        <p:sp>
          <p:nvSpPr>
            <p:cNvPr id="1659" name="Google Shape;1659;p65"/>
            <p:cNvSpPr/>
            <p:nvPr/>
          </p:nvSpPr>
          <p:spPr>
            <a:xfrm>
              <a:off x="3608564" y="2619698"/>
              <a:ext cx="60550" cy="35232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60" name="Google Shape;1660;p65"/>
            <p:cNvSpPr/>
            <p:nvPr/>
          </p:nvSpPr>
          <p:spPr>
            <a:xfrm>
              <a:off x="4188328" y="2704412"/>
              <a:ext cx="421823" cy="300791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61" name="Google Shape;1661;p65"/>
            <p:cNvSpPr/>
            <p:nvPr/>
          </p:nvSpPr>
          <p:spPr>
            <a:xfrm>
              <a:off x="4442708" y="2990191"/>
              <a:ext cx="762" cy="967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62" name="Google Shape;1662;p65"/>
            <p:cNvSpPr/>
            <p:nvPr/>
          </p:nvSpPr>
          <p:spPr>
            <a:xfrm>
              <a:off x="4434742" y="2997094"/>
              <a:ext cx="1250" cy="1205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63" name="Google Shape;1663;p65"/>
            <p:cNvSpPr/>
            <p:nvPr/>
          </p:nvSpPr>
          <p:spPr>
            <a:xfrm>
              <a:off x="4184339" y="2879787"/>
              <a:ext cx="2512" cy="728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64" name="Google Shape;1664;p65"/>
            <p:cNvSpPr/>
            <p:nvPr/>
          </p:nvSpPr>
          <p:spPr>
            <a:xfrm>
              <a:off x="4038591" y="2720356"/>
              <a:ext cx="260870" cy="130886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65" name="Google Shape;1665;p65"/>
            <p:cNvSpPr/>
            <p:nvPr/>
          </p:nvSpPr>
          <p:spPr>
            <a:xfrm>
              <a:off x="4105619" y="2816249"/>
              <a:ext cx="110383" cy="65688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66" name="Google Shape;1666;p65"/>
            <p:cNvSpPr/>
            <p:nvPr/>
          </p:nvSpPr>
          <p:spPr>
            <a:xfrm>
              <a:off x="4085936" y="2839096"/>
              <a:ext cx="98666" cy="59262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grpSp>
          <p:nvGrpSpPr>
            <p:cNvPr id="1667" name="Google Shape;1667;p65"/>
            <p:cNvGrpSpPr/>
            <p:nvPr/>
          </p:nvGrpSpPr>
          <p:grpSpPr>
            <a:xfrm>
              <a:off x="4295710" y="3079670"/>
              <a:ext cx="14968" cy="27135"/>
              <a:chOff x="4842300" y="3099950"/>
              <a:chExt cx="31425" cy="59650"/>
            </a:xfrm>
          </p:grpSpPr>
          <p:sp>
            <p:nvSpPr>
              <p:cNvPr id="1668" name="Google Shape;1668;p65"/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669" name="Google Shape;1669;p65"/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670" name="Google Shape;1670;p65"/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671" name="Google Shape;1671;p65"/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</p:grpSp>
        <p:sp>
          <p:nvSpPr>
            <p:cNvPr id="1672" name="Google Shape;1672;p65"/>
            <p:cNvSpPr/>
            <p:nvPr/>
          </p:nvSpPr>
          <p:spPr>
            <a:xfrm>
              <a:off x="4210500" y="2911903"/>
              <a:ext cx="193104" cy="180152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73" name="Google Shape;1673;p65"/>
            <p:cNvSpPr/>
            <p:nvPr/>
          </p:nvSpPr>
          <p:spPr>
            <a:xfrm>
              <a:off x="4286244" y="2933329"/>
              <a:ext cx="56823" cy="29034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74" name="Google Shape;1674;p65"/>
            <p:cNvSpPr/>
            <p:nvPr/>
          </p:nvSpPr>
          <p:spPr>
            <a:xfrm>
              <a:off x="4155440" y="2884541"/>
              <a:ext cx="95439" cy="100431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75" name="Google Shape;1675;p65"/>
            <p:cNvSpPr/>
            <p:nvPr/>
          </p:nvSpPr>
          <p:spPr>
            <a:xfrm>
              <a:off x="4148462" y="2870746"/>
              <a:ext cx="91200" cy="72579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76" name="Google Shape;1676;p65"/>
            <p:cNvSpPr/>
            <p:nvPr/>
          </p:nvSpPr>
          <p:spPr>
            <a:xfrm>
              <a:off x="3884115" y="2761763"/>
              <a:ext cx="113133" cy="67348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77" name="Google Shape;1677;p65"/>
            <p:cNvSpPr/>
            <p:nvPr/>
          </p:nvSpPr>
          <p:spPr>
            <a:xfrm>
              <a:off x="3912027" y="2795073"/>
              <a:ext cx="23684" cy="25236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78" name="Google Shape;1678;p65"/>
            <p:cNvSpPr/>
            <p:nvPr/>
          </p:nvSpPr>
          <p:spPr>
            <a:xfrm>
              <a:off x="3874161" y="2799361"/>
              <a:ext cx="60800" cy="37131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79" name="Google Shape;1679;p65"/>
            <p:cNvSpPr/>
            <p:nvPr/>
          </p:nvSpPr>
          <p:spPr>
            <a:xfrm>
              <a:off x="3889355" y="2831954"/>
              <a:ext cx="39878" cy="24041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grpSp>
          <p:nvGrpSpPr>
            <p:cNvPr id="1680" name="Google Shape;1680;p65"/>
            <p:cNvGrpSpPr/>
            <p:nvPr/>
          </p:nvGrpSpPr>
          <p:grpSpPr>
            <a:xfrm>
              <a:off x="3831056" y="2816010"/>
              <a:ext cx="37378" cy="27612"/>
              <a:chOff x="3866750" y="2520350"/>
              <a:chExt cx="78475" cy="60700"/>
            </a:xfrm>
          </p:grpSpPr>
          <p:sp>
            <p:nvSpPr>
              <p:cNvPr id="1681" name="Google Shape;1681;p65"/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682" name="Google Shape;1682;p65"/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683" name="Google Shape;1683;p65"/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684" name="Google Shape;1684;p65"/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</p:grpSp>
        <p:sp>
          <p:nvSpPr>
            <p:cNvPr id="1685" name="Google Shape;1685;p65"/>
            <p:cNvSpPr/>
            <p:nvPr/>
          </p:nvSpPr>
          <p:spPr>
            <a:xfrm>
              <a:off x="3799155" y="2842190"/>
              <a:ext cx="6990" cy="13340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86" name="Google Shape;1686;p65"/>
            <p:cNvSpPr/>
            <p:nvPr/>
          </p:nvSpPr>
          <p:spPr>
            <a:xfrm>
              <a:off x="3688535" y="2836242"/>
              <a:ext cx="76506" cy="61161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87" name="Google Shape;1687;p65"/>
            <p:cNvSpPr/>
            <p:nvPr/>
          </p:nvSpPr>
          <p:spPr>
            <a:xfrm>
              <a:off x="4036603" y="2865264"/>
              <a:ext cx="11967" cy="9064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88" name="Google Shape;1688;p65"/>
            <p:cNvSpPr/>
            <p:nvPr/>
          </p:nvSpPr>
          <p:spPr>
            <a:xfrm>
              <a:off x="4033614" y="2866458"/>
              <a:ext cx="140532" cy="108039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89" name="Google Shape;1689;p65"/>
            <p:cNvSpPr/>
            <p:nvPr/>
          </p:nvSpPr>
          <p:spPr>
            <a:xfrm>
              <a:off x="4026636" y="2853369"/>
              <a:ext cx="24672" cy="20004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90" name="Google Shape;1690;p65"/>
            <p:cNvSpPr/>
            <p:nvPr/>
          </p:nvSpPr>
          <p:spPr>
            <a:xfrm>
              <a:off x="3915766" y="2848615"/>
              <a:ext cx="124088" cy="48788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91" name="Google Shape;1691;p65"/>
            <p:cNvSpPr/>
            <p:nvPr/>
          </p:nvSpPr>
          <p:spPr>
            <a:xfrm>
              <a:off x="3914265" y="2848854"/>
              <a:ext cx="18945" cy="15956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92" name="Google Shape;1692;p65"/>
            <p:cNvSpPr/>
            <p:nvPr/>
          </p:nvSpPr>
          <p:spPr>
            <a:xfrm>
              <a:off x="4004703" y="2885735"/>
              <a:ext cx="66539" cy="61161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93" name="Google Shape;1693;p65"/>
            <p:cNvSpPr/>
            <p:nvPr/>
          </p:nvSpPr>
          <p:spPr>
            <a:xfrm>
              <a:off x="4059025" y="2939277"/>
              <a:ext cx="11967" cy="11668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94" name="Google Shape;1694;p65"/>
            <p:cNvSpPr/>
            <p:nvPr/>
          </p:nvSpPr>
          <p:spPr>
            <a:xfrm>
              <a:off x="3959359" y="2899768"/>
              <a:ext cx="15468" cy="8347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95" name="Google Shape;1695;p65"/>
            <p:cNvSpPr/>
            <p:nvPr/>
          </p:nvSpPr>
          <p:spPr>
            <a:xfrm>
              <a:off x="3982281" y="2887395"/>
              <a:ext cx="42867" cy="36426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96" name="Google Shape;1696;p65"/>
            <p:cNvSpPr/>
            <p:nvPr/>
          </p:nvSpPr>
          <p:spPr>
            <a:xfrm>
              <a:off x="3973565" y="2916668"/>
              <a:ext cx="10479" cy="29045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97" name="Google Shape;1697;p65"/>
            <p:cNvSpPr/>
            <p:nvPr/>
          </p:nvSpPr>
          <p:spPr>
            <a:xfrm>
              <a:off x="3982781" y="2916668"/>
              <a:ext cx="2751" cy="5959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98" name="Google Shape;1698;p65"/>
            <p:cNvSpPr/>
            <p:nvPr/>
          </p:nvSpPr>
          <p:spPr>
            <a:xfrm>
              <a:off x="3979792" y="2923093"/>
              <a:ext cx="3751" cy="8336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99" name="Google Shape;1699;p65"/>
            <p:cNvSpPr/>
            <p:nvPr/>
          </p:nvSpPr>
          <p:spPr>
            <a:xfrm>
              <a:off x="3979792" y="2907627"/>
              <a:ext cx="8978" cy="10713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00" name="Google Shape;1700;p65"/>
            <p:cNvSpPr/>
            <p:nvPr/>
          </p:nvSpPr>
          <p:spPr>
            <a:xfrm>
              <a:off x="3980292" y="2915952"/>
              <a:ext cx="27661" cy="32616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01" name="Google Shape;1701;p65"/>
            <p:cNvSpPr/>
            <p:nvPr/>
          </p:nvSpPr>
          <p:spPr>
            <a:xfrm>
              <a:off x="3979792" y="2924515"/>
              <a:ext cx="142521" cy="114714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>
                <a:solidFill>
                  <a:srgbClr val="FF6B65"/>
                </a:solidFill>
              </a:endParaRPr>
            </a:p>
          </p:txBody>
        </p:sp>
        <p:sp>
          <p:nvSpPr>
            <p:cNvPr id="1702" name="Google Shape;1702;p65"/>
            <p:cNvSpPr/>
            <p:nvPr/>
          </p:nvSpPr>
          <p:spPr>
            <a:xfrm>
              <a:off x="4089663" y="2967116"/>
              <a:ext cx="5251" cy="10952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03" name="Google Shape;1703;p65"/>
            <p:cNvSpPr/>
            <p:nvPr/>
          </p:nvSpPr>
          <p:spPr>
            <a:xfrm>
              <a:off x="4095152" y="2967833"/>
              <a:ext cx="32900" cy="24758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04" name="Google Shape;1704;p65"/>
            <p:cNvSpPr/>
            <p:nvPr/>
          </p:nvSpPr>
          <p:spPr>
            <a:xfrm>
              <a:off x="4101380" y="2973303"/>
              <a:ext cx="51583" cy="60684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05" name="Google Shape;1705;p65"/>
            <p:cNvSpPr/>
            <p:nvPr/>
          </p:nvSpPr>
          <p:spPr>
            <a:xfrm>
              <a:off x="4124802" y="2964728"/>
              <a:ext cx="2751" cy="5971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06" name="Google Shape;1706;p65"/>
            <p:cNvSpPr/>
            <p:nvPr/>
          </p:nvSpPr>
          <p:spPr>
            <a:xfrm>
              <a:off x="4037591" y="3015893"/>
              <a:ext cx="73267" cy="45456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07" name="Google Shape;1707;p65"/>
            <p:cNvSpPr/>
            <p:nvPr/>
          </p:nvSpPr>
          <p:spPr>
            <a:xfrm>
              <a:off x="3911526" y="2929280"/>
              <a:ext cx="85972" cy="69020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08" name="Google Shape;1708;p65"/>
            <p:cNvSpPr/>
            <p:nvPr/>
          </p:nvSpPr>
          <p:spPr>
            <a:xfrm>
              <a:off x="3896332" y="2997572"/>
              <a:ext cx="113621" cy="124461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09" name="Google Shape;1709;p65"/>
            <p:cNvSpPr/>
            <p:nvPr/>
          </p:nvSpPr>
          <p:spPr>
            <a:xfrm>
              <a:off x="3973815" y="3045871"/>
              <a:ext cx="104655" cy="75923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10" name="Google Shape;1710;p65"/>
            <p:cNvSpPr/>
            <p:nvPr/>
          </p:nvSpPr>
          <p:spPr>
            <a:xfrm>
              <a:off x="3996236" y="3024695"/>
              <a:ext cx="46106" cy="39042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11" name="Google Shape;1711;p65"/>
            <p:cNvSpPr/>
            <p:nvPr/>
          </p:nvSpPr>
          <p:spPr>
            <a:xfrm>
              <a:off x="4033614" y="3061110"/>
              <a:ext cx="10467" cy="11907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12" name="Google Shape;1712;p65"/>
            <p:cNvSpPr/>
            <p:nvPr/>
          </p:nvSpPr>
          <p:spPr>
            <a:xfrm>
              <a:off x="4029125" y="3065864"/>
              <a:ext cx="70516" cy="89240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13" name="Google Shape;1713;p65"/>
            <p:cNvSpPr/>
            <p:nvPr/>
          </p:nvSpPr>
          <p:spPr>
            <a:xfrm>
              <a:off x="3978054" y="3108693"/>
              <a:ext cx="57811" cy="66882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>
                <a:solidFill>
                  <a:srgbClr val="FF6B65"/>
                </a:solidFill>
              </a:endParaRPr>
            </a:p>
          </p:txBody>
        </p:sp>
        <p:sp>
          <p:nvSpPr>
            <p:cNvPr id="1714" name="Google Shape;1714;p65"/>
            <p:cNvSpPr/>
            <p:nvPr/>
          </p:nvSpPr>
          <p:spPr>
            <a:xfrm>
              <a:off x="3963598" y="3151999"/>
              <a:ext cx="5239" cy="11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15" name="Google Shape;1715;p65"/>
            <p:cNvSpPr/>
            <p:nvPr/>
          </p:nvSpPr>
          <p:spPr>
            <a:xfrm>
              <a:off x="3949392" y="3117029"/>
              <a:ext cx="39878" cy="37609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16" name="Google Shape;1716;p65"/>
            <p:cNvSpPr/>
            <p:nvPr/>
          </p:nvSpPr>
          <p:spPr>
            <a:xfrm>
              <a:off x="3845999" y="3071334"/>
              <a:ext cx="89711" cy="57841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17" name="Google Shape;1717;p65"/>
            <p:cNvSpPr/>
            <p:nvPr/>
          </p:nvSpPr>
          <p:spPr>
            <a:xfrm>
              <a:off x="3809372" y="2919523"/>
              <a:ext cx="106405" cy="94483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18" name="Google Shape;1718;p65"/>
            <p:cNvSpPr/>
            <p:nvPr/>
          </p:nvSpPr>
          <p:spPr>
            <a:xfrm>
              <a:off x="3795917" y="2888589"/>
              <a:ext cx="27173" cy="50699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19" name="Google Shape;1719;p65"/>
            <p:cNvSpPr/>
            <p:nvPr/>
          </p:nvSpPr>
          <p:spPr>
            <a:xfrm>
              <a:off x="3689035" y="2890250"/>
              <a:ext cx="138044" cy="127554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20" name="Google Shape;1720;p65"/>
            <p:cNvSpPr/>
            <p:nvPr/>
          </p:nvSpPr>
          <p:spPr>
            <a:xfrm>
              <a:off x="3661636" y="2898825"/>
              <a:ext cx="79733" cy="60206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21" name="Google Shape;1721;p65"/>
            <p:cNvSpPr/>
            <p:nvPr/>
          </p:nvSpPr>
          <p:spPr>
            <a:xfrm>
              <a:off x="3632974" y="2958780"/>
              <a:ext cx="56573" cy="43318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22" name="Google Shape;1722;p65"/>
            <p:cNvSpPr/>
            <p:nvPr/>
          </p:nvSpPr>
          <p:spPr>
            <a:xfrm>
              <a:off x="3632736" y="2960691"/>
              <a:ext cx="81233" cy="8543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23" name="Google Shape;1723;p65"/>
            <p:cNvSpPr/>
            <p:nvPr/>
          </p:nvSpPr>
          <p:spPr>
            <a:xfrm>
              <a:off x="3665125" y="2976874"/>
              <a:ext cx="112121" cy="99236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24" name="Google Shape;1724;p65"/>
            <p:cNvSpPr/>
            <p:nvPr/>
          </p:nvSpPr>
          <p:spPr>
            <a:xfrm>
              <a:off x="3712457" y="3043733"/>
              <a:ext cx="51833" cy="35948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25" name="Google Shape;1725;p65"/>
            <p:cNvSpPr/>
            <p:nvPr/>
          </p:nvSpPr>
          <p:spPr>
            <a:xfrm>
              <a:off x="3628997" y="3033259"/>
              <a:ext cx="44355" cy="30956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26" name="Google Shape;1726;p65"/>
            <p:cNvSpPr/>
            <p:nvPr/>
          </p:nvSpPr>
          <p:spPr>
            <a:xfrm>
              <a:off x="3633975" y="3059916"/>
              <a:ext cx="21195" cy="12146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grpSp>
          <p:nvGrpSpPr>
            <p:cNvPr id="1727" name="Google Shape;1727;p65"/>
            <p:cNvGrpSpPr/>
            <p:nvPr/>
          </p:nvGrpSpPr>
          <p:grpSpPr>
            <a:xfrm>
              <a:off x="3632736" y="3051591"/>
              <a:ext cx="63288" cy="45217"/>
              <a:chOff x="3450375" y="3038225"/>
              <a:chExt cx="132875" cy="99400"/>
            </a:xfrm>
          </p:grpSpPr>
          <p:sp>
            <p:nvSpPr>
              <p:cNvPr id="1728" name="Google Shape;1728;p65"/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1729" name="Google Shape;1729;p65"/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</p:grpSp>
        <p:sp>
          <p:nvSpPr>
            <p:cNvPr id="1730" name="Google Shape;1730;p65"/>
            <p:cNvSpPr/>
            <p:nvPr/>
          </p:nvSpPr>
          <p:spPr>
            <a:xfrm>
              <a:off x="3657897" y="3077759"/>
              <a:ext cx="19195" cy="21903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31" name="Google Shape;1731;p65"/>
            <p:cNvSpPr/>
            <p:nvPr/>
          </p:nvSpPr>
          <p:spPr>
            <a:xfrm>
              <a:off x="3670352" y="3087756"/>
              <a:ext cx="27911" cy="28568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32" name="Google Shape;1732;p65"/>
            <p:cNvSpPr/>
            <p:nvPr/>
          </p:nvSpPr>
          <p:spPr>
            <a:xfrm>
              <a:off x="3689785" y="3073722"/>
              <a:ext cx="42617" cy="42840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33" name="Google Shape;1733;p65"/>
            <p:cNvSpPr/>
            <p:nvPr/>
          </p:nvSpPr>
          <p:spPr>
            <a:xfrm>
              <a:off x="3726412" y="3070151"/>
              <a:ext cx="29161" cy="43557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34" name="Google Shape;1734;p65"/>
            <p:cNvSpPr/>
            <p:nvPr/>
          </p:nvSpPr>
          <p:spPr>
            <a:xfrm>
              <a:off x="3746846" y="3070151"/>
              <a:ext cx="13956" cy="35459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35" name="Google Shape;1735;p65"/>
            <p:cNvSpPr/>
            <p:nvPr/>
          </p:nvSpPr>
          <p:spPr>
            <a:xfrm>
              <a:off x="3754312" y="3061110"/>
              <a:ext cx="21445" cy="42840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36" name="Google Shape;1736;p65"/>
            <p:cNvSpPr/>
            <p:nvPr/>
          </p:nvSpPr>
          <p:spPr>
            <a:xfrm>
              <a:off x="3838283" y="2987337"/>
              <a:ext cx="71755" cy="108994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37" name="Google Shape;1737;p65"/>
            <p:cNvSpPr/>
            <p:nvPr/>
          </p:nvSpPr>
          <p:spPr>
            <a:xfrm>
              <a:off x="3829555" y="3057778"/>
              <a:ext cx="2251" cy="1194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38" name="Google Shape;1738;p65"/>
            <p:cNvSpPr/>
            <p:nvPr/>
          </p:nvSpPr>
          <p:spPr>
            <a:xfrm>
              <a:off x="3749584" y="2988770"/>
              <a:ext cx="104905" cy="77822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>
                <a:solidFill>
                  <a:srgbClr val="A6CBC2"/>
                </a:solidFill>
              </a:endParaRPr>
            </a:p>
          </p:txBody>
        </p:sp>
        <p:sp>
          <p:nvSpPr>
            <p:cNvPr id="1739" name="Google Shape;1739;p65"/>
            <p:cNvSpPr/>
            <p:nvPr/>
          </p:nvSpPr>
          <p:spPr>
            <a:xfrm>
              <a:off x="3767267" y="3053013"/>
              <a:ext cx="78744" cy="64493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40" name="Google Shape;1740;p65"/>
            <p:cNvSpPr/>
            <p:nvPr/>
          </p:nvSpPr>
          <p:spPr>
            <a:xfrm>
              <a:off x="3805645" y="3058722"/>
              <a:ext cx="52322" cy="74968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41" name="Google Shape;1741;p65"/>
            <p:cNvSpPr/>
            <p:nvPr/>
          </p:nvSpPr>
          <p:spPr>
            <a:xfrm>
              <a:off x="3805883" y="3130585"/>
              <a:ext cx="39378" cy="40702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42" name="Google Shape;1742;p65"/>
            <p:cNvSpPr/>
            <p:nvPr/>
          </p:nvSpPr>
          <p:spPr>
            <a:xfrm>
              <a:off x="3809622" y="3131301"/>
              <a:ext cx="13967" cy="8575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43" name="Google Shape;1743;p65"/>
            <p:cNvSpPr/>
            <p:nvPr/>
          </p:nvSpPr>
          <p:spPr>
            <a:xfrm>
              <a:off x="3822327" y="3120122"/>
              <a:ext cx="52834" cy="59023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44" name="Google Shape;1744;p65"/>
            <p:cNvSpPr/>
            <p:nvPr/>
          </p:nvSpPr>
          <p:spPr>
            <a:xfrm>
              <a:off x="3828067" y="3174369"/>
              <a:ext cx="7478" cy="9769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45" name="Google Shape;1745;p65"/>
            <p:cNvSpPr/>
            <p:nvPr/>
          </p:nvSpPr>
          <p:spPr>
            <a:xfrm>
              <a:off x="3947654" y="3151533"/>
              <a:ext cx="76994" cy="74956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46" name="Google Shape;1746;p65"/>
            <p:cNvSpPr/>
            <p:nvPr/>
          </p:nvSpPr>
          <p:spPr>
            <a:xfrm>
              <a:off x="3945415" y="3152954"/>
              <a:ext cx="13956" cy="10963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47" name="Google Shape;1747;p65"/>
            <p:cNvSpPr/>
            <p:nvPr/>
          </p:nvSpPr>
          <p:spPr>
            <a:xfrm>
              <a:off x="3945415" y="3159380"/>
              <a:ext cx="13706" cy="15956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48" name="Google Shape;1748;p65"/>
            <p:cNvSpPr/>
            <p:nvPr/>
          </p:nvSpPr>
          <p:spPr>
            <a:xfrm>
              <a:off x="3829055" y="3110126"/>
              <a:ext cx="131316" cy="124222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>
                <a:solidFill>
                  <a:srgbClr val="A6CBC2"/>
                </a:solidFill>
              </a:endParaRPr>
            </a:p>
          </p:txBody>
        </p:sp>
        <p:sp>
          <p:nvSpPr>
            <p:cNvPr id="1749" name="Google Shape;1749;p65"/>
            <p:cNvSpPr/>
            <p:nvPr/>
          </p:nvSpPr>
          <p:spPr>
            <a:xfrm>
              <a:off x="3970326" y="3207451"/>
              <a:ext cx="21934" cy="52837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50" name="Google Shape;1750;p65"/>
            <p:cNvSpPr/>
            <p:nvPr/>
          </p:nvSpPr>
          <p:spPr>
            <a:xfrm>
              <a:off x="3895082" y="3199593"/>
              <a:ext cx="81233" cy="66165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51" name="Google Shape;1751;p65"/>
            <p:cNvSpPr/>
            <p:nvPr/>
          </p:nvSpPr>
          <p:spPr>
            <a:xfrm>
              <a:off x="3824328" y="3184365"/>
              <a:ext cx="86210" cy="81393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52" name="Google Shape;1752;p65"/>
            <p:cNvSpPr/>
            <p:nvPr/>
          </p:nvSpPr>
          <p:spPr>
            <a:xfrm>
              <a:off x="3916754" y="3249086"/>
              <a:ext cx="53834" cy="46889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53" name="Google Shape;1753;p65"/>
            <p:cNvSpPr/>
            <p:nvPr/>
          </p:nvSpPr>
          <p:spPr>
            <a:xfrm>
              <a:off x="3879638" y="3263609"/>
              <a:ext cx="64539" cy="61639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54" name="Google Shape;1754;p65"/>
            <p:cNvSpPr/>
            <p:nvPr/>
          </p:nvSpPr>
          <p:spPr>
            <a:xfrm>
              <a:off x="3824578" y="3257889"/>
              <a:ext cx="92188" cy="82826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>
                <a:solidFill>
                  <a:srgbClr val="FF6B65"/>
                </a:solidFill>
              </a:endParaRPr>
            </a:p>
          </p:txBody>
        </p:sp>
        <p:sp>
          <p:nvSpPr>
            <p:cNvPr id="1755" name="Google Shape;1755;p65"/>
            <p:cNvSpPr/>
            <p:nvPr/>
          </p:nvSpPr>
          <p:spPr>
            <a:xfrm>
              <a:off x="3953131" y="3215060"/>
              <a:ext cx="71767" cy="110427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56" name="Google Shape;1756;p65"/>
            <p:cNvSpPr/>
            <p:nvPr/>
          </p:nvSpPr>
          <p:spPr>
            <a:xfrm>
              <a:off x="3951893" y="3317378"/>
              <a:ext cx="9978" cy="10724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57" name="Google Shape;1757;p65"/>
            <p:cNvSpPr/>
            <p:nvPr/>
          </p:nvSpPr>
          <p:spPr>
            <a:xfrm>
              <a:off x="3925232" y="3338554"/>
              <a:ext cx="15956" cy="1429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58" name="Google Shape;1758;p65"/>
            <p:cNvSpPr/>
            <p:nvPr/>
          </p:nvSpPr>
          <p:spPr>
            <a:xfrm>
              <a:off x="4226694" y="2879548"/>
              <a:ext cx="50095" cy="39508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59" name="Google Shape;1759;p65"/>
            <p:cNvSpPr/>
            <p:nvPr/>
          </p:nvSpPr>
          <p:spPr>
            <a:xfrm>
              <a:off x="4226694" y="2879548"/>
              <a:ext cx="50095" cy="39508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60" name="Google Shape;1760;p65"/>
            <p:cNvSpPr/>
            <p:nvPr/>
          </p:nvSpPr>
          <p:spPr>
            <a:xfrm>
              <a:off x="4014919" y="2846238"/>
              <a:ext cx="33651" cy="9053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61" name="Google Shape;1761;p65"/>
            <p:cNvSpPr/>
            <p:nvPr/>
          </p:nvSpPr>
          <p:spPr>
            <a:xfrm>
              <a:off x="4036853" y="2853608"/>
              <a:ext cx="1250" cy="1205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solidFill>
              <a:srgbClr val="5F7D95"/>
            </a:solidFill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62" name="Google Shape;1762;p65"/>
            <p:cNvSpPr/>
            <p:nvPr/>
          </p:nvSpPr>
          <p:spPr>
            <a:xfrm>
              <a:off x="4346543" y="2948318"/>
              <a:ext cx="21183" cy="11907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63" name="Google Shape;1763;p65"/>
            <p:cNvSpPr/>
            <p:nvPr/>
          </p:nvSpPr>
          <p:spPr>
            <a:xfrm>
              <a:off x="3878888" y="2847660"/>
              <a:ext cx="16706" cy="13579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64" name="Google Shape;1764;p65"/>
            <p:cNvSpPr/>
            <p:nvPr/>
          </p:nvSpPr>
          <p:spPr>
            <a:xfrm>
              <a:off x="3865182" y="2817204"/>
              <a:ext cx="27923" cy="34993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765" name="Google Shape;1765;p65"/>
          <p:cNvGrpSpPr/>
          <p:nvPr/>
        </p:nvGrpSpPr>
        <p:grpSpPr>
          <a:xfrm>
            <a:off x="2665598" y="1567942"/>
            <a:ext cx="1558637" cy="1024919"/>
            <a:chOff x="235800" y="830650"/>
            <a:chExt cx="6978450" cy="4588844"/>
          </a:xfrm>
        </p:grpSpPr>
        <p:sp>
          <p:nvSpPr>
            <p:cNvPr id="1766" name="Google Shape;1766;p65"/>
            <p:cNvSpPr/>
            <p:nvPr/>
          </p:nvSpPr>
          <p:spPr>
            <a:xfrm>
              <a:off x="235800" y="1224769"/>
              <a:ext cx="2592225" cy="4194725"/>
            </a:xfrm>
            <a:custGeom>
              <a:avLst/>
              <a:gdLst/>
              <a:ahLst/>
              <a:cxnLst/>
              <a:rect l="l" t="t" r="r" b="b"/>
              <a:pathLst>
                <a:path w="103689" h="167789" extrusionOk="0">
                  <a:moveTo>
                    <a:pt x="13807" y="0"/>
                  </a:moveTo>
                  <a:cubicBezTo>
                    <a:pt x="11526" y="0"/>
                    <a:pt x="9194" y="921"/>
                    <a:pt x="7431" y="2357"/>
                  </a:cubicBezTo>
                  <a:cubicBezTo>
                    <a:pt x="6418" y="3183"/>
                    <a:pt x="7559" y="5231"/>
                    <a:pt x="8433" y="6203"/>
                  </a:cubicBezTo>
                  <a:cubicBezTo>
                    <a:pt x="9308" y="7175"/>
                    <a:pt x="10393" y="8259"/>
                    <a:pt x="10189" y="9549"/>
                  </a:cubicBezTo>
                  <a:cubicBezTo>
                    <a:pt x="9355" y="9975"/>
                    <a:pt x="8287" y="10084"/>
                    <a:pt x="7292" y="10084"/>
                  </a:cubicBezTo>
                  <a:cubicBezTo>
                    <a:pt x="7024" y="10084"/>
                    <a:pt x="6762" y="10076"/>
                    <a:pt x="6511" y="10065"/>
                  </a:cubicBezTo>
                  <a:cubicBezTo>
                    <a:pt x="6102" y="10046"/>
                    <a:pt x="5686" y="9992"/>
                    <a:pt x="5277" y="9992"/>
                  </a:cubicBezTo>
                  <a:cubicBezTo>
                    <a:pt x="4990" y="9992"/>
                    <a:pt x="4705" y="10019"/>
                    <a:pt x="4430" y="10104"/>
                  </a:cubicBezTo>
                  <a:cubicBezTo>
                    <a:pt x="3763" y="10310"/>
                    <a:pt x="3182" y="11034"/>
                    <a:pt x="3440" y="11683"/>
                  </a:cubicBezTo>
                  <a:cubicBezTo>
                    <a:pt x="2981" y="12481"/>
                    <a:pt x="2431" y="12899"/>
                    <a:pt x="2962" y="13650"/>
                  </a:cubicBezTo>
                  <a:cubicBezTo>
                    <a:pt x="3377" y="14235"/>
                    <a:pt x="4081" y="14716"/>
                    <a:pt x="4076" y="15434"/>
                  </a:cubicBezTo>
                  <a:cubicBezTo>
                    <a:pt x="4071" y="16003"/>
                    <a:pt x="3591" y="16462"/>
                    <a:pt x="3082" y="16719"/>
                  </a:cubicBezTo>
                  <a:cubicBezTo>
                    <a:pt x="2572" y="16973"/>
                    <a:pt x="2000" y="17102"/>
                    <a:pt x="1518" y="17408"/>
                  </a:cubicBezTo>
                  <a:cubicBezTo>
                    <a:pt x="13" y="18366"/>
                    <a:pt x="0" y="20519"/>
                    <a:pt x="159" y="22295"/>
                  </a:cubicBezTo>
                  <a:cubicBezTo>
                    <a:pt x="1133" y="23491"/>
                    <a:pt x="1285" y="25550"/>
                    <a:pt x="817" y="27017"/>
                  </a:cubicBezTo>
                  <a:cubicBezTo>
                    <a:pt x="639" y="27577"/>
                    <a:pt x="351" y="28172"/>
                    <a:pt x="552" y="28724"/>
                  </a:cubicBezTo>
                  <a:cubicBezTo>
                    <a:pt x="782" y="29356"/>
                    <a:pt x="1526" y="29605"/>
                    <a:pt x="2177" y="29773"/>
                  </a:cubicBezTo>
                  <a:cubicBezTo>
                    <a:pt x="2891" y="29958"/>
                    <a:pt x="3669" y="30130"/>
                    <a:pt x="4408" y="30130"/>
                  </a:cubicBezTo>
                  <a:cubicBezTo>
                    <a:pt x="5109" y="30130"/>
                    <a:pt x="5775" y="29975"/>
                    <a:pt x="6314" y="29528"/>
                  </a:cubicBezTo>
                  <a:cubicBezTo>
                    <a:pt x="7583" y="28478"/>
                    <a:pt x="9157" y="28121"/>
                    <a:pt x="10834" y="28121"/>
                  </a:cubicBezTo>
                  <a:cubicBezTo>
                    <a:pt x="13016" y="28121"/>
                    <a:pt x="15374" y="28725"/>
                    <a:pt x="17464" y="29196"/>
                  </a:cubicBezTo>
                  <a:cubicBezTo>
                    <a:pt x="18740" y="29482"/>
                    <a:pt x="20083" y="29952"/>
                    <a:pt x="20830" y="31028"/>
                  </a:cubicBezTo>
                  <a:cubicBezTo>
                    <a:pt x="21824" y="32461"/>
                    <a:pt x="21400" y="34451"/>
                    <a:pt x="20580" y="35993"/>
                  </a:cubicBezTo>
                  <a:cubicBezTo>
                    <a:pt x="19762" y="37533"/>
                    <a:pt x="18587" y="38903"/>
                    <a:pt x="18068" y="40567"/>
                  </a:cubicBezTo>
                  <a:cubicBezTo>
                    <a:pt x="17582" y="42129"/>
                    <a:pt x="17717" y="43806"/>
                    <a:pt x="17859" y="45436"/>
                  </a:cubicBezTo>
                  <a:cubicBezTo>
                    <a:pt x="18032" y="47441"/>
                    <a:pt x="18242" y="49554"/>
                    <a:pt x="19405" y="51198"/>
                  </a:cubicBezTo>
                  <a:cubicBezTo>
                    <a:pt x="20624" y="52922"/>
                    <a:pt x="21392" y="55494"/>
                    <a:pt x="21294" y="57601"/>
                  </a:cubicBezTo>
                  <a:cubicBezTo>
                    <a:pt x="21216" y="59294"/>
                    <a:pt x="20619" y="60958"/>
                    <a:pt x="20775" y="62645"/>
                  </a:cubicBezTo>
                  <a:cubicBezTo>
                    <a:pt x="21057" y="65704"/>
                    <a:pt x="23699" y="67999"/>
                    <a:pt x="26397" y="69471"/>
                  </a:cubicBezTo>
                  <a:cubicBezTo>
                    <a:pt x="29219" y="71013"/>
                    <a:pt x="31651" y="73637"/>
                    <a:pt x="32623" y="76701"/>
                  </a:cubicBezTo>
                  <a:cubicBezTo>
                    <a:pt x="33112" y="78241"/>
                    <a:pt x="33257" y="79868"/>
                    <a:pt x="33688" y="81425"/>
                  </a:cubicBezTo>
                  <a:cubicBezTo>
                    <a:pt x="34432" y="84119"/>
                    <a:pt x="36051" y="86565"/>
                    <a:pt x="38239" y="88307"/>
                  </a:cubicBezTo>
                  <a:cubicBezTo>
                    <a:pt x="39834" y="89575"/>
                    <a:pt x="42451" y="90023"/>
                    <a:pt x="44455" y="90388"/>
                  </a:cubicBezTo>
                  <a:cubicBezTo>
                    <a:pt x="45495" y="90578"/>
                    <a:pt x="46617" y="90728"/>
                    <a:pt x="47400" y="91437"/>
                  </a:cubicBezTo>
                  <a:cubicBezTo>
                    <a:pt x="47762" y="91764"/>
                    <a:pt x="48023" y="92187"/>
                    <a:pt x="48369" y="92530"/>
                  </a:cubicBezTo>
                  <a:cubicBezTo>
                    <a:pt x="50044" y="94188"/>
                    <a:pt x="53127" y="93507"/>
                    <a:pt x="54821" y="95145"/>
                  </a:cubicBezTo>
                  <a:cubicBezTo>
                    <a:pt x="55259" y="95566"/>
                    <a:pt x="55558" y="96107"/>
                    <a:pt x="55941" y="96579"/>
                  </a:cubicBezTo>
                  <a:cubicBezTo>
                    <a:pt x="56887" y="97736"/>
                    <a:pt x="58370" y="98428"/>
                    <a:pt x="59861" y="98428"/>
                  </a:cubicBezTo>
                  <a:cubicBezTo>
                    <a:pt x="60003" y="98428"/>
                    <a:pt x="60145" y="98421"/>
                    <a:pt x="60286" y="98409"/>
                  </a:cubicBezTo>
                  <a:lnTo>
                    <a:pt x="60286" y="98409"/>
                  </a:lnTo>
                  <a:cubicBezTo>
                    <a:pt x="59905" y="99653"/>
                    <a:pt x="61397" y="101114"/>
                    <a:pt x="60936" y="102330"/>
                  </a:cubicBezTo>
                  <a:cubicBezTo>
                    <a:pt x="60565" y="103312"/>
                    <a:pt x="59445" y="103741"/>
                    <a:pt x="58674" y="104452"/>
                  </a:cubicBezTo>
                  <a:cubicBezTo>
                    <a:pt x="57337" y="105685"/>
                    <a:pt x="57129" y="107795"/>
                    <a:pt x="57705" y="109521"/>
                  </a:cubicBezTo>
                  <a:cubicBezTo>
                    <a:pt x="58282" y="111246"/>
                    <a:pt x="59498" y="112671"/>
                    <a:pt x="60717" y="114022"/>
                  </a:cubicBezTo>
                  <a:cubicBezTo>
                    <a:pt x="62978" y="116530"/>
                    <a:pt x="65696" y="117746"/>
                    <a:pt x="68148" y="120066"/>
                  </a:cubicBezTo>
                  <a:cubicBezTo>
                    <a:pt x="70420" y="122216"/>
                    <a:pt x="70937" y="125696"/>
                    <a:pt x="70438" y="128784"/>
                  </a:cubicBezTo>
                  <a:cubicBezTo>
                    <a:pt x="69938" y="131872"/>
                    <a:pt x="68585" y="134744"/>
                    <a:pt x="67620" y="137718"/>
                  </a:cubicBezTo>
                  <a:cubicBezTo>
                    <a:pt x="65814" y="143276"/>
                    <a:pt x="65376" y="149382"/>
                    <a:pt x="67102" y="154963"/>
                  </a:cubicBezTo>
                  <a:cubicBezTo>
                    <a:pt x="68828" y="160546"/>
                    <a:pt x="72869" y="165522"/>
                    <a:pt x="78283" y="167717"/>
                  </a:cubicBezTo>
                  <a:cubicBezTo>
                    <a:pt x="78404" y="167766"/>
                    <a:pt x="78530" y="167788"/>
                    <a:pt x="78658" y="167788"/>
                  </a:cubicBezTo>
                  <a:cubicBezTo>
                    <a:pt x="79167" y="167788"/>
                    <a:pt x="79705" y="167444"/>
                    <a:pt x="80056" y="167066"/>
                  </a:cubicBezTo>
                  <a:cubicBezTo>
                    <a:pt x="80495" y="166591"/>
                    <a:pt x="80589" y="165833"/>
                    <a:pt x="80281" y="165265"/>
                  </a:cubicBezTo>
                  <a:cubicBezTo>
                    <a:pt x="79304" y="163467"/>
                    <a:pt x="77566" y="161932"/>
                    <a:pt x="76298" y="160326"/>
                  </a:cubicBezTo>
                  <a:cubicBezTo>
                    <a:pt x="75898" y="159821"/>
                    <a:pt x="75478" y="159248"/>
                    <a:pt x="75530" y="158607"/>
                  </a:cubicBezTo>
                  <a:cubicBezTo>
                    <a:pt x="75589" y="157886"/>
                    <a:pt x="76208" y="157367"/>
                    <a:pt x="76666" y="156807"/>
                  </a:cubicBezTo>
                  <a:cubicBezTo>
                    <a:pt x="77361" y="155947"/>
                    <a:pt x="77729" y="154867"/>
                    <a:pt x="77704" y="153762"/>
                  </a:cubicBezTo>
                  <a:cubicBezTo>
                    <a:pt x="77674" y="152733"/>
                    <a:pt x="77075" y="151726"/>
                    <a:pt x="77111" y="150697"/>
                  </a:cubicBezTo>
                  <a:cubicBezTo>
                    <a:pt x="77146" y="149667"/>
                    <a:pt x="77701" y="148583"/>
                    <a:pt x="78676" y="148251"/>
                  </a:cubicBezTo>
                  <a:cubicBezTo>
                    <a:pt x="79120" y="148100"/>
                    <a:pt x="79614" y="148115"/>
                    <a:pt x="80042" y="147926"/>
                  </a:cubicBezTo>
                  <a:cubicBezTo>
                    <a:pt x="81453" y="147303"/>
                    <a:pt x="81228" y="145153"/>
                    <a:pt x="82249" y="143996"/>
                  </a:cubicBezTo>
                  <a:cubicBezTo>
                    <a:pt x="82722" y="143460"/>
                    <a:pt x="83419" y="143193"/>
                    <a:pt x="84064" y="142883"/>
                  </a:cubicBezTo>
                  <a:cubicBezTo>
                    <a:pt x="86792" y="141571"/>
                    <a:pt x="89035" y="138972"/>
                    <a:pt x="89283" y="135957"/>
                  </a:cubicBezTo>
                  <a:cubicBezTo>
                    <a:pt x="89483" y="133544"/>
                    <a:pt x="88605" y="130615"/>
                    <a:pt x="90438" y="129034"/>
                  </a:cubicBezTo>
                  <a:cubicBezTo>
                    <a:pt x="91238" y="128344"/>
                    <a:pt x="92244" y="128199"/>
                    <a:pt x="93314" y="128199"/>
                  </a:cubicBezTo>
                  <a:cubicBezTo>
                    <a:pt x="94087" y="128199"/>
                    <a:pt x="94894" y="128275"/>
                    <a:pt x="95682" y="128275"/>
                  </a:cubicBezTo>
                  <a:cubicBezTo>
                    <a:pt x="96098" y="128275"/>
                    <a:pt x="96509" y="128254"/>
                    <a:pt x="96908" y="128189"/>
                  </a:cubicBezTo>
                  <a:cubicBezTo>
                    <a:pt x="97800" y="128044"/>
                    <a:pt x="98396" y="127214"/>
                    <a:pt x="98814" y="126412"/>
                  </a:cubicBezTo>
                  <a:cubicBezTo>
                    <a:pt x="99231" y="125609"/>
                    <a:pt x="99280" y="124658"/>
                    <a:pt x="99129" y="123766"/>
                  </a:cubicBezTo>
                  <a:cubicBezTo>
                    <a:pt x="98945" y="122668"/>
                    <a:pt x="98473" y="121597"/>
                    <a:pt x="98577" y="120489"/>
                  </a:cubicBezTo>
                  <a:cubicBezTo>
                    <a:pt x="98723" y="118930"/>
                    <a:pt x="99942" y="117730"/>
                    <a:pt x="100886" y="116480"/>
                  </a:cubicBezTo>
                  <a:cubicBezTo>
                    <a:pt x="102003" y="114998"/>
                    <a:pt x="102797" y="113297"/>
                    <a:pt x="103214" y="111488"/>
                  </a:cubicBezTo>
                  <a:cubicBezTo>
                    <a:pt x="103689" y="109429"/>
                    <a:pt x="102371" y="106997"/>
                    <a:pt x="100524" y="105970"/>
                  </a:cubicBezTo>
                  <a:cubicBezTo>
                    <a:pt x="98677" y="104943"/>
                    <a:pt x="96462" y="104915"/>
                    <a:pt x="94350" y="104853"/>
                  </a:cubicBezTo>
                  <a:cubicBezTo>
                    <a:pt x="92237" y="104794"/>
                    <a:pt x="89999" y="104633"/>
                    <a:pt x="88273" y="103414"/>
                  </a:cubicBezTo>
                  <a:cubicBezTo>
                    <a:pt x="86692" y="102296"/>
                    <a:pt x="85799" y="100469"/>
                    <a:pt x="84550" y="98991"/>
                  </a:cubicBezTo>
                  <a:cubicBezTo>
                    <a:pt x="82441" y="96497"/>
                    <a:pt x="79375" y="95057"/>
                    <a:pt x="76410" y="93690"/>
                  </a:cubicBezTo>
                  <a:cubicBezTo>
                    <a:pt x="75559" y="93298"/>
                    <a:pt x="74630" y="92901"/>
                    <a:pt x="73720" y="92901"/>
                  </a:cubicBezTo>
                  <a:cubicBezTo>
                    <a:pt x="73431" y="92901"/>
                    <a:pt x="73144" y="92941"/>
                    <a:pt x="72862" y="93034"/>
                  </a:cubicBezTo>
                  <a:cubicBezTo>
                    <a:pt x="72400" y="93185"/>
                    <a:pt x="71985" y="93473"/>
                    <a:pt x="71508" y="93564"/>
                  </a:cubicBezTo>
                  <a:cubicBezTo>
                    <a:pt x="71390" y="93586"/>
                    <a:pt x="71274" y="93597"/>
                    <a:pt x="71159" y="93597"/>
                  </a:cubicBezTo>
                  <a:cubicBezTo>
                    <a:pt x="70006" y="93597"/>
                    <a:pt x="69033" y="92520"/>
                    <a:pt x="67966" y="91944"/>
                  </a:cubicBezTo>
                  <a:cubicBezTo>
                    <a:pt x="67424" y="91651"/>
                    <a:pt x="66830" y="91518"/>
                    <a:pt x="66231" y="91518"/>
                  </a:cubicBezTo>
                  <a:cubicBezTo>
                    <a:pt x="64138" y="91518"/>
                    <a:pt x="61986" y="93147"/>
                    <a:pt x="61817" y="95293"/>
                  </a:cubicBezTo>
                  <a:cubicBezTo>
                    <a:pt x="61476" y="95410"/>
                    <a:pt x="61056" y="95468"/>
                    <a:pt x="60611" y="95468"/>
                  </a:cubicBezTo>
                  <a:cubicBezTo>
                    <a:pt x="59413" y="95468"/>
                    <a:pt x="58031" y="95047"/>
                    <a:pt x="57510" y="94228"/>
                  </a:cubicBezTo>
                  <a:cubicBezTo>
                    <a:pt x="56995" y="93419"/>
                    <a:pt x="56789" y="92287"/>
                    <a:pt x="55904" y="91918"/>
                  </a:cubicBezTo>
                  <a:cubicBezTo>
                    <a:pt x="55432" y="91722"/>
                    <a:pt x="54840" y="91796"/>
                    <a:pt x="54455" y="91458"/>
                  </a:cubicBezTo>
                  <a:cubicBezTo>
                    <a:pt x="53818" y="90898"/>
                    <a:pt x="54313" y="89881"/>
                    <a:pt x="54428" y="89040"/>
                  </a:cubicBezTo>
                  <a:cubicBezTo>
                    <a:pt x="54609" y="87696"/>
                    <a:pt x="53607" y="86419"/>
                    <a:pt x="52383" y="85834"/>
                  </a:cubicBezTo>
                  <a:cubicBezTo>
                    <a:pt x="51161" y="85249"/>
                    <a:pt x="49761" y="85202"/>
                    <a:pt x="48407" y="85159"/>
                  </a:cubicBezTo>
                  <a:cubicBezTo>
                    <a:pt x="47051" y="85115"/>
                    <a:pt x="45649" y="85054"/>
                    <a:pt x="44436" y="84447"/>
                  </a:cubicBezTo>
                  <a:cubicBezTo>
                    <a:pt x="42077" y="83264"/>
                    <a:pt x="41111" y="80063"/>
                    <a:pt x="42146" y="77635"/>
                  </a:cubicBezTo>
                  <a:cubicBezTo>
                    <a:pt x="43156" y="75267"/>
                    <a:pt x="45760" y="73783"/>
                    <a:pt x="48337" y="73783"/>
                  </a:cubicBezTo>
                  <a:cubicBezTo>
                    <a:pt x="48401" y="73783"/>
                    <a:pt x="48464" y="73784"/>
                    <a:pt x="48528" y="73786"/>
                  </a:cubicBezTo>
                  <a:cubicBezTo>
                    <a:pt x="51112" y="73862"/>
                    <a:pt x="53842" y="75749"/>
                    <a:pt x="53870" y="78335"/>
                  </a:cubicBezTo>
                  <a:cubicBezTo>
                    <a:pt x="53875" y="78746"/>
                    <a:pt x="54287" y="78928"/>
                    <a:pt x="54735" y="78928"/>
                  </a:cubicBezTo>
                  <a:cubicBezTo>
                    <a:pt x="55004" y="78928"/>
                    <a:pt x="55285" y="78863"/>
                    <a:pt x="55498" y="78741"/>
                  </a:cubicBezTo>
                  <a:cubicBezTo>
                    <a:pt x="56067" y="78416"/>
                    <a:pt x="56365" y="77760"/>
                    <a:pt x="56505" y="77119"/>
                  </a:cubicBezTo>
                  <a:cubicBezTo>
                    <a:pt x="56645" y="76478"/>
                    <a:pt x="56664" y="75812"/>
                    <a:pt x="56860" y="75186"/>
                  </a:cubicBezTo>
                  <a:cubicBezTo>
                    <a:pt x="57310" y="73749"/>
                    <a:pt x="58757" y="72690"/>
                    <a:pt x="60261" y="72690"/>
                  </a:cubicBezTo>
                  <a:cubicBezTo>
                    <a:pt x="60273" y="72690"/>
                    <a:pt x="60285" y="72690"/>
                    <a:pt x="60297" y="72690"/>
                  </a:cubicBezTo>
                  <a:cubicBezTo>
                    <a:pt x="60306" y="72690"/>
                    <a:pt x="60314" y="72690"/>
                    <a:pt x="60323" y="72690"/>
                  </a:cubicBezTo>
                  <a:cubicBezTo>
                    <a:pt x="61893" y="72690"/>
                    <a:pt x="62998" y="71122"/>
                    <a:pt x="64116" y="70013"/>
                  </a:cubicBezTo>
                  <a:cubicBezTo>
                    <a:pt x="65241" y="68896"/>
                    <a:pt x="65913" y="67214"/>
                    <a:pt x="65469" y="65693"/>
                  </a:cubicBezTo>
                  <a:cubicBezTo>
                    <a:pt x="65229" y="64873"/>
                    <a:pt x="64683" y="64046"/>
                    <a:pt x="64956" y="63238"/>
                  </a:cubicBezTo>
                  <a:cubicBezTo>
                    <a:pt x="65170" y="62604"/>
                    <a:pt x="65822" y="62237"/>
                    <a:pt x="66438" y="61978"/>
                  </a:cubicBezTo>
                  <a:cubicBezTo>
                    <a:pt x="67992" y="61328"/>
                    <a:pt x="69657" y="60995"/>
                    <a:pt x="71338" y="60995"/>
                  </a:cubicBezTo>
                  <a:cubicBezTo>
                    <a:pt x="71514" y="60995"/>
                    <a:pt x="71689" y="60998"/>
                    <a:pt x="71865" y="61005"/>
                  </a:cubicBezTo>
                  <a:cubicBezTo>
                    <a:pt x="71916" y="61008"/>
                    <a:pt x="71966" y="61009"/>
                    <a:pt x="72016" y="61009"/>
                  </a:cubicBezTo>
                  <a:cubicBezTo>
                    <a:pt x="73530" y="61009"/>
                    <a:pt x="74333" y="60016"/>
                    <a:pt x="75129" y="58671"/>
                  </a:cubicBezTo>
                  <a:cubicBezTo>
                    <a:pt x="75724" y="57667"/>
                    <a:pt x="75988" y="56400"/>
                    <a:pt x="76935" y="55719"/>
                  </a:cubicBezTo>
                  <a:cubicBezTo>
                    <a:pt x="77461" y="55341"/>
                    <a:pt x="78061" y="55227"/>
                    <a:pt x="78697" y="55227"/>
                  </a:cubicBezTo>
                  <a:cubicBezTo>
                    <a:pt x="79669" y="55227"/>
                    <a:pt x="80723" y="55493"/>
                    <a:pt x="81724" y="55493"/>
                  </a:cubicBezTo>
                  <a:cubicBezTo>
                    <a:pt x="81835" y="55493"/>
                    <a:pt x="81945" y="55490"/>
                    <a:pt x="82055" y="55483"/>
                  </a:cubicBezTo>
                  <a:cubicBezTo>
                    <a:pt x="84597" y="55311"/>
                    <a:pt x="86582" y="52458"/>
                    <a:pt x="85860" y="50015"/>
                  </a:cubicBezTo>
                  <a:cubicBezTo>
                    <a:pt x="85517" y="48852"/>
                    <a:pt x="84704" y="47901"/>
                    <a:pt x="84043" y="46884"/>
                  </a:cubicBezTo>
                  <a:cubicBezTo>
                    <a:pt x="83131" y="45481"/>
                    <a:pt x="82492" y="43918"/>
                    <a:pt x="82159" y="42277"/>
                  </a:cubicBezTo>
                  <a:cubicBezTo>
                    <a:pt x="81854" y="40773"/>
                    <a:pt x="81767" y="39118"/>
                    <a:pt x="80776" y="37947"/>
                  </a:cubicBezTo>
                  <a:cubicBezTo>
                    <a:pt x="79227" y="38020"/>
                    <a:pt x="77350" y="37975"/>
                    <a:pt x="75971" y="38686"/>
                  </a:cubicBezTo>
                  <a:cubicBezTo>
                    <a:pt x="75699" y="37108"/>
                    <a:pt x="75398" y="35461"/>
                    <a:pt x="74423" y="34192"/>
                  </a:cubicBezTo>
                  <a:cubicBezTo>
                    <a:pt x="73732" y="33291"/>
                    <a:pt x="72587" y="32657"/>
                    <a:pt x="71488" y="32657"/>
                  </a:cubicBezTo>
                  <a:cubicBezTo>
                    <a:pt x="71039" y="32657"/>
                    <a:pt x="70597" y="32763"/>
                    <a:pt x="70198" y="32999"/>
                  </a:cubicBezTo>
                  <a:cubicBezTo>
                    <a:pt x="68851" y="33794"/>
                    <a:pt x="68559" y="35642"/>
                    <a:pt x="68807" y="37187"/>
                  </a:cubicBezTo>
                  <a:cubicBezTo>
                    <a:pt x="69057" y="38731"/>
                    <a:pt x="69698" y="40227"/>
                    <a:pt x="69655" y="41791"/>
                  </a:cubicBezTo>
                  <a:cubicBezTo>
                    <a:pt x="69615" y="43336"/>
                    <a:pt x="68552" y="45042"/>
                    <a:pt x="67017" y="45042"/>
                  </a:cubicBezTo>
                  <a:cubicBezTo>
                    <a:pt x="66998" y="45042"/>
                    <a:pt x="66979" y="45041"/>
                    <a:pt x="66960" y="45041"/>
                  </a:cubicBezTo>
                  <a:cubicBezTo>
                    <a:pt x="66146" y="45019"/>
                    <a:pt x="65416" y="44522"/>
                    <a:pt x="64843" y="43941"/>
                  </a:cubicBezTo>
                  <a:cubicBezTo>
                    <a:pt x="64022" y="43112"/>
                    <a:pt x="63372" y="42052"/>
                    <a:pt x="62317" y="41553"/>
                  </a:cubicBezTo>
                  <a:cubicBezTo>
                    <a:pt x="61507" y="41171"/>
                    <a:pt x="60577" y="41179"/>
                    <a:pt x="59704" y="40982"/>
                  </a:cubicBezTo>
                  <a:cubicBezTo>
                    <a:pt x="56728" y="40316"/>
                    <a:pt x="54688" y="36902"/>
                    <a:pt x="55510" y="33965"/>
                  </a:cubicBezTo>
                  <a:cubicBezTo>
                    <a:pt x="56182" y="31564"/>
                    <a:pt x="58657" y="29882"/>
                    <a:pt x="61117" y="29882"/>
                  </a:cubicBezTo>
                  <a:cubicBezTo>
                    <a:pt x="61664" y="29882"/>
                    <a:pt x="62211" y="29966"/>
                    <a:pt x="62737" y="30143"/>
                  </a:cubicBezTo>
                  <a:cubicBezTo>
                    <a:pt x="66237" y="28861"/>
                    <a:pt x="67660" y="24447"/>
                    <a:pt x="66265" y="20991"/>
                  </a:cubicBezTo>
                  <a:cubicBezTo>
                    <a:pt x="64868" y="17535"/>
                    <a:pt x="61115" y="15389"/>
                    <a:pt x="57392" y="15226"/>
                  </a:cubicBezTo>
                  <a:cubicBezTo>
                    <a:pt x="56302" y="15179"/>
                    <a:pt x="55191" y="15275"/>
                    <a:pt x="54134" y="15007"/>
                  </a:cubicBezTo>
                  <a:cubicBezTo>
                    <a:pt x="51145" y="14251"/>
                    <a:pt x="49582" y="10965"/>
                    <a:pt x="46980" y="9310"/>
                  </a:cubicBezTo>
                  <a:cubicBezTo>
                    <a:pt x="46287" y="8869"/>
                    <a:pt x="45224" y="8778"/>
                    <a:pt x="44079" y="8778"/>
                  </a:cubicBezTo>
                  <a:cubicBezTo>
                    <a:pt x="43277" y="8778"/>
                    <a:pt x="42435" y="8823"/>
                    <a:pt x="41651" y="8823"/>
                  </a:cubicBezTo>
                  <a:cubicBezTo>
                    <a:pt x="40795" y="8823"/>
                    <a:pt x="40007" y="8769"/>
                    <a:pt x="39418" y="8547"/>
                  </a:cubicBezTo>
                  <a:cubicBezTo>
                    <a:pt x="38499" y="8200"/>
                    <a:pt x="37525" y="8023"/>
                    <a:pt x="36546" y="8023"/>
                  </a:cubicBezTo>
                  <a:cubicBezTo>
                    <a:pt x="36275" y="8023"/>
                    <a:pt x="36003" y="8037"/>
                    <a:pt x="35731" y="8064"/>
                  </a:cubicBezTo>
                  <a:cubicBezTo>
                    <a:pt x="34635" y="9104"/>
                    <a:pt x="32585" y="9398"/>
                    <a:pt x="31077" y="9499"/>
                  </a:cubicBezTo>
                  <a:cubicBezTo>
                    <a:pt x="29526" y="7990"/>
                    <a:pt x="27655" y="6585"/>
                    <a:pt x="25725" y="5605"/>
                  </a:cubicBezTo>
                  <a:cubicBezTo>
                    <a:pt x="24435" y="4951"/>
                    <a:pt x="22930" y="4260"/>
                    <a:pt x="22532" y="2870"/>
                  </a:cubicBezTo>
                  <a:cubicBezTo>
                    <a:pt x="22012" y="1053"/>
                    <a:pt x="19376" y="125"/>
                    <a:pt x="17200" y="125"/>
                  </a:cubicBezTo>
                  <a:cubicBezTo>
                    <a:pt x="16716" y="125"/>
                    <a:pt x="16254" y="171"/>
                    <a:pt x="15844" y="263"/>
                  </a:cubicBezTo>
                  <a:cubicBezTo>
                    <a:pt x="15181" y="84"/>
                    <a:pt x="14496" y="0"/>
                    <a:pt x="13807" y="0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67" name="Google Shape;1767;p65"/>
            <p:cNvSpPr/>
            <p:nvPr/>
          </p:nvSpPr>
          <p:spPr>
            <a:xfrm>
              <a:off x="2370225" y="830650"/>
              <a:ext cx="1016975" cy="1158500"/>
            </a:xfrm>
            <a:custGeom>
              <a:avLst/>
              <a:gdLst/>
              <a:ahLst/>
              <a:cxnLst/>
              <a:rect l="l" t="t" r="r" b="b"/>
              <a:pathLst>
                <a:path w="40679" h="46340" extrusionOk="0">
                  <a:moveTo>
                    <a:pt x="15780" y="0"/>
                  </a:moveTo>
                  <a:cubicBezTo>
                    <a:pt x="14989" y="0"/>
                    <a:pt x="14213" y="109"/>
                    <a:pt x="13470" y="421"/>
                  </a:cubicBezTo>
                  <a:cubicBezTo>
                    <a:pt x="9879" y="1928"/>
                    <a:pt x="10933" y="5468"/>
                    <a:pt x="8580" y="7572"/>
                  </a:cubicBezTo>
                  <a:cubicBezTo>
                    <a:pt x="6546" y="9390"/>
                    <a:pt x="2788" y="7963"/>
                    <a:pt x="1150" y="10460"/>
                  </a:cubicBezTo>
                  <a:cubicBezTo>
                    <a:pt x="0" y="12215"/>
                    <a:pt x="1289" y="14606"/>
                    <a:pt x="2962" y="15871"/>
                  </a:cubicBezTo>
                  <a:cubicBezTo>
                    <a:pt x="4636" y="17135"/>
                    <a:pt x="6731" y="17894"/>
                    <a:pt x="8056" y="19522"/>
                  </a:cubicBezTo>
                  <a:cubicBezTo>
                    <a:pt x="10183" y="22136"/>
                    <a:pt x="9577" y="26004"/>
                    <a:pt x="8413" y="29169"/>
                  </a:cubicBezTo>
                  <a:cubicBezTo>
                    <a:pt x="7247" y="32332"/>
                    <a:pt x="5603" y="35532"/>
                    <a:pt x="6005" y="38881"/>
                  </a:cubicBezTo>
                  <a:cubicBezTo>
                    <a:pt x="6193" y="40459"/>
                    <a:pt x="6837" y="41956"/>
                    <a:pt x="7675" y="43307"/>
                  </a:cubicBezTo>
                  <a:cubicBezTo>
                    <a:pt x="8488" y="44615"/>
                    <a:pt x="9597" y="45873"/>
                    <a:pt x="11095" y="46235"/>
                  </a:cubicBezTo>
                  <a:cubicBezTo>
                    <a:pt x="11391" y="46306"/>
                    <a:pt x="11688" y="46339"/>
                    <a:pt x="11983" y="46339"/>
                  </a:cubicBezTo>
                  <a:cubicBezTo>
                    <a:pt x="13586" y="46339"/>
                    <a:pt x="15150" y="45367"/>
                    <a:pt x="16368" y="44250"/>
                  </a:cubicBezTo>
                  <a:cubicBezTo>
                    <a:pt x="17812" y="42927"/>
                    <a:pt x="19065" y="41325"/>
                    <a:pt x="20822" y="40465"/>
                  </a:cubicBezTo>
                  <a:cubicBezTo>
                    <a:pt x="23353" y="39224"/>
                    <a:pt x="26610" y="39686"/>
                    <a:pt x="28815" y="37929"/>
                  </a:cubicBezTo>
                  <a:cubicBezTo>
                    <a:pt x="31544" y="35754"/>
                    <a:pt x="31140" y="31606"/>
                    <a:pt x="31890" y="28199"/>
                  </a:cubicBezTo>
                  <a:cubicBezTo>
                    <a:pt x="33150" y="22476"/>
                    <a:pt x="38102" y="18249"/>
                    <a:pt x="40038" y="12718"/>
                  </a:cubicBezTo>
                  <a:cubicBezTo>
                    <a:pt x="40418" y="11636"/>
                    <a:pt x="40679" y="10499"/>
                    <a:pt x="40652" y="9352"/>
                  </a:cubicBezTo>
                  <a:cubicBezTo>
                    <a:pt x="40569" y="5649"/>
                    <a:pt x="37449" y="2571"/>
                    <a:pt x="33956" y="1339"/>
                  </a:cubicBezTo>
                  <a:cubicBezTo>
                    <a:pt x="31938" y="627"/>
                    <a:pt x="29911" y="457"/>
                    <a:pt x="27871" y="457"/>
                  </a:cubicBezTo>
                  <a:cubicBezTo>
                    <a:pt x="26007" y="457"/>
                    <a:pt x="24132" y="599"/>
                    <a:pt x="22245" y="599"/>
                  </a:cubicBezTo>
                  <a:cubicBezTo>
                    <a:pt x="21785" y="599"/>
                    <a:pt x="21325" y="591"/>
                    <a:pt x="20863" y="570"/>
                  </a:cubicBezTo>
                  <a:cubicBezTo>
                    <a:pt x="19225" y="496"/>
                    <a:pt x="17470" y="0"/>
                    <a:pt x="15780" y="0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68" name="Google Shape;1768;p65"/>
            <p:cNvSpPr/>
            <p:nvPr/>
          </p:nvSpPr>
          <p:spPr>
            <a:xfrm>
              <a:off x="3143325" y="1089650"/>
              <a:ext cx="4064350" cy="3503975"/>
            </a:xfrm>
            <a:custGeom>
              <a:avLst/>
              <a:gdLst/>
              <a:ahLst/>
              <a:cxnLst/>
              <a:rect l="l" t="t" r="r" b="b"/>
              <a:pathLst>
                <a:path w="162574" h="140159" extrusionOk="0">
                  <a:moveTo>
                    <a:pt x="149391" y="0"/>
                  </a:moveTo>
                  <a:cubicBezTo>
                    <a:pt x="148360" y="0"/>
                    <a:pt x="147330" y="156"/>
                    <a:pt x="146349" y="477"/>
                  </a:cubicBezTo>
                  <a:cubicBezTo>
                    <a:pt x="145329" y="812"/>
                    <a:pt x="144363" y="1309"/>
                    <a:pt x="143326" y="1583"/>
                  </a:cubicBezTo>
                  <a:cubicBezTo>
                    <a:pt x="142494" y="1801"/>
                    <a:pt x="141638" y="1870"/>
                    <a:pt x="140776" y="1870"/>
                  </a:cubicBezTo>
                  <a:cubicBezTo>
                    <a:pt x="140050" y="1870"/>
                    <a:pt x="139319" y="1821"/>
                    <a:pt x="138596" y="1772"/>
                  </a:cubicBezTo>
                  <a:lnTo>
                    <a:pt x="130106" y="1191"/>
                  </a:lnTo>
                  <a:cubicBezTo>
                    <a:pt x="129237" y="1132"/>
                    <a:pt x="128350" y="1076"/>
                    <a:pt x="127469" y="1076"/>
                  </a:cubicBezTo>
                  <a:cubicBezTo>
                    <a:pt x="125783" y="1076"/>
                    <a:pt x="124119" y="1281"/>
                    <a:pt x="122644" y="2056"/>
                  </a:cubicBezTo>
                  <a:cubicBezTo>
                    <a:pt x="119360" y="3782"/>
                    <a:pt x="117499" y="8084"/>
                    <a:pt x="113816" y="8529"/>
                  </a:cubicBezTo>
                  <a:cubicBezTo>
                    <a:pt x="113611" y="8554"/>
                    <a:pt x="113408" y="8566"/>
                    <a:pt x="113207" y="8566"/>
                  </a:cubicBezTo>
                  <a:cubicBezTo>
                    <a:pt x="110853" y="8566"/>
                    <a:pt x="108715" y="6973"/>
                    <a:pt x="106473" y="6087"/>
                  </a:cubicBezTo>
                  <a:cubicBezTo>
                    <a:pt x="105100" y="5543"/>
                    <a:pt x="103627" y="5279"/>
                    <a:pt x="102152" y="5279"/>
                  </a:cubicBezTo>
                  <a:cubicBezTo>
                    <a:pt x="99404" y="5279"/>
                    <a:pt x="96647" y="6196"/>
                    <a:pt x="94512" y="7933"/>
                  </a:cubicBezTo>
                  <a:cubicBezTo>
                    <a:pt x="93279" y="7304"/>
                    <a:pt x="93660" y="5468"/>
                    <a:pt x="93225" y="4153"/>
                  </a:cubicBezTo>
                  <a:cubicBezTo>
                    <a:pt x="92771" y="2782"/>
                    <a:pt x="91297" y="1954"/>
                    <a:pt x="89858" y="1828"/>
                  </a:cubicBezTo>
                  <a:cubicBezTo>
                    <a:pt x="89687" y="1813"/>
                    <a:pt x="89517" y="1806"/>
                    <a:pt x="89348" y="1806"/>
                  </a:cubicBezTo>
                  <a:cubicBezTo>
                    <a:pt x="88082" y="1806"/>
                    <a:pt x="86834" y="2194"/>
                    <a:pt x="85623" y="2590"/>
                  </a:cubicBezTo>
                  <a:cubicBezTo>
                    <a:pt x="82664" y="3556"/>
                    <a:pt x="79224" y="5204"/>
                    <a:pt x="78950" y="8303"/>
                  </a:cubicBezTo>
                  <a:cubicBezTo>
                    <a:pt x="78873" y="9176"/>
                    <a:pt x="79068" y="10104"/>
                    <a:pt x="78702" y="10900"/>
                  </a:cubicBezTo>
                  <a:cubicBezTo>
                    <a:pt x="78178" y="12033"/>
                    <a:pt x="76762" y="12408"/>
                    <a:pt x="75881" y="13291"/>
                  </a:cubicBezTo>
                  <a:cubicBezTo>
                    <a:pt x="74831" y="14345"/>
                    <a:pt x="74664" y="15971"/>
                    <a:pt x="74621" y="17458"/>
                  </a:cubicBezTo>
                  <a:cubicBezTo>
                    <a:pt x="74577" y="18944"/>
                    <a:pt x="74563" y="20541"/>
                    <a:pt x="73703" y="21754"/>
                  </a:cubicBezTo>
                  <a:cubicBezTo>
                    <a:pt x="73148" y="22537"/>
                    <a:pt x="71069" y="23068"/>
                    <a:pt x="69376" y="23068"/>
                  </a:cubicBezTo>
                  <a:cubicBezTo>
                    <a:pt x="68445" y="23068"/>
                    <a:pt x="67630" y="22907"/>
                    <a:pt x="67252" y="22539"/>
                  </a:cubicBezTo>
                  <a:cubicBezTo>
                    <a:pt x="66636" y="21940"/>
                    <a:pt x="65905" y="21693"/>
                    <a:pt x="65124" y="21693"/>
                  </a:cubicBezTo>
                  <a:cubicBezTo>
                    <a:pt x="63293" y="21693"/>
                    <a:pt x="61194" y="23048"/>
                    <a:pt x="59696" y="24392"/>
                  </a:cubicBezTo>
                  <a:lnTo>
                    <a:pt x="53326" y="30110"/>
                  </a:lnTo>
                  <a:cubicBezTo>
                    <a:pt x="51731" y="31541"/>
                    <a:pt x="50013" y="33034"/>
                    <a:pt x="47899" y="33389"/>
                  </a:cubicBezTo>
                  <a:cubicBezTo>
                    <a:pt x="47672" y="33427"/>
                    <a:pt x="47440" y="33446"/>
                    <a:pt x="47206" y="33446"/>
                  </a:cubicBezTo>
                  <a:cubicBezTo>
                    <a:pt x="45267" y="33446"/>
                    <a:pt x="43232" y="32171"/>
                    <a:pt x="43155" y="30259"/>
                  </a:cubicBezTo>
                  <a:cubicBezTo>
                    <a:pt x="43563" y="29875"/>
                    <a:pt x="44085" y="29761"/>
                    <a:pt x="44655" y="29761"/>
                  </a:cubicBezTo>
                  <a:cubicBezTo>
                    <a:pt x="45498" y="29761"/>
                    <a:pt x="46445" y="30012"/>
                    <a:pt x="47276" y="30012"/>
                  </a:cubicBezTo>
                  <a:cubicBezTo>
                    <a:pt x="47872" y="30012"/>
                    <a:pt x="48409" y="29883"/>
                    <a:pt x="48805" y="29438"/>
                  </a:cubicBezTo>
                  <a:cubicBezTo>
                    <a:pt x="49977" y="28121"/>
                    <a:pt x="48243" y="26238"/>
                    <a:pt x="46718" y="25356"/>
                  </a:cubicBezTo>
                  <a:cubicBezTo>
                    <a:pt x="43929" y="23744"/>
                    <a:pt x="41047" y="22101"/>
                    <a:pt x="37854" y="21667"/>
                  </a:cubicBezTo>
                  <a:cubicBezTo>
                    <a:pt x="37395" y="21605"/>
                    <a:pt x="36928" y="21573"/>
                    <a:pt x="36459" y="21573"/>
                  </a:cubicBezTo>
                  <a:cubicBezTo>
                    <a:pt x="33662" y="21573"/>
                    <a:pt x="30804" y="22696"/>
                    <a:pt x="29384" y="25062"/>
                  </a:cubicBezTo>
                  <a:cubicBezTo>
                    <a:pt x="27966" y="27426"/>
                    <a:pt x="28225" y="30512"/>
                    <a:pt x="26820" y="32884"/>
                  </a:cubicBezTo>
                  <a:cubicBezTo>
                    <a:pt x="25941" y="34369"/>
                    <a:pt x="24491" y="35431"/>
                    <a:pt x="23493" y="36839"/>
                  </a:cubicBezTo>
                  <a:cubicBezTo>
                    <a:pt x="22495" y="38247"/>
                    <a:pt x="22067" y="40372"/>
                    <a:pt x="23291" y="41591"/>
                  </a:cubicBezTo>
                  <a:cubicBezTo>
                    <a:pt x="24277" y="42574"/>
                    <a:pt x="25957" y="42576"/>
                    <a:pt x="26934" y="43568"/>
                  </a:cubicBezTo>
                  <a:cubicBezTo>
                    <a:pt x="27686" y="44334"/>
                    <a:pt x="27942" y="45612"/>
                    <a:pt x="28928" y="46032"/>
                  </a:cubicBezTo>
                  <a:cubicBezTo>
                    <a:pt x="29116" y="46112"/>
                    <a:pt x="29308" y="46149"/>
                    <a:pt x="29499" y="46149"/>
                  </a:cubicBezTo>
                  <a:cubicBezTo>
                    <a:pt x="30453" y="46149"/>
                    <a:pt x="31375" y="45228"/>
                    <a:pt x="31599" y="44232"/>
                  </a:cubicBezTo>
                  <a:cubicBezTo>
                    <a:pt x="31870" y="43035"/>
                    <a:pt x="31491" y="41803"/>
                    <a:pt x="31294" y="40594"/>
                  </a:cubicBezTo>
                  <a:cubicBezTo>
                    <a:pt x="30707" y="36976"/>
                    <a:pt x="32524" y="32527"/>
                    <a:pt x="36153" y="32010"/>
                  </a:cubicBezTo>
                  <a:cubicBezTo>
                    <a:pt x="36979" y="32041"/>
                    <a:pt x="37253" y="33221"/>
                    <a:pt x="36881" y="33960"/>
                  </a:cubicBezTo>
                  <a:cubicBezTo>
                    <a:pt x="36512" y="34700"/>
                    <a:pt x="35790" y="35213"/>
                    <a:pt x="35400" y="35941"/>
                  </a:cubicBezTo>
                  <a:cubicBezTo>
                    <a:pt x="34663" y="37314"/>
                    <a:pt x="35518" y="39272"/>
                    <a:pt x="37026" y="39667"/>
                  </a:cubicBezTo>
                  <a:cubicBezTo>
                    <a:pt x="38598" y="40078"/>
                    <a:pt x="41223" y="39748"/>
                    <a:pt x="41017" y="41358"/>
                  </a:cubicBezTo>
                  <a:cubicBezTo>
                    <a:pt x="40797" y="43068"/>
                    <a:pt x="37630" y="41948"/>
                    <a:pt x="36606" y="43336"/>
                  </a:cubicBezTo>
                  <a:cubicBezTo>
                    <a:pt x="36002" y="44155"/>
                    <a:pt x="36537" y="45296"/>
                    <a:pt x="36521" y="46313"/>
                  </a:cubicBezTo>
                  <a:cubicBezTo>
                    <a:pt x="36494" y="48303"/>
                    <a:pt x="34299" y="49599"/>
                    <a:pt x="32313" y="49739"/>
                  </a:cubicBezTo>
                  <a:cubicBezTo>
                    <a:pt x="32097" y="49755"/>
                    <a:pt x="31880" y="49762"/>
                    <a:pt x="31663" y="49762"/>
                  </a:cubicBezTo>
                  <a:cubicBezTo>
                    <a:pt x="30164" y="49762"/>
                    <a:pt x="28664" y="49439"/>
                    <a:pt x="27166" y="49439"/>
                  </a:cubicBezTo>
                  <a:cubicBezTo>
                    <a:pt x="26898" y="49439"/>
                    <a:pt x="26629" y="49449"/>
                    <a:pt x="26361" y="49474"/>
                  </a:cubicBezTo>
                  <a:cubicBezTo>
                    <a:pt x="24379" y="49654"/>
                    <a:pt x="22222" y="51058"/>
                    <a:pt x="22312" y="53044"/>
                  </a:cubicBezTo>
                  <a:cubicBezTo>
                    <a:pt x="19567" y="54331"/>
                    <a:pt x="16715" y="55374"/>
                    <a:pt x="13788" y="56164"/>
                  </a:cubicBezTo>
                  <a:cubicBezTo>
                    <a:pt x="13912" y="58317"/>
                    <a:pt x="17975" y="58517"/>
                    <a:pt x="17960" y="60675"/>
                  </a:cubicBezTo>
                  <a:cubicBezTo>
                    <a:pt x="17949" y="61887"/>
                    <a:pt x="16542" y="62556"/>
                    <a:pt x="15302" y="62556"/>
                  </a:cubicBezTo>
                  <a:cubicBezTo>
                    <a:pt x="15219" y="62556"/>
                    <a:pt x="15137" y="62553"/>
                    <a:pt x="15056" y="62547"/>
                  </a:cubicBezTo>
                  <a:cubicBezTo>
                    <a:pt x="14072" y="62475"/>
                    <a:pt x="13082" y="62160"/>
                    <a:pt x="12113" y="62160"/>
                  </a:cubicBezTo>
                  <a:cubicBezTo>
                    <a:pt x="11810" y="62160"/>
                    <a:pt x="11508" y="62191"/>
                    <a:pt x="11210" y="62270"/>
                  </a:cubicBezTo>
                  <a:cubicBezTo>
                    <a:pt x="9047" y="62839"/>
                    <a:pt x="8290" y="65880"/>
                    <a:pt x="9487" y="67769"/>
                  </a:cubicBezTo>
                  <a:cubicBezTo>
                    <a:pt x="10572" y="69481"/>
                    <a:pt x="12694" y="70258"/>
                    <a:pt x="14741" y="70258"/>
                  </a:cubicBezTo>
                  <a:cubicBezTo>
                    <a:pt x="14954" y="70258"/>
                    <a:pt x="15165" y="70249"/>
                    <a:pt x="15375" y="70233"/>
                  </a:cubicBezTo>
                  <a:cubicBezTo>
                    <a:pt x="16269" y="70162"/>
                    <a:pt x="17225" y="69924"/>
                    <a:pt x="17785" y="69223"/>
                  </a:cubicBezTo>
                  <a:cubicBezTo>
                    <a:pt x="18318" y="68554"/>
                    <a:pt x="18362" y="67634"/>
                    <a:pt x="18586" y="66808"/>
                  </a:cubicBezTo>
                  <a:cubicBezTo>
                    <a:pt x="19089" y="64960"/>
                    <a:pt x="20667" y="63445"/>
                    <a:pt x="22534" y="63019"/>
                  </a:cubicBezTo>
                  <a:cubicBezTo>
                    <a:pt x="23588" y="62778"/>
                    <a:pt x="24878" y="62758"/>
                    <a:pt x="25444" y="61839"/>
                  </a:cubicBezTo>
                  <a:cubicBezTo>
                    <a:pt x="27854" y="63143"/>
                    <a:pt x="29550" y="65685"/>
                    <a:pt x="29826" y="68413"/>
                  </a:cubicBezTo>
                  <a:cubicBezTo>
                    <a:pt x="30020" y="68663"/>
                    <a:pt x="30274" y="68770"/>
                    <a:pt x="30543" y="68770"/>
                  </a:cubicBezTo>
                  <a:cubicBezTo>
                    <a:pt x="31347" y="68770"/>
                    <a:pt x="32287" y="67809"/>
                    <a:pt x="32159" y="66868"/>
                  </a:cubicBezTo>
                  <a:cubicBezTo>
                    <a:pt x="31991" y="65614"/>
                    <a:pt x="30882" y="64743"/>
                    <a:pt x="30003" y="63834"/>
                  </a:cubicBezTo>
                  <a:cubicBezTo>
                    <a:pt x="29122" y="62923"/>
                    <a:pt x="28387" y="61510"/>
                    <a:pt x="29078" y="60448"/>
                  </a:cubicBezTo>
                  <a:lnTo>
                    <a:pt x="29078" y="60448"/>
                  </a:lnTo>
                  <a:cubicBezTo>
                    <a:pt x="33197" y="61658"/>
                    <a:pt x="36527" y="65238"/>
                    <a:pt x="37435" y="69435"/>
                  </a:cubicBezTo>
                  <a:cubicBezTo>
                    <a:pt x="38871" y="69149"/>
                    <a:pt x="39664" y="67205"/>
                    <a:pt x="38838" y="65997"/>
                  </a:cubicBezTo>
                  <a:cubicBezTo>
                    <a:pt x="39003" y="65628"/>
                    <a:pt x="39328" y="65472"/>
                    <a:pt x="39697" y="65472"/>
                  </a:cubicBezTo>
                  <a:cubicBezTo>
                    <a:pt x="40331" y="65472"/>
                    <a:pt x="41094" y="65932"/>
                    <a:pt x="41391" y="66558"/>
                  </a:cubicBezTo>
                  <a:cubicBezTo>
                    <a:pt x="41862" y="67549"/>
                    <a:pt x="41819" y="68770"/>
                    <a:pt x="42492" y="69636"/>
                  </a:cubicBezTo>
                  <a:cubicBezTo>
                    <a:pt x="43175" y="70517"/>
                    <a:pt x="44261" y="70711"/>
                    <a:pt x="45451" y="70711"/>
                  </a:cubicBezTo>
                  <a:cubicBezTo>
                    <a:pt x="46388" y="70711"/>
                    <a:pt x="47390" y="70590"/>
                    <a:pt x="48312" y="70590"/>
                  </a:cubicBezTo>
                  <a:cubicBezTo>
                    <a:pt x="49551" y="70590"/>
                    <a:pt x="50643" y="70808"/>
                    <a:pt x="51235" y="71828"/>
                  </a:cubicBezTo>
                  <a:cubicBezTo>
                    <a:pt x="52336" y="73723"/>
                    <a:pt x="49909" y="75927"/>
                    <a:pt x="47711" y="75927"/>
                  </a:cubicBezTo>
                  <a:cubicBezTo>
                    <a:pt x="47678" y="75927"/>
                    <a:pt x="47645" y="75926"/>
                    <a:pt x="47613" y="75925"/>
                  </a:cubicBezTo>
                  <a:cubicBezTo>
                    <a:pt x="45391" y="75856"/>
                    <a:pt x="43361" y="74585"/>
                    <a:pt x="41147" y="74365"/>
                  </a:cubicBezTo>
                  <a:cubicBezTo>
                    <a:pt x="40897" y="74340"/>
                    <a:pt x="40647" y="74329"/>
                    <a:pt x="40397" y="74329"/>
                  </a:cubicBezTo>
                  <a:cubicBezTo>
                    <a:pt x="38218" y="74329"/>
                    <a:pt x="36082" y="75200"/>
                    <a:pt x="33896" y="75455"/>
                  </a:cubicBezTo>
                  <a:cubicBezTo>
                    <a:pt x="33619" y="75487"/>
                    <a:pt x="33335" y="75503"/>
                    <a:pt x="33048" y="75503"/>
                  </a:cubicBezTo>
                  <a:cubicBezTo>
                    <a:pt x="30807" y="75503"/>
                    <a:pt x="28395" y="74514"/>
                    <a:pt x="27939" y="72388"/>
                  </a:cubicBezTo>
                  <a:cubicBezTo>
                    <a:pt x="27802" y="71741"/>
                    <a:pt x="27855" y="71030"/>
                    <a:pt x="27514" y="70464"/>
                  </a:cubicBezTo>
                  <a:cubicBezTo>
                    <a:pt x="27109" y="69793"/>
                    <a:pt x="26279" y="69553"/>
                    <a:pt x="25473" y="69553"/>
                  </a:cubicBezTo>
                  <a:cubicBezTo>
                    <a:pt x="25313" y="69553"/>
                    <a:pt x="25154" y="69562"/>
                    <a:pt x="24999" y="69580"/>
                  </a:cubicBezTo>
                  <a:cubicBezTo>
                    <a:pt x="21817" y="69942"/>
                    <a:pt x="18598" y="72595"/>
                    <a:pt x="15740" y="72595"/>
                  </a:cubicBezTo>
                  <a:cubicBezTo>
                    <a:pt x="14956" y="72595"/>
                    <a:pt x="14199" y="72395"/>
                    <a:pt x="13478" y="71894"/>
                  </a:cubicBezTo>
                  <a:cubicBezTo>
                    <a:pt x="11337" y="76062"/>
                    <a:pt x="6101" y="77629"/>
                    <a:pt x="3179" y="81294"/>
                  </a:cubicBezTo>
                  <a:cubicBezTo>
                    <a:pt x="0" y="85282"/>
                    <a:pt x="268" y="91440"/>
                    <a:pt x="3354" y="95500"/>
                  </a:cubicBezTo>
                  <a:cubicBezTo>
                    <a:pt x="6050" y="99045"/>
                    <a:pt x="10552" y="100957"/>
                    <a:pt x="15019" y="100957"/>
                  </a:cubicBezTo>
                  <a:cubicBezTo>
                    <a:pt x="15667" y="100957"/>
                    <a:pt x="16314" y="100917"/>
                    <a:pt x="16954" y="100836"/>
                  </a:cubicBezTo>
                  <a:cubicBezTo>
                    <a:pt x="17630" y="100750"/>
                    <a:pt x="18327" y="100626"/>
                    <a:pt x="19005" y="100626"/>
                  </a:cubicBezTo>
                  <a:cubicBezTo>
                    <a:pt x="19489" y="100626"/>
                    <a:pt x="19963" y="100690"/>
                    <a:pt x="20413" y="100875"/>
                  </a:cubicBezTo>
                  <a:cubicBezTo>
                    <a:pt x="21482" y="101317"/>
                    <a:pt x="22166" y="102352"/>
                    <a:pt x="23058" y="103088"/>
                  </a:cubicBezTo>
                  <a:cubicBezTo>
                    <a:pt x="23580" y="103519"/>
                    <a:pt x="24303" y="103823"/>
                    <a:pt x="24961" y="103823"/>
                  </a:cubicBezTo>
                  <a:cubicBezTo>
                    <a:pt x="25427" y="103823"/>
                    <a:pt x="25861" y="103670"/>
                    <a:pt x="26168" y="103301"/>
                  </a:cubicBezTo>
                  <a:lnTo>
                    <a:pt x="26168" y="103301"/>
                  </a:lnTo>
                  <a:cubicBezTo>
                    <a:pt x="25321" y="105399"/>
                    <a:pt x="25557" y="107902"/>
                    <a:pt x="26779" y="109805"/>
                  </a:cubicBezTo>
                  <a:cubicBezTo>
                    <a:pt x="28099" y="111859"/>
                    <a:pt x="30559" y="113484"/>
                    <a:pt x="30509" y="115926"/>
                  </a:cubicBezTo>
                  <a:cubicBezTo>
                    <a:pt x="30482" y="117190"/>
                    <a:pt x="29748" y="118318"/>
                    <a:pt x="29403" y="119536"/>
                  </a:cubicBezTo>
                  <a:cubicBezTo>
                    <a:pt x="27829" y="125109"/>
                    <a:pt x="34415" y="129657"/>
                    <a:pt x="35455" y="135354"/>
                  </a:cubicBezTo>
                  <a:cubicBezTo>
                    <a:pt x="35736" y="136888"/>
                    <a:pt x="35735" y="138735"/>
                    <a:pt x="37029" y="139601"/>
                  </a:cubicBezTo>
                  <a:cubicBezTo>
                    <a:pt x="37625" y="139999"/>
                    <a:pt x="38374" y="140081"/>
                    <a:pt x="39090" y="140127"/>
                  </a:cubicBezTo>
                  <a:cubicBezTo>
                    <a:pt x="39409" y="140148"/>
                    <a:pt x="39736" y="140158"/>
                    <a:pt x="40067" y="140158"/>
                  </a:cubicBezTo>
                  <a:cubicBezTo>
                    <a:pt x="43538" y="140158"/>
                    <a:pt x="47454" y="138962"/>
                    <a:pt x="48151" y="135675"/>
                  </a:cubicBezTo>
                  <a:cubicBezTo>
                    <a:pt x="48366" y="134657"/>
                    <a:pt x="48212" y="133602"/>
                    <a:pt x="48243" y="132560"/>
                  </a:cubicBezTo>
                  <a:cubicBezTo>
                    <a:pt x="48336" y="129451"/>
                    <a:pt x="50239" y="126459"/>
                    <a:pt x="53017" y="125056"/>
                  </a:cubicBezTo>
                  <a:cubicBezTo>
                    <a:pt x="53771" y="124675"/>
                    <a:pt x="54600" y="124390"/>
                    <a:pt x="55202" y="123799"/>
                  </a:cubicBezTo>
                  <a:cubicBezTo>
                    <a:pt x="56528" y="122495"/>
                    <a:pt x="56234" y="120283"/>
                    <a:pt x="55553" y="118553"/>
                  </a:cubicBezTo>
                  <a:cubicBezTo>
                    <a:pt x="54872" y="116821"/>
                    <a:pt x="53881" y="115076"/>
                    <a:pt x="54120" y="113231"/>
                  </a:cubicBezTo>
                  <a:cubicBezTo>
                    <a:pt x="54502" y="110269"/>
                    <a:pt x="57681" y="108706"/>
                    <a:pt x="60090" y="106941"/>
                  </a:cubicBezTo>
                  <a:cubicBezTo>
                    <a:pt x="63716" y="104284"/>
                    <a:pt x="66206" y="100125"/>
                    <a:pt x="66835" y="95675"/>
                  </a:cubicBezTo>
                  <a:lnTo>
                    <a:pt x="66835" y="95675"/>
                  </a:lnTo>
                  <a:cubicBezTo>
                    <a:pt x="65061" y="96232"/>
                    <a:pt x="63075" y="96745"/>
                    <a:pt x="61220" y="96745"/>
                  </a:cubicBezTo>
                  <a:cubicBezTo>
                    <a:pt x="59581" y="96745"/>
                    <a:pt x="58045" y="96344"/>
                    <a:pt x="56849" y="95215"/>
                  </a:cubicBezTo>
                  <a:cubicBezTo>
                    <a:pt x="55965" y="94380"/>
                    <a:pt x="55421" y="93259"/>
                    <a:pt x="54897" y="92162"/>
                  </a:cubicBezTo>
                  <a:lnTo>
                    <a:pt x="50173" y="82291"/>
                  </a:lnTo>
                  <a:cubicBezTo>
                    <a:pt x="49966" y="81857"/>
                    <a:pt x="49755" y="81362"/>
                    <a:pt x="49925" y="80912"/>
                  </a:cubicBezTo>
                  <a:cubicBezTo>
                    <a:pt x="50074" y="80517"/>
                    <a:pt x="50366" y="80356"/>
                    <a:pt x="50717" y="80356"/>
                  </a:cubicBezTo>
                  <a:cubicBezTo>
                    <a:pt x="51453" y="80356"/>
                    <a:pt x="52449" y="81064"/>
                    <a:pt x="52928" y="81807"/>
                  </a:cubicBezTo>
                  <a:cubicBezTo>
                    <a:pt x="55452" y="85724"/>
                    <a:pt x="57718" y="89804"/>
                    <a:pt x="59707" y="94020"/>
                  </a:cubicBezTo>
                  <a:cubicBezTo>
                    <a:pt x="63791" y="93273"/>
                    <a:pt x="67648" y="91596"/>
                    <a:pt x="70980" y="89118"/>
                  </a:cubicBezTo>
                  <a:cubicBezTo>
                    <a:pt x="72037" y="88329"/>
                    <a:pt x="73088" y="87386"/>
                    <a:pt x="73445" y="86117"/>
                  </a:cubicBezTo>
                  <a:cubicBezTo>
                    <a:pt x="73802" y="84846"/>
                    <a:pt x="73146" y="83218"/>
                    <a:pt x="71846" y="82993"/>
                  </a:cubicBezTo>
                  <a:cubicBezTo>
                    <a:pt x="71723" y="82971"/>
                    <a:pt x="71600" y="82963"/>
                    <a:pt x="71476" y="82963"/>
                  </a:cubicBezTo>
                  <a:cubicBezTo>
                    <a:pt x="71093" y="82963"/>
                    <a:pt x="70708" y="83045"/>
                    <a:pt x="70324" y="83086"/>
                  </a:cubicBezTo>
                  <a:cubicBezTo>
                    <a:pt x="70133" y="83106"/>
                    <a:pt x="69943" y="83115"/>
                    <a:pt x="69755" y="83115"/>
                  </a:cubicBezTo>
                  <a:cubicBezTo>
                    <a:pt x="66927" y="83115"/>
                    <a:pt x="64468" y="80925"/>
                    <a:pt x="62588" y="78727"/>
                  </a:cubicBezTo>
                  <a:cubicBezTo>
                    <a:pt x="63132" y="78118"/>
                    <a:pt x="63852" y="77890"/>
                    <a:pt x="64640" y="77890"/>
                  </a:cubicBezTo>
                  <a:cubicBezTo>
                    <a:pt x="65842" y="77890"/>
                    <a:pt x="67201" y="78421"/>
                    <a:pt x="68334" y="78941"/>
                  </a:cubicBezTo>
                  <a:cubicBezTo>
                    <a:pt x="71699" y="80486"/>
                    <a:pt x="75249" y="81588"/>
                    <a:pt x="78895" y="82221"/>
                  </a:cubicBezTo>
                  <a:cubicBezTo>
                    <a:pt x="79803" y="82378"/>
                    <a:pt x="80736" y="82513"/>
                    <a:pt x="81554" y="82936"/>
                  </a:cubicBezTo>
                  <a:cubicBezTo>
                    <a:pt x="82126" y="83232"/>
                    <a:pt x="82622" y="83658"/>
                    <a:pt x="83095" y="84096"/>
                  </a:cubicBezTo>
                  <a:cubicBezTo>
                    <a:pt x="87298" y="87967"/>
                    <a:pt x="90407" y="93013"/>
                    <a:pt x="91975" y="98509"/>
                  </a:cubicBezTo>
                  <a:cubicBezTo>
                    <a:pt x="92104" y="98538"/>
                    <a:pt x="92231" y="98552"/>
                    <a:pt x="92354" y="98552"/>
                  </a:cubicBezTo>
                  <a:cubicBezTo>
                    <a:pt x="93754" y="98552"/>
                    <a:pt x="94717" y="96760"/>
                    <a:pt x="94833" y="95252"/>
                  </a:cubicBezTo>
                  <a:cubicBezTo>
                    <a:pt x="94960" y="93612"/>
                    <a:pt x="94769" y="91722"/>
                    <a:pt x="95948" y="90578"/>
                  </a:cubicBezTo>
                  <a:cubicBezTo>
                    <a:pt x="96875" y="89678"/>
                    <a:pt x="98399" y="89556"/>
                    <a:pt x="99214" y="88552"/>
                  </a:cubicBezTo>
                  <a:cubicBezTo>
                    <a:pt x="100238" y="87289"/>
                    <a:pt x="99703" y="85157"/>
                    <a:pt x="100900" y="84056"/>
                  </a:cubicBezTo>
                  <a:cubicBezTo>
                    <a:pt x="101284" y="83704"/>
                    <a:pt x="101728" y="83552"/>
                    <a:pt x="102190" y="83552"/>
                  </a:cubicBezTo>
                  <a:cubicBezTo>
                    <a:pt x="103537" y="83552"/>
                    <a:pt x="105034" y="84844"/>
                    <a:pt x="105630" y="86240"/>
                  </a:cubicBezTo>
                  <a:cubicBezTo>
                    <a:pt x="106431" y="88116"/>
                    <a:pt x="106723" y="90422"/>
                    <a:pt x="108410" y="91569"/>
                  </a:cubicBezTo>
                  <a:lnTo>
                    <a:pt x="111137" y="91176"/>
                  </a:lnTo>
                  <a:cubicBezTo>
                    <a:pt x="111152" y="95778"/>
                    <a:pt x="112750" y="100362"/>
                    <a:pt x="115602" y="103975"/>
                  </a:cubicBezTo>
                  <a:cubicBezTo>
                    <a:pt x="117157" y="103161"/>
                    <a:pt x="116453" y="100795"/>
                    <a:pt x="115480" y="99330"/>
                  </a:cubicBezTo>
                  <a:cubicBezTo>
                    <a:pt x="114508" y="97866"/>
                    <a:pt x="113554" y="95681"/>
                    <a:pt x="114936" y="94596"/>
                  </a:cubicBezTo>
                  <a:lnTo>
                    <a:pt x="114936" y="94596"/>
                  </a:lnTo>
                  <a:cubicBezTo>
                    <a:pt x="116854" y="94614"/>
                    <a:pt x="117747" y="97259"/>
                    <a:pt x="119611" y="97712"/>
                  </a:cubicBezTo>
                  <a:cubicBezTo>
                    <a:pt x="119777" y="97752"/>
                    <a:pt x="119940" y="97771"/>
                    <a:pt x="120101" y="97771"/>
                  </a:cubicBezTo>
                  <a:cubicBezTo>
                    <a:pt x="121744" y="97771"/>
                    <a:pt x="123089" y="95790"/>
                    <a:pt x="122784" y="94080"/>
                  </a:cubicBezTo>
                  <a:cubicBezTo>
                    <a:pt x="122451" y="92201"/>
                    <a:pt x="120835" y="90820"/>
                    <a:pt x="119169" y="89895"/>
                  </a:cubicBezTo>
                  <a:cubicBezTo>
                    <a:pt x="117675" y="88258"/>
                    <a:pt x="119833" y="85644"/>
                    <a:pt x="122018" y="85274"/>
                  </a:cubicBezTo>
                  <a:cubicBezTo>
                    <a:pt x="122730" y="85153"/>
                    <a:pt x="123464" y="85138"/>
                    <a:pt x="124199" y="85138"/>
                  </a:cubicBezTo>
                  <a:cubicBezTo>
                    <a:pt x="124443" y="85138"/>
                    <a:pt x="124686" y="85140"/>
                    <a:pt x="124930" y="85140"/>
                  </a:cubicBezTo>
                  <a:cubicBezTo>
                    <a:pt x="126201" y="85140"/>
                    <a:pt x="127452" y="85095"/>
                    <a:pt x="128573" y="84531"/>
                  </a:cubicBezTo>
                  <a:cubicBezTo>
                    <a:pt x="130946" y="83339"/>
                    <a:pt x="131739" y="80207"/>
                    <a:pt x="131200" y="77607"/>
                  </a:cubicBezTo>
                  <a:cubicBezTo>
                    <a:pt x="130659" y="75007"/>
                    <a:pt x="129117" y="72748"/>
                    <a:pt x="127857" y="70410"/>
                  </a:cubicBezTo>
                  <a:cubicBezTo>
                    <a:pt x="126781" y="68413"/>
                    <a:pt x="126249" y="65298"/>
                    <a:pt x="128341" y="64420"/>
                  </a:cubicBezTo>
                  <a:cubicBezTo>
                    <a:pt x="128900" y="64186"/>
                    <a:pt x="129528" y="64195"/>
                    <a:pt x="130135" y="64170"/>
                  </a:cubicBezTo>
                  <a:cubicBezTo>
                    <a:pt x="138047" y="63837"/>
                    <a:pt x="144592" y="55459"/>
                    <a:pt x="143005" y="47701"/>
                  </a:cubicBezTo>
                  <a:cubicBezTo>
                    <a:pt x="142706" y="46238"/>
                    <a:pt x="142140" y="44786"/>
                    <a:pt x="141097" y="43719"/>
                  </a:cubicBezTo>
                  <a:cubicBezTo>
                    <a:pt x="139216" y="41800"/>
                    <a:pt x="136024" y="41349"/>
                    <a:pt x="134619" y="39057"/>
                  </a:cubicBezTo>
                  <a:cubicBezTo>
                    <a:pt x="132900" y="36255"/>
                    <a:pt x="135025" y="32537"/>
                    <a:pt x="137778" y="30737"/>
                  </a:cubicBezTo>
                  <a:cubicBezTo>
                    <a:pt x="140529" y="28938"/>
                    <a:pt x="143891" y="28156"/>
                    <a:pt x="146461" y="26105"/>
                  </a:cubicBezTo>
                  <a:cubicBezTo>
                    <a:pt x="147145" y="26087"/>
                    <a:pt x="147512" y="25417"/>
                    <a:pt x="147638" y="24743"/>
                  </a:cubicBezTo>
                  <a:cubicBezTo>
                    <a:pt x="147716" y="24319"/>
                    <a:pt x="147611" y="23887"/>
                    <a:pt x="147608" y="23456"/>
                  </a:cubicBezTo>
                  <a:cubicBezTo>
                    <a:pt x="147598" y="22276"/>
                    <a:pt x="148442" y="21139"/>
                    <a:pt x="149574" y="20805"/>
                  </a:cubicBezTo>
                  <a:cubicBezTo>
                    <a:pt x="149811" y="20736"/>
                    <a:pt x="150056" y="20702"/>
                    <a:pt x="150302" y="20702"/>
                  </a:cubicBezTo>
                  <a:cubicBezTo>
                    <a:pt x="151231" y="20702"/>
                    <a:pt x="152165" y="21179"/>
                    <a:pt x="152664" y="21968"/>
                  </a:cubicBezTo>
                  <a:cubicBezTo>
                    <a:pt x="153442" y="23198"/>
                    <a:pt x="153129" y="24821"/>
                    <a:pt x="152563" y="26163"/>
                  </a:cubicBezTo>
                  <a:cubicBezTo>
                    <a:pt x="151998" y="27505"/>
                    <a:pt x="151199" y="28790"/>
                    <a:pt x="151051" y="30239"/>
                  </a:cubicBezTo>
                  <a:cubicBezTo>
                    <a:pt x="150905" y="31687"/>
                    <a:pt x="151726" y="33391"/>
                    <a:pt x="153173" y="33553"/>
                  </a:cubicBezTo>
                  <a:cubicBezTo>
                    <a:pt x="153252" y="33562"/>
                    <a:pt x="153330" y="33566"/>
                    <a:pt x="153406" y="33566"/>
                  </a:cubicBezTo>
                  <a:cubicBezTo>
                    <a:pt x="155043" y="33566"/>
                    <a:pt x="156090" y="31574"/>
                    <a:pt x="156201" y="29877"/>
                  </a:cubicBezTo>
                  <a:cubicBezTo>
                    <a:pt x="156318" y="28099"/>
                    <a:pt x="155972" y="26160"/>
                    <a:pt x="156925" y="24659"/>
                  </a:cubicBezTo>
                  <a:cubicBezTo>
                    <a:pt x="158377" y="22374"/>
                    <a:pt x="162385" y="21839"/>
                    <a:pt x="162490" y="19133"/>
                  </a:cubicBezTo>
                  <a:cubicBezTo>
                    <a:pt x="162574" y="16945"/>
                    <a:pt x="159821" y="15661"/>
                    <a:pt x="159327" y="13530"/>
                  </a:cubicBezTo>
                  <a:cubicBezTo>
                    <a:pt x="159129" y="12668"/>
                    <a:pt x="159325" y="11773"/>
                    <a:pt x="159405" y="10894"/>
                  </a:cubicBezTo>
                  <a:cubicBezTo>
                    <a:pt x="159709" y="7612"/>
                    <a:pt x="158263" y="4218"/>
                    <a:pt x="155688" y="2163"/>
                  </a:cubicBezTo>
                  <a:cubicBezTo>
                    <a:pt x="153919" y="751"/>
                    <a:pt x="151652" y="0"/>
                    <a:pt x="149391" y="0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69" name="Google Shape;1769;p65"/>
            <p:cNvSpPr/>
            <p:nvPr/>
          </p:nvSpPr>
          <p:spPr>
            <a:xfrm>
              <a:off x="6146600" y="3671525"/>
              <a:ext cx="342925" cy="189500"/>
            </a:xfrm>
            <a:custGeom>
              <a:avLst/>
              <a:gdLst/>
              <a:ahLst/>
              <a:cxnLst/>
              <a:rect l="l" t="t" r="r" b="b"/>
              <a:pathLst>
                <a:path w="13717" h="7580" extrusionOk="0">
                  <a:moveTo>
                    <a:pt x="9951" y="0"/>
                  </a:moveTo>
                  <a:cubicBezTo>
                    <a:pt x="6355" y="0"/>
                    <a:pt x="1" y="1281"/>
                    <a:pt x="2486" y="4894"/>
                  </a:cubicBezTo>
                  <a:cubicBezTo>
                    <a:pt x="3169" y="5885"/>
                    <a:pt x="4297" y="6467"/>
                    <a:pt x="5404" y="6938"/>
                  </a:cubicBezTo>
                  <a:cubicBezTo>
                    <a:pt x="6217" y="7282"/>
                    <a:pt x="7136" y="7580"/>
                    <a:pt x="8003" y="7580"/>
                  </a:cubicBezTo>
                  <a:cubicBezTo>
                    <a:pt x="8565" y="7580"/>
                    <a:pt x="9106" y="7454"/>
                    <a:pt x="9581" y="7134"/>
                  </a:cubicBezTo>
                  <a:cubicBezTo>
                    <a:pt x="10406" y="6577"/>
                    <a:pt x="13156" y="2774"/>
                    <a:pt x="13348" y="1948"/>
                  </a:cubicBezTo>
                  <a:cubicBezTo>
                    <a:pt x="13716" y="358"/>
                    <a:pt x="13186" y="447"/>
                    <a:pt x="11597" y="126"/>
                  </a:cubicBezTo>
                  <a:cubicBezTo>
                    <a:pt x="11194" y="44"/>
                    <a:pt x="10620" y="0"/>
                    <a:pt x="9951" y="0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70" name="Google Shape;1770;p65"/>
            <p:cNvSpPr/>
            <p:nvPr/>
          </p:nvSpPr>
          <p:spPr>
            <a:xfrm>
              <a:off x="5901600" y="3652500"/>
              <a:ext cx="558700" cy="402875"/>
            </a:xfrm>
            <a:custGeom>
              <a:avLst/>
              <a:gdLst/>
              <a:ahLst/>
              <a:cxnLst/>
              <a:rect l="l" t="t" r="r" b="b"/>
              <a:pathLst>
                <a:path w="22348" h="16115" extrusionOk="0">
                  <a:moveTo>
                    <a:pt x="946" y="1"/>
                  </a:moveTo>
                  <a:cubicBezTo>
                    <a:pt x="616" y="1"/>
                    <a:pt x="299" y="66"/>
                    <a:pt x="1" y="208"/>
                  </a:cubicBezTo>
                  <a:cubicBezTo>
                    <a:pt x="742" y="1762"/>
                    <a:pt x="2032" y="3475"/>
                    <a:pt x="2935" y="5119"/>
                  </a:cubicBezTo>
                  <a:cubicBezTo>
                    <a:pt x="6575" y="11745"/>
                    <a:pt x="13987" y="16115"/>
                    <a:pt x="21544" y="16115"/>
                  </a:cubicBezTo>
                  <a:cubicBezTo>
                    <a:pt x="21635" y="16115"/>
                    <a:pt x="21726" y="16114"/>
                    <a:pt x="21817" y="16113"/>
                  </a:cubicBezTo>
                  <a:cubicBezTo>
                    <a:pt x="22347" y="15571"/>
                    <a:pt x="21564" y="14744"/>
                    <a:pt x="20866" y="14448"/>
                  </a:cubicBezTo>
                  <a:cubicBezTo>
                    <a:pt x="18934" y="13634"/>
                    <a:pt x="16857" y="13226"/>
                    <a:pt x="14879" y="12532"/>
                  </a:cubicBezTo>
                  <a:cubicBezTo>
                    <a:pt x="12900" y="11839"/>
                    <a:pt x="10943" y="10790"/>
                    <a:pt x="9769" y="9051"/>
                  </a:cubicBezTo>
                  <a:cubicBezTo>
                    <a:pt x="9280" y="8326"/>
                    <a:pt x="8945" y="7508"/>
                    <a:pt x="8542" y="6731"/>
                  </a:cubicBezTo>
                  <a:cubicBezTo>
                    <a:pt x="7503" y="4729"/>
                    <a:pt x="3759" y="1"/>
                    <a:pt x="946" y="1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71" name="Google Shape;1771;p65"/>
            <p:cNvSpPr/>
            <p:nvPr/>
          </p:nvSpPr>
          <p:spPr>
            <a:xfrm>
              <a:off x="6249675" y="4061675"/>
              <a:ext cx="964575" cy="811125"/>
            </a:xfrm>
            <a:custGeom>
              <a:avLst/>
              <a:gdLst/>
              <a:ahLst/>
              <a:cxnLst/>
              <a:rect l="l" t="t" r="r" b="b"/>
              <a:pathLst>
                <a:path w="38583" h="32445" extrusionOk="0">
                  <a:moveTo>
                    <a:pt x="17573" y="0"/>
                  </a:moveTo>
                  <a:cubicBezTo>
                    <a:pt x="14431" y="0"/>
                    <a:pt x="10968" y="2180"/>
                    <a:pt x="9011" y="4369"/>
                  </a:cubicBezTo>
                  <a:cubicBezTo>
                    <a:pt x="8028" y="5468"/>
                    <a:pt x="7111" y="6810"/>
                    <a:pt x="5676" y="7153"/>
                  </a:cubicBezTo>
                  <a:cubicBezTo>
                    <a:pt x="4830" y="7356"/>
                    <a:pt x="3925" y="7164"/>
                    <a:pt x="3076" y="7361"/>
                  </a:cubicBezTo>
                  <a:cubicBezTo>
                    <a:pt x="581" y="7938"/>
                    <a:pt x="1" y="11293"/>
                    <a:pt x="569" y="13791"/>
                  </a:cubicBezTo>
                  <a:cubicBezTo>
                    <a:pt x="1136" y="16289"/>
                    <a:pt x="2307" y="18910"/>
                    <a:pt x="1374" y="21296"/>
                  </a:cubicBezTo>
                  <a:cubicBezTo>
                    <a:pt x="1185" y="21776"/>
                    <a:pt x="913" y="22246"/>
                    <a:pt x="921" y="22762"/>
                  </a:cubicBezTo>
                  <a:cubicBezTo>
                    <a:pt x="932" y="23380"/>
                    <a:pt x="1355" y="23921"/>
                    <a:pt x="1849" y="24293"/>
                  </a:cubicBezTo>
                  <a:cubicBezTo>
                    <a:pt x="2646" y="24890"/>
                    <a:pt x="3559" y="25128"/>
                    <a:pt x="4517" y="25128"/>
                  </a:cubicBezTo>
                  <a:cubicBezTo>
                    <a:pt x="6301" y="25128"/>
                    <a:pt x="8239" y="24301"/>
                    <a:pt x="9868" y="23418"/>
                  </a:cubicBezTo>
                  <a:cubicBezTo>
                    <a:pt x="11665" y="22444"/>
                    <a:pt x="13735" y="21414"/>
                    <a:pt x="15685" y="21414"/>
                  </a:cubicBezTo>
                  <a:cubicBezTo>
                    <a:pt x="16453" y="21414"/>
                    <a:pt x="17203" y="21574"/>
                    <a:pt x="17910" y="21960"/>
                  </a:cubicBezTo>
                  <a:cubicBezTo>
                    <a:pt x="20585" y="23420"/>
                    <a:pt x="20837" y="27119"/>
                    <a:pt x="22486" y="29685"/>
                  </a:cubicBezTo>
                  <a:cubicBezTo>
                    <a:pt x="23522" y="31296"/>
                    <a:pt x="25450" y="32445"/>
                    <a:pt x="27291" y="32445"/>
                  </a:cubicBezTo>
                  <a:cubicBezTo>
                    <a:pt x="28027" y="32445"/>
                    <a:pt x="28749" y="32261"/>
                    <a:pt x="29394" y="31851"/>
                  </a:cubicBezTo>
                  <a:cubicBezTo>
                    <a:pt x="30163" y="31362"/>
                    <a:pt x="30731" y="30624"/>
                    <a:pt x="31285" y="29900"/>
                  </a:cubicBezTo>
                  <a:lnTo>
                    <a:pt x="34684" y="25460"/>
                  </a:lnTo>
                  <a:cubicBezTo>
                    <a:pt x="36183" y="23501"/>
                    <a:pt x="37736" y="21414"/>
                    <a:pt x="38025" y="18965"/>
                  </a:cubicBezTo>
                  <a:cubicBezTo>
                    <a:pt x="38582" y="14235"/>
                    <a:pt x="34390" y="10436"/>
                    <a:pt x="30609" y="7540"/>
                  </a:cubicBezTo>
                  <a:cubicBezTo>
                    <a:pt x="30407" y="6031"/>
                    <a:pt x="30190" y="4479"/>
                    <a:pt x="29421" y="3165"/>
                  </a:cubicBezTo>
                  <a:cubicBezTo>
                    <a:pt x="28683" y="1906"/>
                    <a:pt x="27576" y="1186"/>
                    <a:pt x="26718" y="1186"/>
                  </a:cubicBezTo>
                  <a:cubicBezTo>
                    <a:pt x="25783" y="1186"/>
                    <a:pt x="25141" y="2039"/>
                    <a:pt x="25589" y="3982"/>
                  </a:cubicBezTo>
                  <a:cubicBezTo>
                    <a:pt x="25561" y="3983"/>
                    <a:pt x="25533" y="3983"/>
                    <a:pt x="25505" y="3983"/>
                  </a:cubicBezTo>
                  <a:cubicBezTo>
                    <a:pt x="23077" y="3983"/>
                    <a:pt x="21095" y="399"/>
                    <a:pt x="18382" y="51"/>
                  </a:cubicBezTo>
                  <a:cubicBezTo>
                    <a:pt x="18115" y="17"/>
                    <a:pt x="17846" y="0"/>
                    <a:pt x="17573" y="0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772" name="Google Shape;1772;p65"/>
          <p:cNvGrpSpPr/>
          <p:nvPr/>
        </p:nvGrpSpPr>
        <p:grpSpPr>
          <a:xfrm>
            <a:off x="556971" y="2941269"/>
            <a:ext cx="1967157" cy="1000155"/>
            <a:chOff x="238125" y="1038125"/>
            <a:chExt cx="7146800" cy="3633625"/>
          </a:xfrm>
        </p:grpSpPr>
        <p:sp>
          <p:nvSpPr>
            <p:cNvPr id="1773" name="Google Shape;1773;p65"/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74" name="Google Shape;1774;p65"/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75" name="Google Shape;1775;p65"/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76" name="Google Shape;1776;p65"/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77" name="Google Shape;1777;p65"/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78" name="Google Shape;1778;p65"/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79" name="Google Shape;1779;p65"/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80" name="Google Shape;1780;p65"/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81" name="Google Shape;1781;p65"/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82" name="Google Shape;1782;p65"/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83" name="Google Shape;1783;p65"/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84" name="Google Shape;1784;p65"/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85" name="Google Shape;1785;p65"/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86" name="Google Shape;1786;p65"/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87" name="Google Shape;1787;p65"/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88" name="Google Shape;1788;p65"/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89" name="Google Shape;1789;p65"/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90" name="Google Shape;1790;p65"/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91" name="Google Shape;1791;p65"/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92" name="Google Shape;1792;p65"/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93" name="Google Shape;1793;p65"/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94" name="Google Shape;1794;p65"/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95" name="Google Shape;1795;p65"/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96" name="Google Shape;1796;p65"/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97" name="Google Shape;1797;p65"/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98" name="Google Shape;1798;p65"/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99" name="Google Shape;1799;p65"/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00" name="Google Shape;1800;p65"/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01" name="Google Shape;1801;p65"/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02" name="Google Shape;1802;p65"/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03" name="Google Shape;1803;p65"/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04" name="Google Shape;1804;p65"/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05" name="Google Shape;1805;p65"/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06" name="Google Shape;1806;p65"/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07" name="Google Shape;1807;p65"/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08" name="Google Shape;1808;p65"/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09" name="Google Shape;1809;p65"/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10" name="Google Shape;1810;p65"/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11" name="Google Shape;1811;p65"/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12" name="Google Shape;1812;p65"/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13" name="Google Shape;1813;p65"/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14" name="Google Shape;1814;p65"/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15" name="Google Shape;1815;p65"/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16" name="Google Shape;1816;p65"/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17" name="Google Shape;1817;p65"/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18" name="Google Shape;1818;p65"/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19" name="Google Shape;1819;p65"/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20" name="Google Shape;1820;p65"/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21" name="Google Shape;1821;p65"/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22" name="Google Shape;1822;p65"/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23" name="Google Shape;1823;p65"/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24" name="Google Shape;1824;p65"/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25" name="Google Shape;1825;p65"/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26" name="Google Shape;1826;p65"/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27" name="Google Shape;1827;p65"/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28" name="Google Shape;1828;p65"/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29" name="Google Shape;1829;p65"/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30" name="Google Shape;1830;p65"/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31" name="Google Shape;1831;p65"/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32" name="Google Shape;1832;p65"/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33" name="Google Shape;1833;p65"/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34" name="Google Shape;1834;p65"/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35" name="Google Shape;1835;p65"/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36" name="Google Shape;1836;p65"/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37" name="Google Shape;1837;p65"/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38" name="Google Shape;1838;p65"/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39" name="Google Shape;1839;p65"/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40" name="Google Shape;1840;p65"/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41" name="Google Shape;1841;p65"/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42" name="Google Shape;1842;p65"/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43" name="Google Shape;1843;p65"/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44" name="Google Shape;1844;p65"/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45" name="Google Shape;1845;p65"/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46" name="Google Shape;1846;p65"/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47" name="Google Shape;1847;p65"/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48" name="Google Shape;1848;p65"/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49" name="Google Shape;1849;p65"/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50" name="Google Shape;1850;p65"/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51" name="Google Shape;1851;p65"/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52" name="Google Shape;1852;p65"/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53" name="Google Shape;1853;p65"/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54" name="Google Shape;1854;p65"/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55" name="Google Shape;1855;p65"/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56" name="Google Shape;1856;p65"/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57" name="Google Shape;1857;p65"/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58" name="Google Shape;1858;p65"/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59" name="Google Shape;1859;p65"/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60" name="Google Shape;1860;p65"/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61" name="Google Shape;1861;p65"/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62" name="Google Shape;1862;p65"/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63" name="Google Shape;1863;p65"/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64" name="Google Shape;1864;p65"/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65" name="Google Shape;1865;p65"/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66" name="Google Shape;1866;p65"/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67" name="Google Shape;1867;p65"/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68" name="Google Shape;1868;p65"/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69" name="Google Shape;1869;p65"/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70" name="Google Shape;1870;p65"/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71" name="Google Shape;1871;p65"/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72" name="Google Shape;1872;p65"/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73" name="Google Shape;1873;p65"/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74" name="Google Shape;1874;p65"/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75" name="Google Shape;1875;p65"/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76" name="Google Shape;1876;p65"/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77" name="Google Shape;1877;p65"/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78" name="Google Shape;1878;p65"/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79" name="Google Shape;1879;p65"/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80" name="Google Shape;1880;p65"/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81" name="Google Shape;1881;p65"/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82" name="Google Shape;1882;p65"/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83" name="Google Shape;1883;p65"/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84" name="Google Shape;1884;p65"/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85" name="Google Shape;1885;p65"/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86" name="Google Shape;1886;p65"/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87" name="Google Shape;1887;p65"/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88" name="Google Shape;1888;p65"/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89" name="Google Shape;1889;p65"/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90" name="Google Shape;1890;p65"/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91" name="Google Shape;1891;p65"/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92" name="Google Shape;1892;p65"/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93" name="Google Shape;1893;p65"/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94" name="Google Shape;1894;p65"/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95" name="Google Shape;1895;p65"/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96" name="Google Shape;1896;p65"/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97" name="Google Shape;1897;p65"/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98" name="Google Shape;1898;p65"/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99" name="Google Shape;1899;p65"/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00" name="Google Shape;1900;p65"/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01" name="Google Shape;1901;p65"/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02" name="Google Shape;1902;p65"/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03" name="Google Shape;1903;p65"/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04" name="Google Shape;1904;p65"/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05" name="Google Shape;1905;p65"/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06" name="Google Shape;1906;p65"/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07" name="Google Shape;1907;p65"/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08" name="Google Shape;1908;p65"/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09" name="Google Shape;1909;p65"/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10" name="Google Shape;1910;p65"/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11" name="Google Shape;1911;p65"/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12" name="Google Shape;1912;p65"/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13" name="Google Shape;1913;p65"/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14" name="Google Shape;1914;p65"/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15" name="Google Shape;1915;p65"/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16" name="Google Shape;1916;p65"/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17" name="Google Shape;1917;p65"/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18" name="Google Shape;1918;p65"/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19" name="Google Shape;1919;p65"/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20" name="Google Shape;1920;p65"/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21" name="Google Shape;1921;p65"/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22" name="Google Shape;1922;p65"/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23" name="Google Shape;1923;p65"/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24" name="Google Shape;1924;p65"/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25" name="Google Shape;1925;p65"/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26" name="Google Shape;1926;p65"/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27" name="Google Shape;1927;p65"/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28" name="Google Shape;1928;p65"/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29" name="Google Shape;1929;p65"/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30" name="Google Shape;1930;p65"/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31" name="Google Shape;1931;p65"/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32" name="Google Shape;1932;p65"/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33" name="Google Shape;1933;p65"/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34" name="Google Shape;1934;p65"/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35" name="Google Shape;1935;p65"/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36" name="Google Shape;1936;p65"/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37" name="Google Shape;1937;p65"/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38" name="Google Shape;1938;p65"/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39" name="Google Shape;1939;p65"/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40" name="Google Shape;1940;p65"/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41" name="Google Shape;1941;p65"/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42" name="Google Shape;1942;p65"/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43" name="Google Shape;1943;p65"/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44" name="Google Shape;1944;p65"/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45" name="Google Shape;1945;p65"/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46" name="Google Shape;1946;p65"/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47" name="Google Shape;1947;p65"/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48" name="Google Shape;1948;p65"/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49" name="Google Shape;1949;p65"/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50" name="Google Shape;1950;p65"/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51" name="Google Shape;1951;p65"/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52" name="Google Shape;1952;p65"/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53" name="Google Shape;1953;p65"/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54" name="Google Shape;1954;p65"/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55" name="Google Shape;1955;p65"/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56" name="Google Shape;1956;p65"/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57" name="Google Shape;1957;p65"/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58" name="Google Shape;1958;p65"/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59" name="Google Shape;1959;p65"/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60" name="Google Shape;1960;p65"/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61" name="Google Shape;1961;p65"/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62" name="Google Shape;1962;p65"/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63" name="Google Shape;1963;p65"/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64" name="Google Shape;1964;p65"/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65" name="Google Shape;1965;p65"/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66" name="Google Shape;1966;p65"/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67" name="Google Shape;1967;p65"/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68" name="Google Shape;1968;p65"/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69" name="Google Shape;1969;p65"/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70" name="Google Shape;1970;p65"/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71" name="Google Shape;1971;p65"/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72" name="Google Shape;1972;p65"/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73" name="Google Shape;1973;p65"/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74" name="Google Shape;1974;p65"/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75" name="Google Shape;1975;p65"/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76" name="Google Shape;1976;p65"/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77" name="Google Shape;1977;p65"/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78" name="Google Shape;1978;p65"/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79" name="Google Shape;1979;p65"/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80" name="Google Shape;1980;p65"/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81" name="Google Shape;1981;p65"/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82" name="Google Shape;1982;p65"/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83" name="Google Shape;1983;p65"/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84" name="Google Shape;1984;p65"/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85" name="Google Shape;1985;p65"/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86" name="Google Shape;1986;p65"/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87" name="Google Shape;1987;p65"/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88" name="Google Shape;1988;p65"/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89" name="Google Shape;1989;p65"/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90" name="Google Shape;1990;p65"/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91" name="Google Shape;1991;p65"/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92" name="Google Shape;1992;p65"/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93" name="Google Shape;1993;p65"/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94" name="Google Shape;1994;p65"/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95" name="Google Shape;1995;p65"/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96" name="Google Shape;1996;p65"/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97" name="Google Shape;1997;p65"/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98" name="Google Shape;1998;p65"/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99" name="Google Shape;1999;p65"/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00" name="Google Shape;2000;p65"/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01" name="Google Shape;2001;p65"/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02" name="Google Shape;2002;p65"/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03" name="Google Shape;2003;p65"/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04" name="Google Shape;2004;p65"/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05" name="Google Shape;2005;p65"/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06" name="Google Shape;2006;p65"/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07" name="Google Shape;2007;p65"/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08" name="Google Shape;2008;p65"/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09" name="Google Shape;2009;p65"/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10" name="Google Shape;2010;p65"/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11" name="Google Shape;2011;p65"/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12" name="Google Shape;2012;p65"/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13" name="Google Shape;2013;p65"/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14" name="Google Shape;2014;p65"/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15" name="Google Shape;2015;p65"/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16" name="Google Shape;2016;p65"/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17" name="Google Shape;2017;p65"/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18" name="Google Shape;2018;p65"/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19" name="Google Shape;2019;p65"/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20" name="Google Shape;2020;p65"/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21" name="Google Shape;2021;p65"/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22" name="Google Shape;2022;p65"/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23" name="Google Shape;2023;p65"/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24" name="Google Shape;2024;p65"/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25" name="Google Shape;2025;p65"/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26" name="Google Shape;2026;p65"/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27" name="Google Shape;2027;p65"/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28" name="Google Shape;2028;p65"/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29" name="Google Shape;2029;p65"/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30" name="Google Shape;2030;p65"/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31" name="Google Shape;2031;p65"/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32" name="Google Shape;2032;p65"/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33" name="Google Shape;2033;p65"/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34" name="Google Shape;2034;p65"/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35" name="Google Shape;2035;p65"/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36" name="Google Shape;2036;p65"/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37" name="Google Shape;2037;p65"/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38" name="Google Shape;2038;p65"/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39" name="Google Shape;2039;p65"/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40" name="Google Shape;2040;p65"/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41" name="Google Shape;2041;p65"/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42" name="Google Shape;2042;p65"/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43" name="Google Shape;2043;p65"/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44" name="Google Shape;2044;p65"/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45" name="Google Shape;2045;p65"/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46" name="Google Shape;2046;p65"/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47" name="Google Shape;2047;p65"/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48" name="Google Shape;2048;p65"/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49" name="Google Shape;2049;p65"/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50" name="Google Shape;2050;p65"/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51" name="Google Shape;2051;p65"/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52" name="Google Shape;2052;p65"/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53" name="Google Shape;2053;p65"/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54" name="Google Shape;2054;p65"/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55" name="Google Shape;2055;p65"/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56" name="Google Shape;2056;p65"/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57" name="Google Shape;2057;p65"/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58" name="Google Shape;2058;p65"/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59" name="Google Shape;2059;p65"/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60" name="Google Shape;2060;p65"/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61" name="Google Shape;2061;p65"/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62" name="Google Shape;2062;p65"/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63" name="Google Shape;2063;p65"/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64" name="Google Shape;2064;p65"/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65" name="Google Shape;2065;p65"/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66" name="Google Shape;2066;p65"/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67" name="Google Shape;2067;p65"/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68" name="Google Shape;2068;p65"/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69" name="Google Shape;2069;p65"/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70" name="Google Shape;2070;p65"/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71" name="Google Shape;2071;p65"/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72" name="Google Shape;2072;p65"/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73" name="Google Shape;2073;p65"/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74" name="Google Shape;2074;p65"/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75" name="Google Shape;2075;p65"/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76" name="Google Shape;2076;p65"/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77" name="Google Shape;2077;p65"/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78" name="Google Shape;2078;p65"/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79" name="Google Shape;2079;p65"/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80" name="Google Shape;2080;p65"/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81" name="Google Shape;2081;p65"/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82" name="Google Shape;2082;p65"/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83" name="Google Shape;2083;p65"/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84" name="Google Shape;2084;p65"/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85" name="Google Shape;2085;p65"/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86" name="Google Shape;2086;p65"/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87" name="Google Shape;2087;p65"/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88" name="Google Shape;2088;p65"/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89" name="Google Shape;2089;p65"/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90" name="Google Shape;2090;p65"/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91" name="Google Shape;2091;p65"/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92" name="Google Shape;2092;p65"/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93" name="Google Shape;2093;p65"/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94" name="Google Shape;2094;p65"/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95" name="Google Shape;2095;p65"/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96" name="Google Shape;2096;p65"/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97" name="Google Shape;2097;p65"/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98" name="Google Shape;2098;p65"/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99" name="Google Shape;2099;p65"/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00" name="Google Shape;2100;p65"/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01" name="Google Shape;2101;p65"/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02" name="Google Shape;2102;p65"/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03" name="Google Shape;2103;p65"/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04" name="Google Shape;2104;p65"/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05" name="Google Shape;2105;p65"/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06" name="Google Shape;2106;p65"/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07" name="Google Shape;2107;p65"/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08" name="Google Shape;2108;p65"/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09" name="Google Shape;2109;p65"/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10" name="Google Shape;2110;p65"/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11" name="Google Shape;2111;p65"/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12" name="Google Shape;2112;p65"/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13" name="Google Shape;2113;p65"/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14" name="Google Shape;2114;p65"/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15" name="Google Shape;2115;p65"/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16" name="Google Shape;2116;p65"/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17" name="Google Shape;2117;p65"/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18" name="Google Shape;2118;p65"/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19" name="Google Shape;2119;p65"/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20" name="Google Shape;2120;p65"/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21" name="Google Shape;2121;p65"/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22" name="Google Shape;2122;p65"/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23" name="Google Shape;2123;p65"/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24" name="Google Shape;2124;p65"/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25" name="Google Shape;2125;p65"/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26" name="Google Shape;2126;p65"/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27" name="Google Shape;2127;p65"/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28" name="Google Shape;2128;p65"/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29" name="Google Shape;2129;p65"/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30" name="Google Shape;2130;p65"/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31" name="Google Shape;2131;p65"/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32" name="Google Shape;2132;p65"/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33" name="Google Shape;2133;p65"/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34" name="Google Shape;2134;p65"/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35" name="Google Shape;2135;p65"/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36" name="Google Shape;2136;p65"/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37" name="Google Shape;2137;p65"/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38" name="Google Shape;2138;p65"/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39" name="Google Shape;2139;p65"/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40" name="Google Shape;2140;p65"/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41" name="Google Shape;2141;p65"/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42" name="Google Shape;2142;p65"/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43" name="Google Shape;2143;p65"/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44" name="Google Shape;2144;p65"/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45" name="Google Shape;2145;p65"/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46" name="Google Shape;2146;p65"/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47" name="Google Shape;2147;p65"/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48" name="Google Shape;2148;p65"/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49" name="Google Shape;2149;p65"/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50" name="Google Shape;2150;p65"/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51" name="Google Shape;2151;p65"/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52" name="Google Shape;2152;p65"/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53" name="Google Shape;2153;p65"/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54" name="Google Shape;2154;p65"/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55" name="Google Shape;2155;p65"/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56" name="Google Shape;2156;p65"/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57" name="Google Shape;2157;p65"/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58" name="Google Shape;2158;p65"/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59" name="Google Shape;2159;p65"/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60" name="Google Shape;2160;p65"/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61" name="Google Shape;2161;p65"/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62" name="Google Shape;2162;p65"/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63" name="Google Shape;2163;p65"/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64" name="Google Shape;2164;p65"/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65" name="Google Shape;2165;p65"/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66" name="Google Shape;2166;p65"/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67" name="Google Shape;2167;p65"/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68" name="Google Shape;2168;p65"/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69" name="Google Shape;2169;p65"/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70" name="Google Shape;2170;p65"/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71" name="Google Shape;2171;p65"/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72" name="Google Shape;2172;p65"/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73" name="Google Shape;2173;p65"/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74" name="Google Shape;2174;p65"/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75" name="Google Shape;2175;p65"/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76" name="Google Shape;2176;p65"/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77" name="Google Shape;2177;p65"/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78" name="Google Shape;2178;p65"/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79" name="Google Shape;2179;p65"/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80" name="Google Shape;2180;p65"/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81" name="Google Shape;2181;p65"/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82" name="Google Shape;2182;p65"/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83" name="Google Shape;2183;p65"/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84" name="Google Shape;2184;p65"/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85" name="Google Shape;2185;p65"/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86" name="Google Shape;2186;p65"/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87" name="Google Shape;2187;p65"/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88" name="Google Shape;2188;p65"/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89" name="Google Shape;2189;p65"/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90" name="Google Shape;2190;p65"/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91" name="Google Shape;2191;p65"/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92" name="Google Shape;2192;p65"/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93" name="Google Shape;2193;p65"/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94" name="Google Shape;2194;p65"/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95" name="Google Shape;2195;p65"/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96" name="Google Shape;2196;p65"/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97" name="Google Shape;2197;p65"/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98" name="Google Shape;2198;p65"/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99" name="Google Shape;2199;p65"/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00" name="Google Shape;2200;p65"/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01" name="Google Shape;2201;p65"/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02" name="Google Shape;2202;p65"/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03" name="Google Shape;2203;p65"/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04" name="Google Shape;2204;p65"/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05" name="Google Shape;2205;p65"/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06" name="Google Shape;2206;p65"/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07" name="Google Shape;2207;p65"/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08" name="Google Shape;2208;p65"/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09" name="Google Shape;2209;p65"/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10" name="Google Shape;2210;p65"/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11" name="Google Shape;2211;p65"/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12" name="Google Shape;2212;p65"/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13" name="Google Shape;2213;p65"/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14" name="Google Shape;2214;p65"/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15" name="Google Shape;2215;p65"/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16" name="Google Shape;2216;p65"/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17" name="Google Shape;2217;p65"/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18" name="Google Shape;2218;p65"/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19" name="Google Shape;2219;p65"/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20" name="Google Shape;2220;p65"/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21" name="Google Shape;2221;p65"/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22" name="Google Shape;2222;p65"/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23" name="Google Shape;2223;p65"/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24" name="Google Shape;2224;p65"/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25" name="Google Shape;2225;p65"/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26" name="Google Shape;2226;p65"/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27" name="Google Shape;2227;p65"/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28" name="Google Shape;2228;p65"/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29" name="Google Shape;2229;p65"/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30" name="Google Shape;2230;p65"/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31" name="Google Shape;2231;p65"/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32" name="Google Shape;2232;p65"/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33" name="Google Shape;2233;p65"/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34" name="Google Shape;2234;p65"/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35" name="Google Shape;2235;p65"/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36" name="Google Shape;2236;p65"/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37" name="Google Shape;2237;p65"/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38" name="Google Shape;2238;p65"/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39" name="Google Shape;2239;p65"/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40" name="Google Shape;2240;p65"/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41" name="Google Shape;2241;p65"/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42" name="Google Shape;2242;p65"/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43" name="Google Shape;2243;p65"/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44" name="Google Shape;2244;p65"/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45" name="Google Shape;2245;p65"/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46" name="Google Shape;2246;p65"/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47" name="Google Shape;2247;p65"/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48" name="Google Shape;2248;p65"/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49" name="Google Shape;2249;p65"/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50" name="Google Shape;2250;p65"/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51" name="Google Shape;2251;p65"/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52" name="Google Shape;2252;p65"/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53" name="Google Shape;2253;p65"/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54" name="Google Shape;2254;p65"/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55" name="Google Shape;2255;p65"/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56" name="Google Shape;2256;p65"/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57" name="Google Shape;2257;p65"/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58" name="Google Shape;2258;p65"/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59" name="Google Shape;2259;p65"/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60" name="Google Shape;2260;p65"/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61" name="Google Shape;2261;p65"/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62" name="Google Shape;2262;p65"/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63" name="Google Shape;2263;p65"/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64" name="Google Shape;2264;p65"/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65" name="Google Shape;2265;p65"/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66" name="Google Shape;2266;p65"/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67" name="Google Shape;2267;p65"/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68" name="Google Shape;2268;p65"/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69" name="Google Shape;2269;p65"/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70" name="Google Shape;2270;p65"/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71" name="Google Shape;2271;p65"/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72" name="Google Shape;2272;p65"/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73" name="Google Shape;2273;p65"/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74" name="Google Shape;2274;p65"/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75" name="Google Shape;2275;p65"/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76" name="Google Shape;2276;p65"/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77" name="Google Shape;2277;p65"/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78" name="Google Shape;2278;p65"/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79" name="Google Shape;2279;p65"/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80" name="Google Shape;2280;p65"/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81" name="Google Shape;2281;p65"/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82" name="Google Shape;2282;p65"/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83" name="Google Shape;2283;p65"/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84" name="Google Shape;2284;p65"/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85" name="Google Shape;2285;p65"/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86" name="Google Shape;2286;p65"/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87" name="Google Shape;2287;p65"/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88" name="Google Shape;2288;p65"/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89" name="Google Shape;2289;p65"/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90" name="Google Shape;2290;p65"/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91" name="Google Shape;2291;p65"/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92" name="Google Shape;2292;p65"/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93" name="Google Shape;2293;p65"/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94" name="Google Shape;2294;p65"/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95" name="Google Shape;2295;p65"/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96" name="Google Shape;2296;p65"/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97" name="Google Shape;2297;p65"/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98" name="Google Shape;2298;p65"/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99" name="Google Shape;2299;p65"/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00" name="Google Shape;2300;p65"/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01" name="Google Shape;2301;p65"/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02" name="Google Shape;2302;p65"/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03" name="Google Shape;2303;p65"/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04" name="Google Shape;2304;p65"/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05" name="Google Shape;2305;p65"/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06" name="Google Shape;2306;p65"/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07" name="Google Shape;2307;p65"/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08" name="Google Shape;2308;p65"/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09" name="Google Shape;2309;p65"/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10" name="Google Shape;2310;p65"/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11" name="Google Shape;2311;p65"/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12" name="Google Shape;2312;p65"/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13" name="Google Shape;2313;p65"/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14" name="Google Shape;2314;p65"/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15" name="Google Shape;2315;p65"/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16" name="Google Shape;2316;p65"/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17" name="Google Shape;2317;p65"/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18" name="Google Shape;2318;p65"/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19" name="Google Shape;2319;p65"/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20" name="Google Shape;2320;p65"/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21" name="Google Shape;2321;p65"/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22" name="Google Shape;2322;p65"/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23" name="Google Shape;2323;p65"/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24" name="Google Shape;2324;p65"/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25" name="Google Shape;2325;p65"/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26" name="Google Shape;2326;p65"/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27" name="Google Shape;2327;p65"/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28" name="Google Shape;2328;p65"/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29" name="Google Shape;2329;p65"/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30" name="Google Shape;2330;p65"/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31" name="Google Shape;2331;p65"/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32" name="Google Shape;2332;p65"/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33" name="Google Shape;2333;p65"/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34" name="Google Shape;2334;p65"/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35" name="Google Shape;2335;p65"/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36" name="Google Shape;2336;p65"/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37" name="Google Shape;2337;p65"/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38" name="Google Shape;2338;p65"/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39" name="Google Shape;2339;p65"/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40" name="Google Shape;2340;p65"/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41" name="Google Shape;2341;p65"/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42" name="Google Shape;2342;p65"/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43" name="Google Shape;2343;p65"/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44" name="Google Shape;2344;p65"/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45" name="Google Shape;2345;p65"/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46" name="Google Shape;2346;p65"/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47" name="Google Shape;2347;p65"/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48" name="Google Shape;2348;p65"/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49" name="Google Shape;2349;p65"/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50" name="Google Shape;2350;p65"/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51" name="Google Shape;2351;p65"/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52" name="Google Shape;2352;p65"/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53" name="Google Shape;2353;p65"/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54" name="Google Shape;2354;p65"/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55" name="Google Shape;2355;p65"/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56" name="Google Shape;2356;p65"/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57" name="Google Shape;2357;p65"/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58" name="Google Shape;2358;p65"/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59" name="Google Shape;2359;p65"/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60" name="Google Shape;2360;p65"/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61" name="Google Shape;2361;p65"/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62" name="Google Shape;2362;p65"/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63" name="Google Shape;2363;p65"/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64" name="Google Shape;2364;p65"/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65" name="Google Shape;2365;p65"/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66" name="Google Shape;2366;p65"/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67" name="Google Shape;2367;p65"/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68" name="Google Shape;2368;p65"/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69" name="Google Shape;2369;p65"/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70" name="Google Shape;2370;p65"/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71" name="Google Shape;2371;p65"/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72" name="Google Shape;2372;p65"/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73" name="Google Shape;2373;p65"/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74" name="Google Shape;2374;p65"/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75" name="Google Shape;2375;p65"/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76" name="Google Shape;2376;p65"/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77" name="Google Shape;2377;p65"/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78" name="Google Shape;2378;p65"/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79" name="Google Shape;2379;p65"/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80" name="Google Shape;2380;p65"/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81" name="Google Shape;2381;p65"/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82" name="Google Shape;2382;p65"/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83" name="Google Shape;2383;p65"/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84" name="Google Shape;2384;p65"/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85" name="Google Shape;2385;p65"/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86" name="Google Shape;2386;p65"/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87" name="Google Shape;2387;p65"/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88" name="Google Shape;2388;p65"/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89" name="Google Shape;2389;p65"/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90" name="Google Shape;2390;p65"/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91" name="Google Shape;2391;p65"/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92" name="Google Shape;2392;p65"/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93" name="Google Shape;2393;p65"/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94" name="Google Shape;2394;p65"/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95" name="Google Shape;2395;p65"/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96" name="Google Shape;2396;p65"/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97" name="Google Shape;2397;p65"/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98" name="Google Shape;2398;p65"/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99" name="Google Shape;2399;p65"/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00" name="Google Shape;2400;p65"/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01" name="Google Shape;2401;p65"/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02" name="Google Shape;2402;p65"/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03" name="Google Shape;2403;p65"/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04" name="Google Shape;2404;p65"/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05" name="Google Shape;2405;p65"/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06" name="Google Shape;2406;p65"/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07" name="Google Shape;2407;p65"/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08" name="Google Shape;2408;p65"/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09" name="Google Shape;2409;p65"/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10" name="Google Shape;2410;p65"/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11" name="Google Shape;2411;p65"/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12" name="Google Shape;2412;p65"/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13" name="Google Shape;2413;p65"/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14" name="Google Shape;2414;p65"/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15" name="Google Shape;2415;p65"/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16" name="Google Shape;2416;p65"/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17" name="Google Shape;2417;p65"/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18" name="Google Shape;2418;p65"/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19" name="Google Shape;2419;p65"/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20" name="Google Shape;2420;p65"/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21" name="Google Shape;2421;p65"/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22" name="Google Shape;2422;p65"/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23" name="Google Shape;2423;p65"/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24" name="Google Shape;2424;p65"/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25" name="Google Shape;2425;p65"/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26" name="Google Shape;2426;p65"/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27" name="Google Shape;2427;p65"/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28" name="Google Shape;2428;p65"/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29" name="Google Shape;2429;p65"/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30" name="Google Shape;2430;p65"/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31" name="Google Shape;2431;p65"/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32" name="Google Shape;2432;p65"/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33" name="Google Shape;2433;p65"/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34" name="Google Shape;2434;p65"/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35" name="Google Shape;2435;p65"/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36" name="Google Shape;2436;p65"/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37" name="Google Shape;2437;p65"/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38" name="Google Shape;2438;p65"/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39" name="Google Shape;2439;p65"/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40" name="Google Shape;2440;p65"/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41" name="Google Shape;2441;p65"/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42" name="Google Shape;2442;p65"/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43" name="Google Shape;2443;p65"/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44" name="Google Shape;2444;p65"/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45" name="Google Shape;2445;p65"/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46" name="Google Shape;2446;p65"/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47" name="Google Shape;2447;p65"/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48" name="Google Shape;2448;p65"/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49" name="Google Shape;2449;p65"/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50" name="Google Shape;2450;p65"/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51" name="Google Shape;2451;p65"/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52" name="Google Shape;2452;p65"/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53" name="Google Shape;2453;p65"/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54" name="Google Shape;2454;p65"/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55" name="Google Shape;2455;p65"/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56" name="Google Shape;2456;p65"/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57" name="Google Shape;2457;p65"/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58" name="Google Shape;2458;p65"/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59" name="Google Shape;2459;p65"/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60" name="Google Shape;2460;p65"/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61" name="Google Shape;2461;p65"/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62" name="Google Shape;2462;p65"/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63" name="Google Shape;2463;p65"/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64" name="Google Shape;2464;p65"/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65" name="Google Shape;2465;p65"/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66" name="Google Shape;2466;p65"/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67" name="Google Shape;2467;p65"/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68" name="Google Shape;2468;p65"/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69" name="Google Shape;2469;p65"/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70" name="Google Shape;2470;p65"/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71" name="Google Shape;2471;p65"/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72" name="Google Shape;2472;p65"/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73" name="Google Shape;2473;p65"/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74" name="Google Shape;2474;p65"/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75" name="Google Shape;2475;p65"/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76" name="Google Shape;2476;p65"/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77" name="Google Shape;2477;p65"/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78" name="Google Shape;2478;p65"/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79" name="Google Shape;2479;p65"/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80" name="Google Shape;2480;p65"/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81" name="Google Shape;2481;p65"/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82" name="Google Shape;2482;p65"/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83" name="Google Shape;2483;p65"/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84" name="Google Shape;2484;p65"/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85" name="Google Shape;2485;p65"/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86" name="Google Shape;2486;p65"/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87" name="Google Shape;2487;p65"/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88" name="Google Shape;2488;p65"/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89" name="Google Shape;2489;p65"/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90" name="Google Shape;2490;p65"/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91" name="Google Shape;2491;p65"/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92" name="Google Shape;2492;p65"/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93" name="Google Shape;2493;p65"/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94" name="Google Shape;2494;p65"/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95" name="Google Shape;2495;p65"/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96" name="Google Shape;2496;p65"/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97" name="Google Shape;2497;p65"/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98" name="Google Shape;2498;p65"/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99" name="Google Shape;2499;p65"/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00" name="Google Shape;2500;p65"/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01" name="Google Shape;2501;p65"/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02" name="Google Shape;2502;p65"/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03" name="Google Shape;2503;p65"/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04" name="Google Shape;2504;p65"/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05" name="Google Shape;2505;p65"/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06" name="Google Shape;2506;p65"/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07" name="Google Shape;2507;p65"/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08" name="Google Shape;2508;p65"/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09" name="Google Shape;2509;p65"/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10" name="Google Shape;2510;p65"/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11" name="Google Shape;2511;p65"/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12" name="Google Shape;2512;p65"/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13" name="Google Shape;2513;p65"/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14" name="Google Shape;2514;p65"/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15" name="Google Shape;2515;p65"/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16" name="Google Shape;2516;p65"/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17" name="Google Shape;2517;p65"/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18" name="Google Shape;2518;p65"/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19" name="Google Shape;2519;p65"/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20" name="Google Shape;2520;p65"/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21" name="Google Shape;2521;p65"/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22" name="Google Shape;2522;p65"/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23" name="Google Shape;2523;p65"/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24" name="Google Shape;2524;p65"/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25" name="Google Shape;2525;p65"/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26" name="Google Shape;2526;p65"/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27" name="Google Shape;2527;p65"/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28" name="Google Shape;2528;p65"/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29" name="Google Shape;2529;p65"/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30" name="Google Shape;2530;p65"/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31" name="Google Shape;2531;p65"/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32" name="Google Shape;2532;p65"/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33" name="Google Shape;2533;p65"/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34" name="Google Shape;2534;p65"/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35" name="Google Shape;2535;p65"/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36" name="Google Shape;2536;p65"/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37" name="Google Shape;2537;p65"/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38" name="Google Shape;2538;p65"/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39" name="Google Shape;2539;p65"/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40" name="Google Shape;2540;p65"/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41" name="Google Shape;2541;p65"/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42" name="Google Shape;2542;p65"/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43" name="Google Shape;2543;p65"/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44" name="Google Shape;2544;p65"/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45" name="Google Shape;2545;p65"/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46" name="Google Shape;2546;p65"/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47" name="Google Shape;2547;p65"/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48" name="Google Shape;2548;p65"/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49" name="Google Shape;2549;p65"/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50" name="Google Shape;2550;p65"/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51" name="Google Shape;2551;p65"/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52" name="Google Shape;2552;p65"/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53" name="Google Shape;2553;p65"/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54" name="Google Shape;2554;p65"/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55" name="Google Shape;2555;p65"/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56" name="Google Shape;2556;p65"/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57" name="Google Shape;2557;p65"/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58" name="Google Shape;2558;p65"/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59" name="Google Shape;2559;p65"/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60" name="Google Shape;2560;p65"/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61" name="Google Shape;2561;p65"/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62" name="Google Shape;2562;p65"/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63" name="Google Shape;2563;p65"/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64" name="Google Shape;2564;p65"/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65" name="Google Shape;2565;p65"/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66" name="Google Shape;2566;p65"/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67" name="Google Shape;2567;p65"/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68" name="Google Shape;2568;p65"/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69" name="Google Shape;2569;p65"/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70" name="Google Shape;2570;p65"/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71" name="Google Shape;2571;p65"/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72" name="Google Shape;2572;p65"/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73" name="Google Shape;2573;p65"/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74" name="Google Shape;2574;p65"/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75" name="Google Shape;2575;p65"/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76" name="Google Shape;2576;p65"/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77" name="Google Shape;2577;p65"/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78" name="Google Shape;2578;p65"/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79" name="Google Shape;2579;p65"/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80" name="Google Shape;2580;p65"/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81" name="Google Shape;2581;p65"/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82" name="Google Shape;2582;p65"/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83" name="Google Shape;2583;p65"/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84" name="Google Shape;2584;p65"/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85" name="Google Shape;2585;p65"/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86" name="Google Shape;2586;p65"/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87" name="Google Shape;2587;p65"/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88" name="Google Shape;2588;p65"/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89" name="Google Shape;2589;p65"/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90" name="Google Shape;2590;p65"/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91" name="Google Shape;2591;p65"/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92" name="Google Shape;2592;p65"/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93" name="Google Shape;2593;p65"/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94" name="Google Shape;2594;p65"/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95" name="Google Shape;2595;p65"/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96" name="Google Shape;2596;p65"/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97" name="Google Shape;2597;p65"/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98" name="Google Shape;2598;p65"/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99" name="Google Shape;2599;p65"/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00" name="Google Shape;2600;p65"/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01" name="Google Shape;2601;p65"/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02" name="Google Shape;2602;p65"/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03" name="Google Shape;2603;p65"/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04" name="Google Shape;2604;p65"/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05" name="Google Shape;2605;p65"/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06" name="Google Shape;2606;p65"/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07" name="Google Shape;2607;p65"/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08" name="Google Shape;2608;p65"/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09" name="Google Shape;2609;p65"/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10" name="Google Shape;2610;p65"/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11" name="Google Shape;2611;p65"/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12" name="Google Shape;2612;p65"/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13" name="Google Shape;2613;p65"/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14" name="Google Shape;2614;p65"/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15" name="Google Shape;2615;p65"/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16" name="Google Shape;2616;p65"/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17" name="Google Shape;2617;p65"/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18" name="Google Shape;2618;p65"/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19" name="Google Shape;2619;p65"/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20" name="Google Shape;2620;p65"/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21" name="Google Shape;2621;p65"/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22" name="Google Shape;2622;p65"/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23" name="Google Shape;2623;p65"/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24" name="Google Shape;2624;p65"/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25" name="Google Shape;2625;p65"/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26" name="Google Shape;2626;p65"/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27" name="Google Shape;2627;p65"/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28" name="Google Shape;2628;p65"/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29" name="Google Shape;2629;p65"/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30" name="Google Shape;2630;p65"/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31" name="Google Shape;2631;p65"/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32" name="Google Shape;2632;p65"/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33" name="Google Shape;2633;p65"/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34" name="Google Shape;2634;p65"/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35" name="Google Shape;2635;p65"/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36" name="Google Shape;2636;p65"/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37" name="Google Shape;2637;p65"/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38" name="Google Shape;2638;p65"/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39" name="Google Shape;2639;p65"/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40" name="Google Shape;2640;p65"/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41" name="Google Shape;2641;p65"/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42" name="Google Shape;2642;p65"/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43" name="Google Shape;2643;p65"/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44" name="Google Shape;2644;p65"/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45" name="Google Shape;2645;p65"/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46" name="Google Shape;2646;p65"/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47" name="Google Shape;2647;p65"/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48" name="Google Shape;2648;p65"/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49" name="Google Shape;2649;p65"/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50" name="Google Shape;2650;p65"/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51" name="Google Shape;2651;p65"/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52" name="Google Shape;2652;p65"/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53" name="Google Shape;2653;p65"/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54" name="Google Shape;2654;p65"/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55" name="Google Shape;2655;p65"/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56" name="Google Shape;2656;p65"/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57" name="Google Shape;2657;p65"/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58" name="Google Shape;2658;p65"/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59" name="Google Shape;2659;p65"/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60" name="Google Shape;2660;p65"/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61" name="Google Shape;2661;p65"/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62" name="Google Shape;2662;p65"/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63" name="Google Shape;2663;p65"/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64" name="Google Shape;2664;p65"/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65" name="Google Shape;2665;p65"/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66" name="Google Shape;2666;p65"/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67" name="Google Shape;2667;p65"/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68" name="Google Shape;2668;p65"/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69" name="Google Shape;2669;p65"/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70" name="Google Shape;2670;p65"/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71" name="Google Shape;2671;p65"/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72" name="Google Shape;2672;p65"/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73" name="Google Shape;2673;p65"/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74" name="Google Shape;2674;p65"/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75" name="Google Shape;2675;p65"/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76" name="Google Shape;2676;p65"/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77" name="Google Shape;2677;p65"/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78" name="Google Shape;2678;p65"/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79" name="Google Shape;2679;p65"/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80" name="Google Shape;2680;p65"/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81" name="Google Shape;2681;p65"/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82" name="Google Shape;2682;p65"/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83" name="Google Shape;2683;p65"/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84" name="Google Shape;2684;p65"/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85" name="Google Shape;2685;p65"/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86" name="Google Shape;2686;p65"/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87" name="Google Shape;2687;p65"/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88" name="Google Shape;2688;p65"/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89" name="Google Shape;2689;p65"/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90" name="Google Shape;2690;p65"/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91" name="Google Shape;2691;p65"/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92" name="Google Shape;2692;p65"/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93" name="Google Shape;2693;p65"/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94" name="Google Shape;2694;p65"/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95" name="Google Shape;2695;p65"/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96" name="Google Shape;2696;p65"/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97" name="Google Shape;2697;p65"/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98" name="Google Shape;2698;p65"/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99" name="Google Shape;2699;p65"/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00" name="Google Shape;2700;p65"/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01" name="Google Shape;2701;p65"/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02" name="Google Shape;2702;p65"/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03" name="Google Shape;2703;p65"/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04" name="Google Shape;2704;p65"/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05" name="Google Shape;2705;p65"/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06" name="Google Shape;2706;p65"/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07" name="Google Shape;2707;p65"/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08" name="Google Shape;2708;p65"/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09" name="Google Shape;2709;p65"/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10" name="Google Shape;2710;p65"/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11" name="Google Shape;2711;p65"/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12" name="Google Shape;2712;p65"/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13" name="Google Shape;2713;p65"/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14" name="Google Shape;2714;p65"/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15" name="Google Shape;2715;p65"/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16" name="Google Shape;2716;p65"/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17" name="Google Shape;2717;p65"/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18" name="Google Shape;2718;p65"/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19" name="Google Shape;2719;p65"/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20" name="Google Shape;2720;p65"/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21" name="Google Shape;2721;p65"/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22" name="Google Shape;2722;p65"/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23" name="Google Shape;2723;p65"/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24" name="Google Shape;2724;p65"/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25" name="Google Shape;2725;p65"/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26" name="Google Shape;2726;p65"/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27" name="Google Shape;2727;p65"/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28" name="Google Shape;2728;p65"/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29" name="Google Shape;2729;p65"/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30" name="Google Shape;2730;p65"/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31" name="Google Shape;2731;p65"/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32" name="Google Shape;2732;p65"/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33" name="Google Shape;2733;p65"/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34" name="Google Shape;2734;p65"/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35" name="Google Shape;2735;p65"/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36" name="Google Shape;2736;p65"/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37" name="Google Shape;2737;p65"/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38" name="Google Shape;2738;p65"/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39" name="Google Shape;2739;p65"/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40" name="Google Shape;2740;p65"/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41" name="Google Shape;2741;p65"/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42" name="Google Shape;2742;p65"/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43" name="Google Shape;2743;p65"/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44" name="Google Shape;2744;p65"/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45" name="Google Shape;2745;p65"/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46" name="Google Shape;2746;p65"/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47" name="Google Shape;2747;p65"/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48" name="Google Shape;2748;p65"/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49" name="Google Shape;2749;p65"/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50" name="Google Shape;2750;p65"/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51" name="Google Shape;2751;p65"/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52" name="Google Shape;2752;p65"/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53" name="Google Shape;2753;p65"/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54" name="Google Shape;2754;p65"/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55" name="Google Shape;2755;p65"/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56" name="Google Shape;2756;p65"/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57" name="Google Shape;2757;p65"/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58" name="Google Shape;2758;p65"/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59" name="Google Shape;2759;p65"/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60" name="Google Shape;2760;p65"/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61" name="Google Shape;2761;p65"/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62" name="Google Shape;2762;p65"/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63" name="Google Shape;2763;p65"/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64" name="Google Shape;2764;p65"/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65" name="Google Shape;2765;p65"/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66" name="Google Shape;2766;p65"/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67" name="Google Shape;2767;p65"/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68" name="Google Shape;2768;p65"/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69" name="Google Shape;2769;p65"/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70" name="Google Shape;2770;p65"/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71" name="Google Shape;2771;p65"/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72" name="Google Shape;2772;p65"/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73" name="Google Shape;2773;p65"/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74" name="Google Shape;2774;p65"/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75" name="Google Shape;2775;p65"/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76" name="Google Shape;2776;p65"/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77" name="Google Shape;2777;p65"/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78" name="Google Shape;2778;p65"/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79" name="Google Shape;2779;p65"/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80" name="Google Shape;2780;p65"/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81" name="Google Shape;2781;p65"/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82" name="Google Shape;2782;p65"/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83" name="Google Shape;2783;p65"/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84" name="Google Shape;2784;p65"/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85" name="Google Shape;2785;p65"/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86" name="Google Shape;2786;p65"/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87" name="Google Shape;2787;p65"/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88" name="Google Shape;2788;p65"/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89" name="Google Shape;2789;p65"/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90" name="Google Shape;2790;p65"/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91" name="Google Shape;2791;p65"/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92" name="Google Shape;2792;p65"/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93" name="Google Shape;2793;p65"/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94" name="Google Shape;2794;p65"/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95" name="Google Shape;2795;p65"/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96" name="Google Shape;2796;p65"/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97" name="Google Shape;2797;p65"/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98" name="Google Shape;2798;p65"/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99" name="Google Shape;2799;p65"/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00" name="Google Shape;2800;p65"/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01" name="Google Shape;2801;p65"/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02" name="Google Shape;2802;p65"/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03" name="Google Shape;2803;p65"/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04" name="Google Shape;2804;p65"/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05" name="Google Shape;2805;p65"/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06" name="Google Shape;2806;p65"/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07" name="Google Shape;2807;p65"/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08" name="Google Shape;2808;p65"/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09" name="Google Shape;2809;p65"/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10" name="Google Shape;2810;p65"/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11" name="Google Shape;2811;p65"/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12" name="Google Shape;2812;p65"/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13" name="Google Shape;2813;p65"/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14" name="Google Shape;2814;p65"/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15" name="Google Shape;2815;p65"/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16" name="Google Shape;2816;p65"/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17" name="Google Shape;2817;p65"/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18" name="Google Shape;2818;p65"/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19" name="Google Shape;2819;p65"/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20" name="Google Shape;2820;p65"/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21" name="Google Shape;2821;p65"/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22" name="Google Shape;2822;p65"/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23" name="Google Shape;2823;p65"/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24" name="Google Shape;2824;p65"/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25" name="Google Shape;2825;p65"/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26" name="Google Shape;2826;p65"/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27" name="Google Shape;2827;p65"/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28" name="Google Shape;2828;p65"/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29" name="Google Shape;2829;p65"/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30" name="Google Shape;2830;p65"/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31" name="Google Shape;2831;p65"/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32" name="Google Shape;2832;p65"/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33" name="Google Shape;2833;p65"/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34" name="Google Shape;2834;p65"/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35" name="Google Shape;2835;p65"/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36" name="Google Shape;2836;p65"/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37" name="Google Shape;2837;p65"/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38" name="Google Shape;2838;p65"/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39" name="Google Shape;2839;p65"/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40" name="Google Shape;2840;p65"/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41" name="Google Shape;2841;p65"/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42" name="Google Shape;2842;p65"/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43" name="Google Shape;2843;p65"/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44" name="Google Shape;2844;p65"/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45" name="Google Shape;2845;p65"/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46" name="Google Shape;2846;p65"/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47" name="Google Shape;2847;p65"/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48" name="Google Shape;2848;p65"/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49" name="Google Shape;2849;p65"/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50" name="Google Shape;2850;p65"/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51" name="Google Shape;2851;p65"/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52" name="Google Shape;2852;p65"/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53" name="Google Shape;2853;p65"/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54" name="Google Shape;2854;p65"/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55" name="Google Shape;2855;p65"/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56" name="Google Shape;2856;p65"/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57" name="Google Shape;2857;p65"/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58" name="Google Shape;2858;p65"/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59" name="Google Shape;2859;p65"/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60" name="Google Shape;2860;p65"/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61" name="Google Shape;2861;p65"/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62" name="Google Shape;2862;p65"/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63" name="Google Shape;2863;p65"/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64" name="Google Shape;2864;p65"/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65" name="Google Shape;2865;p65"/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66" name="Google Shape;2866;p65"/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67" name="Google Shape;2867;p65"/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68" name="Google Shape;2868;p65"/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69" name="Google Shape;2869;p65"/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70" name="Google Shape;2870;p65"/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71" name="Google Shape;2871;p65"/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72" name="Google Shape;2872;p65"/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73" name="Google Shape;2873;p65"/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74" name="Google Shape;2874;p65"/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75" name="Google Shape;2875;p65"/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76" name="Google Shape;2876;p65"/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77" name="Google Shape;2877;p65"/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78" name="Google Shape;2878;p65"/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79" name="Google Shape;2879;p65"/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80" name="Google Shape;2880;p65"/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81" name="Google Shape;2881;p65"/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82" name="Google Shape;2882;p65"/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83" name="Google Shape;2883;p65"/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84" name="Google Shape;2884;p65"/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85" name="Google Shape;2885;p65"/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86" name="Google Shape;2886;p65"/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87" name="Google Shape;2887;p65"/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88" name="Google Shape;2888;p65"/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89" name="Google Shape;2889;p65"/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90" name="Google Shape;2890;p65"/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91" name="Google Shape;2891;p65"/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92" name="Google Shape;2892;p65"/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93" name="Google Shape;2893;p65"/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94" name="Google Shape;2894;p65"/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95" name="Google Shape;2895;p65"/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96" name="Google Shape;2896;p65"/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97" name="Google Shape;2897;p65"/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98" name="Google Shape;2898;p65"/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99" name="Google Shape;2899;p65"/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00" name="Google Shape;2900;p65"/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01" name="Google Shape;2901;p65"/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02" name="Google Shape;2902;p65"/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03" name="Google Shape;2903;p65"/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04" name="Google Shape;2904;p65"/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05" name="Google Shape;2905;p65"/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06" name="Google Shape;2906;p65"/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07" name="Google Shape;2907;p65"/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08" name="Google Shape;2908;p65"/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09" name="Google Shape;2909;p65"/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10" name="Google Shape;2910;p65"/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11" name="Google Shape;2911;p65"/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12" name="Google Shape;2912;p65"/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13" name="Google Shape;2913;p65"/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14" name="Google Shape;2914;p65"/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15" name="Google Shape;2915;p65"/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16" name="Google Shape;2916;p65"/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17" name="Google Shape;2917;p65"/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18" name="Google Shape;2918;p65"/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19" name="Google Shape;2919;p65"/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20" name="Google Shape;2920;p65"/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21" name="Google Shape;2921;p65"/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22" name="Google Shape;2922;p65"/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23" name="Google Shape;2923;p65"/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24" name="Google Shape;2924;p65"/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25" name="Google Shape;2925;p65"/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26" name="Google Shape;2926;p65"/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27" name="Google Shape;2927;p65"/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28" name="Google Shape;2928;p65"/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29" name="Google Shape;2929;p65"/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30" name="Google Shape;2930;p65"/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31" name="Google Shape;2931;p65"/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32" name="Google Shape;2932;p65"/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33" name="Google Shape;2933;p65"/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34" name="Google Shape;2934;p65"/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35" name="Google Shape;2935;p65"/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36" name="Google Shape;2936;p65"/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37" name="Google Shape;2937;p65"/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38" name="Google Shape;2938;p65"/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39" name="Google Shape;2939;p65"/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40" name="Google Shape;2940;p65"/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41" name="Google Shape;2941;p65"/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42" name="Google Shape;2942;p65"/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43" name="Google Shape;2943;p65"/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44" name="Google Shape;2944;p65"/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45" name="Google Shape;2945;p65"/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46" name="Google Shape;2946;p65"/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47" name="Google Shape;2947;p65"/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48" name="Google Shape;2948;p65"/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49" name="Google Shape;2949;p65"/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50" name="Google Shape;2950;p65"/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51" name="Google Shape;2951;p65"/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52" name="Google Shape;2952;p65"/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53" name="Google Shape;2953;p65"/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54" name="Google Shape;2954;p65"/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55" name="Google Shape;2955;p65"/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56" name="Google Shape;2956;p65"/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57" name="Google Shape;2957;p65"/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58" name="Google Shape;2958;p65"/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59" name="Google Shape;2959;p65"/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60" name="Google Shape;2960;p65"/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61" name="Google Shape;2961;p65"/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62" name="Google Shape;2962;p65"/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63" name="Google Shape;2963;p65"/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64" name="Google Shape;2964;p65"/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65" name="Google Shape;2965;p65"/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66" name="Google Shape;2966;p65"/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67" name="Google Shape;2967;p65"/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68" name="Google Shape;2968;p65"/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69" name="Google Shape;2969;p65"/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70" name="Google Shape;2970;p65"/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71" name="Google Shape;2971;p65"/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72" name="Google Shape;2972;p65"/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73" name="Google Shape;2973;p65"/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74" name="Google Shape;2974;p65"/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75" name="Google Shape;2975;p65"/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76" name="Google Shape;2976;p65"/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77" name="Google Shape;2977;p65"/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78" name="Google Shape;2978;p65"/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79" name="Google Shape;2979;p65"/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80" name="Google Shape;2980;p65"/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81" name="Google Shape;2981;p65"/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82" name="Google Shape;2982;p65"/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83" name="Google Shape;2983;p65"/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84" name="Google Shape;2984;p65"/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85" name="Google Shape;2985;p65"/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86" name="Google Shape;2986;p65"/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87" name="Google Shape;2987;p65"/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88" name="Google Shape;2988;p65"/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89" name="Google Shape;2989;p65"/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90" name="Google Shape;2990;p65"/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91" name="Google Shape;2991;p65"/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92" name="Google Shape;2992;p65"/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93" name="Google Shape;2993;p65"/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94" name="Google Shape;2994;p65"/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95" name="Google Shape;2995;p65"/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96" name="Google Shape;2996;p65"/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97" name="Google Shape;2997;p65"/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98" name="Google Shape;2998;p65"/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99" name="Google Shape;2999;p65"/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00" name="Google Shape;3000;p65"/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01" name="Google Shape;3001;p65"/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02" name="Google Shape;3002;p65"/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03" name="Google Shape;3003;p65"/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04" name="Google Shape;3004;p65"/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05" name="Google Shape;3005;p65"/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06" name="Google Shape;3006;p65"/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07" name="Google Shape;3007;p65"/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08" name="Google Shape;3008;p65"/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09" name="Google Shape;3009;p65"/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10" name="Google Shape;3010;p65"/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11" name="Google Shape;3011;p65"/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12" name="Google Shape;3012;p65"/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13" name="Google Shape;3013;p65"/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14" name="Google Shape;3014;p65"/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15" name="Google Shape;3015;p65"/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16" name="Google Shape;3016;p65"/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17" name="Google Shape;3017;p65"/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18" name="Google Shape;3018;p65"/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19" name="Google Shape;3019;p65"/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20" name="Google Shape;3020;p65"/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21" name="Google Shape;3021;p65"/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22" name="Google Shape;3022;p65"/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23" name="Google Shape;3023;p65"/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24" name="Google Shape;3024;p65"/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25" name="Google Shape;3025;p65"/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26" name="Google Shape;3026;p65"/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27" name="Google Shape;3027;p65"/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28" name="Google Shape;3028;p65"/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29" name="Google Shape;3029;p65"/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30" name="Google Shape;3030;p65"/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31" name="Google Shape;3031;p65"/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32" name="Google Shape;3032;p65"/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33" name="Google Shape;3033;p65"/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34" name="Google Shape;3034;p65"/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35" name="Google Shape;3035;p65"/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36" name="Google Shape;3036;p65"/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37" name="Google Shape;3037;p65"/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38" name="Google Shape;3038;p65"/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39" name="Google Shape;3039;p65"/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40" name="Google Shape;3040;p65"/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41" name="Google Shape;3041;p65"/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42" name="Google Shape;3042;p65"/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43" name="Google Shape;3043;p65"/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44" name="Google Shape;3044;p65"/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45" name="Google Shape;3045;p65"/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46" name="Google Shape;3046;p65"/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47" name="Google Shape;3047;p65"/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48" name="Google Shape;3048;p65"/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49" name="Google Shape;3049;p65"/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50" name="Google Shape;3050;p65"/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51" name="Google Shape;3051;p65"/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52" name="Google Shape;3052;p65"/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53" name="Google Shape;3053;p65"/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54" name="Google Shape;3054;p65"/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55" name="Google Shape;3055;p65"/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56" name="Google Shape;3056;p65"/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57" name="Google Shape;3057;p65"/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58" name="Google Shape;3058;p65"/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59" name="Google Shape;3059;p65"/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60" name="Google Shape;3060;p65"/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61" name="Google Shape;3061;p65"/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62" name="Google Shape;3062;p65"/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63" name="Google Shape;3063;p65"/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64" name="Google Shape;3064;p65"/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65" name="Google Shape;3065;p65"/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66" name="Google Shape;3066;p65"/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67" name="Google Shape;3067;p65"/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68" name="Google Shape;3068;p65"/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69" name="Google Shape;3069;p65"/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70" name="Google Shape;3070;p65"/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71" name="Google Shape;3071;p65"/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72" name="Google Shape;3072;p65"/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73" name="Google Shape;3073;p65"/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74" name="Google Shape;3074;p65"/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75" name="Google Shape;3075;p65"/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76" name="Google Shape;3076;p65"/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77" name="Google Shape;3077;p65"/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78" name="Google Shape;3078;p65"/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79" name="Google Shape;3079;p65"/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80" name="Google Shape;3080;p65"/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81" name="Google Shape;3081;p65"/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82" name="Google Shape;3082;p65"/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83" name="Google Shape;3083;p65"/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84" name="Google Shape;3084;p65"/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85" name="Google Shape;3085;p65"/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86" name="Google Shape;3086;p65"/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87" name="Google Shape;3087;p65"/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88" name="Google Shape;3088;p65"/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89" name="Google Shape;3089;p65"/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90" name="Google Shape;3090;p65"/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91" name="Google Shape;3091;p65"/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92" name="Google Shape;3092;p65"/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93" name="Google Shape;3093;p65"/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94" name="Google Shape;3094;p65"/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95" name="Google Shape;3095;p65"/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96" name="Google Shape;3096;p65"/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97" name="Google Shape;3097;p65"/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98" name="Google Shape;3098;p65"/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99" name="Google Shape;3099;p65"/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00" name="Google Shape;3100;p65"/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01" name="Google Shape;3101;p65"/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02" name="Google Shape;3102;p65"/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03" name="Google Shape;3103;p65"/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04" name="Google Shape;3104;p65"/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05" name="Google Shape;3105;p65"/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06" name="Google Shape;3106;p65"/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07" name="Google Shape;3107;p65"/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08" name="Google Shape;3108;p65"/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09" name="Google Shape;3109;p65"/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10" name="Google Shape;3110;p65"/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11" name="Google Shape;3111;p65"/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12" name="Google Shape;3112;p65"/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13" name="Google Shape;3113;p65"/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14" name="Google Shape;3114;p65"/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15" name="Google Shape;3115;p65"/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16" name="Google Shape;3116;p65"/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17" name="Google Shape;3117;p65"/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18" name="Google Shape;3118;p65"/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19" name="Google Shape;3119;p65"/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20" name="Google Shape;3120;p65"/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21" name="Google Shape;3121;p65"/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22" name="Google Shape;3122;p65"/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23" name="Google Shape;3123;p65"/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24" name="Google Shape;3124;p65"/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25" name="Google Shape;3125;p65"/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26" name="Google Shape;3126;p65"/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27" name="Google Shape;3127;p65"/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28" name="Google Shape;3128;p65"/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29" name="Google Shape;3129;p65"/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30" name="Google Shape;3130;p65"/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31" name="Google Shape;3131;p65"/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32" name="Google Shape;3132;p65"/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33" name="Google Shape;3133;p65"/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34" name="Google Shape;3134;p65"/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35" name="Google Shape;3135;p65"/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36" name="Google Shape;3136;p65"/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37" name="Google Shape;3137;p65"/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38" name="Google Shape;3138;p65"/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39" name="Google Shape;3139;p65"/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40" name="Google Shape;3140;p65"/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41" name="Google Shape;3141;p65"/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42" name="Google Shape;3142;p65"/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43" name="Google Shape;3143;p65"/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44" name="Google Shape;3144;p65"/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45" name="Google Shape;3145;p65"/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46" name="Google Shape;3146;p65"/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47" name="Google Shape;3147;p65"/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48" name="Google Shape;3148;p65"/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49" name="Google Shape;3149;p65"/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50" name="Google Shape;3150;p65"/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51" name="Google Shape;3151;p65"/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52" name="Google Shape;3152;p65"/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53" name="Google Shape;3153;p65"/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54" name="Google Shape;3154;p65"/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55" name="Google Shape;3155;p65"/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56" name="Google Shape;3156;p65"/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57" name="Google Shape;3157;p65"/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58" name="Google Shape;3158;p65"/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59" name="Google Shape;3159;p65"/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60" name="Google Shape;3160;p65"/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61" name="Google Shape;3161;p65"/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62" name="Google Shape;3162;p65"/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63" name="Google Shape;3163;p65"/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64" name="Google Shape;3164;p65"/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65" name="Google Shape;3165;p65"/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66" name="Google Shape;3166;p65"/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67" name="Google Shape;3167;p65"/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68" name="Google Shape;3168;p65"/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69" name="Google Shape;3169;p65"/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70" name="Google Shape;3170;p65"/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71" name="Google Shape;3171;p65"/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72" name="Google Shape;3172;p65"/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73" name="Google Shape;3173;p65"/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74" name="Google Shape;3174;p65"/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75" name="Google Shape;3175;p65"/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76" name="Google Shape;3176;p65"/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77" name="Google Shape;3177;p65"/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78" name="Google Shape;3178;p65"/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79" name="Google Shape;3179;p65"/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80" name="Google Shape;3180;p65"/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81" name="Google Shape;3181;p65"/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82" name="Google Shape;3182;p65"/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83" name="Google Shape;3183;p65"/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84" name="Google Shape;3184;p65"/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85" name="Google Shape;3185;p65"/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86" name="Google Shape;3186;p65"/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87" name="Google Shape;3187;p65"/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88" name="Google Shape;3188;p65"/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89" name="Google Shape;3189;p65"/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90" name="Google Shape;3190;p65"/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91" name="Google Shape;3191;p65"/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92" name="Google Shape;3192;p65"/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93" name="Google Shape;3193;p65"/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94" name="Google Shape;3194;p65"/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95" name="Google Shape;3195;p65"/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96" name="Google Shape;3196;p65"/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97" name="Google Shape;3197;p65"/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98" name="Google Shape;3198;p65"/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99" name="Google Shape;3199;p65"/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00" name="Google Shape;3200;p65"/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01" name="Google Shape;3201;p65"/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02" name="Google Shape;3202;p65"/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03" name="Google Shape;3203;p65"/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04" name="Google Shape;3204;p65"/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05" name="Google Shape;3205;p65"/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06" name="Google Shape;3206;p65"/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07" name="Google Shape;3207;p65"/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08" name="Google Shape;3208;p65"/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09" name="Google Shape;3209;p65"/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10" name="Google Shape;3210;p65"/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11" name="Google Shape;3211;p65"/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12" name="Google Shape;3212;p65"/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13" name="Google Shape;3213;p65"/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14" name="Google Shape;3214;p65"/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15" name="Google Shape;3215;p65"/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16" name="Google Shape;3216;p65"/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17" name="Google Shape;3217;p65"/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18" name="Google Shape;3218;p65"/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19" name="Google Shape;3219;p65"/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20" name="Google Shape;3220;p65"/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21" name="Google Shape;3221;p65"/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22" name="Google Shape;3222;p65"/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23" name="Google Shape;3223;p65"/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24" name="Google Shape;3224;p65"/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25" name="Google Shape;3225;p65"/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26" name="Google Shape;3226;p65"/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27" name="Google Shape;3227;p65"/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28" name="Google Shape;3228;p65"/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29" name="Google Shape;3229;p65"/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30" name="Google Shape;3230;p65"/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31" name="Google Shape;3231;p65"/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32" name="Google Shape;3232;p65"/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33" name="Google Shape;3233;p65"/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34" name="Google Shape;3234;p65"/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35" name="Google Shape;3235;p65"/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36" name="Google Shape;3236;p65"/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37" name="Google Shape;3237;p65"/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38" name="Google Shape;3238;p65"/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39" name="Google Shape;3239;p65"/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40" name="Google Shape;3240;p65"/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41" name="Google Shape;3241;p65"/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42" name="Google Shape;3242;p65"/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43" name="Google Shape;3243;p65"/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44" name="Google Shape;3244;p65"/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45" name="Google Shape;3245;p65"/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46" name="Google Shape;3246;p65"/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47" name="Google Shape;3247;p65"/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48" name="Google Shape;3248;p65"/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49" name="Google Shape;3249;p65"/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50" name="Google Shape;3250;p65"/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51" name="Google Shape;3251;p65"/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52" name="Google Shape;3252;p65"/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53" name="Google Shape;3253;p65"/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54" name="Google Shape;3254;p65"/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55" name="Google Shape;3255;p65"/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56" name="Google Shape;3256;p65"/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57" name="Google Shape;3257;p65"/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58" name="Google Shape;3258;p65"/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59" name="Google Shape;3259;p65"/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60" name="Google Shape;3260;p65"/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61" name="Google Shape;3261;p65"/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62" name="Google Shape;3262;p65"/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63" name="Google Shape;3263;p65"/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64" name="Google Shape;3264;p65"/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65" name="Google Shape;3265;p65"/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66" name="Google Shape;3266;p65"/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67" name="Google Shape;3267;p65"/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68" name="Google Shape;3268;p65"/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69" name="Google Shape;3269;p65"/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70" name="Google Shape;3270;p65"/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71" name="Google Shape;3271;p65"/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72" name="Google Shape;3272;p65"/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73" name="Google Shape;3273;p65"/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74" name="Google Shape;3274;p65"/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75" name="Google Shape;3275;p65"/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76" name="Google Shape;3276;p65"/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77" name="Google Shape;3277;p65"/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78" name="Google Shape;3278;p65"/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79" name="Google Shape;3279;p65"/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80" name="Google Shape;3280;p65"/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81" name="Google Shape;3281;p65"/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82" name="Google Shape;3282;p65"/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83" name="Google Shape;3283;p65"/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84" name="Google Shape;3284;p65"/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85" name="Google Shape;3285;p65"/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86" name="Google Shape;3286;p65"/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87" name="Google Shape;3287;p65"/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88" name="Google Shape;3288;p65"/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89" name="Google Shape;3289;p65"/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90" name="Google Shape;3290;p65"/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91" name="Google Shape;3291;p65"/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92" name="Google Shape;3292;p65"/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93" name="Google Shape;3293;p65"/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94" name="Google Shape;3294;p65"/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95" name="Google Shape;3295;p65"/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96" name="Google Shape;3296;p65"/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97" name="Google Shape;3297;p65"/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98" name="Google Shape;3298;p65"/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99" name="Google Shape;3299;p65"/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00" name="Google Shape;3300;p65"/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01" name="Google Shape;3301;p65"/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02" name="Google Shape;3302;p65"/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03" name="Google Shape;3303;p65"/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04" name="Google Shape;3304;p65"/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05" name="Google Shape;3305;p65"/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06" name="Google Shape;3306;p65"/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07" name="Google Shape;3307;p65"/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08" name="Google Shape;3308;p65"/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09" name="Google Shape;3309;p65"/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10" name="Google Shape;3310;p65"/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11" name="Google Shape;3311;p65"/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12" name="Google Shape;3312;p65"/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13" name="Google Shape;3313;p65"/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14" name="Google Shape;3314;p65"/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15" name="Google Shape;3315;p65"/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16" name="Google Shape;3316;p65"/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17" name="Google Shape;3317;p65"/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18" name="Google Shape;3318;p65"/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19" name="Google Shape;3319;p65"/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20" name="Google Shape;3320;p65"/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21" name="Google Shape;3321;p65"/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22" name="Google Shape;3322;p65"/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23" name="Google Shape;3323;p65"/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24" name="Google Shape;3324;p65"/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25" name="Google Shape;3325;p65"/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26" name="Google Shape;3326;p65"/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27" name="Google Shape;3327;p65"/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28" name="Google Shape;3328;p65"/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29" name="Google Shape;3329;p65"/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30" name="Google Shape;3330;p65"/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31" name="Google Shape;3331;p65"/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32" name="Google Shape;3332;p65"/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33" name="Google Shape;3333;p65"/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34" name="Google Shape;3334;p65"/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35" name="Google Shape;3335;p65"/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36" name="Google Shape;3336;p65"/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37" name="Google Shape;3337;p65"/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38" name="Google Shape;3338;p65"/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39" name="Google Shape;3339;p65"/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40" name="Google Shape;3340;p65"/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41" name="Google Shape;3341;p65"/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42" name="Google Shape;3342;p65"/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43" name="Google Shape;3343;p65"/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44" name="Google Shape;3344;p65"/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3345" name="Google Shape;3345;p65"/>
          <p:cNvGrpSpPr/>
          <p:nvPr/>
        </p:nvGrpSpPr>
        <p:grpSpPr>
          <a:xfrm>
            <a:off x="2698339" y="2942349"/>
            <a:ext cx="1681008" cy="997992"/>
            <a:chOff x="230250" y="739925"/>
            <a:chExt cx="7124425" cy="4229675"/>
          </a:xfrm>
        </p:grpSpPr>
        <p:sp>
          <p:nvSpPr>
            <p:cNvPr id="3346" name="Google Shape;3346;p65"/>
            <p:cNvSpPr/>
            <p:nvPr/>
          </p:nvSpPr>
          <p:spPr>
            <a:xfrm>
              <a:off x="2001525" y="3293875"/>
              <a:ext cx="920575" cy="1635500"/>
            </a:xfrm>
            <a:custGeom>
              <a:avLst/>
              <a:gdLst/>
              <a:ahLst/>
              <a:cxnLst/>
              <a:rect l="l" t="t" r="r" b="b"/>
              <a:pathLst>
                <a:path w="36823" h="65420" fill="none" extrusionOk="0">
                  <a:moveTo>
                    <a:pt x="5928" y="64827"/>
                  </a:moveTo>
                  <a:lnTo>
                    <a:pt x="6158" y="49755"/>
                  </a:lnTo>
                  <a:lnTo>
                    <a:pt x="8202" y="42327"/>
                  </a:lnTo>
                  <a:lnTo>
                    <a:pt x="8795" y="36351"/>
                  </a:lnTo>
                  <a:lnTo>
                    <a:pt x="8795" y="28912"/>
                  </a:lnTo>
                  <a:lnTo>
                    <a:pt x="3049" y="23347"/>
                  </a:lnTo>
                  <a:lnTo>
                    <a:pt x="0" y="12291"/>
                  </a:lnTo>
                  <a:lnTo>
                    <a:pt x="11601" y="1"/>
                  </a:lnTo>
                  <a:lnTo>
                    <a:pt x="19319" y="4259"/>
                  </a:lnTo>
                  <a:lnTo>
                    <a:pt x="27266" y="11747"/>
                  </a:lnTo>
                  <a:lnTo>
                    <a:pt x="36823" y="15472"/>
                  </a:lnTo>
                  <a:lnTo>
                    <a:pt x="34827" y="25803"/>
                  </a:lnTo>
                  <a:lnTo>
                    <a:pt x="26722" y="36944"/>
                  </a:lnTo>
                  <a:lnTo>
                    <a:pt x="19924" y="49198"/>
                  </a:lnTo>
                  <a:lnTo>
                    <a:pt x="11008" y="60690"/>
                  </a:lnTo>
                  <a:lnTo>
                    <a:pt x="5335" y="6542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47" name="Google Shape;3347;p65"/>
            <p:cNvSpPr/>
            <p:nvPr/>
          </p:nvSpPr>
          <p:spPr>
            <a:xfrm>
              <a:off x="294050" y="1435525"/>
              <a:ext cx="2107300" cy="2180450"/>
            </a:xfrm>
            <a:custGeom>
              <a:avLst/>
              <a:gdLst/>
              <a:ahLst/>
              <a:cxnLst/>
              <a:rect l="l" t="t" r="r" b="b"/>
              <a:pathLst>
                <a:path w="84292" h="87218" fill="none" extrusionOk="0">
                  <a:moveTo>
                    <a:pt x="79900" y="75157"/>
                  </a:moveTo>
                  <a:lnTo>
                    <a:pt x="77916" y="83262"/>
                  </a:lnTo>
                  <a:lnTo>
                    <a:pt x="68299" y="87218"/>
                  </a:lnTo>
                  <a:lnTo>
                    <a:pt x="61610" y="72314"/>
                  </a:lnTo>
                  <a:lnTo>
                    <a:pt x="48376" y="64524"/>
                  </a:lnTo>
                  <a:lnTo>
                    <a:pt x="37489" y="50685"/>
                  </a:lnTo>
                  <a:lnTo>
                    <a:pt x="32771" y="39181"/>
                  </a:lnTo>
                  <a:lnTo>
                    <a:pt x="28525" y="27000"/>
                  </a:lnTo>
                  <a:lnTo>
                    <a:pt x="19779" y="19379"/>
                  </a:lnTo>
                  <a:lnTo>
                    <a:pt x="1" y="14057"/>
                  </a:lnTo>
                  <a:lnTo>
                    <a:pt x="5227" y="0"/>
                  </a:lnTo>
                  <a:lnTo>
                    <a:pt x="40380" y="3605"/>
                  </a:lnTo>
                  <a:lnTo>
                    <a:pt x="53662" y="9254"/>
                  </a:lnTo>
                  <a:lnTo>
                    <a:pt x="56711" y="17734"/>
                  </a:lnTo>
                  <a:lnTo>
                    <a:pt x="69727" y="26177"/>
                  </a:lnTo>
                  <a:lnTo>
                    <a:pt x="84291" y="20649"/>
                  </a:lnTo>
                  <a:lnTo>
                    <a:pt x="79465" y="38165"/>
                  </a:lnTo>
                  <a:lnTo>
                    <a:pt x="72207" y="46960"/>
                  </a:lnTo>
                  <a:lnTo>
                    <a:pt x="64791" y="54677"/>
                  </a:lnTo>
                  <a:lnTo>
                    <a:pt x="54497" y="63206"/>
                  </a:lnTo>
                  <a:lnTo>
                    <a:pt x="62094" y="63556"/>
                  </a:lnTo>
                  <a:lnTo>
                    <a:pt x="66098" y="74335"/>
                  </a:lnTo>
                  <a:close/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48" name="Google Shape;3348;p65"/>
            <p:cNvSpPr/>
            <p:nvPr/>
          </p:nvSpPr>
          <p:spPr>
            <a:xfrm>
              <a:off x="2241950" y="3529150"/>
              <a:ext cx="49625" cy="247725"/>
            </a:xfrm>
            <a:custGeom>
              <a:avLst/>
              <a:gdLst/>
              <a:ahLst/>
              <a:cxnLst/>
              <a:rect l="l" t="t" r="r" b="b"/>
              <a:pathLst>
                <a:path w="1985" h="9909" fill="none" extrusionOk="0">
                  <a:moveTo>
                    <a:pt x="1984" y="9908"/>
                  </a:moveTo>
                  <a:lnTo>
                    <a:pt x="0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49" name="Google Shape;3349;p65"/>
            <p:cNvSpPr/>
            <p:nvPr/>
          </p:nvSpPr>
          <p:spPr>
            <a:xfrm>
              <a:off x="2241950" y="3400325"/>
              <a:ext cx="441250" cy="371700"/>
            </a:xfrm>
            <a:custGeom>
              <a:avLst/>
              <a:gdLst/>
              <a:ahLst/>
              <a:cxnLst/>
              <a:rect l="l" t="t" r="r" b="b"/>
              <a:pathLst>
                <a:path w="17650" h="14868" fill="none" extrusionOk="0">
                  <a:moveTo>
                    <a:pt x="11952" y="14868"/>
                  </a:moveTo>
                  <a:lnTo>
                    <a:pt x="0" y="4670"/>
                  </a:lnTo>
                  <a:lnTo>
                    <a:pt x="9702" y="1"/>
                  </a:lnTo>
                  <a:lnTo>
                    <a:pt x="17649" y="7489"/>
                  </a:lnTo>
                  <a:close/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50" name="Google Shape;3350;p65"/>
            <p:cNvSpPr/>
            <p:nvPr/>
          </p:nvSpPr>
          <p:spPr>
            <a:xfrm>
              <a:off x="2254050" y="3517075"/>
              <a:ext cx="457575" cy="70475"/>
            </a:xfrm>
            <a:custGeom>
              <a:avLst/>
              <a:gdLst/>
              <a:ahLst/>
              <a:cxnLst/>
              <a:rect l="l" t="t" r="r" b="b"/>
              <a:pathLst>
                <a:path w="18303" h="2819" fill="none" extrusionOk="0">
                  <a:moveTo>
                    <a:pt x="0" y="0"/>
                  </a:moveTo>
                  <a:lnTo>
                    <a:pt x="18303" y="2819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51" name="Google Shape;3351;p65"/>
            <p:cNvSpPr/>
            <p:nvPr/>
          </p:nvSpPr>
          <p:spPr>
            <a:xfrm>
              <a:off x="2463625" y="3784100"/>
              <a:ext cx="77125" cy="358075"/>
            </a:xfrm>
            <a:custGeom>
              <a:avLst/>
              <a:gdLst/>
              <a:ahLst/>
              <a:cxnLst/>
              <a:rect l="l" t="t" r="r" b="b"/>
              <a:pathLst>
                <a:path w="3085" h="14323" fill="none" extrusionOk="0">
                  <a:moveTo>
                    <a:pt x="0" y="14323"/>
                  </a:moveTo>
                  <a:lnTo>
                    <a:pt x="3085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52" name="Google Shape;3352;p65"/>
            <p:cNvSpPr/>
            <p:nvPr/>
          </p:nvSpPr>
          <p:spPr>
            <a:xfrm>
              <a:off x="2540725" y="3772000"/>
              <a:ext cx="128875" cy="445500"/>
            </a:xfrm>
            <a:custGeom>
              <a:avLst/>
              <a:gdLst/>
              <a:ahLst/>
              <a:cxnLst/>
              <a:rect l="l" t="t" r="r" b="b"/>
              <a:pathLst>
                <a:path w="5155" h="17820" fill="none" extrusionOk="0">
                  <a:moveTo>
                    <a:pt x="1" y="1"/>
                  </a:moveTo>
                  <a:lnTo>
                    <a:pt x="5154" y="17819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53" name="Google Shape;3353;p65"/>
            <p:cNvSpPr/>
            <p:nvPr/>
          </p:nvSpPr>
          <p:spPr>
            <a:xfrm>
              <a:off x="2540725" y="3772000"/>
              <a:ext cx="331475" cy="166950"/>
            </a:xfrm>
            <a:custGeom>
              <a:avLst/>
              <a:gdLst/>
              <a:ahLst/>
              <a:cxnLst/>
              <a:rect l="l" t="t" r="r" b="b"/>
              <a:pathLst>
                <a:path w="13259" h="6678" fill="none" extrusionOk="0">
                  <a:moveTo>
                    <a:pt x="1" y="1"/>
                  </a:moveTo>
                  <a:lnTo>
                    <a:pt x="13259" y="6678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54" name="Google Shape;3354;p65"/>
            <p:cNvSpPr/>
            <p:nvPr/>
          </p:nvSpPr>
          <p:spPr>
            <a:xfrm>
              <a:off x="2552825" y="3677050"/>
              <a:ext cx="360525" cy="94975"/>
            </a:xfrm>
            <a:custGeom>
              <a:avLst/>
              <a:gdLst/>
              <a:ahLst/>
              <a:cxnLst/>
              <a:rect l="l" t="t" r="r" b="b"/>
              <a:pathLst>
                <a:path w="14421" h="3799" fill="none" extrusionOk="0">
                  <a:moveTo>
                    <a:pt x="14420" y="0"/>
                  </a:moveTo>
                  <a:lnTo>
                    <a:pt x="1" y="3799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55" name="Google Shape;3355;p65"/>
            <p:cNvSpPr/>
            <p:nvPr/>
          </p:nvSpPr>
          <p:spPr>
            <a:xfrm>
              <a:off x="2221375" y="3772000"/>
              <a:ext cx="75925" cy="244675"/>
            </a:xfrm>
            <a:custGeom>
              <a:avLst/>
              <a:gdLst/>
              <a:ahLst/>
              <a:cxnLst/>
              <a:rect l="l" t="t" r="r" b="b"/>
              <a:pathLst>
                <a:path w="3037" h="9787" fill="none" extrusionOk="0">
                  <a:moveTo>
                    <a:pt x="1" y="9787"/>
                  </a:moveTo>
                  <a:lnTo>
                    <a:pt x="3037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56" name="Google Shape;3356;p65"/>
            <p:cNvSpPr/>
            <p:nvPr/>
          </p:nvSpPr>
          <p:spPr>
            <a:xfrm>
              <a:off x="2297275" y="3772000"/>
              <a:ext cx="166375" cy="370175"/>
            </a:xfrm>
            <a:custGeom>
              <a:avLst/>
              <a:gdLst/>
              <a:ahLst/>
              <a:cxnLst/>
              <a:rect l="l" t="t" r="r" b="b"/>
              <a:pathLst>
                <a:path w="6655" h="14807" fill="none" extrusionOk="0">
                  <a:moveTo>
                    <a:pt x="1" y="1"/>
                  </a:moveTo>
                  <a:lnTo>
                    <a:pt x="6654" y="14807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57" name="Google Shape;3357;p65"/>
            <p:cNvSpPr/>
            <p:nvPr/>
          </p:nvSpPr>
          <p:spPr>
            <a:xfrm>
              <a:off x="2463625" y="4150925"/>
              <a:ext cx="20875" cy="378350"/>
            </a:xfrm>
            <a:custGeom>
              <a:avLst/>
              <a:gdLst/>
              <a:ahLst/>
              <a:cxnLst/>
              <a:rect l="l" t="t" r="r" b="b"/>
              <a:pathLst>
                <a:path w="835" h="15134" fill="none" extrusionOk="0">
                  <a:moveTo>
                    <a:pt x="0" y="1"/>
                  </a:moveTo>
                  <a:lnTo>
                    <a:pt x="835" y="15134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58" name="Google Shape;3358;p65"/>
            <p:cNvSpPr/>
            <p:nvPr/>
          </p:nvSpPr>
          <p:spPr>
            <a:xfrm>
              <a:off x="2207175" y="4345400"/>
              <a:ext cx="271275" cy="192350"/>
            </a:xfrm>
            <a:custGeom>
              <a:avLst/>
              <a:gdLst/>
              <a:ahLst/>
              <a:cxnLst/>
              <a:rect l="l" t="t" r="r" b="b"/>
              <a:pathLst>
                <a:path w="10851" h="7694" fill="none" extrusionOk="0">
                  <a:moveTo>
                    <a:pt x="0" y="0"/>
                  </a:moveTo>
                  <a:lnTo>
                    <a:pt x="10851" y="7694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59" name="Google Shape;3359;p65"/>
            <p:cNvSpPr/>
            <p:nvPr/>
          </p:nvSpPr>
          <p:spPr>
            <a:xfrm>
              <a:off x="2218950" y="4145500"/>
              <a:ext cx="260425" cy="48100"/>
            </a:xfrm>
            <a:custGeom>
              <a:avLst/>
              <a:gdLst/>
              <a:ahLst/>
              <a:cxnLst/>
              <a:rect l="l" t="t" r="r" b="b"/>
              <a:pathLst>
                <a:path w="10417" h="1924" fill="none" extrusionOk="0">
                  <a:moveTo>
                    <a:pt x="1" y="1923"/>
                  </a:moveTo>
                  <a:lnTo>
                    <a:pt x="10416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60" name="Google Shape;3360;p65"/>
            <p:cNvSpPr/>
            <p:nvPr/>
          </p:nvSpPr>
          <p:spPr>
            <a:xfrm>
              <a:off x="2473900" y="4150925"/>
              <a:ext cx="190550" cy="75950"/>
            </a:xfrm>
            <a:custGeom>
              <a:avLst/>
              <a:gdLst/>
              <a:ahLst/>
              <a:cxnLst/>
              <a:rect l="l" t="t" r="r" b="b"/>
              <a:pathLst>
                <a:path w="7622" h="3038" fill="none" extrusionOk="0">
                  <a:moveTo>
                    <a:pt x="7621" y="3037"/>
                  </a:moveTo>
                  <a:lnTo>
                    <a:pt x="0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61" name="Google Shape;3361;p65"/>
            <p:cNvSpPr/>
            <p:nvPr/>
          </p:nvSpPr>
          <p:spPr>
            <a:xfrm>
              <a:off x="2149700" y="4558600"/>
              <a:ext cx="127050" cy="245275"/>
            </a:xfrm>
            <a:custGeom>
              <a:avLst/>
              <a:gdLst/>
              <a:ahLst/>
              <a:cxnLst/>
              <a:rect l="l" t="t" r="r" b="b"/>
              <a:pathLst>
                <a:path w="5082" h="9811" fill="none" extrusionOk="0">
                  <a:moveTo>
                    <a:pt x="1" y="0"/>
                  </a:moveTo>
                  <a:lnTo>
                    <a:pt x="5081" y="981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62" name="Google Shape;3362;p65"/>
            <p:cNvSpPr/>
            <p:nvPr/>
          </p:nvSpPr>
          <p:spPr>
            <a:xfrm>
              <a:off x="2156650" y="4529250"/>
              <a:ext cx="327850" cy="29375"/>
            </a:xfrm>
            <a:custGeom>
              <a:avLst/>
              <a:gdLst/>
              <a:ahLst/>
              <a:cxnLst/>
              <a:rect l="l" t="t" r="r" b="b"/>
              <a:pathLst>
                <a:path w="13114" h="1175" fill="none" extrusionOk="0">
                  <a:moveTo>
                    <a:pt x="1" y="1174"/>
                  </a:moveTo>
                  <a:lnTo>
                    <a:pt x="13114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63" name="Google Shape;3363;p65"/>
            <p:cNvSpPr/>
            <p:nvPr/>
          </p:nvSpPr>
          <p:spPr>
            <a:xfrm>
              <a:off x="2077725" y="3529150"/>
              <a:ext cx="164250" cy="333600"/>
            </a:xfrm>
            <a:custGeom>
              <a:avLst/>
              <a:gdLst/>
              <a:ahLst/>
              <a:cxnLst/>
              <a:rect l="l" t="t" r="r" b="b"/>
              <a:pathLst>
                <a:path w="6570" h="13344" fill="none" extrusionOk="0">
                  <a:moveTo>
                    <a:pt x="1" y="13344"/>
                  </a:moveTo>
                  <a:lnTo>
                    <a:pt x="6569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64" name="Google Shape;3364;p65"/>
            <p:cNvSpPr/>
            <p:nvPr/>
          </p:nvSpPr>
          <p:spPr>
            <a:xfrm>
              <a:off x="2297275" y="3772000"/>
              <a:ext cx="243475" cy="25"/>
            </a:xfrm>
            <a:custGeom>
              <a:avLst/>
              <a:gdLst/>
              <a:ahLst/>
              <a:cxnLst/>
              <a:rect l="l" t="t" r="r" b="b"/>
              <a:pathLst>
                <a:path w="9739" h="1" fill="none" extrusionOk="0">
                  <a:moveTo>
                    <a:pt x="1" y="1"/>
                  </a:moveTo>
                  <a:lnTo>
                    <a:pt x="9739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65" name="Google Shape;3365;p65"/>
            <p:cNvSpPr/>
            <p:nvPr/>
          </p:nvSpPr>
          <p:spPr>
            <a:xfrm>
              <a:off x="2206550" y="4150925"/>
              <a:ext cx="267375" cy="201150"/>
            </a:xfrm>
            <a:custGeom>
              <a:avLst/>
              <a:gdLst/>
              <a:ahLst/>
              <a:cxnLst/>
              <a:rect l="l" t="t" r="r" b="b"/>
              <a:pathLst>
                <a:path w="10695" h="8046" fill="none" extrusionOk="0">
                  <a:moveTo>
                    <a:pt x="1" y="8045"/>
                  </a:moveTo>
                  <a:lnTo>
                    <a:pt x="10694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66" name="Google Shape;3366;p65"/>
            <p:cNvSpPr/>
            <p:nvPr/>
          </p:nvSpPr>
          <p:spPr>
            <a:xfrm>
              <a:off x="412000" y="1451850"/>
              <a:ext cx="148825" cy="202950"/>
            </a:xfrm>
            <a:custGeom>
              <a:avLst/>
              <a:gdLst/>
              <a:ahLst/>
              <a:cxnLst/>
              <a:rect l="l" t="t" r="r" b="b"/>
              <a:pathLst>
                <a:path w="5953" h="8118" fill="none" extrusionOk="0">
                  <a:moveTo>
                    <a:pt x="1" y="0"/>
                  </a:moveTo>
                  <a:lnTo>
                    <a:pt x="5952" y="8117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67" name="Google Shape;3367;p65"/>
            <p:cNvSpPr/>
            <p:nvPr/>
          </p:nvSpPr>
          <p:spPr>
            <a:xfrm>
              <a:off x="300100" y="1654775"/>
              <a:ext cx="272525" cy="116750"/>
            </a:xfrm>
            <a:custGeom>
              <a:avLst/>
              <a:gdLst/>
              <a:ahLst/>
              <a:cxnLst/>
              <a:rect l="l" t="t" r="r" b="b"/>
              <a:pathLst>
                <a:path w="10901" h="4670" fill="none" extrusionOk="0">
                  <a:moveTo>
                    <a:pt x="1" y="4670"/>
                  </a:moveTo>
                  <a:lnTo>
                    <a:pt x="10900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68" name="Google Shape;3368;p65"/>
            <p:cNvSpPr/>
            <p:nvPr/>
          </p:nvSpPr>
          <p:spPr>
            <a:xfrm>
              <a:off x="564725" y="1658100"/>
              <a:ext cx="223825" cy="252225"/>
            </a:xfrm>
            <a:custGeom>
              <a:avLst/>
              <a:gdLst/>
              <a:ahLst/>
              <a:cxnLst/>
              <a:rect l="l" t="t" r="r" b="b"/>
              <a:pathLst>
                <a:path w="8953" h="10089" fill="none" extrusionOk="0">
                  <a:moveTo>
                    <a:pt x="1" y="0"/>
                  </a:moveTo>
                  <a:lnTo>
                    <a:pt x="8952" y="10089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69" name="Google Shape;3369;p65"/>
            <p:cNvSpPr/>
            <p:nvPr/>
          </p:nvSpPr>
          <p:spPr>
            <a:xfrm>
              <a:off x="809075" y="1695300"/>
              <a:ext cx="109500" cy="215025"/>
            </a:xfrm>
            <a:custGeom>
              <a:avLst/>
              <a:gdLst/>
              <a:ahLst/>
              <a:cxnLst/>
              <a:rect l="l" t="t" r="r" b="b"/>
              <a:pathLst>
                <a:path w="4380" h="8601" fill="none" extrusionOk="0">
                  <a:moveTo>
                    <a:pt x="1" y="8601"/>
                  </a:moveTo>
                  <a:lnTo>
                    <a:pt x="4380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70" name="Google Shape;3370;p65"/>
            <p:cNvSpPr/>
            <p:nvPr/>
          </p:nvSpPr>
          <p:spPr>
            <a:xfrm>
              <a:off x="560800" y="1654775"/>
              <a:ext cx="369875" cy="40550"/>
            </a:xfrm>
            <a:custGeom>
              <a:avLst/>
              <a:gdLst/>
              <a:ahLst/>
              <a:cxnLst/>
              <a:rect l="l" t="t" r="r" b="b"/>
              <a:pathLst>
                <a:path w="14795" h="1622" fill="none" extrusionOk="0">
                  <a:moveTo>
                    <a:pt x="14795" y="1621"/>
                  </a:moveTo>
                  <a:lnTo>
                    <a:pt x="0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71" name="Google Shape;3371;p65"/>
            <p:cNvSpPr/>
            <p:nvPr/>
          </p:nvSpPr>
          <p:spPr>
            <a:xfrm>
              <a:off x="560800" y="1525625"/>
              <a:ext cx="722200" cy="129175"/>
            </a:xfrm>
            <a:custGeom>
              <a:avLst/>
              <a:gdLst/>
              <a:ahLst/>
              <a:cxnLst/>
              <a:rect l="l" t="t" r="r" b="b"/>
              <a:pathLst>
                <a:path w="28888" h="5167" fill="none" extrusionOk="0">
                  <a:moveTo>
                    <a:pt x="28887" y="1"/>
                  </a:moveTo>
                  <a:lnTo>
                    <a:pt x="0" y="5166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72" name="Google Shape;3372;p65"/>
            <p:cNvSpPr/>
            <p:nvPr/>
          </p:nvSpPr>
          <p:spPr>
            <a:xfrm>
              <a:off x="1154750" y="1525625"/>
              <a:ext cx="128250" cy="363850"/>
            </a:xfrm>
            <a:custGeom>
              <a:avLst/>
              <a:gdLst/>
              <a:ahLst/>
              <a:cxnLst/>
              <a:rect l="l" t="t" r="r" b="b"/>
              <a:pathLst>
                <a:path w="5130" h="14554" fill="none" extrusionOk="0">
                  <a:moveTo>
                    <a:pt x="5129" y="1"/>
                  </a:moveTo>
                  <a:lnTo>
                    <a:pt x="0" y="14553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73" name="Google Shape;3373;p65"/>
            <p:cNvSpPr/>
            <p:nvPr/>
          </p:nvSpPr>
          <p:spPr>
            <a:xfrm>
              <a:off x="918550" y="1695300"/>
              <a:ext cx="236225" cy="194175"/>
            </a:xfrm>
            <a:custGeom>
              <a:avLst/>
              <a:gdLst/>
              <a:ahLst/>
              <a:cxnLst/>
              <a:rect l="l" t="t" r="r" b="b"/>
              <a:pathLst>
                <a:path w="9449" h="7767" fill="none" extrusionOk="0">
                  <a:moveTo>
                    <a:pt x="1" y="0"/>
                  </a:moveTo>
                  <a:lnTo>
                    <a:pt x="9448" y="7766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74" name="Google Shape;3374;p65"/>
            <p:cNvSpPr/>
            <p:nvPr/>
          </p:nvSpPr>
          <p:spPr>
            <a:xfrm>
              <a:off x="995075" y="1889450"/>
              <a:ext cx="159700" cy="215350"/>
            </a:xfrm>
            <a:custGeom>
              <a:avLst/>
              <a:gdLst/>
              <a:ahLst/>
              <a:cxnLst/>
              <a:rect l="l" t="t" r="r" b="b"/>
              <a:pathLst>
                <a:path w="6388" h="8614" fill="none" extrusionOk="0">
                  <a:moveTo>
                    <a:pt x="0" y="8613"/>
                  </a:moveTo>
                  <a:lnTo>
                    <a:pt x="6387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75" name="Google Shape;3375;p65"/>
            <p:cNvSpPr/>
            <p:nvPr/>
          </p:nvSpPr>
          <p:spPr>
            <a:xfrm>
              <a:off x="918550" y="1525625"/>
              <a:ext cx="364450" cy="169700"/>
            </a:xfrm>
            <a:custGeom>
              <a:avLst/>
              <a:gdLst/>
              <a:ahLst/>
              <a:cxnLst/>
              <a:rect l="l" t="t" r="r" b="b"/>
              <a:pathLst>
                <a:path w="14578" h="6788" fill="none" extrusionOk="0">
                  <a:moveTo>
                    <a:pt x="1" y="6787"/>
                  </a:moveTo>
                  <a:lnTo>
                    <a:pt x="14577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76" name="Google Shape;3376;p65"/>
            <p:cNvSpPr/>
            <p:nvPr/>
          </p:nvSpPr>
          <p:spPr>
            <a:xfrm>
              <a:off x="1154750" y="1889450"/>
              <a:ext cx="176025" cy="242250"/>
            </a:xfrm>
            <a:custGeom>
              <a:avLst/>
              <a:gdLst/>
              <a:ahLst/>
              <a:cxnLst/>
              <a:rect l="l" t="t" r="r" b="b"/>
              <a:pathLst>
                <a:path w="7041" h="9690" fill="none" extrusionOk="0">
                  <a:moveTo>
                    <a:pt x="0" y="0"/>
                  </a:moveTo>
                  <a:lnTo>
                    <a:pt x="7041" y="969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77" name="Google Shape;3377;p65"/>
            <p:cNvSpPr/>
            <p:nvPr/>
          </p:nvSpPr>
          <p:spPr>
            <a:xfrm>
              <a:off x="1330750" y="1821700"/>
              <a:ext cx="129150" cy="310000"/>
            </a:xfrm>
            <a:custGeom>
              <a:avLst/>
              <a:gdLst/>
              <a:ahLst/>
              <a:cxnLst/>
              <a:rect l="l" t="t" r="r" b="b"/>
              <a:pathLst>
                <a:path w="5166" h="12400" fill="none" extrusionOk="0">
                  <a:moveTo>
                    <a:pt x="1" y="12400"/>
                  </a:moveTo>
                  <a:lnTo>
                    <a:pt x="5166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78" name="Google Shape;3378;p65"/>
            <p:cNvSpPr/>
            <p:nvPr/>
          </p:nvSpPr>
          <p:spPr>
            <a:xfrm>
              <a:off x="1459875" y="1666875"/>
              <a:ext cx="175750" cy="154850"/>
            </a:xfrm>
            <a:custGeom>
              <a:avLst/>
              <a:gdLst/>
              <a:ahLst/>
              <a:cxnLst/>
              <a:rect l="l" t="t" r="r" b="b"/>
              <a:pathLst>
                <a:path w="7030" h="6194" fill="none" extrusionOk="0">
                  <a:moveTo>
                    <a:pt x="1" y="6194"/>
                  </a:moveTo>
                  <a:lnTo>
                    <a:pt x="7029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79" name="Google Shape;3379;p65"/>
            <p:cNvSpPr/>
            <p:nvPr/>
          </p:nvSpPr>
          <p:spPr>
            <a:xfrm>
              <a:off x="1154750" y="1821700"/>
              <a:ext cx="305150" cy="67775"/>
            </a:xfrm>
            <a:custGeom>
              <a:avLst/>
              <a:gdLst/>
              <a:ahLst/>
              <a:cxnLst/>
              <a:rect l="l" t="t" r="r" b="b"/>
              <a:pathLst>
                <a:path w="12206" h="2711" fill="none" extrusionOk="0">
                  <a:moveTo>
                    <a:pt x="0" y="2710"/>
                  </a:moveTo>
                  <a:lnTo>
                    <a:pt x="12206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80" name="Google Shape;3380;p65"/>
            <p:cNvSpPr/>
            <p:nvPr/>
          </p:nvSpPr>
          <p:spPr>
            <a:xfrm>
              <a:off x="1459875" y="1821700"/>
              <a:ext cx="134300" cy="433400"/>
            </a:xfrm>
            <a:custGeom>
              <a:avLst/>
              <a:gdLst/>
              <a:ahLst/>
              <a:cxnLst/>
              <a:rect l="l" t="t" r="r" b="b"/>
              <a:pathLst>
                <a:path w="5372" h="17336" fill="none" extrusionOk="0">
                  <a:moveTo>
                    <a:pt x="1" y="1"/>
                  </a:moveTo>
                  <a:lnTo>
                    <a:pt x="5372" y="17335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81" name="Google Shape;3381;p65"/>
            <p:cNvSpPr/>
            <p:nvPr/>
          </p:nvSpPr>
          <p:spPr>
            <a:xfrm>
              <a:off x="1594150" y="1889450"/>
              <a:ext cx="113150" cy="365650"/>
            </a:xfrm>
            <a:custGeom>
              <a:avLst/>
              <a:gdLst/>
              <a:ahLst/>
              <a:cxnLst/>
              <a:rect l="l" t="t" r="r" b="b"/>
              <a:pathLst>
                <a:path w="4526" h="14626" fill="none" extrusionOk="0">
                  <a:moveTo>
                    <a:pt x="1" y="14625"/>
                  </a:moveTo>
                  <a:lnTo>
                    <a:pt x="4525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82" name="Google Shape;3382;p65"/>
            <p:cNvSpPr/>
            <p:nvPr/>
          </p:nvSpPr>
          <p:spPr>
            <a:xfrm>
              <a:off x="1115425" y="2255075"/>
              <a:ext cx="478750" cy="165450"/>
            </a:xfrm>
            <a:custGeom>
              <a:avLst/>
              <a:gdLst/>
              <a:ahLst/>
              <a:cxnLst/>
              <a:rect l="l" t="t" r="r" b="b"/>
              <a:pathLst>
                <a:path w="19150" h="6618" fill="none" extrusionOk="0">
                  <a:moveTo>
                    <a:pt x="1" y="6617"/>
                  </a:moveTo>
                  <a:lnTo>
                    <a:pt x="19150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83" name="Google Shape;3383;p65"/>
            <p:cNvSpPr/>
            <p:nvPr/>
          </p:nvSpPr>
          <p:spPr>
            <a:xfrm>
              <a:off x="1530050" y="2255075"/>
              <a:ext cx="64125" cy="314825"/>
            </a:xfrm>
            <a:custGeom>
              <a:avLst/>
              <a:gdLst/>
              <a:ahLst/>
              <a:cxnLst/>
              <a:rect l="l" t="t" r="r" b="b"/>
              <a:pathLst>
                <a:path w="2565" h="12593" fill="none" extrusionOk="0">
                  <a:moveTo>
                    <a:pt x="2565" y="0"/>
                  </a:moveTo>
                  <a:lnTo>
                    <a:pt x="0" y="12593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84" name="Google Shape;3384;p65"/>
            <p:cNvSpPr/>
            <p:nvPr/>
          </p:nvSpPr>
          <p:spPr>
            <a:xfrm>
              <a:off x="1231250" y="2569875"/>
              <a:ext cx="310925" cy="132800"/>
            </a:xfrm>
            <a:custGeom>
              <a:avLst/>
              <a:gdLst/>
              <a:ahLst/>
              <a:cxnLst/>
              <a:rect l="l" t="t" r="r" b="b"/>
              <a:pathLst>
                <a:path w="12437" h="5312" fill="none" extrusionOk="0">
                  <a:moveTo>
                    <a:pt x="1" y="5311"/>
                  </a:moveTo>
                  <a:lnTo>
                    <a:pt x="12436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85" name="Google Shape;3385;p65"/>
            <p:cNvSpPr/>
            <p:nvPr/>
          </p:nvSpPr>
          <p:spPr>
            <a:xfrm>
              <a:off x="1113325" y="2131675"/>
              <a:ext cx="217450" cy="283400"/>
            </a:xfrm>
            <a:custGeom>
              <a:avLst/>
              <a:gdLst/>
              <a:ahLst/>
              <a:cxnLst/>
              <a:rect l="l" t="t" r="r" b="b"/>
              <a:pathLst>
                <a:path w="8698" h="11336" fill="none" extrusionOk="0">
                  <a:moveTo>
                    <a:pt x="8698" y="1"/>
                  </a:moveTo>
                  <a:lnTo>
                    <a:pt x="0" y="11335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86" name="Google Shape;3386;p65"/>
            <p:cNvSpPr/>
            <p:nvPr/>
          </p:nvSpPr>
          <p:spPr>
            <a:xfrm>
              <a:off x="1330750" y="2131675"/>
              <a:ext cx="284300" cy="114950"/>
            </a:xfrm>
            <a:custGeom>
              <a:avLst/>
              <a:gdLst/>
              <a:ahLst/>
              <a:cxnLst/>
              <a:rect l="l" t="t" r="r" b="b"/>
              <a:pathLst>
                <a:path w="11372" h="4598" fill="none" extrusionOk="0">
                  <a:moveTo>
                    <a:pt x="1" y="1"/>
                  </a:moveTo>
                  <a:lnTo>
                    <a:pt x="11372" y="4598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87" name="Google Shape;3387;p65"/>
            <p:cNvSpPr/>
            <p:nvPr/>
          </p:nvSpPr>
          <p:spPr>
            <a:xfrm>
              <a:off x="1615025" y="2089950"/>
              <a:ext cx="422200" cy="156675"/>
            </a:xfrm>
            <a:custGeom>
              <a:avLst/>
              <a:gdLst/>
              <a:ahLst/>
              <a:cxnLst/>
              <a:rect l="l" t="t" r="r" b="b"/>
              <a:pathLst>
                <a:path w="16888" h="6267" fill="none" extrusionOk="0">
                  <a:moveTo>
                    <a:pt x="1" y="6267"/>
                  </a:moveTo>
                  <a:lnTo>
                    <a:pt x="16888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88" name="Google Shape;3388;p65"/>
            <p:cNvSpPr/>
            <p:nvPr/>
          </p:nvSpPr>
          <p:spPr>
            <a:xfrm>
              <a:off x="2037200" y="2089950"/>
              <a:ext cx="233500" cy="303650"/>
            </a:xfrm>
            <a:custGeom>
              <a:avLst/>
              <a:gdLst/>
              <a:ahLst/>
              <a:cxnLst/>
              <a:rect l="l" t="t" r="r" b="b"/>
              <a:pathLst>
                <a:path w="9340" h="12146" fill="none" extrusionOk="0">
                  <a:moveTo>
                    <a:pt x="1" y="0"/>
                  </a:moveTo>
                  <a:lnTo>
                    <a:pt x="9339" y="12146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89" name="Google Shape;3389;p65"/>
            <p:cNvSpPr/>
            <p:nvPr/>
          </p:nvSpPr>
          <p:spPr>
            <a:xfrm>
              <a:off x="1596875" y="2246600"/>
              <a:ext cx="673825" cy="127050"/>
            </a:xfrm>
            <a:custGeom>
              <a:avLst/>
              <a:gdLst/>
              <a:ahLst/>
              <a:cxnLst/>
              <a:rect l="l" t="t" r="r" b="b"/>
              <a:pathLst>
                <a:path w="26953" h="5082" fill="none" extrusionOk="0">
                  <a:moveTo>
                    <a:pt x="26952" y="5081"/>
                  </a:moveTo>
                  <a:lnTo>
                    <a:pt x="1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90" name="Google Shape;3390;p65"/>
            <p:cNvSpPr/>
            <p:nvPr/>
          </p:nvSpPr>
          <p:spPr>
            <a:xfrm>
              <a:off x="1596875" y="2246600"/>
              <a:ext cx="316975" cy="555875"/>
            </a:xfrm>
            <a:custGeom>
              <a:avLst/>
              <a:gdLst/>
              <a:ahLst/>
              <a:cxnLst/>
              <a:rect l="l" t="t" r="r" b="b"/>
              <a:pathLst>
                <a:path w="12679" h="22235" fill="none" extrusionOk="0">
                  <a:moveTo>
                    <a:pt x="1" y="1"/>
                  </a:moveTo>
                  <a:lnTo>
                    <a:pt x="12678" y="22234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91" name="Google Shape;3391;p65"/>
            <p:cNvSpPr/>
            <p:nvPr/>
          </p:nvSpPr>
          <p:spPr>
            <a:xfrm>
              <a:off x="1596875" y="2246600"/>
              <a:ext cx="507800" cy="355075"/>
            </a:xfrm>
            <a:custGeom>
              <a:avLst/>
              <a:gdLst/>
              <a:ahLst/>
              <a:cxnLst/>
              <a:rect l="l" t="t" r="r" b="b"/>
              <a:pathLst>
                <a:path w="20312" h="14203" fill="none" extrusionOk="0">
                  <a:moveTo>
                    <a:pt x="1" y="1"/>
                  </a:moveTo>
                  <a:lnTo>
                    <a:pt x="20311" y="14202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92" name="Google Shape;3392;p65"/>
            <p:cNvSpPr/>
            <p:nvPr/>
          </p:nvSpPr>
          <p:spPr>
            <a:xfrm>
              <a:off x="1530050" y="2569875"/>
              <a:ext cx="383800" cy="232600"/>
            </a:xfrm>
            <a:custGeom>
              <a:avLst/>
              <a:gdLst/>
              <a:ahLst/>
              <a:cxnLst/>
              <a:rect l="l" t="t" r="r" b="b"/>
              <a:pathLst>
                <a:path w="15352" h="9304" fill="none" extrusionOk="0">
                  <a:moveTo>
                    <a:pt x="0" y="1"/>
                  </a:moveTo>
                  <a:lnTo>
                    <a:pt x="15351" y="9303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93" name="Google Shape;3393;p65"/>
            <p:cNvSpPr/>
            <p:nvPr/>
          </p:nvSpPr>
          <p:spPr>
            <a:xfrm>
              <a:off x="1530050" y="2569875"/>
              <a:ext cx="126425" cy="445800"/>
            </a:xfrm>
            <a:custGeom>
              <a:avLst/>
              <a:gdLst/>
              <a:ahLst/>
              <a:cxnLst/>
              <a:rect l="l" t="t" r="r" b="b"/>
              <a:pathLst>
                <a:path w="5057" h="17832" fill="none" extrusionOk="0">
                  <a:moveTo>
                    <a:pt x="5057" y="17832"/>
                  </a:moveTo>
                  <a:lnTo>
                    <a:pt x="0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94" name="Google Shape;3394;p65"/>
            <p:cNvSpPr/>
            <p:nvPr/>
          </p:nvSpPr>
          <p:spPr>
            <a:xfrm>
              <a:off x="1497375" y="3024425"/>
              <a:ext cx="164850" cy="32675"/>
            </a:xfrm>
            <a:custGeom>
              <a:avLst/>
              <a:gdLst/>
              <a:ahLst/>
              <a:cxnLst/>
              <a:rect l="l" t="t" r="r" b="b"/>
              <a:pathLst>
                <a:path w="6594" h="1307" fill="none" extrusionOk="0">
                  <a:moveTo>
                    <a:pt x="1" y="1307"/>
                  </a:moveTo>
                  <a:lnTo>
                    <a:pt x="6594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95" name="Google Shape;3395;p65"/>
            <p:cNvSpPr/>
            <p:nvPr/>
          </p:nvSpPr>
          <p:spPr>
            <a:xfrm>
              <a:off x="1662200" y="3024425"/>
              <a:ext cx="151250" cy="218975"/>
            </a:xfrm>
            <a:custGeom>
              <a:avLst/>
              <a:gdLst/>
              <a:ahLst/>
              <a:cxnLst/>
              <a:rect l="l" t="t" r="r" b="b"/>
              <a:pathLst>
                <a:path w="6050" h="8759" fill="none" extrusionOk="0">
                  <a:moveTo>
                    <a:pt x="1" y="0"/>
                  </a:moveTo>
                  <a:lnTo>
                    <a:pt x="6049" y="8758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96" name="Google Shape;3396;p65"/>
            <p:cNvSpPr/>
            <p:nvPr/>
          </p:nvSpPr>
          <p:spPr>
            <a:xfrm>
              <a:off x="1813725" y="3036525"/>
              <a:ext cx="32675" cy="206275"/>
            </a:xfrm>
            <a:custGeom>
              <a:avLst/>
              <a:gdLst/>
              <a:ahLst/>
              <a:cxnLst/>
              <a:rect l="l" t="t" r="r" b="b"/>
              <a:pathLst>
                <a:path w="1307" h="8251" fill="none" extrusionOk="0">
                  <a:moveTo>
                    <a:pt x="0" y="8250"/>
                  </a:moveTo>
                  <a:lnTo>
                    <a:pt x="1307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97" name="Google Shape;3397;p65"/>
            <p:cNvSpPr/>
            <p:nvPr/>
          </p:nvSpPr>
          <p:spPr>
            <a:xfrm>
              <a:off x="1813425" y="3243375"/>
              <a:ext cx="145175" cy="50525"/>
            </a:xfrm>
            <a:custGeom>
              <a:avLst/>
              <a:gdLst/>
              <a:ahLst/>
              <a:cxnLst/>
              <a:rect l="l" t="t" r="r" b="b"/>
              <a:pathLst>
                <a:path w="5807" h="2021" fill="none" extrusionOk="0">
                  <a:moveTo>
                    <a:pt x="0" y="0"/>
                  </a:moveTo>
                  <a:lnTo>
                    <a:pt x="5807" y="202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98" name="Google Shape;3398;p65"/>
            <p:cNvSpPr/>
            <p:nvPr/>
          </p:nvSpPr>
          <p:spPr>
            <a:xfrm>
              <a:off x="1949200" y="3290550"/>
              <a:ext cx="52350" cy="323300"/>
            </a:xfrm>
            <a:custGeom>
              <a:avLst/>
              <a:gdLst/>
              <a:ahLst/>
              <a:cxnLst/>
              <a:rect l="l" t="t" r="r" b="b"/>
              <a:pathLst>
                <a:path w="2094" h="12932" fill="none" extrusionOk="0">
                  <a:moveTo>
                    <a:pt x="1" y="1"/>
                  </a:moveTo>
                  <a:lnTo>
                    <a:pt x="2093" y="12932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99" name="Google Shape;3399;p65"/>
            <p:cNvSpPr/>
            <p:nvPr/>
          </p:nvSpPr>
          <p:spPr>
            <a:xfrm>
              <a:off x="1113325" y="2415050"/>
              <a:ext cx="416750" cy="154850"/>
            </a:xfrm>
            <a:custGeom>
              <a:avLst/>
              <a:gdLst/>
              <a:ahLst/>
              <a:cxnLst/>
              <a:rect l="l" t="t" r="r" b="b"/>
              <a:pathLst>
                <a:path w="16670" h="6194" fill="none" extrusionOk="0">
                  <a:moveTo>
                    <a:pt x="0" y="0"/>
                  </a:moveTo>
                  <a:lnTo>
                    <a:pt x="16669" y="6194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00" name="Google Shape;3400;p65"/>
            <p:cNvSpPr/>
            <p:nvPr/>
          </p:nvSpPr>
          <p:spPr>
            <a:xfrm>
              <a:off x="2032675" y="1784200"/>
              <a:ext cx="84100" cy="296100"/>
            </a:xfrm>
            <a:custGeom>
              <a:avLst/>
              <a:gdLst/>
              <a:ahLst/>
              <a:cxnLst/>
              <a:rect l="l" t="t" r="r" b="b"/>
              <a:pathLst>
                <a:path w="3364" h="11844" fill="none" extrusionOk="0">
                  <a:moveTo>
                    <a:pt x="0" y="11843"/>
                  </a:moveTo>
                  <a:lnTo>
                    <a:pt x="3363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01" name="Google Shape;3401;p65"/>
            <p:cNvSpPr/>
            <p:nvPr/>
          </p:nvSpPr>
          <p:spPr>
            <a:xfrm>
              <a:off x="2116750" y="1784200"/>
              <a:ext cx="275225" cy="167575"/>
            </a:xfrm>
            <a:custGeom>
              <a:avLst/>
              <a:gdLst/>
              <a:ahLst/>
              <a:cxnLst/>
              <a:rect l="l" t="t" r="r" b="b"/>
              <a:pathLst>
                <a:path w="11009" h="6703" fill="none" extrusionOk="0">
                  <a:moveTo>
                    <a:pt x="0" y="1"/>
                  </a:moveTo>
                  <a:lnTo>
                    <a:pt x="11008" y="6702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02" name="Google Shape;3402;p65"/>
            <p:cNvSpPr/>
            <p:nvPr/>
          </p:nvSpPr>
          <p:spPr>
            <a:xfrm>
              <a:off x="1166850" y="792275"/>
              <a:ext cx="1104150" cy="510800"/>
            </a:xfrm>
            <a:custGeom>
              <a:avLst/>
              <a:gdLst/>
              <a:ahLst/>
              <a:cxnLst/>
              <a:rect l="l" t="t" r="r" b="b"/>
              <a:pathLst>
                <a:path w="44166" h="20432" fill="none" extrusionOk="0">
                  <a:moveTo>
                    <a:pt x="7041" y="11529"/>
                  </a:moveTo>
                  <a:lnTo>
                    <a:pt x="22440" y="4162"/>
                  </a:lnTo>
                  <a:lnTo>
                    <a:pt x="34815" y="0"/>
                  </a:lnTo>
                  <a:lnTo>
                    <a:pt x="44166" y="484"/>
                  </a:lnTo>
                  <a:lnTo>
                    <a:pt x="38964" y="8565"/>
                  </a:lnTo>
                  <a:lnTo>
                    <a:pt x="33012" y="10065"/>
                  </a:lnTo>
                  <a:lnTo>
                    <a:pt x="22440" y="4839"/>
                  </a:lnTo>
                  <a:lnTo>
                    <a:pt x="18750" y="15424"/>
                  </a:lnTo>
                  <a:cubicBezTo>
                    <a:pt x="18750" y="15424"/>
                    <a:pt x="6206" y="11154"/>
                    <a:pt x="6557" y="11516"/>
                  </a:cubicBezTo>
                  <a:lnTo>
                    <a:pt x="0" y="20432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03" name="Google Shape;3403;p65"/>
            <p:cNvSpPr/>
            <p:nvPr/>
          </p:nvSpPr>
          <p:spPr>
            <a:xfrm>
              <a:off x="1154750" y="1080175"/>
              <a:ext cx="231975" cy="222900"/>
            </a:xfrm>
            <a:custGeom>
              <a:avLst/>
              <a:gdLst/>
              <a:ahLst/>
              <a:cxnLst/>
              <a:rect l="l" t="t" r="r" b="b"/>
              <a:pathLst>
                <a:path w="9279" h="8916" fill="none" extrusionOk="0">
                  <a:moveTo>
                    <a:pt x="0" y="8916"/>
                  </a:moveTo>
                  <a:lnTo>
                    <a:pt x="9279" y="6883"/>
                  </a:lnTo>
                  <a:lnTo>
                    <a:pt x="7041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04" name="Google Shape;3404;p65"/>
            <p:cNvSpPr/>
            <p:nvPr/>
          </p:nvSpPr>
          <p:spPr>
            <a:xfrm>
              <a:off x="1382775" y="1177850"/>
              <a:ext cx="252850" cy="62325"/>
            </a:xfrm>
            <a:custGeom>
              <a:avLst/>
              <a:gdLst/>
              <a:ahLst/>
              <a:cxnLst/>
              <a:rect l="l" t="t" r="r" b="b"/>
              <a:pathLst>
                <a:path w="10114" h="2493" fill="none" extrusionOk="0">
                  <a:moveTo>
                    <a:pt x="0" y="2493"/>
                  </a:moveTo>
                  <a:lnTo>
                    <a:pt x="10113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05" name="Google Shape;3405;p65"/>
            <p:cNvSpPr/>
            <p:nvPr/>
          </p:nvSpPr>
          <p:spPr>
            <a:xfrm>
              <a:off x="1647375" y="1043875"/>
              <a:ext cx="344800" cy="134000"/>
            </a:xfrm>
            <a:custGeom>
              <a:avLst/>
              <a:gdLst/>
              <a:ahLst/>
              <a:cxnLst/>
              <a:rect l="l" t="t" r="r" b="b"/>
              <a:pathLst>
                <a:path w="13792" h="5360" fill="none" extrusionOk="0">
                  <a:moveTo>
                    <a:pt x="1" y="5360"/>
                  </a:moveTo>
                  <a:lnTo>
                    <a:pt x="13791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06" name="Google Shape;3406;p65"/>
            <p:cNvSpPr/>
            <p:nvPr/>
          </p:nvSpPr>
          <p:spPr>
            <a:xfrm>
              <a:off x="1992150" y="792275"/>
              <a:ext cx="54750" cy="263725"/>
            </a:xfrm>
            <a:custGeom>
              <a:avLst/>
              <a:gdLst/>
              <a:ahLst/>
              <a:cxnLst/>
              <a:rect l="l" t="t" r="r" b="b"/>
              <a:pathLst>
                <a:path w="2190" h="10549" fill="none" extrusionOk="0">
                  <a:moveTo>
                    <a:pt x="0" y="10549"/>
                  </a:moveTo>
                  <a:lnTo>
                    <a:pt x="2190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07" name="Google Shape;3407;p65"/>
            <p:cNvSpPr/>
            <p:nvPr/>
          </p:nvSpPr>
          <p:spPr>
            <a:xfrm>
              <a:off x="2046875" y="792275"/>
              <a:ext cx="82000" cy="202025"/>
            </a:xfrm>
            <a:custGeom>
              <a:avLst/>
              <a:gdLst/>
              <a:ahLst/>
              <a:cxnLst/>
              <a:rect l="l" t="t" r="r" b="b"/>
              <a:pathLst>
                <a:path w="3280" h="8081" fill="none" extrusionOk="0">
                  <a:moveTo>
                    <a:pt x="1" y="0"/>
                  </a:moveTo>
                  <a:lnTo>
                    <a:pt x="3279" y="808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08" name="Google Shape;3408;p65"/>
            <p:cNvSpPr/>
            <p:nvPr/>
          </p:nvSpPr>
          <p:spPr>
            <a:xfrm>
              <a:off x="1509175" y="1303050"/>
              <a:ext cx="189350" cy="181475"/>
            </a:xfrm>
            <a:custGeom>
              <a:avLst/>
              <a:gdLst/>
              <a:ahLst/>
              <a:cxnLst/>
              <a:rect l="l" t="t" r="r" b="b"/>
              <a:pathLst>
                <a:path w="7574" h="7259" fill="none" extrusionOk="0">
                  <a:moveTo>
                    <a:pt x="1" y="2323"/>
                  </a:moveTo>
                  <a:lnTo>
                    <a:pt x="2577" y="7259"/>
                  </a:lnTo>
                  <a:lnTo>
                    <a:pt x="7573" y="4114"/>
                  </a:lnTo>
                  <a:lnTo>
                    <a:pt x="5541" y="1"/>
                  </a:lnTo>
                  <a:lnTo>
                    <a:pt x="352" y="2323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09" name="Google Shape;3409;p65"/>
            <p:cNvSpPr/>
            <p:nvPr/>
          </p:nvSpPr>
          <p:spPr>
            <a:xfrm>
              <a:off x="1850300" y="1393775"/>
              <a:ext cx="487825" cy="350525"/>
            </a:xfrm>
            <a:custGeom>
              <a:avLst/>
              <a:gdLst/>
              <a:ahLst/>
              <a:cxnLst/>
              <a:rect l="l" t="t" r="r" b="b"/>
              <a:pathLst>
                <a:path w="19513" h="14021" fill="none" extrusionOk="0">
                  <a:moveTo>
                    <a:pt x="19513" y="14021"/>
                  </a:moveTo>
                  <a:lnTo>
                    <a:pt x="14844" y="968"/>
                  </a:lnTo>
                  <a:lnTo>
                    <a:pt x="5674" y="1"/>
                  </a:lnTo>
                  <a:lnTo>
                    <a:pt x="1" y="968"/>
                  </a:lnTo>
                  <a:lnTo>
                    <a:pt x="8977" y="2674"/>
                  </a:lnTo>
                  <a:lnTo>
                    <a:pt x="14360" y="10102"/>
                  </a:lnTo>
                  <a:lnTo>
                    <a:pt x="19029" y="1402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10" name="Google Shape;3410;p65"/>
            <p:cNvSpPr/>
            <p:nvPr/>
          </p:nvSpPr>
          <p:spPr>
            <a:xfrm>
              <a:off x="1787100" y="1207200"/>
              <a:ext cx="158800" cy="32975"/>
            </a:xfrm>
            <a:custGeom>
              <a:avLst/>
              <a:gdLst/>
              <a:ahLst/>
              <a:cxnLst/>
              <a:rect l="l" t="t" r="r" b="b"/>
              <a:pathLst>
                <a:path w="6352" h="1319" fill="none" extrusionOk="0">
                  <a:moveTo>
                    <a:pt x="1" y="1319"/>
                  </a:moveTo>
                  <a:lnTo>
                    <a:pt x="6351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11" name="Google Shape;3411;p65"/>
            <p:cNvSpPr/>
            <p:nvPr/>
          </p:nvSpPr>
          <p:spPr>
            <a:xfrm>
              <a:off x="1585700" y="1315150"/>
              <a:ext cx="49925" cy="169675"/>
            </a:xfrm>
            <a:custGeom>
              <a:avLst/>
              <a:gdLst/>
              <a:ahLst/>
              <a:cxnLst/>
              <a:rect l="l" t="t" r="r" b="b"/>
              <a:pathLst>
                <a:path w="1997" h="6787" fill="none" extrusionOk="0">
                  <a:moveTo>
                    <a:pt x="0" y="6787"/>
                  </a:moveTo>
                  <a:lnTo>
                    <a:pt x="1996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12" name="Google Shape;3412;p65"/>
            <p:cNvSpPr/>
            <p:nvPr/>
          </p:nvSpPr>
          <p:spPr>
            <a:xfrm>
              <a:off x="1517950" y="1361125"/>
              <a:ext cx="180575" cy="44775"/>
            </a:xfrm>
            <a:custGeom>
              <a:avLst/>
              <a:gdLst/>
              <a:ahLst/>
              <a:cxnLst/>
              <a:rect l="l" t="t" r="r" b="b"/>
              <a:pathLst>
                <a:path w="7223" h="1791" fill="none" extrusionOk="0">
                  <a:moveTo>
                    <a:pt x="7222" y="1791"/>
                  </a:moveTo>
                  <a:lnTo>
                    <a:pt x="1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13" name="Google Shape;3413;p65"/>
            <p:cNvSpPr/>
            <p:nvPr/>
          </p:nvSpPr>
          <p:spPr>
            <a:xfrm>
              <a:off x="2004250" y="1395000"/>
              <a:ext cx="70475" cy="65350"/>
            </a:xfrm>
            <a:custGeom>
              <a:avLst/>
              <a:gdLst/>
              <a:ahLst/>
              <a:cxnLst/>
              <a:rect l="l" t="t" r="r" b="b"/>
              <a:pathLst>
                <a:path w="2819" h="2614" fill="none" extrusionOk="0">
                  <a:moveTo>
                    <a:pt x="2819" y="2613"/>
                  </a:moveTo>
                  <a:lnTo>
                    <a:pt x="0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14" name="Google Shape;3414;p65"/>
            <p:cNvSpPr/>
            <p:nvPr/>
          </p:nvSpPr>
          <p:spPr>
            <a:xfrm>
              <a:off x="2074700" y="1417975"/>
              <a:ext cx="134600" cy="42375"/>
            </a:xfrm>
            <a:custGeom>
              <a:avLst/>
              <a:gdLst/>
              <a:ahLst/>
              <a:cxnLst/>
              <a:rect l="l" t="t" r="r" b="b"/>
              <a:pathLst>
                <a:path w="5384" h="1695" fill="none" extrusionOk="0">
                  <a:moveTo>
                    <a:pt x="1" y="1694"/>
                  </a:moveTo>
                  <a:lnTo>
                    <a:pt x="5384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15" name="Google Shape;3415;p65"/>
            <p:cNvSpPr/>
            <p:nvPr/>
          </p:nvSpPr>
          <p:spPr>
            <a:xfrm>
              <a:off x="2209275" y="1417975"/>
              <a:ext cx="25" cy="228050"/>
            </a:xfrm>
            <a:custGeom>
              <a:avLst/>
              <a:gdLst/>
              <a:ahLst/>
              <a:cxnLst/>
              <a:rect l="l" t="t" r="r" b="b"/>
              <a:pathLst>
                <a:path w="1" h="9122" fill="none" extrusionOk="0">
                  <a:moveTo>
                    <a:pt x="1" y="0"/>
                  </a:moveTo>
                  <a:lnTo>
                    <a:pt x="1" y="912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16" name="Google Shape;3416;p65"/>
            <p:cNvSpPr/>
            <p:nvPr/>
          </p:nvSpPr>
          <p:spPr>
            <a:xfrm>
              <a:off x="2442750" y="780475"/>
              <a:ext cx="856175" cy="991650"/>
            </a:xfrm>
            <a:custGeom>
              <a:avLst/>
              <a:gdLst/>
              <a:ahLst/>
              <a:cxnLst/>
              <a:rect l="l" t="t" r="r" b="b"/>
              <a:pathLst>
                <a:path w="34247" h="39666" fill="none" extrusionOk="0">
                  <a:moveTo>
                    <a:pt x="13" y="16730"/>
                  </a:moveTo>
                  <a:lnTo>
                    <a:pt x="7162" y="27690"/>
                  </a:lnTo>
                  <a:lnTo>
                    <a:pt x="8480" y="39666"/>
                  </a:lnTo>
                  <a:lnTo>
                    <a:pt x="18182" y="34138"/>
                  </a:lnTo>
                  <a:lnTo>
                    <a:pt x="26371" y="29807"/>
                  </a:lnTo>
                  <a:cubicBezTo>
                    <a:pt x="26371" y="29807"/>
                    <a:pt x="33605" y="34694"/>
                    <a:pt x="33932" y="35456"/>
                  </a:cubicBezTo>
                  <a:cubicBezTo>
                    <a:pt x="34246" y="36218"/>
                    <a:pt x="32263" y="18388"/>
                    <a:pt x="32263" y="18388"/>
                  </a:cubicBezTo>
                  <a:lnTo>
                    <a:pt x="28428" y="2928"/>
                  </a:lnTo>
                  <a:lnTo>
                    <a:pt x="12932" y="1"/>
                  </a:lnTo>
                  <a:lnTo>
                    <a:pt x="1670" y="2650"/>
                  </a:lnTo>
                  <a:lnTo>
                    <a:pt x="0" y="17142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17" name="Google Shape;3417;p65"/>
            <p:cNvSpPr/>
            <p:nvPr/>
          </p:nvSpPr>
          <p:spPr>
            <a:xfrm>
              <a:off x="2484475" y="846700"/>
              <a:ext cx="198725" cy="221400"/>
            </a:xfrm>
            <a:custGeom>
              <a:avLst/>
              <a:gdLst/>
              <a:ahLst/>
              <a:cxnLst/>
              <a:rect l="l" t="t" r="r" b="b"/>
              <a:pathLst>
                <a:path w="7949" h="8856" fill="none" extrusionOk="0">
                  <a:moveTo>
                    <a:pt x="1" y="1"/>
                  </a:moveTo>
                  <a:lnTo>
                    <a:pt x="7948" y="8856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18" name="Google Shape;3418;p65"/>
            <p:cNvSpPr/>
            <p:nvPr/>
          </p:nvSpPr>
          <p:spPr>
            <a:xfrm>
              <a:off x="2683175" y="1068075"/>
              <a:ext cx="82875" cy="313625"/>
            </a:xfrm>
            <a:custGeom>
              <a:avLst/>
              <a:gdLst/>
              <a:ahLst/>
              <a:cxnLst/>
              <a:rect l="l" t="t" r="r" b="b"/>
              <a:pathLst>
                <a:path w="3315" h="12545" fill="none" extrusionOk="0">
                  <a:moveTo>
                    <a:pt x="0" y="1"/>
                  </a:moveTo>
                  <a:lnTo>
                    <a:pt x="3315" y="12545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19" name="Google Shape;3419;p65"/>
            <p:cNvSpPr/>
            <p:nvPr/>
          </p:nvSpPr>
          <p:spPr>
            <a:xfrm>
              <a:off x="2778125" y="780475"/>
              <a:ext cx="190850" cy="351425"/>
            </a:xfrm>
            <a:custGeom>
              <a:avLst/>
              <a:gdLst/>
              <a:ahLst/>
              <a:cxnLst/>
              <a:rect l="l" t="t" r="r" b="b"/>
              <a:pathLst>
                <a:path w="7634" h="14057" fill="none" extrusionOk="0">
                  <a:moveTo>
                    <a:pt x="7634" y="14057"/>
                  </a:moveTo>
                  <a:lnTo>
                    <a:pt x="1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20" name="Google Shape;3420;p65"/>
            <p:cNvSpPr/>
            <p:nvPr/>
          </p:nvSpPr>
          <p:spPr>
            <a:xfrm>
              <a:off x="2695275" y="1068075"/>
              <a:ext cx="261600" cy="63825"/>
            </a:xfrm>
            <a:custGeom>
              <a:avLst/>
              <a:gdLst/>
              <a:ahLst/>
              <a:cxnLst/>
              <a:rect l="l" t="t" r="r" b="b"/>
              <a:pathLst>
                <a:path w="10464" h="2553" fill="none" extrusionOk="0">
                  <a:moveTo>
                    <a:pt x="0" y="1"/>
                  </a:moveTo>
                  <a:lnTo>
                    <a:pt x="10464" y="2553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21" name="Google Shape;3421;p65"/>
            <p:cNvSpPr/>
            <p:nvPr/>
          </p:nvSpPr>
          <p:spPr>
            <a:xfrm>
              <a:off x="2683175" y="780475"/>
              <a:ext cx="94975" cy="287625"/>
            </a:xfrm>
            <a:custGeom>
              <a:avLst/>
              <a:gdLst/>
              <a:ahLst/>
              <a:cxnLst/>
              <a:rect l="l" t="t" r="r" b="b"/>
              <a:pathLst>
                <a:path w="3799" h="11505" fill="none" extrusionOk="0">
                  <a:moveTo>
                    <a:pt x="0" y="11505"/>
                  </a:moveTo>
                  <a:lnTo>
                    <a:pt x="3799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22" name="Google Shape;3422;p65"/>
            <p:cNvSpPr/>
            <p:nvPr/>
          </p:nvSpPr>
          <p:spPr>
            <a:xfrm>
              <a:off x="2443050" y="1068075"/>
              <a:ext cx="240150" cy="130675"/>
            </a:xfrm>
            <a:custGeom>
              <a:avLst/>
              <a:gdLst/>
              <a:ahLst/>
              <a:cxnLst/>
              <a:rect l="l" t="t" r="r" b="b"/>
              <a:pathLst>
                <a:path w="9606" h="5227" fill="none" extrusionOk="0">
                  <a:moveTo>
                    <a:pt x="1" y="5226"/>
                  </a:moveTo>
                  <a:lnTo>
                    <a:pt x="9605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23" name="Google Shape;3423;p65"/>
            <p:cNvSpPr/>
            <p:nvPr/>
          </p:nvSpPr>
          <p:spPr>
            <a:xfrm>
              <a:off x="2621775" y="1381675"/>
              <a:ext cx="144275" cy="85925"/>
            </a:xfrm>
            <a:custGeom>
              <a:avLst/>
              <a:gdLst/>
              <a:ahLst/>
              <a:cxnLst/>
              <a:rect l="l" t="t" r="r" b="b"/>
              <a:pathLst>
                <a:path w="5771" h="3437" fill="none" extrusionOk="0">
                  <a:moveTo>
                    <a:pt x="1" y="3436"/>
                  </a:moveTo>
                  <a:lnTo>
                    <a:pt x="5771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24" name="Google Shape;3424;p65"/>
            <p:cNvSpPr/>
            <p:nvPr/>
          </p:nvSpPr>
          <p:spPr>
            <a:xfrm>
              <a:off x="2766025" y="1381675"/>
              <a:ext cx="123425" cy="241675"/>
            </a:xfrm>
            <a:custGeom>
              <a:avLst/>
              <a:gdLst/>
              <a:ahLst/>
              <a:cxnLst/>
              <a:rect l="l" t="t" r="r" b="b"/>
              <a:pathLst>
                <a:path w="4937" h="9667" fill="none" extrusionOk="0">
                  <a:moveTo>
                    <a:pt x="1" y="1"/>
                  </a:moveTo>
                  <a:lnTo>
                    <a:pt x="4936" y="9666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25" name="Google Shape;3425;p65"/>
            <p:cNvSpPr/>
            <p:nvPr/>
          </p:nvSpPr>
          <p:spPr>
            <a:xfrm>
              <a:off x="2654450" y="1381675"/>
              <a:ext cx="111600" cy="387725"/>
            </a:xfrm>
            <a:custGeom>
              <a:avLst/>
              <a:gdLst/>
              <a:ahLst/>
              <a:cxnLst/>
              <a:rect l="l" t="t" r="r" b="b"/>
              <a:pathLst>
                <a:path w="4464" h="15509" fill="none" extrusionOk="0">
                  <a:moveTo>
                    <a:pt x="0" y="15509"/>
                  </a:moveTo>
                  <a:lnTo>
                    <a:pt x="4464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26" name="Google Shape;3426;p65"/>
            <p:cNvSpPr/>
            <p:nvPr/>
          </p:nvSpPr>
          <p:spPr>
            <a:xfrm>
              <a:off x="2443050" y="1198725"/>
              <a:ext cx="323000" cy="182975"/>
            </a:xfrm>
            <a:custGeom>
              <a:avLst/>
              <a:gdLst/>
              <a:ahLst/>
              <a:cxnLst/>
              <a:rect l="l" t="t" r="r" b="b"/>
              <a:pathLst>
                <a:path w="12920" h="7319" fill="none" extrusionOk="0">
                  <a:moveTo>
                    <a:pt x="1" y="0"/>
                  </a:moveTo>
                  <a:lnTo>
                    <a:pt x="12920" y="7319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27" name="Google Shape;3427;p65"/>
            <p:cNvSpPr/>
            <p:nvPr/>
          </p:nvSpPr>
          <p:spPr>
            <a:xfrm>
              <a:off x="2766025" y="1123125"/>
              <a:ext cx="211125" cy="253450"/>
            </a:xfrm>
            <a:custGeom>
              <a:avLst/>
              <a:gdLst/>
              <a:ahLst/>
              <a:cxnLst/>
              <a:rect l="l" t="t" r="r" b="b"/>
              <a:pathLst>
                <a:path w="8445" h="10138" fill="none" extrusionOk="0">
                  <a:moveTo>
                    <a:pt x="8444" y="0"/>
                  </a:moveTo>
                  <a:lnTo>
                    <a:pt x="1" y="10137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28" name="Google Shape;3428;p65"/>
            <p:cNvSpPr/>
            <p:nvPr/>
          </p:nvSpPr>
          <p:spPr>
            <a:xfrm>
              <a:off x="2968950" y="1133400"/>
              <a:ext cx="133100" cy="392250"/>
            </a:xfrm>
            <a:custGeom>
              <a:avLst/>
              <a:gdLst/>
              <a:ahLst/>
              <a:cxnLst/>
              <a:rect l="l" t="t" r="r" b="b"/>
              <a:pathLst>
                <a:path w="5324" h="15690" fill="none" extrusionOk="0">
                  <a:moveTo>
                    <a:pt x="1" y="0"/>
                  </a:moveTo>
                  <a:lnTo>
                    <a:pt x="5323" y="1569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29" name="Google Shape;3429;p65"/>
            <p:cNvSpPr/>
            <p:nvPr/>
          </p:nvSpPr>
          <p:spPr>
            <a:xfrm>
              <a:off x="2766025" y="1381675"/>
              <a:ext cx="336025" cy="143975"/>
            </a:xfrm>
            <a:custGeom>
              <a:avLst/>
              <a:gdLst/>
              <a:ahLst/>
              <a:cxnLst/>
              <a:rect l="l" t="t" r="r" b="b"/>
              <a:pathLst>
                <a:path w="13441" h="5759" fill="none" extrusionOk="0">
                  <a:moveTo>
                    <a:pt x="1" y="1"/>
                  </a:moveTo>
                  <a:lnTo>
                    <a:pt x="13440" y="5759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30" name="Google Shape;3430;p65"/>
            <p:cNvSpPr/>
            <p:nvPr/>
          </p:nvSpPr>
          <p:spPr>
            <a:xfrm>
              <a:off x="3102025" y="1240150"/>
              <a:ext cx="147600" cy="285500"/>
            </a:xfrm>
            <a:custGeom>
              <a:avLst/>
              <a:gdLst/>
              <a:ahLst/>
              <a:cxnLst/>
              <a:rect l="l" t="t" r="r" b="b"/>
              <a:pathLst>
                <a:path w="5904" h="11420" fill="none" extrusionOk="0">
                  <a:moveTo>
                    <a:pt x="0" y="11420"/>
                  </a:moveTo>
                  <a:lnTo>
                    <a:pt x="5904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31" name="Google Shape;3431;p65"/>
            <p:cNvSpPr/>
            <p:nvPr/>
          </p:nvSpPr>
          <p:spPr>
            <a:xfrm>
              <a:off x="2969875" y="861825"/>
              <a:ext cx="185700" cy="270075"/>
            </a:xfrm>
            <a:custGeom>
              <a:avLst/>
              <a:gdLst/>
              <a:ahLst/>
              <a:cxnLst/>
              <a:rect l="l" t="t" r="r" b="b"/>
              <a:pathLst>
                <a:path w="7428" h="10803" fill="none" extrusionOk="0">
                  <a:moveTo>
                    <a:pt x="0" y="10803"/>
                  </a:moveTo>
                  <a:lnTo>
                    <a:pt x="7428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32" name="Google Shape;3432;p65"/>
            <p:cNvSpPr/>
            <p:nvPr/>
          </p:nvSpPr>
          <p:spPr>
            <a:xfrm>
              <a:off x="2969875" y="1131875"/>
              <a:ext cx="275225" cy="116775"/>
            </a:xfrm>
            <a:custGeom>
              <a:avLst/>
              <a:gdLst/>
              <a:ahLst/>
              <a:cxnLst/>
              <a:rect l="l" t="t" r="r" b="b"/>
              <a:pathLst>
                <a:path w="11009" h="4671" fill="none" extrusionOk="0">
                  <a:moveTo>
                    <a:pt x="0" y="1"/>
                  </a:moveTo>
                  <a:lnTo>
                    <a:pt x="11008" y="467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33" name="Google Shape;3433;p65"/>
            <p:cNvSpPr/>
            <p:nvPr/>
          </p:nvSpPr>
          <p:spPr>
            <a:xfrm>
              <a:off x="3349700" y="2603750"/>
              <a:ext cx="1343375" cy="1817575"/>
            </a:xfrm>
            <a:custGeom>
              <a:avLst/>
              <a:gdLst/>
              <a:ahLst/>
              <a:cxnLst/>
              <a:rect l="l" t="t" r="r" b="b"/>
              <a:pathLst>
                <a:path w="53735" h="72703" fill="none" extrusionOk="0">
                  <a:moveTo>
                    <a:pt x="27593" y="71880"/>
                  </a:moveTo>
                  <a:lnTo>
                    <a:pt x="23771" y="58694"/>
                  </a:lnTo>
                  <a:lnTo>
                    <a:pt x="22936" y="46731"/>
                  </a:lnTo>
                  <a:lnTo>
                    <a:pt x="19972" y="37380"/>
                  </a:lnTo>
                  <a:lnTo>
                    <a:pt x="11674" y="32686"/>
                  </a:lnTo>
                  <a:lnTo>
                    <a:pt x="1" y="27001"/>
                  </a:lnTo>
                  <a:lnTo>
                    <a:pt x="1392" y="10610"/>
                  </a:lnTo>
                  <a:lnTo>
                    <a:pt x="17517" y="1"/>
                  </a:lnTo>
                  <a:lnTo>
                    <a:pt x="29747" y="5384"/>
                  </a:lnTo>
                  <a:lnTo>
                    <a:pt x="43827" y="21291"/>
                  </a:lnTo>
                  <a:lnTo>
                    <a:pt x="49343" y="27122"/>
                  </a:lnTo>
                  <a:lnTo>
                    <a:pt x="53735" y="25815"/>
                  </a:lnTo>
                  <a:lnTo>
                    <a:pt x="50347" y="35940"/>
                  </a:lnTo>
                  <a:lnTo>
                    <a:pt x="47093" y="38214"/>
                  </a:lnTo>
                  <a:lnTo>
                    <a:pt x="44069" y="44275"/>
                  </a:lnTo>
                  <a:lnTo>
                    <a:pt x="45073" y="51944"/>
                  </a:lnTo>
                  <a:lnTo>
                    <a:pt x="42170" y="55694"/>
                  </a:lnTo>
                  <a:lnTo>
                    <a:pt x="38227" y="66025"/>
                  </a:lnTo>
                  <a:lnTo>
                    <a:pt x="27593" y="72702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34" name="Google Shape;3434;p65"/>
            <p:cNvSpPr/>
            <p:nvPr/>
          </p:nvSpPr>
          <p:spPr>
            <a:xfrm>
              <a:off x="3385100" y="2877450"/>
              <a:ext cx="295475" cy="291550"/>
            </a:xfrm>
            <a:custGeom>
              <a:avLst/>
              <a:gdLst/>
              <a:ahLst/>
              <a:cxnLst/>
              <a:rect l="l" t="t" r="r" b="b"/>
              <a:pathLst>
                <a:path w="11819" h="11662" fill="none" extrusionOk="0">
                  <a:moveTo>
                    <a:pt x="0" y="0"/>
                  </a:moveTo>
                  <a:lnTo>
                    <a:pt x="11819" y="11662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35" name="Google Shape;3435;p65"/>
            <p:cNvSpPr/>
            <p:nvPr/>
          </p:nvSpPr>
          <p:spPr>
            <a:xfrm>
              <a:off x="3680550" y="2603750"/>
              <a:ext cx="106775" cy="565250"/>
            </a:xfrm>
            <a:custGeom>
              <a:avLst/>
              <a:gdLst/>
              <a:ahLst/>
              <a:cxnLst/>
              <a:rect l="l" t="t" r="r" b="b"/>
              <a:pathLst>
                <a:path w="4271" h="22610" fill="none" extrusionOk="0">
                  <a:moveTo>
                    <a:pt x="1" y="22610"/>
                  </a:moveTo>
                  <a:lnTo>
                    <a:pt x="4271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36" name="Google Shape;3436;p65"/>
            <p:cNvSpPr/>
            <p:nvPr/>
          </p:nvSpPr>
          <p:spPr>
            <a:xfrm>
              <a:off x="3787300" y="2603750"/>
              <a:ext cx="225625" cy="660225"/>
            </a:xfrm>
            <a:custGeom>
              <a:avLst/>
              <a:gdLst/>
              <a:ahLst/>
              <a:cxnLst/>
              <a:rect l="l" t="t" r="r" b="b"/>
              <a:pathLst>
                <a:path w="9025" h="26409" fill="none" extrusionOk="0">
                  <a:moveTo>
                    <a:pt x="1" y="1"/>
                  </a:moveTo>
                  <a:lnTo>
                    <a:pt x="9025" y="26408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37" name="Google Shape;3437;p65"/>
            <p:cNvSpPr/>
            <p:nvPr/>
          </p:nvSpPr>
          <p:spPr>
            <a:xfrm>
              <a:off x="4093350" y="2738325"/>
              <a:ext cx="140350" cy="442775"/>
            </a:xfrm>
            <a:custGeom>
              <a:avLst/>
              <a:gdLst/>
              <a:ahLst/>
              <a:cxnLst/>
              <a:rect l="l" t="t" r="r" b="b"/>
              <a:pathLst>
                <a:path w="5614" h="17711" fill="none" extrusionOk="0">
                  <a:moveTo>
                    <a:pt x="5614" y="17711"/>
                  </a:moveTo>
                  <a:lnTo>
                    <a:pt x="1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38" name="Google Shape;3438;p65"/>
            <p:cNvSpPr/>
            <p:nvPr/>
          </p:nvSpPr>
          <p:spPr>
            <a:xfrm>
              <a:off x="4012900" y="2738325"/>
              <a:ext cx="80475" cy="525650"/>
            </a:xfrm>
            <a:custGeom>
              <a:avLst/>
              <a:gdLst/>
              <a:ahLst/>
              <a:cxnLst/>
              <a:rect l="l" t="t" r="r" b="b"/>
              <a:pathLst>
                <a:path w="3219" h="21026" fill="none" extrusionOk="0">
                  <a:moveTo>
                    <a:pt x="3219" y="1"/>
                  </a:moveTo>
                  <a:lnTo>
                    <a:pt x="1" y="21025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39" name="Google Shape;3439;p65"/>
            <p:cNvSpPr/>
            <p:nvPr/>
          </p:nvSpPr>
          <p:spPr>
            <a:xfrm>
              <a:off x="4015025" y="3249125"/>
              <a:ext cx="183000" cy="352025"/>
            </a:xfrm>
            <a:custGeom>
              <a:avLst/>
              <a:gdLst/>
              <a:ahLst/>
              <a:cxnLst/>
              <a:rect l="l" t="t" r="r" b="b"/>
              <a:pathLst>
                <a:path w="7320" h="14081" fill="none" extrusionOk="0">
                  <a:moveTo>
                    <a:pt x="7319" y="14081"/>
                  </a:moveTo>
                  <a:lnTo>
                    <a:pt x="1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40" name="Google Shape;3440;p65"/>
            <p:cNvSpPr/>
            <p:nvPr/>
          </p:nvSpPr>
          <p:spPr>
            <a:xfrm>
              <a:off x="4198000" y="3181075"/>
              <a:ext cx="35700" cy="420075"/>
            </a:xfrm>
            <a:custGeom>
              <a:avLst/>
              <a:gdLst/>
              <a:ahLst/>
              <a:cxnLst/>
              <a:rect l="l" t="t" r="r" b="b"/>
              <a:pathLst>
                <a:path w="1428" h="16803" fill="none" extrusionOk="0">
                  <a:moveTo>
                    <a:pt x="0" y="16803"/>
                  </a:moveTo>
                  <a:lnTo>
                    <a:pt x="1428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41" name="Google Shape;3441;p65"/>
            <p:cNvSpPr/>
            <p:nvPr/>
          </p:nvSpPr>
          <p:spPr>
            <a:xfrm>
              <a:off x="4013225" y="3179575"/>
              <a:ext cx="220175" cy="70775"/>
            </a:xfrm>
            <a:custGeom>
              <a:avLst/>
              <a:gdLst/>
              <a:ahLst/>
              <a:cxnLst/>
              <a:rect l="l" t="t" r="r" b="b"/>
              <a:pathLst>
                <a:path w="8807" h="2831" fill="none" extrusionOk="0">
                  <a:moveTo>
                    <a:pt x="8806" y="0"/>
                  </a:moveTo>
                  <a:lnTo>
                    <a:pt x="0" y="283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42" name="Google Shape;3442;p65"/>
            <p:cNvSpPr/>
            <p:nvPr/>
          </p:nvSpPr>
          <p:spPr>
            <a:xfrm>
              <a:off x="3680550" y="3168975"/>
              <a:ext cx="338125" cy="80175"/>
            </a:xfrm>
            <a:custGeom>
              <a:avLst/>
              <a:gdLst/>
              <a:ahLst/>
              <a:cxnLst/>
              <a:rect l="l" t="t" r="r" b="b"/>
              <a:pathLst>
                <a:path w="13525" h="3207" fill="none" extrusionOk="0">
                  <a:moveTo>
                    <a:pt x="1" y="1"/>
                  </a:moveTo>
                  <a:lnTo>
                    <a:pt x="13525" y="3206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43" name="Google Shape;3443;p65"/>
            <p:cNvSpPr/>
            <p:nvPr/>
          </p:nvSpPr>
          <p:spPr>
            <a:xfrm>
              <a:off x="3641550" y="3168975"/>
              <a:ext cx="39025" cy="251950"/>
            </a:xfrm>
            <a:custGeom>
              <a:avLst/>
              <a:gdLst/>
              <a:ahLst/>
              <a:cxnLst/>
              <a:rect l="l" t="t" r="r" b="b"/>
              <a:pathLst>
                <a:path w="1561" h="10078" fill="none" extrusionOk="0">
                  <a:moveTo>
                    <a:pt x="1561" y="1"/>
                  </a:moveTo>
                  <a:lnTo>
                    <a:pt x="0" y="10077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44" name="Google Shape;3444;p65"/>
            <p:cNvSpPr/>
            <p:nvPr/>
          </p:nvSpPr>
          <p:spPr>
            <a:xfrm>
              <a:off x="3364525" y="3168975"/>
              <a:ext cx="316050" cy="109800"/>
            </a:xfrm>
            <a:custGeom>
              <a:avLst/>
              <a:gdLst/>
              <a:ahLst/>
              <a:cxnLst/>
              <a:rect l="l" t="t" r="r" b="b"/>
              <a:pathLst>
                <a:path w="12642" h="4392" fill="none" extrusionOk="0">
                  <a:moveTo>
                    <a:pt x="0" y="4392"/>
                  </a:moveTo>
                  <a:lnTo>
                    <a:pt x="12642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45" name="Google Shape;3445;p65"/>
            <p:cNvSpPr/>
            <p:nvPr/>
          </p:nvSpPr>
          <p:spPr>
            <a:xfrm>
              <a:off x="3680550" y="3168975"/>
              <a:ext cx="160000" cy="375025"/>
            </a:xfrm>
            <a:custGeom>
              <a:avLst/>
              <a:gdLst/>
              <a:ahLst/>
              <a:cxnLst/>
              <a:rect l="l" t="t" r="r" b="b"/>
              <a:pathLst>
                <a:path w="6400" h="15001" fill="none" extrusionOk="0">
                  <a:moveTo>
                    <a:pt x="1" y="1"/>
                  </a:moveTo>
                  <a:lnTo>
                    <a:pt x="6400" y="1500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46" name="Google Shape;3446;p65"/>
            <p:cNvSpPr/>
            <p:nvPr/>
          </p:nvSpPr>
          <p:spPr>
            <a:xfrm>
              <a:off x="3840525" y="3249125"/>
              <a:ext cx="178150" cy="294875"/>
            </a:xfrm>
            <a:custGeom>
              <a:avLst/>
              <a:gdLst/>
              <a:ahLst/>
              <a:cxnLst/>
              <a:rect l="l" t="t" r="r" b="b"/>
              <a:pathLst>
                <a:path w="7126" h="11795" fill="none" extrusionOk="0">
                  <a:moveTo>
                    <a:pt x="1" y="11795"/>
                  </a:moveTo>
                  <a:lnTo>
                    <a:pt x="7126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47" name="Google Shape;3447;p65"/>
            <p:cNvSpPr/>
            <p:nvPr/>
          </p:nvSpPr>
          <p:spPr>
            <a:xfrm>
              <a:off x="3929450" y="3247600"/>
              <a:ext cx="83475" cy="524425"/>
            </a:xfrm>
            <a:custGeom>
              <a:avLst/>
              <a:gdLst/>
              <a:ahLst/>
              <a:cxnLst/>
              <a:rect l="l" t="t" r="r" b="b"/>
              <a:pathLst>
                <a:path w="3339" h="20977" fill="none" extrusionOk="0">
                  <a:moveTo>
                    <a:pt x="0" y="20977"/>
                  </a:moveTo>
                  <a:lnTo>
                    <a:pt x="3339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48" name="Google Shape;3448;p65"/>
            <p:cNvSpPr/>
            <p:nvPr/>
          </p:nvSpPr>
          <p:spPr>
            <a:xfrm>
              <a:off x="3902525" y="3601125"/>
              <a:ext cx="295500" cy="170900"/>
            </a:xfrm>
            <a:custGeom>
              <a:avLst/>
              <a:gdLst/>
              <a:ahLst/>
              <a:cxnLst/>
              <a:rect l="l" t="t" r="r" b="b"/>
              <a:pathLst>
                <a:path w="11820" h="6836" fill="none" extrusionOk="0">
                  <a:moveTo>
                    <a:pt x="1" y="6836"/>
                  </a:moveTo>
                  <a:lnTo>
                    <a:pt x="11819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49" name="Google Shape;3449;p65"/>
            <p:cNvSpPr/>
            <p:nvPr/>
          </p:nvSpPr>
          <p:spPr>
            <a:xfrm>
              <a:off x="4201025" y="3131475"/>
              <a:ext cx="235300" cy="464850"/>
            </a:xfrm>
            <a:custGeom>
              <a:avLst/>
              <a:gdLst/>
              <a:ahLst/>
              <a:cxnLst/>
              <a:rect l="l" t="t" r="r" b="b"/>
              <a:pathLst>
                <a:path w="9412" h="18594" fill="none" extrusionOk="0">
                  <a:moveTo>
                    <a:pt x="0" y="18593"/>
                  </a:moveTo>
                  <a:lnTo>
                    <a:pt x="9411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50" name="Google Shape;3450;p65"/>
            <p:cNvSpPr/>
            <p:nvPr/>
          </p:nvSpPr>
          <p:spPr>
            <a:xfrm>
              <a:off x="4233675" y="3136025"/>
              <a:ext cx="222300" cy="45075"/>
            </a:xfrm>
            <a:custGeom>
              <a:avLst/>
              <a:gdLst/>
              <a:ahLst/>
              <a:cxnLst/>
              <a:rect l="l" t="t" r="r" b="b"/>
              <a:pathLst>
                <a:path w="8892" h="1803" fill="none" extrusionOk="0">
                  <a:moveTo>
                    <a:pt x="1" y="1803"/>
                  </a:moveTo>
                  <a:lnTo>
                    <a:pt x="8892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51" name="Google Shape;3451;p65"/>
            <p:cNvSpPr/>
            <p:nvPr/>
          </p:nvSpPr>
          <p:spPr>
            <a:xfrm>
              <a:off x="4455950" y="3147500"/>
              <a:ext cx="71100" cy="411625"/>
            </a:xfrm>
            <a:custGeom>
              <a:avLst/>
              <a:gdLst/>
              <a:ahLst/>
              <a:cxnLst/>
              <a:rect l="l" t="t" r="r" b="b"/>
              <a:pathLst>
                <a:path w="2844" h="16465" fill="none" extrusionOk="0">
                  <a:moveTo>
                    <a:pt x="1" y="1"/>
                  </a:moveTo>
                  <a:lnTo>
                    <a:pt x="2843" y="16464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52" name="Google Shape;3452;p65"/>
            <p:cNvSpPr/>
            <p:nvPr/>
          </p:nvSpPr>
          <p:spPr>
            <a:xfrm>
              <a:off x="4198000" y="3559100"/>
              <a:ext cx="329050" cy="41750"/>
            </a:xfrm>
            <a:custGeom>
              <a:avLst/>
              <a:gdLst/>
              <a:ahLst/>
              <a:cxnLst/>
              <a:rect l="l" t="t" r="r" b="b"/>
              <a:pathLst>
                <a:path w="13162" h="1670" fill="none" extrusionOk="0">
                  <a:moveTo>
                    <a:pt x="13161" y="0"/>
                  </a:moveTo>
                  <a:lnTo>
                    <a:pt x="0" y="167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53" name="Google Shape;3453;p65"/>
            <p:cNvSpPr/>
            <p:nvPr/>
          </p:nvSpPr>
          <p:spPr>
            <a:xfrm>
              <a:off x="4198000" y="3589050"/>
              <a:ext cx="205975" cy="407075"/>
            </a:xfrm>
            <a:custGeom>
              <a:avLst/>
              <a:gdLst/>
              <a:ahLst/>
              <a:cxnLst/>
              <a:rect l="l" t="t" r="r" b="b"/>
              <a:pathLst>
                <a:path w="8239" h="16283" fill="none" extrusionOk="0">
                  <a:moveTo>
                    <a:pt x="0" y="0"/>
                  </a:moveTo>
                  <a:lnTo>
                    <a:pt x="8238" y="16282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54" name="Google Shape;3454;p65"/>
            <p:cNvSpPr/>
            <p:nvPr/>
          </p:nvSpPr>
          <p:spPr>
            <a:xfrm>
              <a:off x="4185900" y="3589050"/>
              <a:ext cx="12125" cy="523800"/>
            </a:xfrm>
            <a:custGeom>
              <a:avLst/>
              <a:gdLst/>
              <a:ahLst/>
              <a:cxnLst/>
              <a:rect l="l" t="t" r="r" b="b"/>
              <a:pathLst>
                <a:path w="485" h="20952" fill="none" extrusionOk="0">
                  <a:moveTo>
                    <a:pt x="0" y="20952"/>
                  </a:moveTo>
                  <a:lnTo>
                    <a:pt x="484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55" name="Google Shape;3455;p65"/>
            <p:cNvSpPr/>
            <p:nvPr/>
          </p:nvSpPr>
          <p:spPr>
            <a:xfrm>
              <a:off x="4185900" y="4100725"/>
              <a:ext cx="119475" cy="168475"/>
            </a:xfrm>
            <a:custGeom>
              <a:avLst/>
              <a:gdLst/>
              <a:ahLst/>
              <a:cxnLst/>
              <a:rect l="l" t="t" r="r" b="b"/>
              <a:pathLst>
                <a:path w="4779" h="6739" fill="none" extrusionOk="0">
                  <a:moveTo>
                    <a:pt x="4779" y="6739"/>
                  </a:moveTo>
                  <a:lnTo>
                    <a:pt x="0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56" name="Google Shape;3456;p65"/>
            <p:cNvSpPr/>
            <p:nvPr/>
          </p:nvSpPr>
          <p:spPr>
            <a:xfrm>
              <a:off x="3958775" y="4085900"/>
              <a:ext cx="227150" cy="14850"/>
            </a:xfrm>
            <a:custGeom>
              <a:avLst/>
              <a:gdLst/>
              <a:ahLst/>
              <a:cxnLst/>
              <a:rect l="l" t="t" r="r" b="b"/>
              <a:pathLst>
                <a:path w="9086" h="594" fill="none" extrusionOk="0">
                  <a:moveTo>
                    <a:pt x="9085" y="594"/>
                  </a:moveTo>
                  <a:lnTo>
                    <a:pt x="1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57" name="Google Shape;3457;p65"/>
            <p:cNvSpPr/>
            <p:nvPr/>
          </p:nvSpPr>
          <p:spPr>
            <a:xfrm>
              <a:off x="4185900" y="3996100"/>
              <a:ext cx="218075" cy="104650"/>
            </a:xfrm>
            <a:custGeom>
              <a:avLst/>
              <a:gdLst/>
              <a:ahLst/>
              <a:cxnLst/>
              <a:rect l="l" t="t" r="r" b="b"/>
              <a:pathLst>
                <a:path w="8723" h="4186" fill="none" extrusionOk="0">
                  <a:moveTo>
                    <a:pt x="0" y="4186"/>
                  </a:moveTo>
                  <a:lnTo>
                    <a:pt x="8722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58" name="Google Shape;3458;p65"/>
            <p:cNvSpPr/>
            <p:nvPr/>
          </p:nvSpPr>
          <p:spPr>
            <a:xfrm>
              <a:off x="4334375" y="2852350"/>
              <a:ext cx="111025" cy="283700"/>
            </a:xfrm>
            <a:custGeom>
              <a:avLst/>
              <a:gdLst/>
              <a:ahLst/>
              <a:cxnLst/>
              <a:rect l="l" t="t" r="r" b="b"/>
              <a:pathLst>
                <a:path w="4441" h="11348" fill="none" extrusionOk="0">
                  <a:moveTo>
                    <a:pt x="4440" y="11347"/>
                  </a:moveTo>
                  <a:lnTo>
                    <a:pt x="1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59" name="Google Shape;3459;p65"/>
            <p:cNvSpPr/>
            <p:nvPr/>
          </p:nvSpPr>
          <p:spPr>
            <a:xfrm>
              <a:off x="3385100" y="2652150"/>
              <a:ext cx="158175" cy="225325"/>
            </a:xfrm>
            <a:custGeom>
              <a:avLst/>
              <a:gdLst/>
              <a:ahLst/>
              <a:cxnLst/>
              <a:rect l="l" t="t" r="r" b="b"/>
              <a:pathLst>
                <a:path w="6327" h="9013" fill="none" extrusionOk="0">
                  <a:moveTo>
                    <a:pt x="0" y="9012"/>
                  </a:moveTo>
                  <a:lnTo>
                    <a:pt x="6327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60" name="Google Shape;3460;p65"/>
            <p:cNvSpPr/>
            <p:nvPr/>
          </p:nvSpPr>
          <p:spPr>
            <a:xfrm>
              <a:off x="3544150" y="2591975"/>
              <a:ext cx="256175" cy="64425"/>
            </a:xfrm>
            <a:custGeom>
              <a:avLst/>
              <a:gdLst/>
              <a:ahLst/>
              <a:cxnLst/>
              <a:rect l="l" t="t" r="r" b="b"/>
              <a:pathLst>
                <a:path w="10247" h="2577" fill="none" extrusionOk="0">
                  <a:moveTo>
                    <a:pt x="1" y="2577"/>
                  </a:moveTo>
                  <a:lnTo>
                    <a:pt x="10247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61" name="Google Shape;3461;p65"/>
            <p:cNvSpPr/>
            <p:nvPr/>
          </p:nvSpPr>
          <p:spPr>
            <a:xfrm>
              <a:off x="3473100" y="1177850"/>
              <a:ext cx="3833475" cy="2175325"/>
            </a:xfrm>
            <a:custGeom>
              <a:avLst/>
              <a:gdLst/>
              <a:ahLst/>
              <a:cxnLst/>
              <a:rect l="l" t="t" r="r" b="b"/>
              <a:pathLst>
                <a:path w="153339" h="87013" fill="none" extrusionOk="0">
                  <a:moveTo>
                    <a:pt x="24811" y="62214"/>
                  </a:moveTo>
                  <a:lnTo>
                    <a:pt x="34452" y="66980"/>
                  </a:lnTo>
                  <a:lnTo>
                    <a:pt x="37549" y="69920"/>
                  </a:lnTo>
                  <a:lnTo>
                    <a:pt x="41274" y="77698"/>
                  </a:lnTo>
                  <a:lnTo>
                    <a:pt x="46270" y="79222"/>
                  </a:lnTo>
                  <a:lnTo>
                    <a:pt x="55899" y="72775"/>
                  </a:lnTo>
                  <a:lnTo>
                    <a:pt x="52645" y="69085"/>
                  </a:lnTo>
                  <a:lnTo>
                    <a:pt x="48291" y="70234"/>
                  </a:lnTo>
                  <a:lnTo>
                    <a:pt x="46585" y="64634"/>
                  </a:lnTo>
                  <a:lnTo>
                    <a:pt x="48774" y="66097"/>
                  </a:lnTo>
                  <a:lnTo>
                    <a:pt x="59698" y="70234"/>
                  </a:lnTo>
                  <a:lnTo>
                    <a:pt x="65988" y="72279"/>
                  </a:lnTo>
                  <a:lnTo>
                    <a:pt x="66315" y="75944"/>
                  </a:lnTo>
                  <a:lnTo>
                    <a:pt x="70960" y="87013"/>
                  </a:lnTo>
                  <a:lnTo>
                    <a:pt x="76573" y="75944"/>
                  </a:lnTo>
                  <a:lnTo>
                    <a:pt x="80831" y="72932"/>
                  </a:lnTo>
                  <a:lnTo>
                    <a:pt x="86069" y="78146"/>
                  </a:lnTo>
                  <a:lnTo>
                    <a:pt x="88355" y="83928"/>
                  </a:lnTo>
                  <a:lnTo>
                    <a:pt x="94633" y="84037"/>
                  </a:lnTo>
                  <a:lnTo>
                    <a:pt x="94270" y="74299"/>
                  </a:lnTo>
                  <a:lnTo>
                    <a:pt x="100936" y="72690"/>
                  </a:lnTo>
                  <a:lnTo>
                    <a:pt x="106682" y="64307"/>
                  </a:lnTo>
                  <a:lnTo>
                    <a:pt x="106319" y="56553"/>
                  </a:lnTo>
                  <a:lnTo>
                    <a:pt x="103416" y="54690"/>
                  </a:lnTo>
                  <a:lnTo>
                    <a:pt x="106827" y="53105"/>
                  </a:lnTo>
                  <a:lnTo>
                    <a:pt x="120194" y="45339"/>
                  </a:lnTo>
                  <a:lnTo>
                    <a:pt x="122528" y="36859"/>
                  </a:lnTo>
                  <a:lnTo>
                    <a:pt x="118851" y="35493"/>
                  </a:lnTo>
                  <a:lnTo>
                    <a:pt x="125093" y="28464"/>
                  </a:lnTo>
                  <a:lnTo>
                    <a:pt x="148536" y="25972"/>
                  </a:lnTo>
                  <a:lnTo>
                    <a:pt x="153339" y="12255"/>
                  </a:lnTo>
                  <a:lnTo>
                    <a:pt x="125468" y="6255"/>
                  </a:lnTo>
                  <a:lnTo>
                    <a:pt x="101758" y="5432"/>
                  </a:lnTo>
                  <a:lnTo>
                    <a:pt x="85016" y="1"/>
                  </a:lnTo>
                  <a:lnTo>
                    <a:pt x="60532" y="12255"/>
                  </a:lnTo>
                  <a:lnTo>
                    <a:pt x="39714" y="20214"/>
                  </a:lnTo>
                  <a:lnTo>
                    <a:pt x="35444" y="13089"/>
                  </a:lnTo>
                  <a:lnTo>
                    <a:pt x="22186" y="13464"/>
                  </a:lnTo>
                  <a:lnTo>
                    <a:pt x="15291" y="21351"/>
                  </a:lnTo>
                  <a:lnTo>
                    <a:pt x="11831" y="27484"/>
                  </a:lnTo>
                  <a:lnTo>
                    <a:pt x="21581" y="26614"/>
                  </a:lnTo>
                  <a:lnTo>
                    <a:pt x="24532" y="19561"/>
                  </a:lnTo>
                  <a:lnTo>
                    <a:pt x="29480" y="22694"/>
                  </a:lnTo>
                  <a:lnTo>
                    <a:pt x="24811" y="32964"/>
                  </a:lnTo>
                  <a:lnTo>
                    <a:pt x="20262" y="35541"/>
                  </a:lnTo>
                  <a:lnTo>
                    <a:pt x="15569" y="31368"/>
                  </a:lnTo>
                  <a:lnTo>
                    <a:pt x="15061" y="35650"/>
                  </a:lnTo>
                  <a:lnTo>
                    <a:pt x="11057" y="37924"/>
                  </a:lnTo>
                  <a:lnTo>
                    <a:pt x="6024" y="43089"/>
                  </a:lnTo>
                  <a:lnTo>
                    <a:pt x="6387" y="49210"/>
                  </a:lnTo>
                  <a:lnTo>
                    <a:pt x="992" y="49210"/>
                  </a:lnTo>
                  <a:lnTo>
                    <a:pt x="0" y="52198"/>
                  </a:lnTo>
                  <a:lnTo>
                    <a:pt x="835" y="57037"/>
                  </a:lnTo>
                  <a:lnTo>
                    <a:pt x="6726" y="55198"/>
                  </a:lnTo>
                  <a:lnTo>
                    <a:pt x="10924" y="50069"/>
                  </a:lnTo>
                  <a:lnTo>
                    <a:pt x="16367" y="50686"/>
                  </a:lnTo>
                  <a:lnTo>
                    <a:pt x="18049" y="46670"/>
                  </a:lnTo>
                  <a:lnTo>
                    <a:pt x="23093" y="54363"/>
                  </a:lnTo>
                  <a:lnTo>
                    <a:pt x="26528" y="56105"/>
                  </a:lnTo>
                  <a:lnTo>
                    <a:pt x="26734" y="52210"/>
                  </a:lnTo>
                  <a:lnTo>
                    <a:pt x="33835" y="47069"/>
                  </a:lnTo>
                  <a:lnTo>
                    <a:pt x="38069" y="49488"/>
                  </a:lnTo>
                  <a:lnTo>
                    <a:pt x="36278" y="53045"/>
                  </a:lnTo>
                  <a:lnTo>
                    <a:pt x="28343" y="55392"/>
                  </a:lnTo>
                  <a:cubicBezTo>
                    <a:pt x="28343" y="55392"/>
                    <a:pt x="31041" y="58888"/>
                    <a:pt x="31319" y="58984"/>
                  </a:cubicBezTo>
                  <a:cubicBezTo>
                    <a:pt x="31597" y="59069"/>
                    <a:pt x="36278" y="58150"/>
                    <a:pt x="36278" y="58150"/>
                  </a:cubicBezTo>
                  <a:lnTo>
                    <a:pt x="35456" y="61948"/>
                  </a:lnTo>
                  <a:lnTo>
                    <a:pt x="30920" y="63255"/>
                  </a:lnTo>
                  <a:lnTo>
                    <a:pt x="24823" y="62142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62" name="Google Shape;3462;p65"/>
            <p:cNvSpPr/>
            <p:nvPr/>
          </p:nvSpPr>
          <p:spPr>
            <a:xfrm>
              <a:off x="3473100" y="2483100"/>
              <a:ext cx="168475" cy="66850"/>
            </a:xfrm>
            <a:custGeom>
              <a:avLst/>
              <a:gdLst/>
              <a:ahLst/>
              <a:cxnLst/>
              <a:rect l="l" t="t" r="r" b="b"/>
              <a:pathLst>
                <a:path w="6739" h="2674" fill="none" extrusionOk="0">
                  <a:moveTo>
                    <a:pt x="0" y="0"/>
                  </a:moveTo>
                  <a:lnTo>
                    <a:pt x="6738" y="2674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63" name="Google Shape;3463;p65"/>
            <p:cNvSpPr/>
            <p:nvPr/>
          </p:nvSpPr>
          <p:spPr>
            <a:xfrm>
              <a:off x="3493950" y="2402950"/>
              <a:ext cx="138850" cy="200825"/>
            </a:xfrm>
            <a:custGeom>
              <a:avLst/>
              <a:gdLst/>
              <a:ahLst/>
              <a:cxnLst/>
              <a:rect l="l" t="t" r="r" b="b"/>
              <a:pathLst>
                <a:path w="5554" h="8033" fill="none" extrusionOk="0">
                  <a:moveTo>
                    <a:pt x="1" y="8033"/>
                  </a:moveTo>
                  <a:lnTo>
                    <a:pt x="5553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64" name="Google Shape;3464;p65"/>
            <p:cNvSpPr/>
            <p:nvPr/>
          </p:nvSpPr>
          <p:spPr>
            <a:xfrm>
              <a:off x="3632775" y="2176750"/>
              <a:ext cx="356575" cy="226225"/>
            </a:xfrm>
            <a:custGeom>
              <a:avLst/>
              <a:gdLst/>
              <a:ahLst/>
              <a:cxnLst/>
              <a:rect l="l" t="t" r="r" b="b"/>
              <a:pathLst>
                <a:path w="14263" h="9049" fill="none" extrusionOk="0">
                  <a:moveTo>
                    <a:pt x="0" y="9049"/>
                  </a:moveTo>
                  <a:lnTo>
                    <a:pt x="14262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65" name="Google Shape;3465;p65"/>
            <p:cNvSpPr/>
            <p:nvPr/>
          </p:nvSpPr>
          <p:spPr>
            <a:xfrm>
              <a:off x="3754650" y="2173125"/>
              <a:ext cx="246200" cy="254050"/>
            </a:xfrm>
            <a:custGeom>
              <a:avLst/>
              <a:gdLst/>
              <a:ahLst/>
              <a:cxnLst/>
              <a:rect l="l" t="t" r="r" b="b"/>
              <a:pathLst>
                <a:path w="9848" h="10162" fill="none" extrusionOk="0">
                  <a:moveTo>
                    <a:pt x="0" y="10161"/>
                  </a:moveTo>
                  <a:lnTo>
                    <a:pt x="9847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66" name="Google Shape;3466;p65"/>
            <p:cNvSpPr/>
            <p:nvPr/>
          </p:nvSpPr>
          <p:spPr>
            <a:xfrm>
              <a:off x="3936100" y="2173125"/>
              <a:ext cx="64750" cy="167850"/>
            </a:xfrm>
            <a:custGeom>
              <a:avLst/>
              <a:gdLst/>
              <a:ahLst/>
              <a:cxnLst/>
              <a:rect l="l" t="t" r="r" b="b"/>
              <a:pathLst>
                <a:path w="2590" h="6714" fill="none" extrusionOk="0">
                  <a:moveTo>
                    <a:pt x="0" y="6714"/>
                  </a:moveTo>
                  <a:lnTo>
                    <a:pt x="2589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67" name="Google Shape;3467;p65"/>
            <p:cNvSpPr/>
            <p:nvPr/>
          </p:nvSpPr>
          <p:spPr>
            <a:xfrm>
              <a:off x="3998100" y="2185200"/>
              <a:ext cx="145775" cy="309700"/>
            </a:xfrm>
            <a:custGeom>
              <a:avLst/>
              <a:gdLst/>
              <a:ahLst/>
              <a:cxnLst/>
              <a:rect l="l" t="t" r="r" b="b"/>
              <a:pathLst>
                <a:path w="5831" h="12388" fill="none" extrusionOk="0">
                  <a:moveTo>
                    <a:pt x="5831" y="12388"/>
                  </a:moveTo>
                  <a:lnTo>
                    <a:pt x="0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68" name="Google Shape;3468;p65"/>
            <p:cNvSpPr/>
            <p:nvPr/>
          </p:nvSpPr>
          <p:spPr>
            <a:xfrm>
              <a:off x="3855350" y="2066350"/>
              <a:ext cx="142775" cy="118875"/>
            </a:xfrm>
            <a:custGeom>
              <a:avLst/>
              <a:gdLst/>
              <a:ahLst/>
              <a:cxnLst/>
              <a:rect l="l" t="t" r="r" b="b"/>
              <a:pathLst>
                <a:path w="5711" h="4755" fill="none" extrusionOk="0">
                  <a:moveTo>
                    <a:pt x="1" y="1"/>
                  </a:moveTo>
                  <a:lnTo>
                    <a:pt x="5710" y="4755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69" name="Google Shape;3469;p65"/>
            <p:cNvSpPr/>
            <p:nvPr/>
          </p:nvSpPr>
          <p:spPr>
            <a:xfrm>
              <a:off x="3749500" y="2125625"/>
              <a:ext cx="248625" cy="59600"/>
            </a:xfrm>
            <a:custGeom>
              <a:avLst/>
              <a:gdLst/>
              <a:ahLst/>
              <a:cxnLst/>
              <a:rect l="l" t="t" r="r" b="b"/>
              <a:pathLst>
                <a:path w="9945" h="2384" fill="none" extrusionOk="0">
                  <a:moveTo>
                    <a:pt x="1" y="1"/>
                  </a:moveTo>
                  <a:lnTo>
                    <a:pt x="9944" y="2384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70" name="Google Shape;3470;p65"/>
            <p:cNvSpPr/>
            <p:nvPr/>
          </p:nvSpPr>
          <p:spPr>
            <a:xfrm>
              <a:off x="3632775" y="2185200"/>
              <a:ext cx="368075" cy="61425"/>
            </a:xfrm>
            <a:custGeom>
              <a:avLst/>
              <a:gdLst/>
              <a:ahLst/>
              <a:cxnLst/>
              <a:rect l="l" t="t" r="r" b="b"/>
              <a:pathLst>
                <a:path w="14723" h="2457" fill="none" extrusionOk="0">
                  <a:moveTo>
                    <a:pt x="0" y="2457"/>
                  </a:moveTo>
                  <a:lnTo>
                    <a:pt x="14722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71" name="Google Shape;3471;p65"/>
            <p:cNvSpPr/>
            <p:nvPr/>
          </p:nvSpPr>
          <p:spPr>
            <a:xfrm>
              <a:off x="4093350" y="2001950"/>
              <a:ext cx="128250" cy="162725"/>
            </a:xfrm>
            <a:custGeom>
              <a:avLst/>
              <a:gdLst/>
              <a:ahLst/>
              <a:cxnLst/>
              <a:rect l="l" t="t" r="r" b="b"/>
              <a:pathLst>
                <a:path w="5130" h="6509" fill="none" extrusionOk="0">
                  <a:moveTo>
                    <a:pt x="5130" y="6508"/>
                  </a:moveTo>
                  <a:lnTo>
                    <a:pt x="1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72" name="Google Shape;3472;p65"/>
            <p:cNvSpPr/>
            <p:nvPr/>
          </p:nvSpPr>
          <p:spPr>
            <a:xfrm>
              <a:off x="4012900" y="2001950"/>
              <a:ext cx="80475" cy="174825"/>
            </a:xfrm>
            <a:custGeom>
              <a:avLst/>
              <a:gdLst/>
              <a:ahLst/>
              <a:cxnLst/>
              <a:rect l="l" t="t" r="r" b="b"/>
              <a:pathLst>
                <a:path w="3219" h="6993" fill="none" extrusionOk="0">
                  <a:moveTo>
                    <a:pt x="1" y="6992"/>
                  </a:moveTo>
                  <a:lnTo>
                    <a:pt x="3219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73" name="Google Shape;3473;p65"/>
            <p:cNvSpPr/>
            <p:nvPr/>
          </p:nvSpPr>
          <p:spPr>
            <a:xfrm>
              <a:off x="3992350" y="2164650"/>
              <a:ext cx="229850" cy="22100"/>
            </a:xfrm>
            <a:custGeom>
              <a:avLst/>
              <a:gdLst/>
              <a:ahLst/>
              <a:cxnLst/>
              <a:rect l="l" t="t" r="r" b="b"/>
              <a:pathLst>
                <a:path w="9194" h="884" fill="none" extrusionOk="0">
                  <a:moveTo>
                    <a:pt x="0" y="883"/>
                  </a:moveTo>
                  <a:lnTo>
                    <a:pt x="9194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74" name="Google Shape;3474;p65"/>
            <p:cNvSpPr/>
            <p:nvPr/>
          </p:nvSpPr>
          <p:spPr>
            <a:xfrm>
              <a:off x="4222175" y="2164650"/>
              <a:ext cx="83200" cy="188125"/>
            </a:xfrm>
            <a:custGeom>
              <a:avLst/>
              <a:gdLst/>
              <a:ahLst/>
              <a:cxnLst/>
              <a:rect l="l" t="t" r="r" b="b"/>
              <a:pathLst>
                <a:path w="3328" h="7525" fill="none" extrusionOk="0">
                  <a:moveTo>
                    <a:pt x="1" y="0"/>
                  </a:moveTo>
                  <a:lnTo>
                    <a:pt x="3328" y="7525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75" name="Google Shape;3475;p65"/>
            <p:cNvSpPr/>
            <p:nvPr/>
          </p:nvSpPr>
          <p:spPr>
            <a:xfrm>
              <a:off x="4305350" y="2014050"/>
              <a:ext cx="236525" cy="338725"/>
            </a:xfrm>
            <a:custGeom>
              <a:avLst/>
              <a:gdLst/>
              <a:ahLst/>
              <a:cxnLst/>
              <a:rect l="l" t="t" r="r" b="b"/>
              <a:pathLst>
                <a:path w="9461" h="13549" fill="none" extrusionOk="0">
                  <a:moveTo>
                    <a:pt x="1" y="13549"/>
                  </a:moveTo>
                  <a:lnTo>
                    <a:pt x="9460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76" name="Google Shape;3476;p65"/>
            <p:cNvSpPr/>
            <p:nvPr/>
          </p:nvSpPr>
          <p:spPr>
            <a:xfrm>
              <a:off x="4138725" y="2164650"/>
              <a:ext cx="83475" cy="319075"/>
            </a:xfrm>
            <a:custGeom>
              <a:avLst/>
              <a:gdLst/>
              <a:ahLst/>
              <a:cxnLst/>
              <a:rect l="l" t="t" r="r" b="b"/>
              <a:pathLst>
                <a:path w="3339" h="12763" fill="none" extrusionOk="0">
                  <a:moveTo>
                    <a:pt x="3339" y="0"/>
                  </a:moveTo>
                  <a:lnTo>
                    <a:pt x="0" y="12762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77" name="Google Shape;3477;p65"/>
            <p:cNvSpPr/>
            <p:nvPr/>
          </p:nvSpPr>
          <p:spPr>
            <a:xfrm>
              <a:off x="4465925" y="1687425"/>
              <a:ext cx="75950" cy="326650"/>
            </a:xfrm>
            <a:custGeom>
              <a:avLst/>
              <a:gdLst/>
              <a:ahLst/>
              <a:cxnLst/>
              <a:rect l="l" t="t" r="r" b="b"/>
              <a:pathLst>
                <a:path w="3038" h="13066" fill="none" extrusionOk="0">
                  <a:moveTo>
                    <a:pt x="3037" y="13065"/>
                  </a:moveTo>
                  <a:lnTo>
                    <a:pt x="1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78" name="Google Shape;3478;p65"/>
            <p:cNvSpPr/>
            <p:nvPr/>
          </p:nvSpPr>
          <p:spPr>
            <a:xfrm>
              <a:off x="4210100" y="1757300"/>
              <a:ext cx="330850" cy="251925"/>
            </a:xfrm>
            <a:custGeom>
              <a:avLst/>
              <a:gdLst/>
              <a:ahLst/>
              <a:cxnLst/>
              <a:rect l="l" t="t" r="r" b="b"/>
              <a:pathLst>
                <a:path w="13234" h="10077" fill="none" extrusionOk="0">
                  <a:moveTo>
                    <a:pt x="0" y="0"/>
                  </a:moveTo>
                  <a:lnTo>
                    <a:pt x="13234" y="10077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79" name="Google Shape;3479;p65"/>
            <p:cNvSpPr/>
            <p:nvPr/>
          </p:nvSpPr>
          <p:spPr>
            <a:xfrm>
              <a:off x="4209475" y="1505075"/>
              <a:ext cx="145800" cy="252250"/>
            </a:xfrm>
            <a:custGeom>
              <a:avLst/>
              <a:gdLst/>
              <a:ahLst/>
              <a:cxnLst/>
              <a:rect l="l" t="t" r="r" b="b"/>
              <a:pathLst>
                <a:path w="5832" h="10090" fill="none" extrusionOk="0">
                  <a:moveTo>
                    <a:pt x="5831" y="0"/>
                  </a:moveTo>
                  <a:lnTo>
                    <a:pt x="1" y="10089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80" name="Google Shape;3480;p65"/>
            <p:cNvSpPr/>
            <p:nvPr/>
          </p:nvSpPr>
          <p:spPr>
            <a:xfrm>
              <a:off x="4209475" y="1678950"/>
              <a:ext cx="267975" cy="78375"/>
            </a:xfrm>
            <a:custGeom>
              <a:avLst/>
              <a:gdLst/>
              <a:ahLst/>
              <a:cxnLst/>
              <a:rect l="l" t="t" r="r" b="b"/>
              <a:pathLst>
                <a:path w="10719" h="3135" fill="none" extrusionOk="0">
                  <a:moveTo>
                    <a:pt x="1" y="3134"/>
                  </a:moveTo>
                  <a:lnTo>
                    <a:pt x="10719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81" name="Google Shape;3481;p65"/>
            <p:cNvSpPr/>
            <p:nvPr/>
          </p:nvSpPr>
          <p:spPr>
            <a:xfrm>
              <a:off x="4018650" y="1505075"/>
              <a:ext cx="62625" cy="173900"/>
            </a:xfrm>
            <a:custGeom>
              <a:avLst/>
              <a:gdLst/>
              <a:ahLst/>
              <a:cxnLst/>
              <a:rect l="l" t="t" r="r" b="b"/>
              <a:pathLst>
                <a:path w="2505" h="6956" fill="none" extrusionOk="0">
                  <a:moveTo>
                    <a:pt x="2505" y="6956"/>
                  </a:moveTo>
                  <a:lnTo>
                    <a:pt x="1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82" name="Google Shape;3482;p65"/>
            <p:cNvSpPr/>
            <p:nvPr/>
          </p:nvSpPr>
          <p:spPr>
            <a:xfrm>
              <a:off x="3855350" y="1666875"/>
              <a:ext cx="238025" cy="32675"/>
            </a:xfrm>
            <a:custGeom>
              <a:avLst/>
              <a:gdLst/>
              <a:ahLst/>
              <a:cxnLst/>
              <a:rect l="l" t="t" r="r" b="b"/>
              <a:pathLst>
                <a:path w="9521" h="1307" fill="none" extrusionOk="0">
                  <a:moveTo>
                    <a:pt x="1" y="1307"/>
                  </a:moveTo>
                  <a:lnTo>
                    <a:pt x="9521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83" name="Google Shape;3483;p65"/>
            <p:cNvSpPr/>
            <p:nvPr/>
          </p:nvSpPr>
          <p:spPr>
            <a:xfrm>
              <a:off x="3766450" y="1666875"/>
              <a:ext cx="314825" cy="202025"/>
            </a:xfrm>
            <a:custGeom>
              <a:avLst/>
              <a:gdLst/>
              <a:ahLst/>
              <a:cxnLst/>
              <a:rect l="l" t="t" r="r" b="b"/>
              <a:pathLst>
                <a:path w="12593" h="8081" fill="none" extrusionOk="0">
                  <a:moveTo>
                    <a:pt x="0" y="8081"/>
                  </a:moveTo>
                  <a:lnTo>
                    <a:pt x="12593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84" name="Google Shape;3484;p65"/>
            <p:cNvSpPr/>
            <p:nvPr/>
          </p:nvSpPr>
          <p:spPr>
            <a:xfrm>
              <a:off x="4081250" y="1505075"/>
              <a:ext cx="277950" cy="161825"/>
            </a:xfrm>
            <a:custGeom>
              <a:avLst/>
              <a:gdLst/>
              <a:ahLst/>
              <a:cxnLst/>
              <a:rect l="l" t="t" r="r" b="b"/>
              <a:pathLst>
                <a:path w="11118" h="6473" fill="none" extrusionOk="0">
                  <a:moveTo>
                    <a:pt x="1" y="6472"/>
                  </a:moveTo>
                  <a:lnTo>
                    <a:pt x="11118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85" name="Google Shape;3485;p65"/>
            <p:cNvSpPr/>
            <p:nvPr/>
          </p:nvSpPr>
          <p:spPr>
            <a:xfrm>
              <a:off x="4541850" y="1827450"/>
              <a:ext cx="336900" cy="186625"/>
            </a:xfrm>
            <a:custGeom>
              <a:avLst/>
              <a:gdLst/>
              <a:ahLst/>
              <a:cxnLst/>
              <a:rect l="l" t="t" r="r" b="b"/>
              <a:pathLst>
                <a:path w="13476" h="7465" fill="none" extrusionOk="0">
                  <a:moveTo>
                    <a:pt x="0" y="7464"/>
                  </a:moveTo>
                  <a:lnTo>
                    <a:pt x="13476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86" name="Google Shape;3486;p65"/>
            <p:cNvSpPr/>
            <p:nvPr/>
          </p:nvSpPr>
          <p:spPr>
            <a:xfrm>
              <a:off x="4540925" y="2009200"/>
              <a:ext cx="380775" cy="174225"/>
            </a:xfrm>
            <a:custGeom>
              <a:avLst/>
              <a:gdLst/>
              <a:ahLst/>
              <a:cxnLst/>
              <a:rect l="l" t="t" r="r" b="b"/>
              <a:pathLst>
                <a:path w="15231" h="6969" fill="none" extrusionOk="0">
                  <a:moveTo>
                    <a:pt x="1" y="1"/>
                  </a:moveTo>
                  <a:lnTo>
                    <a:pt x="15231" y="6968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87" name="Google Shape;3487;p65"/>
            <p:cNvSpPr/>
            <p:nvPr/>
          </p:nvSpPr>
          <p:spPr>
            <a:xfrm>
              <a:off x="4539125" y="2394175"/>
              <a:ext cx="468175" cy="387425"/>
            </a:xfrm>
            <a:custGeom>
              <a:avLst/>
              <a:gdLst/>
              <a:ahLst/>
              <a:cxnLst/>
              <a:rect l="l" t="t" r="r" b="b"/>
              <a:pathLst>
                <a:path w="18727" h="15497" fill="none" extrusionOk="0">
                  <a:moveTo>
                    <a:pt x="18726" y="1"/>
                  </a:moveTo>
                  <a:lnTo>
                    <a:pt x="0" y="15497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88" name="Google Shape;3488;p65"/>
            <p:cNvSpPr/>
            <p:nvPr/>
          </p:nvSpPr>
          <p:spPr>
            <a:xfrm>
              <a:off x="4921675" y="2186725"/>
              <a:ext cx="85625" cy="228350"/>
            </a:xfrm>
            <a:custGeom>
              <a:avLst/>
              <a:gdLst/>
              <a:ahLst/>
              <a:cxnLst/>
              <a:rect l="l" t="t" r="r" b="b"/>
              <a:pathLst>
                <a:path w="3425" h="9134" fill="none" extrusionOk="0">
                  <a:moveTo>
                    <a:pt x="1" y="0"/>
                  </a:moveTo>
                  <a:lnTo>
                    <a:pt x="3424" y="9133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89" name="Google Shape;3489;p65"/>
            <p:cNvSpPr/>
            <p:nvPr/>
          </p:nvSpPr>
          <p:spPr>
            <a:xfrm>
              <a:off x="5007275" y="2394175"/>
              <a:ext cx="85000" cy="258000"/>
            </a:xfrm>
            <a:custGeom>
              <a:avLst/>
              <a:gdLst/>
              <a:ahLst/>
              <a:cxnLst/>
              <a:rect l="l" t="t" r="r" b="b"/>
              <a:pathLst>
                <a:path w="3400" h="10320" fill="none" extrusionOk="0">
                  <a:moveTo>
                    <a:pt x="3399" y="10319"/>
                  </a:moveTo>
                  <a:lnTo>
                    <a:pt x="0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90" name="Google Shape;3490;p65"/>
            <p:cNvSpPr/>
            <p:nvPr/>
          </p:nvSpPr>
          <p:spPr>
            <a:xfrm>
              <a:off x="4968850" y="1334200"/>
              <a:ext cx="2205875" cy="1654875"/>
            </a:xfrm>
            <a:custGeom>
              <a:avLst/>
              <a:gdLst/>
              <a:ahLst/>
              <a:cxnLst/>
              <a:rect l="l" t="t" r="r" b="b"/>
              <a:pathLst>
                <a:path w="88235" h="66195" fill="none" extrusionOk="0">
                  <a:moveTo>
                    <a:pt x="1" y="63509"/>
                  </a:moveTo>
                  <a:lnTo>
                    <a:pt x="1537" y="42400"/>
                  </a:lnTo>
                  <a:lnTo>
                    <a:pt x="10077" y="22210"/>
                  </a:lnTo>
                  <a:cubicBezTo>
                    <a:pt x="10077" y="22210"/>
                    <a:pt x="14202" y="33218"/>
                    <a:pt x="14202" y="32384"/>
                  </a:cubicBezTo>
                  <a:cubicBezTo>
                    <a:pt x="14202" y="31561"/>
                    <a:pt x="26009" y="8976"/>
                    <a:pt x="26009" y="8976"/>
                  </a:cubicBezTo>
                  <a:lnTo>
                    <a:pt x="33618" y="31077"/>
                  </a:lnTo>
                  <a:lnTo>
                    <a:pt x="15025" y="46779"/>
                  </a:lnTo>
                  <a:lnTo>
                    <a:pt x="36037" y="48944"/>
                  </a:lnTo>
                  <a:lnTo>
                    <a:pt x="27557" y="58863"/>
                  </a:lnTo>
                  <a:lnTo>
                    <a:pt x="40803" y="66194"/>
                  </a:lnTo>
                  <a:lnTo>
                    <a:pt x="43586" y="48448"/>
                  </a:lnTo>
                  <a:lnTo>
                    <a:pt x="51122" y="29734"/>
                  </a:lnTo>
                  <a:lnTo>
                    <a:pt x="49670" y="16694"/>
                  </a:lnTo>
                  <a:lnTo>
                    <a:pt x="65263" y="21376"/>
                  </a:lnTo>
                  <a:lnTo>
                    <a:pt x="68819" y="9448"/>
                  </a:lnTo>
                  <a:lnTo>
                    <a:pt x="66098" y="1"/>
                  </a:lnTo>
                  <a:lnTo>
                    <a:pt x="88235" y="20069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91" name="Google Shape;3491;p65"/>
            <p:cNvSpPr/>
            <p:nvPr/>
          </p:nvSpPr>
          <p:spPr>
            <a:xfrm>
              <a:off x="4878750" y="1177850"/>
              <a:ext cx="1731050" cy="1005575"/>
            </a:xfrm>
            <a:custGeom>
              <a:avLst/>
              <a:gdLst/>
              <a:ahLst/>
              <a:cxnLst/>
              <a:rect l="l" t="t" r="r" b="b"/>
              <a:pathLst>
                <a:path w="69242" h="40223" fill="none" extrusionOk="0">
                  <a:moveTo>
                    <a:pt x="69242" y="6255"/>
                  </a:moveTo>
                  <a:lnTo>
                    <a:pt x="53274" y="22948"/>
                  </a:lnTo>
                  <a:lnTo>
                    <a:pt x="45532" y="5432"/>
                  </a:lnTo>
                  <a:lnTo>
                    <a:pt x="29613" y="14747"/>
                  </a:lnTo>
                  <a:lnTo>
                    <a:pt x="28790" y="1"/>
                  </a:lnTo>
                  <a:lnTo>
                    <a:pt x="13500" y="28912"/>
                  </a:lnTo>
                  <a:lnTo>
                    <a:pt x="4306" y="13089"/>
                  </a:lnTo>
                  <a:lnTo>
                    <a:pt x="0" y="25984"/>
                  </a:lnTo>
                  <a:lnTo>
                    <a:pt x="1718" y="40222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92" name="Google Shape;3492;p65"/>
            <p:cNvSpPr/>
            <p:nvPr/>
          </p:nvSpPr>
          <p:spPr>
            <a:xfrm>
              <a:off x="5092250" y="2143775"/>
              <a:ext cx="396500" cy="851350"/>
            </a:xfrm>
            <a:custGeom>
              <a:avLst/>
              <a:gdLst/>
              <a:ahLst/>
              <a:cxnLst/>
              <a:rect l="l" t="t" r="r" b="b"/>
              <a:pathLst>
                <a:path w="15860" h="34054" fill="none" extrusionOk="0">
                  <a:moveTo>
                    <a:pt x="9266" y="1"/>
                  </a:moveTo>
                  <a:lnTo>
                    <a:pt x="10101" y="14396"/>
                  </a:lnTo>
                  <a:lnTo>
                    <a:pt x="15859" y="34053"/>
                  </a:lnTo>
                  <a:lnTo>
                    <a:pt x="0" y="19851"/>
                  </a:lnTo>
                  <a:lnTo>
                    <a:pt x="1234" y="33642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93" name="Google Shape;3493;p65"/>
            <p:cNvSpPr/>
            <p:nvPr/>
          </p:nvSpPr>
          <p:spPr>
            <a:xfrm>
              <a:off x="4389725" y="2014050"/>
              <a:ext cx="617575" cy="1140750"/>
            </a:xfrm>
            <a:custGeom>
              <a:avLst/>
              <a:gdLst/>
              <a:ahLst/>
              <a:cxnLst/>
              <a:rect l="l" t="t" r="r" b="b"/>
              <a:pathLst>
                <a:path w="24703" h="45630" fill="none" extrusionOk="0">
                  <a:moveTo>
                    <a:pt x="8396" y="39968"/>
                  </a:moveTo>
                  <a:lnTo>
                    <a:pt x="9835" y="45629"/>
                  </a:lnTo>
                  <a:lnTo>
                    <a:pt x="11626" y="36786"/>
                  </a:lnTo>
                  <a:lnTo>
                    <a:pt x="5492" y="30218"/>
                  </a:lnTo>
                  <a:lnTo>
                    <a:pt x="1" y="25016"/>
                  </a:lnTo>
                  <a:lnTo>
                    <a:pt x="1392" y="16040"/>
                  </a:lnTo>
                  <a:lnTo>
                    <a:pt x="24702" y="15206"/>
                  </a:lnTo>
                  <a:lnTo>
                    <a:pt x="6472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94" name="Google Shape;3494;p65"/>
            <p:cNvSpPr/>
            <p:nvPr/>
          </p:nvSpPr>
          <p:spPr>
            <a:xfrm>
              <a:off x="4420875" y="29170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close/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95" name="Google Shape;3495;p65"/>
            <p:cNvSpPr/>
            <p:nvPr/>
          </p:nvSpPr>
          <p:spPr>
            <a:xfrm>
              <a:off x="5007275" y="2143775"/>
              <a:ext cx="316650" cy="250425"/>
            </a:xfrm>
            <a:custGeom>
              <a:avLst/>
              <a:gdLst/>
              <a:ahLst/>
              <a:cxnLst/>
              <a:rect l="l" t="t" r="r" b="b"/>
              <a:pathLst>
                <a:path w="12666" h="10017" fill="none" extrusionOk="0">
                  <a:moveTo>
                    <a:pt x="0" y="10017"/>
                  </a:moveTo>
                  <a:lnTo>
                    <a:pt x="12665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96" name="Google Shape;3496;p65"/>
            <p:cNvSpPr/>
            <p:nvPr/>
          </p:nvSpPr>
          <p:spPr>
            <a:xfrm>
              <a:off x="5323900" y="2123225"/>
              <a:ext cx="497500" cy="20575"/>
            </a:xfrm>
            <a:custGeom>
              <a:avLst/>
              <a:gdLst/>
              <a:ahLst/>
              <a:cxnLst/>
              <a:rect l="l" t="t" r="r" b="b"/>
              <a:pathLst>
                <a:path w="19900" h="823" fill="none" extrusionOk="0">
                  <a:moveTo>
                    <a:pt x="0" y="823"/>
                  </a:moveTo>
                  <a:lnTo>
                    <a:pt x="19900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97" name="Google Shape;3497;p65"/>
            <p:cNvSpPr/>
            <p:nvPr/>
          </p:nvSpPr>
          <p:spPr>
            <a:xfrm>
              <a:off x="5092250" y="2143775"/>
              <a:ext cx="231675" cy="495400"/>
            </a:xfrm>
            <a:custGeom>
              <a:avLst/>
              <a:gdLst/>
              <a:ahLst/>
              <a:cxnLst/>
              <a:rect l="l" t="t" r="r" b="b"/>
              <a:pathLst>
                <a:path w="9267" h="19816" fill="none" extrusionOk="0">
                  <a:moveTo>
                    <a:pt x="9266" y="1"/>
                  </a:moveTo>
                  <a:lnTo>
                    <a:pt x="0" y="19815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98" name="Google Shape;3498;p65"/>
            <p:cNvSpPr/>
            <p:nvPr/>
          </p:nvSpPr>
          <p:spPr>
            <a:xfrm>
              <a:off x="4647700" y="2415050"/>
              <a:ext cx="359600" cy="378650"/>
            </a:xfrm>
            <a:custGeom>
              <a:avLst/>
              <a:gdLst/>
              <a:ahLst/>
              <a:cxnLst/>
              <a:rect l="l" t="t" r="r" b="b"/>
              <a:pathLst>
                <a:path w="14384" h="15146" fill="none" extrusionOk="0">
                  <a:moveTo>
                    <a:pt x="0" y="15146"/>
                  </a:moveTo>
                  <a:lnTo>
                    <a:pt x="14383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99" name="Google Shape;3499;p65"/>
            <p:cNvSpPr/>
            <p:nvPr/>
          </p:nvSpPr>
          <p:spPr>
            <a:xfrm>
              <a:off x="5809275" y="1751550"/>
              <a:ext cx="401350" cy="374100"/>
            </a:xfrm>
            <a:custGeom>
              <a:avLst/>
              <a:gdLst/>
              <a:ahLst/>
              <a:cxnLst/>
              <a:rect l="l" t="t" r="r" b="b"/>
              <a:pathLst>
                <a:path w="16054" h="14964" fill="none" extrusionOk="0">
                  <a:moveTo>
                    <a:pt x="1" y="14964"/>
                  </a:moveTo>
                  <a:lnTo>
                    <a:pt x="16053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00" name="Google Shape;3500;p65"/>
            <p:cNvSpPr/>
            <p:nvPr/>
          </p:nvSpPr>
          <p:spPr>
            <a:xfrm>
              <a:off x="5821375" y="1313650"/>
              <a:ext cx="195700" cy="809600"/>
            </a:xfrm>
            <a:custGeom>
              <a:avLst/>
              <a:gdLst/>
              <a:ahLst/>
              <a:cxnLst/>
              <a:rect l="l" t="t" r="r" b="b"/>
              <a:pathLst>
                <a:path w="7828" h="32384" fill="none" extrusionOk="0">
                  <a:moveTo>
                    <a:pt x="1" y="32383"/>
                  </a:moveTo>
                  <a:lnTo>
                    <a:pt x="7827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01" name="Google Shape;3501;p65"/>
            <p:cNvSpPr/>
            <p:nvPr/>
          </p:nvSpPr>
          <p:spPr>
            <a:xfrm>
              <a:off x="5809275" y="2077550"/>
              <a:ext cx="449725" cy="33600"/>
            </a:xfrm>
            <a:custGeom>
              <a:avLst/>
              <a:gdLst/>
              <a:ahLst/>
              <a:cxnLst/>
              <a:rect l="l" t="t" r="r" b="b"/>
              <a:pathLst>
                <a:path w="17989" h="1344" fill="none" extrusionOk="0">
                  <a:moveTo>
                    <a:pt x="1" y="1343"/>
                  </a:moveTo>
                  <a:lnTo>
                    <a:pt x="17989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02" name="Google Shape;3502;p65"/>
            <p:cNvSpPr/>
            <p:nvPr/>
          </p:nvSpPr>
          <p:spPr>
            <a:xfrm>
              <a:off x="5812300" y="2123225"/>
              <a:ext cx="57500" cy="434600"/>
            </a:xfrm>
            <a:custGeom>
              <a:avLst/>
              <a:gdLst/>
              <a:ahLst/>
              <a:cxnLst/>
              <a:rect l="l" t="t" r="r" b="b"/>
              <a:pathLst>
                <a:path w="2300" h="17384" fill="none" extrusionOk="0">
                  <a:moveTo>
                    <a:pt x="1" y="0"/>
                  </a:moveTo>
                  <a:lnTo>
                    <a:pt x="2299" y="17383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03" name="Google Shape;3503;p65"/>
            <p:cNvSpPr/>
            <p:nvPr/>
          </p:nvSpPr>
          <p:spPr>
            <a:xfrm>
              <a:off x="5344475" y="2503650"/>
              <a:ext cx="325425" cy="314250"/>
            </a:xfrm>
            <a:custGeom>
              <a:avLst/>
              <a:gdLst/>
              <a:ahLst/>
              <a:cxnLst/>
              <a:rect l="l" t="t" r="r" b="b"/>
              <a:pathLst>
                <a:path w="13017" h="12570" fill="none" extrusionOk="0">
                  <a:moveTo>
                    <a:pt x="0" y="1"/>
                  </a:moveTo>
                  <a:lnTo>
                    <a:pt x="13016" y="12569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04" name="Google Shape;3504;p65"/>
            <p:cNvSpPr/>
            <p:nvPr/>
          </p:nvSpPr>
          <p:spPr>
            <a:xfrm>
              <a:off x="5619050" y="2805775"/>
              <a:ext cx="50850" cy="321800"/>
            </a:xfrm>
            <a:custGeom>
              <a:avLst/>
              <a:gdLst/>
              <a:ahLst/>
              <a:cxnLst/>
              <a:rect l="l" t="t" r="r" b="b"/>
              <a:pathLst>
                <a:path w="2034" h="12872" fill="none" extrusionOk="0">
                  <a:moveTo>
                    <a:pt x="2033" y="0"/>
                  </a:moveTo>
                  <a:lnTo>
                    <a:pt x="1" y="1287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05" name="Google Shape;3505;p65"/>
            <p:cNvSpPr/>
            <p:nvPr/>
          </p:nvSpPr>
          <p:spPr>
            <a:xfrm>
              <a:off x="5092250" y="2627950"/>
              <a:ext cx="295175" cy="427650"/>
            </a:xfrm>
            <a:custGeom>
              <a:avLst/>
              <a:gdLst/>
              <a:ahLst/>
              <a:cxnLst/>
              <a:rect l="l" t="t" r="r" b="b"/>
              <a:pathLst>
                <a:path w="11807" h="17106" fill="none" extrusionOk="0">
                  <a:moveTo>
                    <a:pt x="11807" y="17105"/>
                  </a:moveTo>
                  <a:lnTo>
                    <a:pt x="0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06" name="Google Shape;3506;p65"/>
            <p:cNvSpPr/>
            <p:nvPr/>
          </p:nvSpPr>
          <p:spPr>
            <a:xfrm>
              <a:off x="6210600" y="1570400"/>
              <a:ext cx="478750" cy="181175"/>
            </a:xfrm>
            <a:custGeom>
              <a:avLst/>
              <a:gdLst/>
              <a:ahLst/>
              <a:cxnLst/>
              <a:rect l="l" t="t" r="r" b="b"/>
              <a:pathLst>
                <a:path w="19150" h="7247" fill="none" extrusionOk="0">
                  <a:moveTo>
                    <a:pt x="19149" y="0"/>
                  </a:moveTo>
                  <a:lnTo>
                    <a:pt x="0" y="7246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07" name="Google Shape;3507;p65"/>
            <p:cNvSpPr/>
            <p:nvPr/>
          </p:nvSpPr>
          <p:spPr>
            <a:xfrm>
              <a:off x="6245375" y="2065450"/>
              <a:ext cx="187525" cy="15750"/>
            </a:xfrm>
            <a:custGeom>
              <a:avLst/>
              <a:gdLst/>
              <a:ahLst/>
              <a:cxnLst/>
              <a:rect l="l" t="t" r="r" b="b"/>
              <a:pathLst>
                <a:path w="7501" h="630" fill="none" extrusionOk="0">
                  <a:moveTo>
                    <a:pt x="0" y="630"/>
                  </a:moveTo>
                  <a:lnTo>
                    <a:pt x="7500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08" name="Google Shape;3508;p65"/>
            <p:cNvSpPr/>
            <p:nvPr/>
          </p:nvSpPr>
          <p:spPr>
            <a:xfrm>
              <a:off x="6246875" y="2065450"/>
              <a:ext cx="210225" cy="245900"/>
            </a:xfrm>
            <a:custGeom>
              <a:avLst/>
              <a:gdLst/>
              <a:ahLst/>
              <a:cxnLst/>
              <a:rect l="l" t="t" r="r" b="b"/>
              <a:pathLst>
                <a:path w="8409" h="9836" fill="none" extrusionOk="0">
                  <a:moveTo>
                    <a:pt x="1" y="1"/>
                  </a:moveTo>
                  <a:lnTo>
                    <a:pt x="8408" y="9835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09" name="Google Shape;3509;p65"/>
            <p:cNvSpPr/>
            <p:nvPr/>
          </p:nvSpPr>
          <p:spPr>
            <a:xfrm>
              <a:off x="5869775" y="2545100"/>
              <a:ext cx="188725" cy="12725"/>
            </a:xfrm>
            <a:custGeom>
              <a:avLst/>
              <a:gdLst/>
              <a:ahLst/>
              <a:cxnLst/>
              <a:rect l="l" t="t" r="r" b="b"/>
              <a:pathLst>
                <a:path w="7549" h="509" fill="none" extrusionOk="0">
                  <a:moveTo>
                    <a:pt x="0" y="508"/>
                  </a:moveTo>
                  <a:lnTo>
                    <a:pt x="7549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10" name="Google Shape;3510;p65"/>
            <p:cNvSpPr/>
            <p:nvPr/>
          </p:nvSpPr>
          <p:spPr>
            <a:xfrm>
              <a:off x="5809275" y="2111125"/>
              <a:ext cx="249225" cy="434000"/>
            </a:xfrm>
            <a:custGeom>
              <a:avLst/>
              <a:gdLst/>
              <a:ahLst/>
              <a:cxnLst/>
              <a:rect l="l" t="t" r="r" b="b"/>
              <a:pathLst>
                <a:path w="9969" h="17360" fill="none" extrusionOk="0">
                  <a:moveTo>
                    <a:pt x="9969" y="17359"/>
                  </a:moveTo>
                  <a:lnTo>
                    <a:pt x="1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11" name="Google Shape;3511;p65"/>
            <p:cNvSpPr/>
            <p:nvPr/>
          </p:nvSpPr>
          <p:spPr>
            <a:xfrm>
              <a:off x="4412100" y="2781575"/>
              <a:ext cx="127050" cy="144275"/>
            </a:xfrm>
            <a:custGeom>
              <a:avLst/>
              <a:gdLst/>
              <a:ahLst/>
              <a:cxnLst/>
              <a:rect l="l" t="t" r="r" b="b"/>
              <a:pathLst>
                <a:path w="5082" h="5771" fill="none" extrusionOk="0">
                  <a:moveTo>
                    <a:pt x="1" y="5771"/>
                  </a:moveTo>
                  <a:lnTo>
                    <a:pt x="5081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12" name="Google Shape;3512;p65"/>
            <p:cNvSpPr/>
            <p:nvPr/>
          </p:nvSpPr>
          <p:spPr>
            <a:xfrm>
              <a:off x="4334375" y="2769475"/>
              <a:ext cx="192675" cy="82900"/>
            </a:xfrm>
            <a:custGeom>
              <a:avLst/>
              <a:gdLst/>
              <a:ahLst/>
              <a:cxnLst/>
              <a:rect l="l" t="t" r="r" b="b"/>
              <a:pathLst>
                <a:path w="7707" h="3316" fill="none" extrusionOk="0">
                  <a:moveTo>
                    <a:pt x="1" y="3315"/>
                  </a:moveTo>
                  <a:lnTo>
                    <a:pt x="7706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13" name="Google Shape;3513;p65"/>
            <p:cNvSpPr/>
            <p:nvPr/>
          </p:nvSpPr>
          <p:spPr>
            <a:xfrm>
              <a:off x="4424500" y="2402950"/>
              <a:ext cx="102550" cy="378650"/>
            </a:xfrm>
            <a:custGeom>
              <a:avLst/>
              <a:gdLst/>
              <a:ahLst/>
              <a:cxnLst/>
              <a:rect l="l" t="t" r="r" b="b"/>
              <a:pathLst>
                <a:path w="4102" h="15146" fill="none" extrusionOk="0">
                  <a:moveTo>
                    <a:pt x="1" y="1"/>
                  </a:moveTo>
                  <a:lnTo>
                    <a:pt x="4101" y="15146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14" name="Google Shape;3514;p65"/>
            <p:cNvSpPr/>
            <p:nvPr/>
          </p:nvSpPr>
          <p:spPr>
            <a:xfrm>
              <a:off x="4424500" y="2014050"/>
              <a:ext cx="129475" cy="388925"/>
            </a:xfrm>
            <a:custGeom>
              <a:avLst/>
              <a:gdLst/>
              <a:ahLst/>
              <a:cxnLst/>
              <a:rect l="l" t="t" r="r" b="b"/>
              <a:pathLst>
                <a:path w="5179" h="15557" fill="none" extrusionOk="0">
                  <a:moveTo>
                    <a:pt x="1" y="15557"/>
                  </a:moveTo>
                  <a:lnTo>
                    <a:pt x="5178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15" name="Google Shape;3515;p65"/>
            <p:cNvSpPr/>
            <p:nvPr/>
          </p:nvSpPr>
          <p:spPr>
            <a:xfrm>
              <a:off x="5702825" y="3559100"/>
              <a:ext cx="355675" cy="25"/>
            </a:xfrm>
            <a:custGeom>
              <a:avLst/>
              <a:gdLst/>
              <a:ahLst/>
              <a:cxnLst/>
              <a:rect l="l" t="t" r="r" b="b"/>
              <a:pathLst>
                <a:path w="14227" h="1" fill="none" extrusionOk="0">
                  <a:moveTo>
                    <a:pt x="1" y="0"/>
                  </a:moveTo>
                  <a:lnTo>
                    <a:pt x="14227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16" name="Google Shape;3516;p65"/>
            <p:cNvSpPr/>
            <p:nvPr/>
          </p:nvSpPr>
          <p:spPr>
            <a:xfrm>
              <a:off x="5975625" y="3844275"/>
              <a:ext cx="460900" cy="552550"/>
            </a:xfrm>
            <a:custGeom>
              <a:avLst/>
              <a:gdLst/>
              <a:ahLst/>
              <a:cxnLst/>
              <a:rect l="l" t="t" r="r" b="b"/>
              <a:pathLst>
                <a:path w="18436" h="22102" fill="none" extrusionOk="0">
                  <a:moveTo>
                    <a:pt x="0" y="12037"/>
                  </a:moveTo>
                  <a:cubicBezTo>
                    <a:pt x="702" y="12073"/>
                    <a:pt x="12302" y="22101"/>
                    <a:pt x="12302" y="22101"/>
                  </a:cubicBezTo>
                  <a:lnTo>
                    <a:pt x="11819" y="13005"/>
                  </a:lnTo>
                  <a:lnTo>
                    <a:pt x="18435" y="1"/>
                  </a:lnTo>
                  <a:lnTo>
                    <a:pt x="0" y="1252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17" name="Google Shape;3517;p65"/>
            <p:cNvSpPr/>
            <p:nvPr/>
          </p:nvSpPr>
          <p:spPr>
            <a:xfrm>
              <a:off x="6283175" y="4106775"/>
              <a:ext cx="427050" cy="430975"/>
            </a:xfrm>
            <a:custGeom>
              <a:avLst/>
              <a:gdLst/>
              <a:ahLst/>
              <a:cxnLst/>
              <a:rect l="l" t="t" r="r" b="b"/>
              <a:pathLst>
                <a:path w="17082" h="17239" fill="none" extrusionOk="0">
                  <a:moveTo>
                    <a:pt x="13513" y="17239"/>
                  </a:moveTo>
                  <a:lnTo>
                    <a:pt x="12690" y="8614"/>
                  </a:lnTo>
                  <a:lnTo>
                    <a:pt x="17081" y="1"/>
                  </a:lnTo>
                  <a:lnTo>
                    <a:pt x="0" y="2021"/>
                  </a:lnTo>
                  <a:close/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18" name="Google Shape;3518;p65"/>
            <p:cNvSpPr/>
            <p:nvPr/>
          </p:nvSpPr>
          <p:spPr>
            <a:xfrm>
              <a:off x="6415625" y="3845800"/>
              <a:ext cx="315150" cy="259500"/>
            </a:xfrm>
            <a:custGeom>
              <a:avLst/>
              <a:gdLst/>
              <a:ahLst/>
              <a:cxnLst/>
              <a:rect l="l" t="t" r="r" b="b"/>
              <a:pathLst>
                <a:path w="12606" h="10380" fill="none" extrusionOk="0">
                  <a:moveTo>
                    <a:pt x="1" y="0"/>
                  </a:moveTo>
                  <a:lnTo>
                    <a:pt x="12606" y="10379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19" name="Google Shape;3519;p65"/>
            <p:cNvSpPr/>
            <p:nvPr/>
          </p:nvSpPr>
          <p:spPr>
            <a:xfrm>
              <a:off x="6282875" y="4157275"/>
              <a:ext cx="329650" cy="164850"/>
            </a:xfrm>
            <a:custGeom>
              <a:avLst/>
              <a:gdLst/>
              <a:ahLst/>
              <a:cxnLst/>
              <a:rect l="l" t="t" r="r" b="b"/>
              <a:pathLst>
                <a:path w="13186" h="6594" fill="none" extrusionOk="0">
                  <a:moveTo>
                    <a:pt x="13186" y="6594"/>
                  </a:moveTo>
                  <a:lnTo>
                    <a:pt x="0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20" name="Google Shape;3520;p65"/>
            <p:cNvSpPr/>
            <p:nvPr/>
          </p:nvSpPr>
          <p:spPr>
            <a:xfrm>
              <a:off x="6263525" y="4379875"/>
              <a:ext cx="336900" cy="159400"/>
            </a:xfrm>
            <a:custGeom>
              <a:avLst/>
              <a:gdLst/>
              <a:ahLst/>
              <a:cxnLst/>
              <a:rect l="l" t="t" r="r" b="b"/>
              <a:pathLst>
                <a:path w="13476" h="6376" fill="none" extrusionOk="0">
                  <a:moveTo>
                    <a:pt x="0" y="0"/>
                  </a:moveTo>
                  <a:lnTo>
                    <a:pt x="13476" y="6375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21" name="Google Shape;3521;p65"/>
            <p:cNvSpPr/>
            <p:nvPr/>
          </p:nvSpPr>
          <p:spPr>
            <a:xfrm>
              <a:off x="5975625" y="4136425"/>
              <a:ext cx="307275" cy="20875"/>
            </a:xfrm>
            <a:custGeom>
              <a:avLst/>
              <a:gdLst/>
              <a:ahLst/>
              <a:cxnLst/>
              <a:rect l="l" t="t" r="r" b="b"/>
              <a:pathLst>
                <a:path w="12291" h="835" fill="none" extrusionOk="0">
                  <a:moveTo>
                    <a:pt x="12290" y="835"/>
                  </a:moveTo>
                  <a:lnTo>
                    <a:pt x="0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22" name="Google Shape;3522;p65"/>
            <p:cNvSpPr/>
            <p:nvPr/>
          </p:nvSpPr>
          <p:spPr>
            <a:xfrm>
              <a:off x="3882275" y="952550"/>
              <a:ext cx="276125" cy="179350"/>
            </a:xfrm>
            <a:custGeom>
              <a:avLst/>
              <a:gdLst/>
              <a:ahLst/>
              <a:cxnLst/>
              <a:rect l="l" t="t" r="r" b="b"/>
              <a:pathLst>
                <a:path w="11045" h="7174" fill="none" extrusionOk="0">
                  <a:moveTo>
                    <a:pt x="0" y="1597"/>
                  </a:moveTo>
                  <a:cubicBezTo>
                    <a:pt x="242" y="1743"/>
                    <a:pt x="3532" y="7174"/>
                    <a:pt x="3532" y="7174"/>
                  </a:cubicBezTo>
                  <a:lnTo>
                    <a:pt x="6290" y="3315"/>
                  </a:lnTo>
                  <a:lnTo>
                    <a:pt x="11044" y="1"/>
                  </a:lnTo>
                  <a:close/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23" name="Google Shape;3523;p65"/>
            <p:cNvSpPr/>
            <p:nvPr/>
          </p:nvSpPr>
          <p:spPr>
            <a:xfrm>
              <a:off x="3882275" y="992475"/>
              <a:ext cx="157275" cy="42975"/>
            </a:xfrm>
            <a:custGeom>
              <a:avLst/>
              <a:gdLst/>
              <a:ahLst/>
              <a:cxnLst/>
              <a:rect l="l" t="t" r="r" b="b"/>
              <a:pathLst>
                <a:path w="6291" h="1719" fill="none" extrusionOk="0">
                  <a:moveTo>
                    <a:pt x="0" y="0"/>
                  </a:moveTo>
                  <a:lnTo>
                    <a:pt x="6290" y="1718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24" name="Google Shape;3524;p65"/>
            <p:cNvSpPr/>
            <p:nvPr/>
          </p:nvSpPr>
          <p:spPr>
            <a:xfrm>
              <a:off x="4527025" y="2781575"/>
              <a:ext cx="72600" cy="231675"/>
            </a:xfrm>
            <a:custGeom>
              <a:avLst/>
              <a:gdLst/>
              <a:ahLst/>
              <a:cxnLst/>
              <a:rect l="l" t="t" r="r" b="b"/>
              <a:pathLst>
                <a:path w="2904" h="9267" fill="none" extrusionOk="0">
                  <a:moveTo>
                    <a:pt x="0" y="1"/>
                  </a:moveTo>
                  <a:lnTo>
                    <a:pt x="2904" y="9267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25" name="Google Shape;3525;p65"/>
            <p:cNvSpPr/>
            <p:nvPr/>
          </p:nvSpPr>
          <p:spPr>
            <a:xfrm>
              <a:off x="4407875" y="2921600"/>
              <a:ext cx="191750" cy="91650"/>
            </a:xfrm>
            <a:custGeom>
              <a:avLst/>
              <a:gdLst/>
              <a:ahLst/>
              <a:cxnLst/>
              <a:rect l="l" t="t" r="r" b="b"/>
              <a:pathLst>
                <a:path w="7670" h="3666" fill="none" extrusionOk="0">
                  <a:moveTo>
                    <a:pt x="0" y="1"/>
                  </a:moveTo>
                  <a:lnTo>
                    <a:pt x="7670" y="3666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26" name="Google Shape;3526;p65"/>
            <p:cNvSpPr/>
            <p:nvPr/>
          </p:nvSpPr>
          <p:spPr>
            <a:xfrm>
              <a:off x="4599600" y="2933700"/>
              <a:ext cx="80775" cy="79550"/>
            </a:xfrm>
            <a:custGeom>
              <a:avLst/>
              <a:gdLst/>
              <a:ahLst/>
              <a:cxnLst/>
              <a:rect l="l" t="t" r="r" b="b"/>
              <a:pathLst>
                <a:path w="3231" h="3182" fill="none" extrusionOk="0">
                  <a:moveTo>
                    <a:pt x="1" y="3182"/>
                  </a:moveTo>
                  <a:lnTo>
                    <a:pt x="3231" y="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27" name="Google Shape;3527;p65"/>
            <p:cNvSpPr/>
            <p:nvPr/>
          </p:nvSpPr>
          <p:spPr>
            <a:xfrm>
              <a:off x="4878750" y="1827450"/>
              <a:ext cx="354150" cy="62025"/>
            </a:xfrm>
            <a:custGeom>
              <a:avLst/>
              <a:gdLst/>
              <a:ahLst/>
              <a:cxnLst/>
              <a:rect l="l" t="t" r="r" b="b"/>
              <a:pathLst>
                <a:path w="14166" h="2481" fill="none" extrusionOk="0">
                  <a:moveTo>
                    <a:pt x="0" y="0"/>
                  </a:moveTo>
                  <a:lnTo>
                    <a:pt x="14165" y="2480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28" name="Google Shape;3528;p65"/>
            <p:cNvSpPr/>
            <p:nvPr/>
          </p:nvSpPr>
          <p:spPr>
            <a:xfrm>
              <a:off x="5092250" y="2503650"/>
              <a:ext cx="252250" cy="135525"/>
            </a:xfrm>
            <a:custGeom>
              <a:avLst/>
              <a:gdLst/>
              <a:ahLst/>
              <a:cxnLst/>
              <a:rect l="l" t="t" r="r" b="b"/>
              <a:pathLst>
                <a:path w="10090" h="5421" fill="none" extrusionOk="0">
                  <a:moveTo>
                    <a:pt x="0" y="5420"/>
                  </a:moveTo>
                  <a:lnTo>
                    <a:pt x="10089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29" name="Google Shape;3529;p65"/>
            <p:cNvSpPr/>
            <p:nvPr/>
          </p:nvSpPr>
          <p:spPr>
            <a:xfrm>
              <a:off x="4527025" y="2781575"/>
              <a:ext cx="120700" cy="12125"/>
            </a:xfrm>
            <a:custGeom>
              <a:avLst/>
              <a:gdLst/>
              <a:ahLst/>
              <a:cxnLst/>
              <a:rect l="l" t="t" r="r" b="b"/>
              <a:pathLst>
                <a:path w="4828" h="485" fill="none" extrusionOk="0">
                  <a:moveTo>
                    <a:pt x="0" y="1"/>
                  </a:moveTo>
                  <a:lnTo>
                    <a:pt x="4827" y="485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30" name="Google Shape;3530;p65"/>
            <p:cNvSpPr/>
            <p:nvPr/>
          </p:nvSpPr>
          <p:spPr>
            <a:xfrm>
              <a:off x="4338925" y="2717475"/>
              <a:ext cx="16350" cy="139125"/>
            </a:xfrm>
            <a:custGeom>
              <a:avLst/>
              <a:gdLst/>
              <a:ahLst/>
              <a:cxnLst/>
              <a:rect l="l" t="t" r="r" b="b"/>
              <a:pathLst>
                <a:path w="654" h="5565" fill="none" extrusionOk="0">
                  <a:moveTo>
                    <a:pt x="653" y="0"/>
                  </a:moveTo>
                  <a:lnTo>
                    <a:pt x="0" y="5565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31" name="Google Shape;3531;p65"/>
            <p:cNvSpPr/>
            <p:nvPr/>
          </p:nvSpPr>
          <p:spPr>
            <a:xfrm>
              <a:off x="4367350" y="2717475"/>
              <a:ext cx="171800" cy="64125"/>
            </a:xfrm>
            <a:custGeom>
              <a:avLst/>
              <a:gdLst/>
              <a:ahLst/>
              <a:cxnLst/>
              <a:rect l="l" t="t" r="r" b="b"/>
              <a:pathLst>
                <a:path w="6872" h="2565" fill="none" extrusionOk="0">
                  <a:moveTo>
                    <a:pt x="0" y="0"/>
                  </a:moveTo>
                  <a:lnTo>
                    <a:pt x="6871" y="2565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32" name="Google Shape;3532;p65"/>
            <p:cNvSpPr/>
            <p:nvPr/>
          </p:nvSpPr>
          <p:spPr>
            <a:xfrm>
              <a:off x="4250925" y="2757375"/>
              <a:ext cx="88025" cy="99225"/>
            </a:xfrm>
            <a:custGeom>
              <a:avLst/>
              <a:gdLst/>
              <a:ahLst/>
              <a:cxnLst/>
              <a:rect l="l" t="t" r="r" b="b"/>
              <a:pathLst>
                <a:path w="3521" h="3969" fill="none" extrusionOk="0">
                  <a:moveTo>
                    <a:pt x="0" y="1"/>
                  </a:moveTo>
                  <a:lnTo>
                    <a:pt x="3520" y="3969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33" name="Google Shape;3533;p65"/>
            <p:cNvSpPr/>
            <p:nvPr/>
          </p:nvSpPr>
          <p:spPr>
            <a:xfrm>
              <a:off x="4540925" y="1474825"/>
              <a:ext cx="464250" cy="534400"/>
            </a:xfrm>
            <a:custGeom>
              <a:avLst/>
              <a:gdLst/>
              <a:ahLst/>
              <a:cxnLst/>
              <a:rect l="l" t="t" r="r" b="b"/>
              <a:pathLst>
                <a:path w="18570" h="21376" fill="none" extrusionOk="0">
                  <a:moveTo>
                    <a:pt x="1" y="21376"/>
                  </a:moveTo>
                  <a:lnTo>
                    <a:pt x="18569" y="1"/>
                  </a:lnTo>
                </a:path>
              </a:pathLst>
            </a:custGeom>
            <a:noFill/>
            <a:ln w="1825" cap="flat" cmpd="sng">
              <a:solidFill>
                <a:srgbClr val="A5B7C5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34" name="Google Shape;3534;p65"/>
            <p:cNvSpPr/>
            <p:nvPr/>
          </p:nvSpPr>
          <p:spPr>
            <a:xfrm>
              <a:off x="2083775" y="4509400"/>
              <a:ext cx="120100" cy="103050"/>
            </a:xfrm>
            <a:custGeom>
              <a:avLst/>
              <a:gdLst/>
              <a:ahLst/>
              <a:cxnLst/>
              <a:rect l="l" t="t" r="r" b="b"/>
              <a:pathLst>
                <a:path w="4804" h="4122" extrusionOk="0">
                  <a:moveTo>
                    <a:pt x="2738" y="0"/>
                  </a:moveTo>
                  <a:cubicBezTo>
                    <a:pt x="2231" y="0"/>
                    <a:pt x="1715" y="190"/>
                    <a:pt x="1295" y="613"/>
                  </a:cubicBezTo>
                  <a:cubicBezTo>
                    <a:pt x="1" y="1908"/>
                    <a:pt x="920" y="4121"/>
                    <a:pt x="2759" y="4121"/>
                  </a:cubicBezTo>
                  <a:cubicBezTo>
                    <a:pt x="3884" y="4109"/>
                    <a:pt x="4803" y="3190"/>
                    <a:pt x="4803" y="2065"/>
                  </a:cubicBezTo>
                  <a:cubicBezTo>
                    <a:pt x="4803" y="823"/>
                    <a:pt x="3792" y="0"/>
                    <a:pt x="2738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35" name="Google Shape;3535;p65"/>
            <p:cNvSpPr/>
            <p:nvPr/>
          </p:nvSpPr>
          <p:spPr>
            <a:xfrm>
              <a:off x="2131875" y="4540150"/>
              <a:ext cx="41450" cy="4145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0"/>
                  </a:moveTo>
                  <a:cubicBezTo>
                    <a:pt x="375" y="0"/>
                    <a:pt x="0" y="375"/>
                    <a:pt x="0" y="835"/>
                  </a:cubicBezTo>
                  <a:cubicBezTo>
                    <a:pt x="0" y="1295"/>
                    <a:pt x="375" y="1658"/>
                    <a:pt x="835" y="1658"/>
                  </a:cubicBezTo>
                  <a:cubicBezTo>
                    <a:pt x="1282" y="1658"/>
                    <a:pt x="1657" y="1295"/>
                    <a:pt x="1657" y="835"/>
                  </a:cubicBezTo>
                  <a:cubicBezTo>
                    <a:pt x="1657" y="375"/>
                    <a:pt x="1282" y="0"/>
                    <a:pt x="83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36" name="Google Shape;3536;p65"/>
            <p:cNvSpPr/>
            <p:nvPr/>
          </p:nvSpPr>
          <p:spPr>
            <a:xfrm>
              <a:off x="2149700" y="3967650"/>
              <a:ext cx="120100" cy="102875"/>
            </a:xfrm>
            <a:custGeom>
              <a:avLst/>
              <a:gdLst/>
              <a:ahLst/>
              <a:cxnLst/>
              <a:rect l="l" t="t" r="r" b="b"/>
              <a:pathLst>
                <a:path w="4804" h="4115" extrusionOk="0">
                  <a:moveTo>
                    <a:pt x="2732" y="1"/>
                  </a:moveTo>
                  <a:cubicBezTo>
                    <a:pt x="2228" y="1"/>
                    <a:pt x="1713" y="188"/>
                    <a:pt x="1295" y="606"/>
                  </a:cubicBezTo>
                  <a:cubicBezTo>
                    <a:pt x="1" y="1900"/>
                    <a:pt x="920" y="4114"/>
                    <a:pt x="2747" y="4114"/>
                  </a:cubicBezTo>
                  <a:cubicBezTo>
                    <a:pt x="3884" y="4114"/>
                    <a:pt x="4803" y="3195"/>
                    <a:pt x="4803" y="2058"/>
                  </a:cubicBezTo>
                  <a:cubicBezTo>
                    <a:pt x="4803" y="821"/>
                    <a:pt x="3789" y="1"/>
                    <a:pt x="2732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37" name="Google Shape;3537;p65"/>
            <p:cNvSpPr/>
            <p:nvPr/>
          </p:nvSpPr>
          <p:spPr>
            <a:xfrm>
              <a:off x="2190825" y="3998525"/>
              <a:ext cx="48425" cy="41450"/>
            </a:xfrm>
            <a:custGeom>
              <a:avLst/>
              <a:gdLst/>
              <a:ahLst/>
              <a:cxnLst/>
              <a:rect l="l" t="t" r="r" b="b"/>
              <a:pathLst>
                <a:path w="1937" h="1658" extrusionOk="0">
                  <a:moveTo>
                    <a:pt x="1102" y="0"/>
                  </a:moveTo>
                  <a:cubicBezTo>
                    <a:pt x="364" y="0"/>
                    <a:pt x="1" y="883"/>
                    <a:pt x="521" y="1415"/>
                  </a:cubicBezTo>
                  <a:cubicBezTo>
                    <a:pt x="688" y="1582"/>
                    <a:pt x="894" y="1657"/>
                    <a:pt x="1096" y="1657"/>
                  </a:cubicBezTo>
                  <a:cubicBezTo>
                    <a:pt x="1524" y="1657"/>
                    <a:pt x="1936" y="1323"/>
                    <a:pt x="1936" y="823"/>
                  </a:cubicBezTo>
                  <a:cubicBezTo>
                    <a:pt x="1936" y="363"/>
                    <a:pt x="1561" y="0"/>
                    <a:pt x="1102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38" name="Google Shape;3538;p65"/>
            <p:cNvSpPr/>
            <p:nvPr/>
          </p:nvSpPr>
          <p:spPr>
            <a:xfrm>
              <a:off x="2412800" y="3351325"/>
              <a:ext cx="120100" cy="103150"/>
            </a:xfrm>
            <a:custGeom>
              <a:avLst/>
              <a:gdLst/>
              <a:ahLst/>
              <a:cxnLst/>
              <a:rect l="l" t="t" r="r" b="b"/>
              <a:pathLst>
                <a:path w="4804" h="4126" extrusionOk="0">
                  <a:moveTo>
                    <a:pt x="2731" y="1"/>
                  </a:moveTo>
                  <a:cubicBezTo>
                    <a:pt x="2227" y="1"/>
                    <a:pt x="1713" y="188"/>
                    <a:pt x="1295" y="606"/>
                  </a:cubicBezTo>
                  <a:cubicBezTo>
                    <a:pt x="1" y="1900"/>
                    <a:pt x="920" y="4126"/>
                    <a:pt x="2747" y="4126"/>
                  </a:cubicBezTo>
                  <a:cubicBezTo>
                    <a:pt x="3884" y="4114"/>
                    <a:pt x="4803" y="3195"/>
                    <a:pt x="4803" y="2070"/>
                  </a:cubicBezTo>
                  <a:cubicBezTo>
                    <a:pt x="4803" y="824"/>
                    <a:pt x="3788" y="1"/>
                    <a:pt x="2731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39" name="Google Shape;3539;p65"/>
            <p:cNvSpPr/>
            <p:nvPr/>
          </p:nvSpPr>
          <p:spPr>
            <a:xfrm>
              <a:off x="2460900" y="3381875"/>
              <a:ext cx="41450" cy="41475"/>
            </a:xfrm>
            <a:custGeom>
              <a:avLst/>
              <a:gdLst/>
              <a:ahLst/>
              <a:cxnLst/>
              <a:rect l="l" t="t" r="r" b="b"/>
              <a:pathLst>
                <a:path w="1658" h="1659" extrusionOk="0">
                  <a:moveTo>
                    <a:pt x="823" y="1"/>
                  </a:moveTo>
                  <a:cubicBezTo>
                    <a:pt x="363" y="1"/>
                    <a:pt x="0" y="376"/>
                    <a:pt x="0" y="835"/>
                  </a:cubicBezTo>
                  <a:cubicBezTo>
                    <a:pt x="0" y="1295"/>
                    <a:pt x="363" y="1658"/>
                    <a:pt x="823" y="1658"/>
                  </a:cubicBezTo>
                  <a:cubicBezTo>
                    <a:pt x="1283" y="1658"/>
                    <a:pt x="1658" y="1295"/>
                    <a:pt x="1658" y="835"/>
                  </a:cubicBezTo>
                  <a:cubicBezTo>
                    <a:pt x="1658" y="376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40" name="Google Shape;3540;p65"/>
            <p:cNvSpPr/>
            <p:nvPr/>
          </p:nvSpPr>
          <p:spPr>
            <a:xfrm>
              <a:off x="2219875" y="3265425"/>
              <a:ext cx="120375" cy="102875"/>
            </a:xfrm>
            <a:custGeom>
              <a:avLst/>
              <a:gdLst/>
              <a:ahLst/>
              <a:cxnLst/>
              <a:rect l="l" t="t" r="r" b="b"/>
              <a:pathLst>
                <a:path w="4815" h="4115" extrusionOk="0">
                  <a:moveTo>
                    <a:pt x="2735" y="1"/>
                  </a:moveTo>
                  <a:cubicBezTo>
                    <a:pt x="2228" y="1"/>
                    <a:pt x="1713" y="188"/>
                    <a:pt x="1295" y="606"/>
                  </a:cubicBezTo>
                  <a:cubicBezTo>
                    <a:pt x="0" y="1901"/>
                    <a:pt x="920" y="4114"/>
                    <a:pt x="2758" y="4114"/>
                  </a:cubicBezTo>
                  <a:cubicBezTo>
                    <a:pt x="3883" y="4114"/>
                    <a:pt x="4803" y="3195"/>
                    <a:pt x="4815" y="2058"/>
                  </a:cubicBezTo>
                  <a:cubicBezTo>
                    <a:pt x="4815" y="822"/>
                    <a:pt x="3795" y="1"/>
                    <a:pt x="2735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41" name="Google Shape;3541;p65"/>
            <p:cNvSpPr/>
            <p:nvPr/>
          </p:nvSpPr>
          <p:spPr>
            <a:xfrm>
              <a:off x="2267950" y="3296300"/>
              <a:ext cx="41450" cy="4145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0"/>
                  </a:moveTo>
                  <a:cubicBezTo>
                    <a:pt x="376" y="0"/>
                    <a:pt x="1" y="363"/>
                    <a:pt x="1" y="823"/>
                  </a:cubicBezTo>
                  <a:cubicBezTo>
                    <a:pt x="1" y="1283"/>
                    <a:pt x="376" y="1658"/>
                    <a:pt x="835" y="1658"/>
                  </a:cubicBezTo>
                  <a:cubicBezTo>
                    <a:pt x="1283" y="1658"/>
                    <a:pt x="1658" y="1283"/>
                    <a:pt x="1658" y="823"/>
                  </a:cubicBezTo>
                  <a:cubicBezTo>
                    <a:pt x="1658" y="363"/>
                    <a:pt x="1283" y="0"/>
                    <a:pt x="83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42" name="Google Shape;3542;p65"/>
            <p:cNvSpPr/>
            <p:nvPr/>
          </p:nvSpPr>
          <p:spPr>
            <a:xfrm>
              <a:off x="1842150" y="2753150"/>
              <a:ext cx="120075" cy="102850"/>
            </a:xfrm>
            <a:custGeom>
              <a:avLst/>
              <a:gdLst/>
              <a:ahLst/>
              <a:cxnLst/>
              <a:rect l="l" t="t" r="r" b="b"/>
              <a:pathLst>
                <a:path w="4803" h="4114" extrusionOk="0">
                  <a:moveTo>
                    <a:pt x="2730" y="0"/>
                  </a:moveTo>
                  <a:cubicBezTo>
                    <a:pt x="2226" y="0"/>
                    <a:pt x="1712" y="188"/>
                    <a:pt x="1295" y="605"/>
                  </a:cubicBezTo>
                  <a:cubicBezTo>
                    <a:pt x="0" y="1900"/>
                    <a:pt x="920" y="4114"/>
                    <a:pt x="2746" y="4114"/>
                  </a:cubicBezTo>
                  <a:cubicBezTo>
                    <a:pt x="3883" y="4114"/>
                    <a:pt x="4803" y="3194"/>
                    <a:pt x="4803" y="2069"/>
                  </a:cubicBezTo>
                  <a:cubicBezTo>
                    <a:pt x="4803" y="824"/>
                    <a:pt x="3788" y="0"/>
                    <a:pt x="2730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43" name="Google Shape;3543;p65"/>
            <p:cNvSpPr/>
            <p:nvPr/>
          </p:nvSpPr>
          <p:spPr>
            <a:xfrm>
              <a:off x="1890225" y="2784000"/>
              <a:ext cx="41450" cy="4145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23" y="0"/>
                  </a:moveTo>
                  <a:cubicBezTo>
                    <a:pt x="376" y="0"/>
                    <a:pt x="1" y="375"/>
                    <a:pt x="1" y="823"/>
                  </a:cubicBezTo>
                  <a:cubicBezTo>
                    <a:pt x="1" y="1283"/>
                    <a:pt x="376" y="1658"/>
                    <a:pt x="823" y="1658"/>
                  </a:cubicBezTo>
                  <a:cubicBezTo>
                    <a:pt x="1283" y="1658"/>
                    <a:pt x="1658" y="1283"/>
                    <a:pt x="1658" y="823"/>
                  </a:cubicBezTo>
                  <a:cubicBezTo>
                    <a:pt x="1658" y="375"/>
                    <a:pt x="1283" y="0"/>
                    <a:pt x="823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44" name="Google Shape;3544;p65"/>
            <p:cNvSpPr/>
            <p:nvPr/>
          </p:nvSpPr>
          <p:spPr>
            <a:xfrm>
              <a:off x="1965225" y="2040750"/>
              <a:ext cx="120400" cy="103050"/>
            </a:xfrm>
            <a:custGeom>
              <a:avLst/>
              <a:gdLst/>
              <a:ahLst/>
              <a:cxnLst/>
              <a:rect l="l" t="t" r="r" b="b"/>
              <a:pathLst>
                <a:path w="4816" h="4122" extrusionOk="0">
                  <a:moveTo>
                    <a:pt x="2750" y="0"/>
                  </a:moveTo>
                  <a:cubicBezTo>
                    <a:pt x="2244" y="0"/>
                    <a:pt x="1727" y="190"/>
                    <a:pt x="1307" y="614"/>
                  </a:cubicBezTo>
                  <a:cubicBezTo>
                    <a:pt x="1" y="1908"/>
                    <a:pt x="920" y="4122"/>
                    <a:pt x="2759" y="4122"/>
                  </a:cubicBezTo>
                  <a:cubicBezTo>
                    <a:pt x="3896" y="4122"/>
                    <a:pt x="4815" y="3202"/>
                    <a:pt x="4815" y="2065"/>
                  </a:cubicBezTo>
                  <a:cubicBezTo>
                    <a:pt x="4815" y="823"/>
                    <a:pt x="3805" y="0"/>
                    <a:pt x="2750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45" name="Google Shape;3545;p65"/>
            <p:cNvSpPr/>
            <p:nvPr/>
          </p:nvSpPr>
          <p:spPr>
            <a:xfrm>
              <a:off x="2013325" y="2071500"/>
              <a:ext cx="41450" cy="4145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1"/>
                  </a:moveTo>
                  <a:cubicBezTo>
                    <a:pt x="375" y="1"/>
                    <a:pt x="0" y="376"/>
                    <a:pt x="0" y="835"/>
                  </a:cubicBezTo>
                  <a:cubicBezTo>
                    <a:pt x="0" y="1295"/>
                    <a:pt x="375" y="1658"/>
                    <a:pt x="835" y="1658"/>
                  </a:cubicBezTo>
                  <a:cubicBezTo>
                    <a:pt x="1294" y="1658"/>
                    <a:pt x="1657" y="1295"/>
                    <a:pt x="1657" y="835"/>
                  </a:cubicBezTo>
                  <a:cubicBezTo>
                    <a:pt x="1657" y="376"/>
                    <a:pt x="1294" y="1"/>
                    <a:pt x="835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46" name="Google Shape;3546;p65"/>
            <p:cNvSpPr/>
            <p:nvPr/>
          </p:nvSpPr>
          <p:spPr>
            <a:xfrm>
              <a:off x="2199300" y="2345175"/>
              <a:ext cx="120075" cy="102875"/>
            </a:xfrm>
            <a:custGeom>
              <a:avLst/>
              <a:gdLst/>
              <a:ahLst/>
              <a:cxnLst/>
              <a:rect l="l" t="t" r="r" b="b"/>
              <a:pathLst>
                <a:path w="4803" h="4115" extrusionOk="0">
                  <a:moveTo>
                    <a:pt x="2732" y="1"/>
                  </a:moveTo>
                  <a:cubicBezTo>
                    <a:pt x="2228" y="1"/>
                    <a:pt x="1713" y="188"/>
                    <a:pt x="1295" y="606"/>
                  </a:cubicBezTo>
                  <a:cubicBezTo>
                    <a:pt x="1" y="1900"/>
                    <a:pt x="920" y="4114"/>
                    <a:pt x="2759" y="4114"/>
                  </a:cubicBezTo>
                  <a:cubicBezTo>
                    <a:pt x="3884" y="4114"/>
                    <a:pt x="4803" y="3195"/>
                    <a:pt x="4803" y="2058"/>
                  </a:cubicBezTo>
                  <a:cubicBezTo>
                    <a:pt x="4803" y="821"/>
                    <a:pt x="3789" y="1"/>
                    <a:pt x="2732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47" name="Google Shape;3547;p65"/>
            <p:cNvSpPr/>
            <p:nvPr/>
          </p:nvSpPr>
          <p:spPr>
            <a:xfrm>
              <a:off x="2247375" y="2376025"/>
              <a:ext cx="41475" cy="41475"/>
            </a:xfrm>
            <a:custGeom>
              <a:avLst/>
              <a:gdLst/>
              <a:ahLst/>
              <a:cxnLst/>
              <a:rect l="l" t="t" r="r" b="b"/>
              <a:pathLst>
                <a:path w="1659" h="1659" extrusionOk="0">
                  <a:moveTo>
                    <a:pt x="824" y="1"/>
                  </a:moveTo>
                  <a:cubicBezTo>
                    <a:pt x="364" y="1"/>
                    <a:pt x="1" y="376"/>
                    <a:pt x="1" y="824"/>
                  </a:cubicBezTo>
                  <a:cubicBezTo>
                    <a:pt x="1" y="1283"/>
                    <a:pt x="364" y="1658"/>
                    <a:pt x="824" y="1658"/>
                  </a:cubicBezTo>
                  <a:cubicBezTo>
                    <a:pt x="1283" y="1658"/>
                    <a:pt x="1658" y="1283"/>
                    <a:pt x="1658" y="824"/>
                  </a:cubicBezTo>
                  <a:cubicBezTo>
                    <a:pt x="1658" y="376"/>
                    <a:pt x="1283" y="1"/>
                    <a:pt x="82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48" name="Google Shape;3548;p65"/>
            <p:cNvSpPr/>
            <p:nvPr/>
          </p:nvSpPr>
          <p:spPr>
            <a:xfrm>
              <a:off x="3401425" y="2433800"/>
              <a:ext cx="120075" cy="103150"/>
            </a:xfrm>
            <a:custGeom>
              <a:avLst/>
              <a:gdLst/>
              <a:ahLst/>
              <a:cxnLst/>
              <a:rect l="l" t="t" r="r" b="b"/>
              <a:pathLst>
                <a:path w="4803" h="4126" extrusionOk="0">
                  <a:moveTo>
                    <a:pt x="2730" y="0"/>
                  </a:moveTo>
                  <a:cubicBezTo>
                    <a:pt x="2226" y="0"/>
                    <a:pt x="1712" y="187"/>
                    <a:pt x="1295" y="605"/>
                  </a:cubicBezTo>
                  <a:cubicBezTo>
                    <a:pt x="0" y="1900"/>
                    <a:pt x="920" y="4125"/>
                    <a:pt x="2758" y="4125"/>
                  </a:cubicBezTo>
                  <a:cubicBezTo>
                    <a:pt x="3883" y="4113"/>
                    <a:pt x="4803" y="3194"/>
                    <a:pt x="4803" y="2069"/>
                  </a:cubicBezTo>
                  <a:cubicBezTo>
                    <a:pt x="4803" y="824"/>
                    <a:pt x="3788" y="0"/>
                    <a:pt x="2730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49" name="Google Shape;3549;p65"/>
            <p:cNvSpPr/>
            <p:nvPr/>
          </p:nvSpPr>
          <p:spPr>
            <a:xfrm>
              <a:off x="3449500" y="2464650"/>
              <a:ext cx="41450" cy="4145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0"/>
                  </a:moveTo>
                  <a:cubicBezTo>
                    <a:pt x="376" y="0"/>
                    <a:pt x="1" y="375"/>
                    <a:pt x="1" y="835"/>
                  </a:cubicBezTo>
                  <a:cubicBezTo>
                    <a:pt x="1" y="1283"/>
                    <a:pt x="376" y="1658"/>
                    <a:pt x="835" y="1658"/>
                  </a:cubicBezTo>
                  <a:cubicBezTo>
                    <a:pt x="1283" y="1658"/>
                    <a:pt x="1658" y="1283"/>
                    <a:pt x="1658" y="835"/>
                  </a:cubicBezTo>
                  <a:cubicBezTo>
                    <a:pt x="1658" y="375"/>
                    <a:pt x="1283" y="0"/>
                    <a:pt x="83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50" name="Google Shape;3550;p65"/>
            <p:cNvSpPr/>
            <p:nvPr/>
          </p:nvSpPr>
          <p:spPr>
            <a:xfrm>
              <a:off x="3549000" y="2197525"/>
              <a:ext cx="120075" cy="102925"/>
            </a:xfrm>
            <a:custGeom>
              <a:avLst/>
              <a:gdLst/>
              <a:ahLst/>
              <a:cxnLst/>
              <a:rect l="l" t="t" r="r" b="b"/>
              <a:pathLst>
                <a:path w="4803" h="4117" extrusionOk="0">
                  <a:moveTo>
                    <a:pt x="2737" y="1"/>
                  </a:moveTo>
                  <a:cubicBezTo>
                    <a:pt x="2231" y="1"/>
                    <a:pt x="1715" y="189"/>
                    <a:pt x="1295" y="609"/>
                  </a:cubicBezTo>
                  <a:cubicBezTo>
                    <a:pt x="0" y="1903"/>
                    <a:pt x="908" y="4117"/>
                    <a:pt x="2746" y="4117"/>
                  </a:cubicBezTo>
                  <a:cubicBezTo>
                    <a:pt x="3884" y="4117"/>
                    <a:pt x="4803" y="3197"/>
                    <a:pt x="4803" y="2060"/>
                  </a:cubicBezTo>
                  <a:cubicBezTo>
                    <a:pt x="4803" y="818"/>
                    <a:pt x="3792" y="1"/>
                    <a:pt x="2737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51" name="Google Shape;3551;p65"/>
            <p:cNvSpPr/>
            <p:nvPr/>
          </p:nvSpPr>
          <p:spPr>
            <a:xfrm>
              <a:off x="3597075" y="2228150"/>
              <a:ext cx="41475" cy="41450"/>
            </a:xfrm>
            <a:custGeom>
              <a:avLst/>
              <a:gdLst/>
              <a:ahLst/>
              <a:cxnLst/>
              <a:rect l="l" t="t" r="r" b="b"/>
              <a:pathLst>
                <a:path w="1659" h="1658" extrusionOk="0">
                  <a:moveTo>
                    <a:pt x="823" y="1"/>
                  </a:moveTo>
                  <a:cubicBezTo>
                    <a:pt x="376" y="1"/>
                    <a:pt x="1" y="376"/>
                    <a:pt x="1" y="835"/>
                  </a:cubicBezTo>
                  <a:cubicBezTo>
                    <a:pt x="1" y="1295"/>
                    <a:pt x="376" y="1658"/>
                    <a:pt x="823" y="1658"/>
                  </a:cubicBezTo>
                  <a:cubicBezTo>
                    <a:pt x="1283" y="1658"/>
                    <a:pt x="1658" y="1295"/>
                    <a:pt x="1658" y="835"/>
                  </a:cubicBezTo>
                  <a:cubicBezTo>
                    <a:pt x="1658" y="376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52" name="Google Shape;3552;p65"/>
            <p:cNvSpPr/>
            <p:nvPr/>
          </p:nvSpPr>
          <p:spPr>
            <a:xfrm>
              <a:off x="3569875" y="3371900"/>
              <a:ext cx="120075" cy="102850"/>
            </a:xfrm>
            <a:custGeom>
              <a:avLst/>
              <a:gdLst/>
              <a:ahLst/>
              <a:cxnLst/>
              <a:rect l="l" t="t" r="r" b="b"/>
              <a:pathLst>
                <a:path w="4803" h="4114" extrusionOk="0">
                  <a:moveTo>
                    <a:pt x="2732" y="0"/>
                  </a:moveTo>
                  <a:cubicBezTo>
                    <a:pt x="2227" y="0"/>
                    <a:pt x="1713" y="187"/>
                    <a:pt x="1295" y="605"/>
                  </a:cubicBezTo>
                  <a:cubicBezTo>
                    <a:pt x="0" y="1900"/>
                    <a:pt x="920" y="4113"/>
                    <a:pt x="2746" y="4113"/>
                  </a:cubicBezTo>
                  <a:cubicBezTo>
                    <a:pt x="3883" y="4113"/>
                    <a:pt x="4803" y="3194"/>
                    <a:pt x="4803" y="2057"/>
                  </a:cubicBezTo>
                  <a:cubicBezTo>
                    <a:pt x="4803" y="821"/>
                    <a:pt x="3788" y="0"/>
                    <a:pt x="273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53" name="Google Shape;3553;p65"/>
            <p:cNvSpPr/>
            <p:nvPr/>
          </p:nvSpPr>
          <p:spPr>
            <a:xfrm>
              <a:off x="3617950" y="3402750"/>
              <a:ext cx="41450" cy="4145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23" y="0"/>
                  </a:moveTo>
                  <a:cubicBezTo>
                    <a:pt x="363" y="0"/>
                    <a:pt x="1" y="375"/>
                    <a:pt x="1" y="823"/>
                  </a:cubicBezTo>
                  <a:cubicBezTo>
                    <a:pt x="1" y="1283"/>
                    <a:pt x="363" y="1658"/>
                    <a:pt x="823" y="1658"/>
                  </a:cubicBezTo>
                  <a:cubicBezTo>
                    <a:pt x="1283" y="1658"/>
                    <a:pt x="1658" y="1283"/>
                    <a:pt x="1658" y="823"/>
                  </a:cubicBezTo>
                  <a:cubicBezTo>
                    <a:pt x="1658" y="375"/>
                    <a:pt x="1283" y="0"/>
                    <a:pt x="823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54" name="Google Shape;3554;p65"/>
            <p:cNvSpPr/>
            <p:nvPr/>
          </p:nvSpPr>
          <p:spPr>
            <a:xfrm>
              <a:off x="3313425" y="2828375"/>
              <a:ext cx="120375" cy="102925"/>
            </a:xfrm>
            <a:custGeom>
              <a:avLst/>
              <a:gdLst/>
              <a:ahLst/>
              <a:cxnLst/>
              <a:rect l="l" t="t" r="r" b="b"/>
              <a:pathLst>
                <a:path w="4815" h="4117" extrusionOk="0">
                  <a:moveTo>
                    <a:pt x="2749" y="1"/>
                  </a:moveTo>
                  <a:cubicBezTo>
                    <a:pt x="2243" y="1"/>
                    <a:pt x="1726" y="189"/>
                    <a:pt x="1307" y="609"/>
                  </a:cubicBezTo>
                  <a:cubicBezTo>
                    <a:pt x="0" y="1903"/>
                    <a:pt x="919" y="4117"/>
                    <a:pt x="2758" y="4117"/>
                  </a:cubicBezTo>
                  <a:cubicBezTo>
                    <a:pt x="3895" y="4117"/>
                    <a:pt x="4815" y="3197"/>
                    <a:pt x="4815" y="2060"/>
                  </a:cubicBezTo>
                  <a:cubicBezTo>
                    <a:pt x="4815" y="818"/>
                    <a:pt x="3804" y="1"/>
                    <a:pt x="2749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55" name="Google Shape;3555;p65"/>
            <p:cNvSpPr/>
            <p:nvPr/>
          </p:nvSpPr>
          <p:spPr>
            <a:xfrm>
              <a:off x="3354550" y="2859000"/>
              <a:ext cx="48400" cy="41525"/>
            </a:xfrm>
            <a:custGeom>
              <a:avLst/>
              <a:gdLst/>
              <a:ahLst/>
              <a:cxnLst/>
              <a:rect l="l" t="t" r="r" b="b"/>
              <a:pathLst>
                <a:path w="1936" h="1661" extrusionOk="0">
                  <a:moveTo>
                    <a:pt x="1113" y="0"/>
                  </a:moveTo>
                  <a:cubicBezTo>
                    <a:pt x="375" y="0"/>
                    <a:pt x="0" y="896"/>
                    <a:pt x="520" y="1416"/>
                  </a:cubicBezTo>
                  <a:cubicBezTo>
                    <a:pt x="689" y="1585"/>
                    <a:pt x="898" y="1661"/>
                    <a:pt x="1103" y="1661"/>
                  </a:cubicBezTo>
                  <a:cubicBezTo>
                    <a:pt x="1528" y="1661"/>
                    <a:pt x="1936" y="1333"/>
                    <a:pt x="1936" y="835"/>
                  </a:cubicBezTo>
                  <a:cubicBezTo>
                    <a:pt x="1936" y="375"/>
                    <a:pt x="1573" y="0"/>
                    <a:pt x="1113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56" name="Google Shape;3556;p65"/>
            <p:cNvSpPr/>
            <p:nvPr/>
          </p:nvSpPr>
          <p:spPr>
            <a:xfrm>
              <a:off x="3471575" y="2603150"/>
              <a:ext cx="120100" cy="102850"/>
            </a:xfrm>
            <a:custGeom>
              <a:avLst/>
              <a:gdLst/>
              <a:ahLst/>
              <a:cxnLst/>
              <a:rect l="l" t="t" r="r" b="b"/>
              <a:pathLst>
                <a:path w="4804" h="4114" extrusionOk="0">
                  <a:moveTo>
                    <a:pt x="2732" y="0"/>
                  </a:moveTo>
                  <a:cubicBezTo>
                    <a:pt x="2228" y="0"/>
                    <a:pt x="1713" y="187"/>
                    <a:pt x="1295" y="605"/>
                  </a:cubicBezTo>
                  <a:cubicBezTo>
                    <a:pt x="1" y="1900"/>
                    <a:pt x="920" y="4114"/>
                    <a:pt x="2747" y="4114"/>
                  </a:cubicBezTo>
                  <a:cubicBezTo>
                    <a:pt x="3884" y="4114"/>
                    <a:pt x="4803" y="3194"/>
                    <a:pt x="4803" y="2057"/>
                  </a:cubicBezTo>
                  <a:cubicBezTo>
                    <a:pt x="4803" y="821"/>
                    <a:pt x="3789" y="0"/>
                    <a:pt x="273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57" name="Google Shape;3557;p65"/>
            <p:cNvSpPr/>
            <p:nvPr/>
          </p:nvSpPr>
          <p:spPr>
            <a:xfrm>
              <a:off x="3519675" y="2634000"/>
              <a:ext cx="41450" cy="4145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23" y="1"/>
                  </a:moveTo>
                  <a:cubicBezTo>
                    <a:pt x="363" y="1"/>
                    <a:pt x="0" y="363"/>
                    <a:pt x="0" y="823"/>
                  </a:cubicBezTo>
                  <a:cubicBezTo>
                    <a:pt x="0" y="1283"/>
                    <a:pt x="363" y="1658"/>
                    <a:pt x="823" y="1658"/>
                  </a:cubicBezTo>
                  <a:cubicBezTo>
                    <a:pt x="1282" y="1658"/>
                    <a:pt x="1657" y="1283"/>
                    <a:pt x="1657" y="823"/>
                  </a:cubicBezTo>
                  <a:cubicBezTo>
                    <a:pt x="1657" y="363"/>
                    <a:pt x="1282" y="1"/>
                    <a:pt x="82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58" name="Google Shape;3558;p65"/>
            <p:cNvSpPr/>
            <p:nvPr/>
          </p:nvSpPr>
          <p:spPr>
            <a:xfrm>
              <a:off x="3857775" y="2291950"/>
              <a:ext cx="120375" cy="102850"/>
            </a:xfrm>
            <a:custGeom>
              <a:avLst/>
              <a:gdLst/>
              <a:ahLst/>
              <a:cxnLst/>
              <a:rect l="l" t="t" r="r" b="b"/>
              <a:pathLst>
                <a:path w="4815" h="4114" extrusionOk="0">
                  <a:moveTo>
                    <a:pt x="2744" y="1"/>
                  </a:moveTo>
                  <a:cubicBezTo>
                    <a:pt x="2239" y="1"/>
                    <a:pt x="1725" y="188"/>
                    <a:pt x="1307" y="606"/>
                  </a:cubicBezTo>
                  <a:cubicBezTo>
                    <a:pt x="0" y="1900"/>
                    <a:pt x="920" y="4114"/>
                    <a:pt x="2758" y="4114"/>
                  </a:cubicBezTo>
                  <a:cubicBezTo>
                    <a:pt x="3895" y="4114"/>
                    <a:pt x="4815" y="3195"/>
                    <a:pt x="4815" y="2058"/>
                  </a:cubicBezTo>
                  <a:cubicBezTo>
                    <a:pt x="4815" y="821"/>
                    <a:pt x="3801" y="1"/>
                    <a:pt x="2744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59" name="Google Shape;3559;p65"/>
            <p:cNvSpPr/>
            <p:nvPr/>
          </p:nvSpPr>
          <p:spPr>
            <a:xfrm>
              <a:off x="3898900" y="2322800"/>
              <a:ext cx="48400" cy="41475"/>
            </a:xfrm>
            <a:custGeom>
              <a:avLst/>
              <a:gdLst/>
              <a:ahLst/>
              <a:cxnLst/>
              <a:rect l="l" t="t" r="r" b="b"/>
              <a:pathLst>
                <a:path w="1936" h="1659" extrusionOk="0">
                  <a:moveTo>
                    <a:pt x="1113" y="1"/>
                  </a:moveTo>
                  <a:cubicBezTo>
                    <a:pt x="375" y="1"/>
                    <a:pt x="0" y="896"/>
                    <a:pt x="521" y="1416"/>
                  </a:cubicBezTo>
                  <a:cubicBezTo>
                    <a:pt x="692" y="1583"/>
                    <a:pt x="899" y="1658"/>
                    <a:pt x="1101" y="1658"/>
                  </a:cubicBezTo>
                  <a:cubicBezTo>
                    <a:pt x="1529" y="1658"/>
                    <a:pt x="1936" y="1324"/>
                    <a:pt x="1936" y="824"/>
                  </a:cubicBezTo>
                  <a:cubicBezTo>
                    <a:pt x="1936" y="364"/>
                    <a:pt x="1573" y="1"/>
                    <a:pt x="111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60" name="Google Shape;3560;p65"/>
            <p:cNvSpPr/>
            <p:nvPr/>
          </p:nvSpPr>
          <p:spPr>
            <a:xfrm>
              <a:off x="4072500" y="2533875"/>
              <a:ext cx="120075" cy="102875"/>
            </a:xfrm>
            <a:custGeom>
              <a:avLst/>
              <a:gdLst/>
              <a:ahLst/>
              <a:cxnLst/>
              <a:rect l="l" t="t" r="r" b="b"/>
              <a:pathLst>
                <a:path w="4803" h="4115" extrusionOk="0">
                  <a:moveTo>
                    <a:pt x="2732" y="1"/>
                  </a:moveTo>
                  <a:cubicBezTo>
                    <a:pt x="2227" y="1"/>
                    <a:pt x="1713" y="188"/>
                    <a:pt x="1294" y="606"/>
                  </a:cubicBezTo>
                  <a:cubicBezTo>
                    <a:pt x="0" y="1901"/>
                    <a:pt x="907" y="4114"/>
                    <a:pt x="2746" y="4114"/>
                  </a:cubicBezTo>
                  <a:cubicBezTo>
                    <a:pt x="3883" y="4114"/>
                    <a:pt x="4802" y="3195"/>
                    <a:pt x="4802" y="2058"/>
                  </a:cubicBezTo>
                  <a:cubicBezTo>
                    <a:pt x="4802" y="822"/>
                    <a:pt x="3788" y="1"/>
                    <a:pt x="2732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61" name="Google Shape;3561;p65"/>
            <p:cNvSpPr/>
            <p:nvPr/>
          </p:nvSpPr>
          <p:spPr>
            <a:xfrm>
              <a:off x="4113625" y="2564750"/>
              <a:ext cx="48400" cy="41450"/>
            </a:xfrm>
            <a:custGeom>
              <a:avLst/>
              <a:gdLst/>
              <a:ahLst/>
              <a:cxnLst/>
              <a:rect l="l" t="t" r="r" b="b"/>
              <a:pathLst>
                <a:path w="1936" h="1658" extrusionOk="0">
                  <a:moveTo>
                    <a:pt x="1113" y="0"/>
                  </a:moveTo>
                  <a:cubicBezTo>
                    <a:pt x="363" y="0"/>
                    <a:pt x="0" y="896"/>
                    <a:pt x="520" y="1416"/>
                  </a:cubicBezTo>
                  <a:cubicBezTo>
                    <a:pt x="687" y="1583"/>
                    <a:pt x="893" y="1657"/>
                    <a:pt x="1096" y="1657"/>
                  </a:cubicBezTo>
                  <a:cubicBezTo>
                    <a:pt x="1523" y="1657"/>
                    <a:pt x="1936" y="1324"/>
                    <a:pt x="1936" y="823"/>
                  </a:cubicBezTo>
                  <a:cubicBezTo>
                    <a:pt x="1936" y="363"/>
                    <a:pt x="1561" y="0"/>
                    <a:pt x="1113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62" name="Google Shape;3562;p65"/>
            <p:cNvSpPr/>
            <p:nvPr/>
          </p:nvSpPr>
          <p:spPr>
            <a:xfrm>
              <a:off x="3851425" y="3723000"/>
              <a:ext cx="120375" cy="102850"/>
            </a:xfrm>
            <a:custGeom>
              <a:avLst/>
              <a:gdLst/>
              <a:ahLst/>
              <a:cxnLst/>
              <a:rect l="l" t="t" r="r" b="b"/>
              <a:pathLst>
                <a:path w="4815" h="4114" extrusionOk="0">
                  <a:moveTo>
                    <a:pt x="2740" y="0"/>
                  </a:moveTo>
                  <a:cubicBezTo>
                    <a:pt x="2234" y="0"/>
                    <a:pt x="1717" y="187"/>
                    <a:pt x="1295" y="606"/>
                  </a:cubicBezTo>
                  <a:cubicBezTo>
                    <a:pt x="0" y="1900"/>
                    <a:pt x="920" y="4114"/>
                    <a:pt x="2758" y="4114"/>
                  </a:cubicBezTo>
                  <a:cubicBezTo>
                    <a:pt x="3895" y="4114"/>
                    <a:pt x="4803" y="3194"/>
                    <a:pt x="4815" y="2057"/>
                  </a:cubicBezTo>
                  <a:cubicBezTo>
                    <a:pt x="4815" y="821"/>
                    <a:pt x="3801" y="0"/>
                    <a:pt x="2740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63" name="Google Shape;3563;p65"/>
            <p:cNvSpPr/>
            <p:nvPr/>
          </p:nvSpPr>
          <p:spPr>
            <a:xfrm>
              <a:off x="3899500" y="3753850"/>
              <a:ext cx="41450" cy="41475"/>
            </a:xfrm>
            <a:custGeom>
              <a:avLst/>
              <a:gdLst/>
              <a:ahLst/>
              <a:cxnLst/>
              <a:rect l="l" t="t" r="r" b="b"/>
              <a:pathLst>
                <a:path w="1658" h="1659" extrusionOk="0">
                  <a:moveTo>
                    <a:pt x="835" y="1"/>
                  </a:moveTo>
                  <a:cubicBezTo>
                    <a:pt x="376" y="1"/>
                    <a:pt x="1" y="364"/>
                    <a:pt x="1" y="823"/>
                  </a:cubicBezTo>
                  <a:cubicBezTo>
                    <a:pt x="1" y="1283"/>
                    <a:pt x="376" y="1658"/>
                    <a:pt x="835" y="1658"/>
                  </a:cubicBezTo>
                  <a:cubicBezTo>
                    <a:pt x="1295" y="1658"/>
                    <a:pt x="1658" y="1283"/>
                    <a:pt x="1658" y="823"/>
                  </a:cubicBezTo>
                  <a:cubicBezTo>
                    <a:pt x="1658" y="364"/>
                    <a:pt x="1295" y="1"/>
                    <a:pt x="835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64" name="Google Shape;3564;p65"/>
            <p:cNvSpPr/>
            <p:nvPr/>
          </p:nvSpPr>
          <p:spPr>
            <a:xfrm>
              <a:off x="3967850" y="4372300"/>
              <a:ext cx="120075" cy="102850"/>
            </a:xfrm>
            <a:custGeom>
              <a:avLst/>
              <a:gdLst/>
              <a:ahLst/>
              <a:cxnLst/>
              <a:rect l="l" t="t" r="r" b="b"/>
              <a:pathLst>
                <a:path w="4803" h="4114" extrusionOk="0">
                  <a:moveTo>
                    <a:pt x="2732" y="0"/>
                  </a:moveTo>
                  <a:cubicBezTo>
                    <a:pt x="2227" y="0"/>
                    <a:pt x="1713" y="187"/>
                    <a:pt x="1295" y="605"/>
                  </a:cubicBezTo>
                  <a:cubicBezTo>
                    <a:pt x="1" y="1900"/>
                    <a:pt x="920" y="4114"/>
                    <a:pt x="2746" y="4114"/>
                  </a:cubicBezTo>
                  <a:cubicBezTo>
                    <a:pt x="3884" y="4114"/>
                    <a:pt x="4803" y="3194"/>
                    <a:pt x="4803" y="2057"/>
                  </a:cubicBezTo>
                  <a:cubicBezTo>
                    <a:pt x="4803" y="821"/>
                    <a:pt x="3789" y="0"/>
                    <a:pt x="273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65" name="Google Shape;3565;p65"/>
            <p:cNvSpPr/>
            <p:nvPr/>
          </p:nvSpPr>
          <p:spPr>
            <a:xfrm>
              <a:off x="4015625" y="4403150"/>
              <a:ext cx="41475" cy="41450"/>
            </a:xfrm>
            <a:custGeom>
              <a:avLst/>
              <a:gdLst/>
              <a:ahLst/>
              <a:cxnLst/>
              <a:rect l="l" t="t" r="r" b="b"/>
              <a:pathLst>
                <a:path w="1659" h="1658" extrusionOk="0">
                  <a:moveTo>
                    <a:pt x="835" y="0"/>
                  </a:moveTo>
                  <a:cubicBezTo>
                    <a:pt x="376" y="0"/>
                    <a:pt x="1" y="363"/>
                    <a:pt x="1" y="823"/>
                  </a:cubicBezTo>
                  <a:cubicBezTo>
                    <a:pt x="1" y="1283"/>
                    <a:pt x="376" y="1658"/>
                    <a:pt x="835" y="1658"/>
                  </a:cubicBezTo>
                  <a:cubicBezTo>
                    <a:pt x="1295" y="1658"/>
                    <a:pt x="1658" y="1283"/>
                    <a:pt x="1658" y="823"/>
                  </a:cubicBezTo>
                  <a:cubicBezTo>
                    <a:pt x="1658" y="363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66" name="Google Shape;3566;p65"/>
            <p:cNvSpPr/>
            <p:nvPr/>
          </p:nvSpPr>
          <p:spPr>
            <a:xfrm>
              <a:off x="4332275" y="3946800"/>
              <a:ext cx="120075" cy="103150"/>
            </a:xfrm>
            <a:custGeom>
              <a:avLst/>
              <a:gdLst/>
              <a:ahLst/>
              <a:cxnLst/>
              <a:rect l="l" t="t" r="r" b="b"/>
              <a:pathLst>
                <a:path w="4803" h="4126" extrusionOk="0">
                  <a:moveTo>
                    <a:pt x="2730" y="0"/>
                  </a:moveTo>
                  <a:cubicBezTo>
                    <a:pt x="2226" y="0"/>
                    <a:pt x="1712" y="187"/>
                    <a:pt x="1294" y="605"/>
                  </a:cubicBezTo>
                  <a:cubicBezTo>
                    <a:pt x="0" y="1912"/>
                    <a:pt x="919" y="4125"/>
                    <a:pt x="2746" y="4125"/>
                  </a:cubicBezTo>
                  <a:cubicBezTo>
                    <a:pt x="3883" y="4125"/>
                    <a:pt x="4803" y="3206"/>
                    <a:pt x="4803" y="2069"/>
                  </a:cubicBezTo>
                  <a:cubicBezTo>
                    <a:pt x="4803" y="824"/>
                    <a:pt x="3787" y="0"/>
                    <a:pt x="2730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67" name="Google Shape;3567;p65"/>
            <p:cNvSpPr/>
            <p:nvPr/>
          </p:nvSpPr>
          <p:spPr>
            <a:xfrm>
              <a:off x="4373400" y="3977650"/>
              <a:ext cx="48400" cy="41525"/>
            </a:xfrm>
            <a:custGeom>
              <a:avLst/>
              <a:gdLst/>
              <a:ahLst/>
              <a:cxnLst/>
              <a:rect l="l" t="t" r="r" b="b"/>
              <a:pathLst>
                <a:path w="1936" h="1661" extrusionOk="0">
                  <a:moveTo>
                    <a:pt x="1101" y="0"/>
                  </a:moveTo>
                  <a:cubicBezTo>
                    <a:pt x="363" y="0"/>
                    <a:pt x="0" y="896"/>
                    <a:pt x="520" y="1416"/>
                  </a:cubicBezTo>
                  <a:cubicBezTo>
                    <a:pt x="689" y="1585"/>
                    <a:pt x="898" y="1660"/>
                    <a:pt x="1103" y="1660"/>
                  </a:cubicBezTo>
                  <a:cubicBezTo>
                    <a:pt x="1528" y="1660"/>
                    <a:pt x="1936" y="1333"/>
                    <a:pt x="1936" y="835"/>
                  </a:cubicBezTo>
                  <a:cubicBezTo>
                    <a:pt x="1936" y="375"/>
                    <a:pt x="1561" y="0"/>
                    <a:pt x="1101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68" name="Google Shape;3568;p65"/>
            <p:cNvSpPr/>
            <p:nvPr/>
          </p:nvSpPr>
          <p:spPr>
            <a:xfrm>
              <a:off x="4373700" y="3087000"/>
              <a:ext cx="120075" cy="102875"/>
            </a:xfrm>
            <a:custGeom>
              <a:avLst/>
              <a:gdLst/>
              <a:ahLst/>
              <a:cxnLst/>
              <a:rect l="l" t="t" r="r" b="b"/>
              <a:pathLst>
                <a:path w="4803" h="4115" extrusionOk="0">
                  <a:moveTo>
                    <a:pt x="2732" y="1"/>
                  </a:moveTo>
                  <a:cubicBezTo>
                    <a:pt x="2227" y="1"/>
                    <a:pt x="1713" y="188"/>
                    <a:pt x="1295" y="606"/>
                  </a:cubicBezTo>
                  <a:cubicBezTo>
                    <a:pt x="0" y="1901"/>
                    <a:pt x="920" y="4114"/>
                    <a:pt x="2746" y="4114"/>
                  </a:cubicBezTo>
                  <a:cubicBezTo>
                    <a:pt x="3883" y="4114"/>
                    <a:pt x="4803" y="3195"/>
                    <a:pt x="4803" y="2058"/>
                  </a:cubicBezTo>
                  <a:cubicBezTo>
                    <a:pt x="4803" y="822"/>
                    <a:pt x="3789" y="1"/>
                    <a:pt x="2732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69" name="Google Shape;3569;p65"/>
            <p:cNvSpPr/>
            <p:nvPr/>
          </p:nvSpPr>
          <p:spPr>
            <a:xfrm>
              <a:off x="4414825" y="3117875"/>
              <a:ext cx="48425" cy="41450"/>
            </a:xfrm>
            <a:custGeom>
              <a:avLst/>
              <a:gdLst/>
              <a:ahLst/>
              <a:cxnLst/>
              <a:rect l="l" t="t" r="r" b="b"/>
              <a:pathLst>
                <a:path w="1937" h="1658" extrusionOk="0">
                  <a:moveTo>
                    <a:pt x="1101" y="0"/>
                  </a:moveTo>
                  <a:cubicBezTo>
                    <a:pt x="363" y="0"/>
                    <a:pt x="1" y="895"/>
                    <a:pt x="521" y="1416"/>
                  </a:cubicBezTo>
                  <a:cubicBezTo>
                    <a:pt x="688" y="1583"/>
                    <a:pt x="894" y="1657"/>
                    <a:pt x="1096" y="1657"/>
                  </a:cubicBezTo>
                  <a:cubicBezTo>
                    <a:pt x="1524" y="1657"/>
                    <a:pt x="1936" y="1324"/>
                    <a:pt x="1936" y="823"/>
                  </a:cubicBezTo>
                  <a:cubicBezTo>
                    <a:pt x="1936" y="363"/>
                    <a:pt x="1561" y="0"/>
                    <a:pt x="1101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70" name="Google Shape;3570;p65"/>
            <p:cNvSpPr/>
            <p:nvPr/>
          </p:nvSpPr>
          <p:spPr>
            <a:xfrm>
              <a:off x="4262700" y="2803350"/>
              <a:ext cx="120300" cy="102850"/>
            </a:xfrm>
            <a:custGeom>
              <a:avLst/>
              <a:gdLst/>
              <a:ahLst/>
              <a:cxnLst/>
              <a:rect l="l" t="t" r="r" b="b"/>
              <a:pathLst>
                <a:path w="4812" h="4114" extrusionOk="0">
                  <a:moveTo>
                    <a:pt x="2735" y="0"/>
                  </a:moveTo>
                  <a:cubicBezTo>
                    <a:pt x="2229" y="0"/>
                    <a:pt x="1714" y="187"/>
                    <a:pt x="1295" y="606"/>
                  </a:cubicBezTo>
                  <a:cubicBezTo>
                    <a:pt x="1" y="1900"/>
                    <a:pt x="920" y="4114"/>
                    <a:pt x="2747" y="4114"/>
                  </a:cubicBezTo>
                  <a:cubicBezTo>
                    <a:pt x="3884" y="4114"/>
                    <a:pt x="4803" y="3194"/>
                    <a:pt x="4803" y="2057"/>
                  </a:cubicBezTo>
                  <a:cubicBezTo>
                    <a:pt x="4811" y="821"/>
                    <a:pt x="3794" y="0"/>
                    <a:pt x="2735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71" name="Google Shape;3571;p65"/>
            <p:cNvSpPr/>
            <p:nvPr/>
          </p:nvSpPr>
          <p:spPr>
            <a:xfrm>
              <a:off x="4303850" y="2833900"/>
              <a:ext cx="48400" cy="41650"/>
            </a:xfrm>
            <a:custGeom>
              <a:avLst/>
              <a:gdLst/>
              <a:ahLst/>
              <a:cxnLst/>
              <a:rect l="l" t="t" r="r" b="b"/>
              <a:pathLst>
                <a:path w="1936" h="1666" extrusionOk="0">
                  <a:moveTo>
                    <a:pt x="1101" y="0"/>
                  </a:moveTo>
                  <a:cubicBezTo>
                    <a:pt x="363" y="0"/>
                    <a:pt x="0" y="896"/>
                    <a:pt x="520" y="1416"/>
                  </a:cubicBezTo>
                  <a:cubicBezTo>
                    <a:pt x="689" y="1589"/>
                    <a:pt x="898" y="1666"/>
                    <a:pt x="1103" y="1666"/>
                  </a:cubicBezTo>
                  <a:cubicBezTo>
                    <a:pt x="1528" y="1666"/>
                    <a:pt x="1936" y="1333"/>
                    <a:pt x="1936" y="835"/>
                  </a:cubicBezTo>
                  <a:cubicBezTo>
                    <a:pt x="1936" y="375"/>
                    <a:pt x="1561" y="0"/>
                    <a:pt x="1101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72" name="Google Shape;3572;p65"/>
            <p:cNvSpPr/>
            <p:nvPr/>
          </p:nvSpPr>
          <p:spPr>
            <a:xfrm>
              <a:off x="4621375" y="3199925"/>
              <a:ext cx="120400" cy="103050"/>
            </a:xfrm>
            <a:custGeom>
              <a:avLst/>
              <a:gdLst/>
              <a:ahLst/>
              <a:cxnLst/>
              <a:rect l="l" t="t" r="r" b="b"/>
              <a:pathLst>
                <a:path w="4816" h="4122" extrusionOk="0">
                  <a:moveTo>
                    <a:pt x="2738" y="0"/>
                  </a:moveTo>
                  <a:cubicBezTo>
                    <a:pt x="2231" y="0"/>
                    <a:pt x="1715" y="190"/>
                    <a:pt x="1295" y="613"/>
                  </a:cubicBezTo>
                  <a:cubicBezTo>
                    <a:pt x="1" y="1908"/>
                    <a:pt x="920" y="4122"/>
                    <a:pt x="2759" y="4122"/>
                  </a:cubicBezTo>
                  <a:cubicBezTo>
                    <a:pt x="3884" y="4122"/>
                    <a:pt x="4803" y="3202"/>
                    <a:pt x="4815" y="2065"/>
                  </a:cubicBezTo>
                  <a:cubicBezTo>
                    <a:pt x="4807" y="823"/>
                    <a:pt x="3794" y="0"/>
                    <a:pt x="2738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73" name="Google Shape;3573;p65"/>
            <p:cNvSpPr/>
            <p:nvPr/>
          </p:nvSpPr>
          <p:spPr>
            <a:xfrm>
              <a:off x="4669475" y="3230675"/>
              <a:ext cx="41450" cy="4145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0"/>
                  </a:moveTo>
                  <a:cubicBezTo>
                    <a:pt x="375" y="0"/>
                    <a:pt x="0" y="375"/>
                    <a:pt x="0" y="835"/>
                  </a:cubicBezTo>
                  <a:cubicBezTo>
                    <a:pt x="0" y="1295"/>
                    <a:pt x="375" y="1658"/>
                    <a:pt x="835" y="1658"/>
                  </a:cubicBezTo>
                  <a:cubicBezTo>
                    <a:pt x="1282" y="1658"/>
                    <a:pt x="1657" y="1295"/>
                    <a:pt x="1657" y="835"/>
                  </a:cubicBezTo>
                  <a:cubicBezTo>
                    <a:pt x="1657" y="375"/>
                    <a:pt x="1282" y="0"/>
                    <a:pt x="83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74" name="Google Shape;3574;p65"/>
            <p:cNvSpPr/>
            <p:nvPr/>
          </p:nvSpPr>
          <p:spPr>
            <a:xfrm>
              <a:off x="4021975" y="2689275"/>
              <a:ext cx="120100" cy="102925"/>
            </a:xfrm>
            <a:custGeom>
              <a:avLst/>
              <a:gdLst/>
              <a:ahLst/>
              <a:cxnLst/>
              <a:rect l="l" t="t" r="r" b="b"/>
              <a:pathLst>
                <a:path w="4804" h="4117" extrusionOk="0">
                  <a:moveTo>
                    <a:pt x="2738" y="0"/>
                  </a:moveTo>
                  <a:cubicBezTo>
                    <a:pt x="2231" y="0"/>
                    <a:pt x="1715" y="188"/>
                    <a:pt x="1295" y="608"/>
                  </a:cubicBezTo>
                  <a:cubicBezTo>
                    <a:pt x="1" y="1902"/>
                    <a:pt x="908" y="4116"/>
                    <a:pt x="2747" y="4116"/>
                  </a:cubicBezTo>
                  <a:cubicBezTo>
                    <a:pt x="3884" y="4116"/>
                    <a:pt x="4803" y="3197"/>
                    <a:pt x="4803" y="2060"/>
                  </a:cubicBezTo>
                  <a:cubicBezTo>
                    <a:pt x="4803" y="817"/>
                    <a:pt x="3793" y="0"/>
                    <a:pt x="2738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75" name="Google Shape;3575;p65"/>
            <p:cNvSpPr/>
            <p:nvPr/>
          </p:nvSpPr>
          <p:spPr>
            <a:xfrm>
              <a:off x="4062800" y="2719875"/>
              <a:ext cx="48425" cy="41550"/>
            </a:xfrm>
            <a:custGeom>
              <a:avLst/>
              <a:gdLst/>
              <a:ahLst/>
              <a:cxnLst/>
              <a:rect l="l" t="t" r="r" b="b"/>
              <a:pathLst>
                <a:path w="1937" h="1662" extrusionOk="0">
                  <a:moveTo>
                    <a:pt x="1114" y="1"/>
                  </a:moveTo>
                  <a:cubicBezTo>
                    <a:pt x="376" y="1"/>
                    <a:pt x="1" y="896"/>
                    <a:pt x="521" y="1416"/>
                  </a:cubicBezTo>
                  <a:cubicBezTo>
                    <a:pt x="694" y="1585"/>
                    <a:pt x="904" y="1661"/>
                    <a:pt x="1109" y="1661"/>
                  </a:cubicBezTo>
                  <a:cubicBezTo>
                    <a:pt x="1534" y="1661"/>
                    <a:pt x="1936" y="1334"/>
                    <a:pt x="1936" y="836"/>
                  </a:cubicBezTo>
                  <a:cubicBezTo>
                    <a:pt x="1936" y="376"/>
                    <a:pt x="1573" y="1"/>
                    <a:pt x="111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76" name="Google Shape;3576;p65"/>
            <p:cNvSpPr/>
            <p:nvPr/>
          </p:nvSpPr>
          <p:spPr>
            <a:xfrm>
              <a:off x="4233675" y="2303750"/>
              <a:ext cx="120075" cy="102850"/>
            </a:xfrm>
            <a:custGeom>
              <a:avLst/>
              <a:gdLst/>
              <a:ahLst/>
              <a:cxnLst/>
              <a:rect l="l" t="t" r="r" b="b"/>
              <a:pathLst>
                <a:path w="4803" h="4114" extrusionOk="0">
                  <a:moveTo>
                    <a:pt x="2732" y="0"/>
                  </a:moveTo>
                  <a:cubicBezTo>
                    <a:pt x="2228" y="0"/>
                    <a:pt x="1713" y="187"/>
                    <a:pt x="1295" y="606"/>
                  </a:cubicBezTo>
                  <a:cubicBezTo>
                    <a:pt x="1" y="1900"/>
                    <a:pt x="908" y="4114"/>
                    <a:pt x="2747" y="4114"/>
                  </a:cubicBezTo>
                  <a:cubicBezTo>
                    <a:pt x="3884" y="4114"/>
                    <a:pt x="4803" y="3194"/>
                    <a:pt x="4803" y="2057"/>
                  </a:cubicBezTo>
                  <a:cubicBezTo>
                    <a:pt x="4803" y="821"/>
                    <a:pt x="3789" y="0"/>
                    <a:pt x="273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77" name="Google Shape;3577;p65"/>
            <p:cNvSpPr/>
            <p:nvPr/>
          </p:nvSpPr>
          <p:spPr>
            <a:xfrm>
              <a:off x="4274500" y="2334600"/>
              <a:ext cx="48725" cy="41450"/>
            </a:xfrm>
            <a:custGeom>
              <a:avLst/>
              <a:gdLst/>
              <a:ahLst/>
              <a:cxnLst/>
              <a:rect l="l" t="t" r="r" b="b"/>
              <a:pathLst>
                <a:path w="1949" h="1658" extrusionOk="0">
                  <a:moveTo>
                    <a:pt x="1114" y="1"/>
                  </a:moveTo>
                  <a:cubicBezTo>
                    <a:pt x="376" y="1"/>
                    <a:pt x="1" y="896"/>
                    <a:pt x="533" y="1416"/>
                  </a:cubicBezTo>
                  <a:cubicBezTo>
                    <a:pt x="700" y="1583"/>
                    <a:pt x="905" y="1658"/>
                    <a:pt x="1105" y="1658"/>
                  </a:cubicBezTo>
                  <a:cubicBezTo>
                    <a:pt x="1529" y="1658"/>
                    <a:pt x="1936" y="1324"/>
                    <a:pt x="1936" y="823"/>
                  </a:cubicBezTo>
                  <a:cubicBezTo>
                    <a:pt x="1948" y="364"/>
                    <a:pt x="1573" y="1"/>
                    <a:pt x="111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78" name="Google Shape;3578;p65"/>
            <p:cNvSpPr/>
            <p:nvPr/>
          </p:nvSpPr>
          <p:spPr>
            <a:xfrm>
              <a:off x="4318350" y="2590375"/>
              <a:ext cx="120100" cy="102925"/>
            </a:xfrm>
            <a:custGeom>
              <a:avLst/>
              <a:gdLst/>
              <a:ahLst/>
              <a:cxnLst/>
              <a:rect l="l" t="t" r="r" b="b"/>
              <a:pathLst>
                <a:path w="4804" h="4117" extrusionOk="0">
                  <a:moveTo>
                    <a:pt x="2731" y="0"/>
                  </a:moveTo>
                  <a:cubicBezTo>
                    <a:pt x="2226" y="0"/>
                    <a:pt x="1711" y="188"/>
                    <a:pt x="1295" y="608"/>
                  </a:cubicBezTo>
                  <a:cubicBezTo>
                    <a:pt x="1" y="1903"/>
                    <a:pt x="920" y="4104"/>
                    <a:pt x="2747" y="4116"/>
                  </a:cubicBezTo>
                  <a:cubicBezTo>
                    <a:pt x="3884" y="4104"/>
                    <a:pt x="4803" y="3185"/>
                    <a:pt x="4803" y="2048"/>
                  </a:cubicBezTo>
                  <a:cubicBezTo>
                    <a:pt x="4795" y="814"/>
                    <a:pt x="3783" y="0"/>
                    <a:pt x="2731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79" name="Google Shape;3579;p65"/>
            <p:cNvSpPr/>
            <p:nvPr/>
          </p:nvSpPr>
          <p:spPr>
            <a:xfrm>
              <a:off x="4359175" y="2621000"/>
              <a:ext cx="48725" cy="41350"/>
            </a:xfrm>
            <a:custGeom>
              <a:avLst/>
              <a:gdLst/>
              <a:ahLst/>
              <a:cxnLst/>
              <a:rect l="l" t="t" r="r" b="b"/>
              <a:pathLst>
                <a:path w="1949" h="1654" extrusionOk="0">
                  <a:moveTo>
                    <a:pt x="1114" y="0"/>
                  </a:moveTo>
                  <a:cubicBezTo>
                    <a:pt x="376" y="0"/>
                    <a:pt x="1" y="883"/>
                    <a:pt x="533" y="1404"/>
                  </a:cubicBezTo>
                  <a:cubicBezTo>
                    <a:pt x="702" y="1577"/>
                    <a:pt x="911" y="1654"/>
                    <a:pt x="1115" y="1654"/>
                  </a:cubicBezTo>
                  <a:cubicBezTo>
                    <a:pt x="1541" y="1654"/>
                    <a:pt x="1948" y="1321"/>
                    <a:pt x="1948" y="823"/>
                  </a:cubicBezTo>
                  <a:cubicBezTo>
                    <a:pt x="1948" y="363"/>
                    <a:pt x="1573" y="0"/>
                    <a:pt x="1114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80" name="Google Shape;3580;p65"/>
            <p:cNvSpPr/>
            <p:nvPr/>
          </p:nvSpPr>
          <p:spPr>
            <a:xfrm>
              <a:off x="4394250" y="1634200"/>
              <a:ext cx="120400" cy="102850"/>
            </a:xfrm>
            <a:custGeom>
              <a:avLst/>
              <a:gdLst/>
              <a:ahLst/>
              <a:cxnLst/>
              <a:rect l="l" t="t" r="r" b="b"/>
              <a:pathLst>
                <a:path w="4816" h="4114" extrusionOk="0">
                  <a:moveTo>
                    <a:pt x="2733" y="0"/>
                  </a:moveTo>
                  <a:cubicBezTo>
                    <a:pt x="2228" y="0"/>
                    <a:pt x="1714" y="187"/>
                    <a:pt x="1295" y="606"/>
                  </a:cubicBezTo>
                  <a:cubicBezTo>
                    <a:pt x="1" y="1900"/>
                    <a:pt x="920" y="4114"/>
                    <a:pt x="2759" y="4114"/>
                  </a:cubicBezTo>
                  <a:cubicBezTo>
                    <a:pt x="3884" y="4114"/>
                    <a:pt x="4803" y="3194"/>
                    <a:pt x="4815" y="2057"/>
                  </a:cubicBezTo>
                  <a:cubicBezTo>
                    <a:pt x="4807" y="821"/>
                    <a:pt x="3791" y="0"/>
                    <a:pt x="2733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81" name="Google Shape;3581;p65"/>
            <p:cNvSpPr/>
            <p:nvPr/>
          </p:nvSpPr>
          <p:spPr>
            <a:xfrm>
              <a:off x="4442350" y="1665050"/>
              <a:ext cx="41450" cy="4145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1"/>
                  </a:moveTo>
                  <a:cubicBezTo>
                    <a:pt x="375" y="1"/>
                    <a:pt x="0" y="363"/>
                    <a:pt x="0" y="823"/>
                  </a:cubicBezTo>
                  <a:cubicBezTo>
                    <a:pt x="0" y="1283"/>
                    <a:pt x="375" y="1658"/>
                    <a:pt x="835" y="1658"/>
                  </a:cubicBezTo>
                  <a:cubicBezTo>
                    <a:pt x="1283" y="1658"/>
                    <a:pt x="1658" y="1283"/>
                    <a:pt x="1658" y="823"/>
                  </a:cubicBezTo>
                  <a:cubicBezTo>
                    <a:pt x="1658" y="363"/>
                    <a:pt x="1283" y="1"/>
                    <a:pt x="835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82" name="Google Shape;3582;p65"/>
            <p:cNvSpPr/>
            <p:nvPr/>
          </p:nvSpPr>
          <p:spPr>
            <a:xfrm>
              <a:off x="4894150" y="2876825"/>
              <a:ext cx="120100" cy="102875"/>
            </a:xfrm>
            <a:custGeom>
              <a:avLst/>
              <a:gdLst/>
              <a:ahLst/>
              <a:cxnLst/>
              <a:rect l="l" t="t" r="r" b="b"/>
              <a:pathLst>
                <a:path w="4804" h="4115" extrusionOk="0">
                  <a:moveTo>
                    <a:pt x="2732" y="1"/>
                  </a:moveTo>
                  <a:cubicBezTo>
                    <a:pt x="2228" y="1"/>
                    <a:pt x="1714" y="188"/>
                    <a:pt x="1295" y="606"/>
                  </a:cubicBezTo>
                  <a:cubicBezTo>
                    <a:pt x="1" y="1900"/>
                    <a:pt x="920" y="4114"/>
                    <a:pt x="2747" y="4114"/>
                  </a:cubicBezTo>
                  <a:cubicBezTo>
                    <a:pt x="3884" y="4114"/>
                    <a:pt x="4803" y="3195"/>
                    <a:pt x="4803" y="2058"/>
                  </a:cubicBezTo>
                  <a:cubicBezTo>
                    <a:pt x="4803" y="821"/>
                    <a:pt x="3789" y="1"/>
                    <a:pt x="2732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83" name="Google Shape;3583;p65"/>
            <p:cNvSpPr/>
            <p:nvPr/>
          </p:nvSpPr>
          <p:spPr>
            <a:xfrm>
              <a:off x="4935300" y="2907375"/>
              <a:ext cx="48400" cy="41550"/>
            </a:xfrm>
            <a:custGeom>
              <a:avLst/>
              <a:gdLst/>
              <a:ahLst/>
              <a:cxnLst/>
              <a:rect l="l" t="t" r="r" b="b"/>
              <a:pathLst>
                <a:path w="1936" h="1662" extrusionOk="0">
                  <a:moveTo>
                    <a:pt x="1101" y="1"/>
                  </a:moveTo>
                  <a:cubicBezTo>
                    <a:pt x="363" y="1"/>
                    <a:pt x="0" y="896"/>
                    <a:pt x="520" y="1416"/>
                  </a:cubicBezTo>
                  <a:cubicBezTo>
                    <a:pt x="689" y="1585"/>
                    <a:pt x="898" y="1661"/>
                    <a:pt x="1102" y="1661"/>
                  </a:cubicBezTo>
                  <a:cubicBezTo>
                    <a:pt x="1528" y="1661"/>
                    <a:pt x="1936" y="1334"/>
                    <a:pt x="1936" y="836"/>
                  </a:cubicBezTo>
                  <a:cubicBezTo>
                    <a:pt x="1936" y="376"/>
                    <a:pt x="1561" y="1"/>
                    <a:pt x="1101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84" name="Google Shape;3584;p65"/>
            <p:cNvSpPr/>
            <p:nvPr/>
          </p:nvSpPr>
          <p:spPr>
            <a:xfrm>
              <a:off x="4915025" y="1435200"/>
              <a:ext cx="120100" cy="102850"/>
            </a:xfrm>
            <a:custGeom>
              <a:avLst/>
              <a:gdLst/>
              <a:ahLst/>
              <a:cxnLst/>
              <a:rect l="l" t="t" r="r" b="b"/>
              <a:pathLst>
                <a:path w="4804" h="4114" extrusionOk="0">
                  <a:moveTo>
                    <a:pt x="2732" y="0"/>
                  </a:moveTo>
                  <a:cubicBezTo>
                    <a:pt x="2228" y="0"/>
                    <a:pt x="1713" y="188"/>
                    <a:pt x="1295" y="606"/>
                  </a:cubicBezTo>
                  <a:cubicBezTo>
                    <a:pt x="1" y="1900"/>
                    <a:pt x="908" y="4114"/>
                    <a:pt x="2747" y="4114"/>
                  </a:cubicBezTo>
                  <a:cubicBezTo>
                    <a:pt x="3872" y="4114"/>
                    <a:pt x="4791" y="3195"/>
                    <a:pt x="4803" y="2057"/>
                  </a:cubicBezTo>
                  <a:cubicBezTo>
                    <a:pt x="4803" y="821"/>
                    <a:pt x="3789" y="0"/>
                    <a:pt x="273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85" name="Google Shape;3585;p65"/>
            <p:cNvSpPr/>
            <p:nvPr/>
          </p:nvSpPr>
          <p:spPr>
            <a:xfrm>
              <a:off x="4962800" y="1466050"/>
              <a:ext cx="41475" cy="41475"/>
            </a:xfrm>
            <a:custGeom>
              <a:avLst/>
              <a:gdLst/>
              <a:ahLst/>
              <a:cxnLst/>
              <a:rect l="l" t="t" r="r" b="b"/>
              <a:pathLst>
                <a:path w="1659" h="1659" extrusionOk="0">
                  <a:moveTo>
                    <a:pt x="836" y="1"/>
                  </a:moveTo>
                  <a:cubicBezTo>
                    <a:pt x="376" y="1"/>
                    <a:pt x="1" y="364"/>
                    <a:pt x="1" y="823"/>
                  </a:cubicBezTo>
                  <a:cubicBezTo>
                    <a:pt x="1" y="1283"/>
                    <a:pt x="376" y="1658"/>
                    <a:pt x="836" y="1658"/>
                  </a:cubicBezTo>
                  <a:cubicBezTo>
                    <a:pt x="1283" y="1658"/>
                    <a:pt x="1658" y="1283"/>
                    <a:pt x="1658" y="823"/>
                  </a:cubicBezTo>
                  <a:cubicBezTo>
                    <a:pt x="1658" y="364"/>
                    <a:pt x="1283" y="1"/>
                    <a:pt x="836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86" name="Google Shape;3586;p65"/>
            <p:cNvSpPr/>
            <p:nvPr/>
          </p:nvSpPr>
          <p:spPr>
            <a:xfrm>
              <a:off x="5924800" y="2946025"/>
              <a:ext cx="120100" cy="102925"/>
            </a:xfrm>
            <a:custGeom>
              <a:avLst/>
              <a:gdLst/>
              <a:ahLst/>
              <a:cxnLst/>
              <a:rect l="l" t="t" r="r" b="b"/>
              <a:pathLst>
                <a:path w="4804" h="4117" extrusionOk="0">
                  <a:moveTo>
                    <a:pt x="2738" y="0"/>
                  </a:moveTo>
                  <a:cubicBezTo>
                    <a:pt x="2231" y="0"/>
                    <a:pt x="1715" y="188"/>
                    <a:pt x="1295" y="608"/>
                  </a:cubicBezTo>
                  <a:cubicBezTo>
                    <a:pt x="1" y="1903"/>
                    <a:pt x="920" y="4116"/>
                    <a:pt x="2747" y="4116"/>
                  </a:cubicBezTo>
                  <a:cubicBezTo>
                    <a:pt x="3884" y="4116"/>
                    <a:pt x="4803" y="3197"/>
                    <a:pt x="4803" y="2060"/>
                  </a:cubicBezTo>
                  <a:cubicBezTo>
                    <a:pt x="4803" y="817"/>
                    <a:pt x="3792" y="0"/>
                    <a:pt x="2738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87" name="Google Shape;3587;p65"/>
            <p:cNvSpPr/>
            <p:nvPr/>
          </p:nvSpPr>
          <p:spPr>
            <a:xfrm>
              <a:off x="5965925" y="2976650"/>
              <a:ext cx="48425" cy="41525"/>
            </a:xfrm>
            <a:custGeom>
              <a:avLst/>
              <a:gdLst/>
              <a:ahLst/>
              <a:cxnLst/>
              <a:rect l="l" t="t" r="r" b="b"/>
              <a:pathLst>
                <a:path w="1937" h="1661" extrusionOk="0">
                  <a:moveTo>
                    <a:pt x="1114" y="0"/>
                  </a:moveTo>
                  <a:cubicBezTo>
                    <a:pt x="364" y="0"/>
                    <a:pt x="1" y="895"/>
                    <a:pt x="521" y="1415"/>
                  </a:cubicBezTo>
                  <a:cubicBezTo>
                    <a:pt x="690" y="1584"/>
                    <a:pt x="899" y="1660"/>
                    <a:pt x="1103" y="1660"/>
                  </a:cubicBezTo>
                  <a:cubicBezTo>
                    <a:pt x="1528" y="1660"/>
                    <a:pt x="1936" y="1333"/>
                    <a:pt x="1936" y="835"/>
                  </a:cubicBezTo>
                  <a:cubicBezTo>
                    <a:pt x="1936" y="375"/>
                    <a:pt x="1561" y="0"/>
                    <a:pt x="1114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88" name="Google Shape;3588;p65"/>
            <p:cNvSpPr/>
            <p:nvPr/>
          </p:nvSpPr>
          <p:spPr>
            <a:xfrm>
              <a:off x="5966250" y="3510025"/>
              <a:ext cx="120075" cy="102925"/>
            </a:xfrm>
            <a:custGeom>
              <a:avLst/>
              <a:gdLst/>
              <a:ahLst/>
              <a:cxnLst/>
              <a:rect l="l" t="t" r="r" b="b"/>
              <a:pathLst>
                <a:path w="4803" h="4117" extrusionOk="0">
                  <a:moveTo>
                    <a:pt x="2737" y="1"/>
                  </a:moveTo>
                  <a:cubicBezTo>
                    <a:pt x="2231" y="1"/>
                    <a:pt x="1714" y="189"/>
                    <a:pt x="1294" y="609"/>
                  </a:cubicBezTo>
                  <a:cubicBezTo>
                    <a:pt x="0" y="1903"/>
                    <a:pt x="919" y="4117"/>
                    <a:pt x="2746" y="4117"/>
                  </a:cubicBezTo>
                  <a:cubicBezTo>
                    <a:pt x="3883" y="4117"/>
                    <a:pt x="4802" y="3185"/>
                    <a:pt x="4802" y="2060"/>
                  </a:cubicBezTo>
                  <a:cubicBezTo>
                    <a:pt x="4802" y="818"/>
                    <a:pt x="3792" y="1"/>
                    <a:pt x="2737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89" name="Google Shape;3589;p65"/>
            <p:cNvSpPr/>
            <p:nvPr/>
          </p:nvSpPr>
          <p:spPr>
            <a:xfrm>
              <a:off x="6007075" y="3540650"/>
              <a:ext cx="48700" cy="41525"/>
            </a:xfrm>
            <a:custGeom>
              <a:avLst/>
              <a:gdLst/>
              <a:ahLst/>
              <a:cxnLst/>
              <a:rect l="l" t="t" r="r" b="b"/>
              <a:pathLst>
                <a:path w="1948" h="1661" extrusionOk="0">
                  <a:moveTo>
                    <a:pt x="1113" y="1"/>
                  </a:moveTo>
                  <a:cubicBezTo>
                    <a:pt x="375" y="1"/>
                    <a:pt x="0" y="896"/>
                    <a:pt x="532" y="1416"/>
                  </a:cubicBezTo>
                  <a:cubicBezTo>
                    <a:pt x="701" y="1585"/>
                    <a:pt x="910" y="1661"/>
                    <a:pt x="1114" y="1661"/>
                  </a:cubicBezTo>
                  <a:cubicBezTo>
                    <a:pt x="1540" y="1661"/>
                    <a:pt x="1948" y="1333"/>
                    <a:pt x="1948" y="835"/>
                  </a:cubicBezTo>
                  <a:cubicBezTo>
                    <a:pt x="1948" y="376"/>
                    <a:pt x="1573" y="1"/>
                    <a:pt x="111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90" name="Google Shape;3590;p65"/>
            <p:cNvSpPr/>
            <p:nvPr/>
          </p:nvSpPr>
          <p:spPr>
            <a:xfrm>
              <a:off x="5904250" y="4108225"/>
              <a:ext cx="120075" cy="102925"/>
            </a:xfrm>
            <a:custGeom>
              <a:avLst/>
              <a:gdLst/>
              <a:ahLst/>
              <a:cxnLst/>
              <a:rect l="l" t="t" r="r" b="b"/>
              <a:pathLst>
                <a:path w="4803" h="4117" extrusionOk="0">
                  <a:moveTo>
                    <a:pt x="2734" y="0"/>
                  </a:moveTo>
                  <a:cubicBezTo>
                    <a:pt x="2229" y="0"/>
                    <a:pt x="1714" y="188"/>
                    <a:pt x="1295" y="608"/>
                  </a:cubicBezTo>
                  <a:cubicBezTo>
                    <a:pt x="0" y="1902"/>
                    <a:pt x="907" y="4116"/>
                    <a:pt x="2746" y="4116"/>
                  </a:cubicBezTo>
                  <a:cubicBezTo>
                    <a:pt x="3871" y="4116"/>
                    <a:pt x="4790" y="3197"/>
                    <a:pt x="4803" y="2060"/>
                  </a:cubicBezTo>
                  <a:cubicBezTo>
                    <a:pt x="4794" y="817"/>
                    <a:pt x="3787" y="0"/>
                    <a:pt x="2734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91" name="Google Shape;3591;p65"/>
            <p:cNvSpPr/>
            <p:nvPr/>
          </p:nvSpPr>
          <p:spPr>
            <a:xfrm>
              <a:off x="5945075" y="4138825"/>
              <a:ext cx="48400" cy="41550"/>
            </a:xfrm>
            <a:custGeom>
              <a:avLst/>
              <a:gdLst/>
              <a:ahLst/>
              <a:cxnLst/>
              <a:rect l="l" t="t" r="r" b="b"/>
              <a:pathLst>
                <a:path w="1936" h="1662" extrusionOk="0">
                  <a:moveTo>
                    <a:pt x="1113" y="1"/>
                  </a:moveTo>
                  <a:cubicBezTo>
                    <a:pt x="375" y="1"/>
                    <a:pt x="0" y="896"/>
                    <a:pt x="520" y="1416"/>
                  </a:cubicBezTo>
                  <a:cubicBezTo>
                    <a:pt x="689" y="1585"/>
                    <a:pt x="898" y="1661"/>
                    <a:pt x="1103" y="1661"/>
                  </a:cubicBezTo>
                  <a:cubicBezTo>
                    <a:pt x="1528" y="1661"/>
                    <a:pt x="1936" y="1334"/>
                    <a:pt x="1936" y="836"/>
                  </a:cubicBezTo>
                  <a:cubicBezTo>
                    <a:pt x="1936" y="376"/>
                    <a:pt x="1561" y="1"/>
                    <a:pt x="111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92" name="Google Shape;3592;p65"/>
            <p:cNvSpPr/>
            <p:nvPr/>
          </p:nvSpPr>
          <p:spPr>
            <a:xfrm>
              <a:off x="6199400" y="4330850"/>
              <a:ext cx="120100" cy="102875"/>
            </a:xfrm>
            <a:custGeom>
              <a:avLst/>
              <a:gdLst/>
              <a:ahLst/>
              <a:cxnLst/>
              <a:rect l="l" t="t" r="r" b="b"/>
              <a:pathLst>
                <a:path w="4804" h="4115" extrusionOk="0">
                  <a:moveTo>
                    <a:pt x="2732" y="1"/>
                  </a:moveTo>
                  <a:cubicBezTo>
                    <a:pt x="2228" y="1"/>
                    <a:pt x="1713" y="188"/>
                    <a:pt x="1295" y="606"/>
                  </a:cubicBezTo>
                  <a:cubicBezTo>
                    <a:pt x="1" y="1901"/>
                    <a:pt x="920" y="4114"/>
                    <a:pt x="2747" y="4114"/>
                  </a:cubicBezTo>
                  <a:cubicBezTo>
                    <a:pt x="3884" y="4114"/>
                    <a:pt x="4803" y="3195"/>
                    <a:pt x="4803" y="2058"/>
                  </a:cubicBezTo>
                  <a:cubicBezTo>
                    <a:pt x="4803" y="821"/>
                    <a:pt x="3789" y="1"/>
                    <a:pt x="2732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93" name="Google Shape;3593;p65"/>
            <p:cNvSpPr/>
            <p:nvPr/>
          </p:nvSpPr>
          <p:spPr>
            <a:xfrm>
              <a:off x="6240225" y="4361725"/>
              <a:ext cx="48725" cy="41450"/>
            </a:xfrm>
            <a:custGeom>
              <a:avLst/>
              <a:gdLst/>
              <a:ahLst/>
              <a:cxnLst/>
              <a:rect l="l" t="t" r="r" b="b"/>
              <a:pathLst>
                <a:path w="1949" h="1658" extrusionOk="0">
                  <a:moveTo>
                    <a:pt x="1114" y="0"/>
                  </a:moveTo>
                  <a:cubicBezTo>
                    <a:pt x="376" y="0"/>
                    <a:pt x="1" y="883"/>
                    <a:pt x="533" y="1416"/>
                  </a:cubicBezTo>
                  <a:cubicBezTo>
                    <a:pt x="700" y="1583"/>
                    <a:pt x="905" y="1657"/>
                    <a:pt x="1106" y="1657"/>
                  </a:cubicBezTo>
                  <a:cubicBezTo>
                    <a:pt x="1531" y="1657"/>
                    <a:pt x="1940" y="1324"/>
                    <a:pt x="1948" y="823"/>
                  </a:cubicBezTo>
                  <a:cubicBezTo>
                    <a:pt x="1948" y="363"/>
                    <a:pt x="1573" y="0"/>
                    <a:pt x="1114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94" name="Google Shape;3594;p65"/>
            <p:cNvSpPr/>
            <p:nvPr/>
          </p:nvSpPr>
          <p:spPr>
            <a:xfrm>
              <a:off x="6380250" y="3795600"/>
              <a:ext cx="105875" cy="102550"/>
            </a:xfrm>
            <a:custGeom>
              <a:avLst/>
              <a:gdLst/>
              <a:ahLst/>
              <a:cxnLst/>
              <a:rect l="l" t="t" r="r" b="b"/>
              <a:pathLst>
                <a:path w="4235" h="4102" extrusionOk="0">
                  <a:moveTo>
                    <a:pt x="1984" y="0"/>
                  </a:moveTo>
                  <a:cubicBezTo>
                    <a:pt x="871" y="49"/>
                    <a:pt x="0" y="1004"/>
                    <a:pt x="37" y="2117"/>
                  </a:cubicBezTo>
                  <a:cubicBezTo>
                    <a:pt x="73" y="3227"/>
                    <a:pt x="980" y="4101"/>
                    <a:pt x="2084" y="4101"/>
                  </a:cubicBezTo>
                  <a:cubicBezTo>
                    <a:pt x="2099" y="4101"/>
                    <a:pt x="2114" y="4101"/>
                    <a:pt x="2130" y="4101"/>
                  </a:cubicBezTo>
                  <a:lnTo>
                    <a:pt x="2275" y="4101"/>
                  </a:lnTo>
                  <a:cubicBezTo>
                    <a:pt x="3375" y="4028"/>
                    <a:pt x="4234" y="3085"/>
                    <a:pt x="4186" y="1984"/>
                  </a:cubicBezTo>
                  <a:cubicBezTo>
                    <a:pt x="4150" y="871"/>
                    <a:pt x="3242" y="0"/>
                    <a:pt x="2130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95" name="Google Shape;3595;p65"/>
            <p:cNvSpPr/>
            <p:nvPr/>
          </p:nvSpPr>
          <p:spPr>
            <a:xfrm>
              <a:off x="6405950" y="3826100"/>
              <a:ext cx="49275" cy="41525"/>
            </a:xfrm>
            <a:custGeom>
              <a:avLst/>
              <a:gdLst/>
              <a:ahLst/>
              <a:cxnLst/>
              <a:rect l="l" t="t" r="r" b="b"/>
              <a:pathLst>
                <a:path w="1971" h="1661" extrusionOk="0">
                  <a:moveTo>
                    <a:pt x="1098" y="1"/>
                  </a:moveTo>
                  <a:cubicBezTo>
                    <a:pt x="1083" y="1"/>
                    <a:pt x="1068" y="1"/>
                    <a:pt x="1053" y="2"/>
                  </a:cubicBezTo>
                  <a:cubicBezTo>
                    <a:pt x="315" y="50"/>
                    <a:pt x="1" y="970"/>
                    <a:pt x="557" y="1453"/>
                  </a:cubicBezTo>
                  <a:cubicBezTo>
                    <a:pt x="721" y="1596"/>
                    <a:pt x="913" y="1660"/>
                    <a:pt x="1100" y="1660"/>
                  </a:cubicBezTo>
                  <a:cubicBezTo>
                    <a:pt x="1548" y="1660"/>
                    <a:pt x="1970" y="1296"/>
                    <a:pt x="1936" y="776"/>
                  </a:cubicBezTo>
                  <a:cubicBezTo>
                    <a:pt x="1901" y="332"/>
                    <a:pt x="1527" y="1"/>
                    <a:pt x="1098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96" name="Google Shape;3596;p65"/>
            <p:cNvSpPr/>
            <p:nvPr/>
          </p:nvSpPr>
          <p:spPr>
            <a:xfrm>
              <a:off x="6565025" y="4489025"/>
              <a:ext cx="106475" cy="102575"/>
            </a:xfrm>
            <a:custGeom>
              <a:avLst/>
              <a:gdLst/>
              <a:ahLst/>
              <a:cxnLst/>
              <a:rect l="l" t="t" r="r" b="b"/>
              <a:pathLst>
                <a:path w="4259" h="4103" extrusionOk="0">
                  <a:moveTo>
                    <a:pt x="2175" y="0"/>
                  </a:moveTo>
                  <a:cubicBezTo>
                    <a:pt x="2160" y="0"/>
                    <a:pt x="2145" y="1"/>
                    <a:pt x="2130" y="1"/>
                  </a:cubicBezTo>
                  <a:lnTo>
                    <a:pt x="1984" y="1"/>
                  </a:lnTo>
                  <a:cubicBezTo>
                    <a:pt x="872" y="49"/>
                    <a:pt x="1" y="993"/>
                    <a:pt x="37" y="2118"/>
                  </a:cubicBezTo>
                  <a:cubicBezTo>
                    <a:pt x="73" y="3228"/>
                    <a:pt x="980" y="4102"/>
                    <a:pt x="2085" y="4102"/>
                  </a:cubicBezTo>
                  <a:cubicBezTo>
                    <a:pt x="2100" y="4102"/>
                    <a:pt x="2115" y="4102"/>
                    <a:pt x="2130" y="4102"/>
                  </a:cubicBezTo>
                  <a:lnTo>
                    <a:pt x="2275" y="4102"/>
                  </a:lnTo>
                  <a:cubicBezTo>
                    <a:pt x="3388" y="4041"/>
                    <a:pt x="4259" y="3098"/>
                    <a:pt x="4222" y="1985"/>
                  </a:cubicBezTo>
                  <a:cubicBezTo>
                    <a:pt x="4175" y="875"/>
                    <a:pt x="3279" y="0"/>
                    <a:pt x="2175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97" name="Google Shape;3597;p65"/>
            <p:cNvSpPr/>
            <p:nvPr/>
          </p:nvSpPr>
          <p:spPr>
            <a:xfrm>
              <a:off x="6590725" y="4519525"/>
              <a:ext cx="48975" cy="41475"/>
            </a:xfrm>
            <a:custGeom>
              <a:avLst/>
              <a:gdLst/>
              <a:ahLst/>
              <a:cxnLst/>
              <a:rect l="l" t="t" r="r" b="b"/>
              <a:pathLst>
                <a:path w="1959" h="1659" extrusionOk="0">
                  <a:moveTo>
                    <a:pt x="1106" y="0"/>
                  </a:moveTo>
                  <a:cubicBezTo>
                    <a:pt x="1085" y="0"/>
                    <a:pt x="1063" y="1"/>
                    <a:pt x="1041" y="3"/>
                  </a:cubicBezTo>
                  <a:cubicBezTo>
                    <a:pt x="303" y="51"/>
                    <a:pt x="1" y="970"/>
                    <a:pt x="557" y="1454"/>
                  </a:cubicBezTo>
                  <a:cubicBezTo>
                    <a:pt x="720" y="1596"/>
                    <a:pt x="909" y="1659"/>
                    <a:pt x="1093" y="1659"/>
                  </a:cubicBezTo>
                  <a:cubicBezTo>
                    <a:pt x="1538" y="1659"/>
                    <a:pt x="1958" y="1290"/>
                    <a:pt x="1924" y="777"/>
                  </a:cubicBezTo>
                  <a:cubicBezTo>
                    <a:pt x="1901" y="339"/>
                    <a:pt x="1538" y="0"/>
                    <a:pt x="1106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98" name="Google Shape;3598;p65"/>
            <p:cNvSpPr/>
            <p:nvPr/>
          </p:nvSpPr>
          <p:spPr>
            <a:xfrm>
              <a:off x="6653950" y="4057775"/>
              <a:ext cx="105250" cy="102850"/>
            </a:xfrm>
            <a:custGeom>
              <a:avLst/>
              <a:gdLst/>
              <a:ahLst/>
              <a:cxnLst/>
              <a:rect l="l" t="t" r="r" b="b"/>
              <a:pathLst>
                <a:path w="4210" h="4114" extrusionOk="0">
                  <a:moveTo>
                    <a:pt x="1984" y="1"/>
                  </a:moveTo>
                  <a:cubicBezTo>
                    <a:pt x="871" y="61"/>
                    <a:pt x="0" y="1005"/>
                    <a:pt x="36" y="2130"/>
                  </a:cubicBezTo>
                  <a:cubicBezTo>
                    <a:pt x="84" y="3235"/>
                    <a:pt x="992" y="4114"/>
                    <a:pt x="2106" y="4114"/>
                  </a:cubicBezTo>
                  <a:cubicBezTo>
                    <a:pt x="2114" y="4114"/>
                    <a:pt x="2121" y="4114"/>
                    <a:pt x="2129" y="4114"/>
                  </a:cubicBezTo>
                  <a:lnTo>
                    <a:pt x="2274" y="4114"/>
                  </a:lnTo>
                  <a:cubicBezTo>
                    <a:pt x="3375" y="4029"/>
                    <a:pt x="4210" y="3086"/>
                    <a:pt x="4173" y="1985"/>
                  </a:cubicBezTo>
                  <a:cubicBezTo>
                    <a:pt x="4137" y="884"/>
                    <a:pt x="3230" y="13"/>
                    <a:pt x="2129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99" name="Google Shape;3599;p65"/>
            <p:cNvSpPr/>
            <p:nvPr/>
          </p:nvSpPr>
          <p:spPr>
            <a:xfrm>
              <a:off x="6679650" y="4088300"/>
              <a:ext cx="49250" cy="41500"/>
            </a:xfrm>
            <a:custGeom>
              <a:avLst/>
              <a:gdLst/>
              <a:ahLst/>
              <a:cxnLst/>
              <a:rect l="l" t="t" r="r" b="b"/>
              <a:pathLst>
                <a:path w="1970" h="1660" extrusionOk="0">
                  <a:moveTo>
                    <a:pt x="1098" y="1"/>
                  </a:moveTo>
                  <a:cubicBezTo>
                    <a:pt x="1083" y="1"/>
                    <a:pt x="1068" y="1"/>
                    <a:pt x="1053" y="2"/>
                  </a:cubicBezTo>
                  <a:cubicBezTo>
                    <a:pt x="315" y="62"/>
                    <a:pt x="0" y="970"/>
                    <a:pt x="557" y="1453"/>
                  </a:cubicBezTo>
                  <a:cubicBezTo>
                    <a:pt x="721" y="1596"/>
                    <a:pt x="913" y="1660"/>
                    <a:pt x="1100" y="1660"/>
                  </a:cubicBezTo>
                  <a:cubicBezTo>
                    <a:pt x="1547" y="1660"/>
                    <a:pt x="1970" y="1296"/>
                    <a:pt x="1936" y="776"/>
                  </a:cubicBezTo>
                  <a:cubicBezTo>
                    <a:pt x="1901" y="332"/>
                    <a:pt x="1527" y="1"/>
                    <a:pt x="1098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00" name="Google Shape;3600;p65"/>
            <p:cNvSpPr/>
            <p:nvPr/>
          </p:nvSpPr>
          <p:spPr>
            <a:xfrm>
              <a:off x="5631150" y="3510025"/>
              <a:ext cx="120100" cy="102925"/>
            </a:xfrm>
            <a:custGeom>
              <a:avLst/>
              <a:gdLst/>
              <a:ahLst/>
              <a:cxnLst/>
              <a:rect l="l" t="t" r="r" b="b"/>
              <a:pathLst>
                <a:path w="4804" h="4117" extrusionOk="0">
                  <a:moveTo>
                    <a:pt x="2738" y="1"/>
                  </a:moveTo>
                  <a:cubicBezTo>
                    <a:pt x="2231" y="1"/>
                    <a:pt x="1715" y="189"/>
                    <a:pt x="1295" y="609"/>
                  </a:cubicBezTo>
                  <a:cubicBezTo>
                    <a:pt x="1" y="1903"/>
                    <a:pt x="920" y="4117"/>
                    <a:pt x="2747" y="4117"/>
                  </a:cubicBezTo>
                  <a:cubicBezTo>
                    <a:pt x="3884" y="4117"/>
                    <a:pt x="4803" y="3185"/>
                    <a:pt x="4803" y="2060"/>
                  </a:cubicBezTo>
                  <a:cubicBezTo>
                    <a:pt x="4803" y="818"/>
                    <a:pt x="3792" y="1"/>
                    <a:pt x="2738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01" name="Google Shape;3601;p65"/>
            <p:cNvSpPr/>
            <p:nvPr/>
          </p:nvSpPr>
          <p:spPr>
            <a:xfrm>
              <a:off x="5672275" y="3540650"/>
              <a:ext cx="48425" cy="41525"/>
            </a:xfrm>
            <a:custGeom>
              <a:avLst/>
              <a:gdLst/>
              <a:ahLst/>
              <a:cxnLst/>
              <a:rect l="l" t="t" r="r" b="b"/>
              <a:pathLst>
                <a:path w="1937" h="1661" extrusionOk="0">
                  <a:moveTo>
                    <a:pt x="1102" y="1"/>
                  </a:moveTo>
                  <a:cubicBezTo>
                    <a:pt x="364" y="1"/>
                    <a:pt x="1" y="896"/>
                    <a:pt x="521" y="1416"/>
                  </a:cubicBezTo>
                  <a:cubicBezTo>
                    <a:pt x="690" y="1585"/>
                    <a:pt x="899" y="1661"/>
                    <a:pt x="1103" y="1661"/>
                  </a:cubicBezTo>
                  <a:cubicBezTo>
                    <a:pt x="1528" y="1661"/>
                    <a:pt x="1936" y="1333"/>
                    <a:pt x="1936" y="835"/>
                  </a:cubicBezTo>
                  <a:cubicBezTo>
                    <a:pt x="1936" y="376"/>
                    <a:pt x="1561" y="1"/>
                    <a:pt x="1102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02" name="Google Shape;3602;p65"/>
            <p:cNvSpPr/>
            <p:nvPr/>
          </p:nvSpPr>
          <p:spPr>
            <a:xfrm>
              <a:off x="6059075" y="2542375"/>
              <a:ext cx="120400" cy="103150"/>
            </a:xfrm>
            <a:custGeom>
              <a:avLst/>
              <a:gdLst/>
              <a:ahLst/>
              <a:cxnLst/>
              <a:rect l="l" t="t" r="r" b="b"/>
              <a:pathLst>
                <a:path w="4816" h="4126" extrusionOk="0">
                  <a:moveTo>
                    <a:pt x="2734" y="0"/>
                  </a:moveTo>
                  <a:cubicBezTo>
                    <a:pt x="2228" y="0"/>
                    <a:pt x="1713" y="187"/>
                    <a:pt x="1295" y="605"/>
                  </a:cubicBezTo>
                  <a:cubicBezTo>
                    <a:pt x="1" y="1899"/>
                    <a:pt x="920" y="4125"/>
                    <a:pt x="2759" y="4125"/>
                  </a:cubicBezTo>
                  <a:cubicBezTo>
                    <a:pt x="3896" y="4113"/>
                    <a:pt x="4815" y="3194"/>
                    <a:pt x="4815" y="2069"/>
                  </a:cubicBezTo>
                  <a:cubicBezTo>
                    <a:pt x="4815" y="824"/>
                    <a:pt x="3795" y="0"/>
                    <a:pt x="2734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03" name="Google Shape;3603;p65"/>
            <p:cNvSpPr/>
            <p:nvPr/>
          </p:nvSpPr>
          <p:spPr>
            <a:xfrm>
              <a:off x="6100200" y="2573225"/>
              <a:ext cx="48425" cy="41525"/>
            </a:xfrm>
            <a:custGeom>
              <a:avLst/>
              <a:gdLst/>
              <a:ahLst/>
              <a:cxnLst/>
              <a:rect l="l" t="t" r="r" b="b"/>
              <a:pathLst>
                <a:path w="1937" h="1661" extrusionOk="0">
                  <a:moveTo>
                    <a:pt x="1114" y="0"/>
                  </a:moveTo>
                  <a:cubicBezTo>
                    <a:pt x="376" y="0"/>
                    <a:pt x="1" y="895"/>
                    <a:pt x="521" y="1415"/>
                  </a:cubicBezTo>
                  <a:cubicBezTo>
                    <a:pt x="690" y="1584"/>
                    <a:pt x="899" y="1660"/>
                    <a:pt x="1103" y="1660"/>
                  </a:cubicBezTo>
                  <a:cubicBezTo>
                    <a:pt x="1528" y="1660"/>
                    <a:pt x="1936" y="1333"/>
                    <a:pt x="1936" y="835"/>
                  </a:cubicBezTo>
                  <a:cubicBezTo>
                    <a:pt x="1936" y="375"/>
                    <a:pt x="1573" y="0"/>
                    <a:pt x="1114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04" name="Google Shape;3604;p65"/>
            <p:cNvSpPr/>
            <p:nvPr/>
          </p:nvSpPr>
          <p:spPr>
            <a:xfrm>
              <a:off x="6406250" y="2262325"/>
              <a:ext cx="120100" cy="102850"/>
            </a:xfrm>
            <a:custGeom>
              <a:avLst/>
              <a:gdLst/>
              <a:ahLst/>
              <a:cxnLst/>
              <a:rect l="l" t="t" r="r" b="b"/>
              <a:pathLst>
                <a:path w="4804" h="4114" extrusionOk="0">
                  <a:moveTo>
                    <a:pt x="2732" y="0"/>
                  </a:moveTo>
                  <a:cubicBezTo>
                    <a:pt x="2228" y="0"/>
                    <a:pt x="1713" y="187"/>
                    <a:pt x="1295" y="605"/>
                  </a:cubicBezTo>
                  <a:cubicBezTo>
                    <a:pt x="1" y="1900"/>
                    <a:pt x="920" y="4114"/>
                    <a:pt x="2747" y="4114"/>
                  </a:cubicBezTo>
                  <a:cubicBezTo>
                    <a:pt x="3884" y="4114"/>
                    <a:pt x="4803" y="3194"/>
                    <a:pt x="4803" y="2057"/>
                  </a:cubicBezTo>
                  <a:cubicBezTo>
                    <a:pt x="4803" y="821"/>
                    <a:pt x="3789" y="0"/>
                    <a:pt x="273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05" name="Google Shape;3605;p65"/>
            <p:cNvSpPr/>
            <p:nvPr/>
          </p:nvSpPr>
          <p:spPr>
            <a:xfrm>
              <a:off x="6447375" y="2293175"/>
              <a:ext cx="48425" cy="41450"/>
            </a:xfrm>
            <a:custGeom>
              <a:avLst/>
              <a:gdLst/>
              <a:ahLst/>
              <a:cxnLst/>
              <a:rect l="l" t="t" r="r" b="b"/>
              <a:pathLst>
                <a:path w="1937" h="1658" extrusionOk="0">
                  <a:moveTo>
                    <a:pt x="1102" y="0"/>
                  </a:moveTo>
                  <a:cubicBezTo>
                    <a:pt x="364" y="0"/>
                    <a:pt x="1" y="896"/>
                    <a:pt x="521" y="1416"/>
                  </a:cubicBezTo>
                  <a:cubicBezTo>
                    <a:pt x="688" y="1583"/>
                    <a:pt x="894" y="1658"/>
                    <a:pt x="1096" y="1658"/>
                  </a:cubicBezTo>
                  <a:cubicBezTo>
                    <a:pt x="1524" y="1658"/>
                    <a:pt x="1936" y="1324"/>
                    <a:pt x="1936" y="823"/>
                  </a:cubicBezTo>
                  <a:cubicBezTo>
                    <a:pt x="1936" y="363"/>
                    <a:pt x="1561" y="0"/>
                    <a:pt x="1102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06" name="Google Shape;3606;p65"/>
            <p:cNvSpPr/>
            <p:nvPr/>
          </p:nvSpPr>
          <p:spPr>
            <a:xfrm>
              <a:off x="6528750" y="1840450"/>
              <a:ext cx="120075" cy="102850"/>
            </a:xfrm>
            <a:custGeom>
              <a:avLst/>
              <a:gdLst/>
              <a:ahLst/>
              <a:cxnLst/>
              <a:rect l="l" t="t" r="r" b="b"/>
              <a:pathLst>
                <a:path w="4803" h="4114" extrusionOk="0">
                  <a:moveTo>
                    <a:pt x="2732" y="0"/>
                  </a:moveTo>
                  <a:cubicBezTo>
                    <a:pt x="2227" y="0"/>
                    <a:pt x="1713" y="187"/>
                    <a:pt x="1294" y="605"/>
                  </a:cubicBezTo>
                  <a:cubicBezTo>
                    <a:pt x="0" y="1900"/>
                    <a:pt x="919" y="4114"/>
                    <a:pt x="2746" y="4114"/>
                  </a:cubicBezTo>
                  <a:cubicBezTo>
                    <a:pt x="3883" y="4114"/>
                    <a:pt x="4802" y="3194"/>
                    <a:pt x="4802" y="2057"/>
                  </a:cubicBezTo>
                  <a:cubicBezTo>
                    <a:pt x="4802" y="821"/>
                    <a:pt x="3788" y="0"/>
                    <a:pt x="273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07" name="Google Shape;3607;p65"/>
            <p:cNvSpPr/>
            <p:nvPr/>
          </p:nvSpPr>
          <p:spPr>
            <a:xfrm>
              <a:off x="6576825" y="1871300"/>
              <a:ext cx="41450" cy="4145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23" y="1"/>
                  </a:moveTo>
                  <a:cubicBezTo>
                    <a:pt x="375" y="1"/>
                    <a:pt x="0" y="363"/>
                    <a:pt x="0" y="823"/>
                  </a:cubicBezTo>
                  <a:cubicBezTo>
                    <a:pt x="0" y="1283"/>
                    <a:pt x="375" y="1658"/>
                    <a:pt x="823" y="1658"/>
                  </a:cubicBezTo>
                  <a:cubicBezTo>
                    <a:pt x="1283" y="1658"/>
                    <a:pt x="1658" y="1283"/>
                    <a:pt x="1658" y="823"/>
                  </a:cubicBezTo>
                  <a:cubicBezTo>
                    <a:pt x="1658" y="363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08" name="Google Shape;3608;p65"/>
            <p:cNvSpPr/>
            <p:nvPr/>
          </p:nvSpPr>
          <p:spPr>
            <a:xfrm>
              <a:off x="7234575" y="1435200"/>
              <a:ext cx="120100" cy="102850"/>
            </a:xfrm>
            <a:custGeom>
              <a:avLst/>
              <a:gdLst/>
              <a:ahLst/>
              <a:cxnLst/>
              <a:rect l="l" t="t" r="r" b="b"/>
              <a:pathLst>
                <a:path w="4804" h="4114" extrusionOk="0">
                  <a:moveTo>
                    <a:pt x="2732" y="0"/>
                  </a:moveTo>
                  <a:cubicBezTo>
                    <a:pt x="2228" y="0"/>
                    <a:pt x="1714" y="188"/>
                    <a:pt x="1295" y="606"/>
                  </a:cubicBezTo>
                  <a:cubicBezTo>
                    <a:pt x="1" y="1900"/>
                    <a:pt x="920" y="4114"/>
                    <a:pt x="2759" y="4114"/>
                  </a:cubicBezTo>
                  <a:cubicBezTo>
                    <a:pt x="3884" y="4114"/>
                    <a:pt x="4803" y="3195"/>
                    <a:pt x="4803" y="2057"/>
                  </a:cubicBezTo>
                  <a:cubicBezTo>
                    <a:pt x="4803" y="821"/>
                    <a:pt x="3789" y="0"/>
                    <a:pt x="273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09" name="Google Shape;3609;p65"/>
            <p:cNvSpPr/>
            <p:nvPr/>
          </p:nvSpPr>
          <p:spPr>
            <a:xfrm>
              <a:off x="7282675" y="1466050"/>
              <a:ext cx="41450" cy="41475"/>
            </a:xfrm>
            <a:custGeom>
              <a:avLst/>
              <a:gdLst/>
              <a:ahLst/>
              <a:cxnLst/>
              <a:rect l="l" t="t" r="r" b="b"/>
              <a:pathLst>
                <a:path w="1658" h="1659" extrusionOk="0">
                  <a:moveTo>
                    <a:pt x="835" y="1"/>
                  </a:moveTo>
                  <a:cubicBezTo>
                    <a:pt x="375" y="1"/>
                    <a:pt x="0" y="364"/>
                    <a:pt x="0" y="823"/>
                  </a:cubicBezTo>
                  <a:cubicBezTo>
                    <a:pt x="0" y="1283"/>
                    <a:pt x="375" y="1658"/>
                    <a:pt x="835" y="1658"/>
                  </a:cubicBezTo>
                  <a:cubicBezTo>
                    <a:pt x="1283" y="1658"/>
                    <a:pt x="1658" y="1283"/>
                    <a:pt x="1658" y="823"/>
                  </a:cubicBezTo>
                  <a:cubicBezTo>
                    <a:pt x="1658" y="364"/>
                    <a:pt x="1283" y="1"/>
                    <a:pt x="835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10" name="Google Shape;3610;p65"/>
            <p:cNvSpPr/>
            <p:nvPr/>
          </p:nvSpPr>
          <p:spPr>
            <a:xfrm>
              <a:off x="7114525" y="1799000"/>
              <a:ext cx="120075" cy="102875"/>
            </a:xfrm>
            <a:custGeom>
              <a:avLst/>
              <a:gdLst/>
              <a:ahLst/>
              <a:cxnLst/>
              <a:rect l="l" t="t" r="r" b="b"/>
              <a:pathLst>
                <a:path w="4803" h="4115" extrusionOk="0">
                  <a:moveTo>
                    <a:pt x="2732" y="1"/>
                  </a:moveTo>
                  <a:cubicBezTo>
                    <a:pt x="2227" y="1"/>
                    <a:pt x="1713" y="188"/>
                    <a:pt x="1295" y="606"/>
                  </a:cubicBezTo>
                  <a:cubicBezTo>
                    <a:pt x="0" y="1901"/>
                    <a:pt x="920" y="4114"/>
                    <a:pt x="2746" y="4114"/>
                  </a:cubicBezTo>
                  <a:cubicBezTo>
                    <a:pt x="3884" y="4114"/>
                    <a:pt x="4803" y="3195"/>
                    <a:pt x="4803" y="2058"/>
                  </a:cubicBezTo>
                  <a:cubicBezTo>
                    <a:pt x="4803" y="822"/>
                    <a:pt x="3789" y="1"/>
                    <a:pt x="2732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11" name="Google Shape;3611;p65"/>
            <p:cNvSpPr/>
            <p:nvPr/>
          </p:nvSpPr>
          <p:spPr>
            <a:xfrm>
              <a:off x="7155650" y="1829875"/>
              <a:ext cx="48425" cy="41450"/>
            </a:xfrm>
            <a:custGeom>
              <a:avLst/>
              <a:gdLst/>
              <a:ahLst/>
              <a:cxnLst/>
              <a:rect l="l" t="t" r="r" b="b"/>
              <a:pathLst>
                <a:path w="1937" h="1658" extrusionOk="0">
                  <a:moveTo>
                    <a:pt x="1101" y="0"/>
                  </a:moveTo>
                  <a:cubicBezTo>
                    <a:pt x="364" y="0"/>
                    <a:pt x="1" y="895"/>
                    <a:pt x="521" y="1416"/>
                  </a:cubicBezTo>
                  <a:cubicBezTo>
                    <a:pt x="688" y="1583"/>
                    <a:pt x="894" y="1657"/>
                    <a:pt x="1096" y="1657"/>
                  </a:cubicBezTo>
                  <a:cubicBezTo>
                    <a:pt x="1524" y="1657"/>
                    <a:pt x="1936" y="1324"/>
                    <a:pt x="1936" y="823"/>
                  </a:cubicBezTo>
                  <a:cubicBezTo>
                    <a:pt x="1936" y="363"/>
                    <a:pt x="1561" y="0"/>
                    <a:pt x="1101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12" name="Google Shape;3612;p65"/>
            <p:cNvSpPr/>
            <p:nvPr/>
          </p:nvSpPr>
          <p:spPr>
            <a:xfrm>
              <a:off x="5945675" y="1264625"/>
              <a:ext cx="120075" cy="102875"/>
            </a:xfrm>
            <a:custGeom>
              <a:avLst/>
              <a:gdLst/>
              <a:ahLst/>
              <a:cxnLst/>
              <a:rect l="l" t="t" r="r" b="b"/>
              <a:pathLst>
                <a:path w="4803" h="4115" extrusionOk="0">
                  <a:moveTo>
                    <a:pt x="2732" y="1"/>
                  </a:moveTo>
                  <a:cubicBezTo>
                    <a:pt x="2227" y="1"/>
                    <a:pt x="1713" y="188"/>
                    <a:pt x="1295" y="606"/>
                  </a:cubicBezTo>
                  <a:cubicBezTo>
                    <a:pt x="0" y="1901"/>
                    <a:pt x="920" y="4114"/>
                    <a:pt x="2746" y="4114"/>
                  </a:cubicBezTo>
                  <a:cubicBezTo>
                    <a:pt x="3883" y="4114"/>
                    <a:pt x="4803" y="3195"/>
                    <a:pt x="4803" y="2058"/>
                  </a:cubicBezTo>
                  <a:cubicBezTo>
                    <a:pt x="4803" y="822"/>
                    <a:pt x="3789" y="1"/>
                    <a:pt x="2732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13" name="Google Shape;3613;p65"/>
            <p:cNvSpPr/>
            <p:nvPr/>
          </p:nvSpPr>
          <p:spPr>
            <a:xfrm>
              <a:off x="5986500" y="1295200"/>
              <a:ext cx="48400" cy="41525"/>
            </a:xfrm>
            <a:custGeom>
              <a:avLst/>
              <a:gdLst/>
              <a:ahLst/>
              <a:cxnLst/>
              <a:rect l="l" t="t" r="r" b="b"/>
              <a:pathLst>
                <a:path w="1936" h="1661" extrusionOk="0">
                  <a:moveTo>
                    <a:pt x="1113" y="0"/>
                  </a:moveTo>
                  <a:cubicBezTo>
                    <a:pt x="375" y="0"/>
                    <a:pt x="0" y="895"/>
                    <a:pt x="521" y="1416"/>
                  </a:cubicBezTo>
                  <a:cubicBezTo>
                    <a:pt x="690" y="1585"/>
                    <a:pt x="898" y="1660"/>
                    <a:pt x="1103" y="1660"/>
                  </a:cubicBezTo>
                  <a:cubicBezTo>
                    <a:pt x="1528" y="1660"/>
                    <a:pt x="1936" y="1333"/>
                    <a:pt x="1936" y="835"/>
                  </a:cubicBezTo>
                  <a:cubicBezTo>
                    <a:pt x="1936" y="375"/>
                    <a:pt x="1561" y="0"/>
                    <a:pt x="1113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14" name="Google Shape;3614;p65"/>
            <p:cNvSpPr/>
            <p:nvPr/>
          </p:nvSpPr>
          <p:spPr>
            <a:xfrm>
              <a:off x="3967850" y="986125"/>
              <a:ext cx="120075" cy="103150"/>
            </a:xfrm>
            <a:custGeom>
              <a:avLst/>
              <a:gdLst/>
              <a:ahLst/>
              <a:cxnLst/>
              <a:rect l="l" t="t" r="r" b="b"/>
              <a:pathLst>
                <a:path w="4803" h="4126" extrusionOk="0">
                  <a:moveTo>
                    <a:pt x="2730" y="0"/>
                  </a:moveTo>
                  <a:cubicBezTo>
                    <a:pt x="2226" y="0"/>
                    <a:pt x="1713" y="187"/>
                    <a:pt x="1295" y="605"/>
                  </a:cubicBezTo>
                  <a:cubicBezTo>
                    <a:pt x="1" y="1900"/>
                    <a:pt x="920" y="4125"/>
                    <a:pt x="2746" y="4125"/>
                  </a:cubicBezTo>
                  <a:cubicBezTo>
                    <a:pt x="3884" y="4125"/>
                    <a:pt x="4803" y="3206"/>
                    <a:pt x="4803" y="2069"/>
                  </a:cubicBezTo>
                  <a:cubicBezTo>
                    <a:pt x="4803" y="824"/>
                    <a:pt x="3788" y="0"/>
                    <a:pt x="2730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15" name="Google Shape;3615;p65"/>
            <p:cNvSpPr/>
            <p:nvPr/>
          </p:nvSpPr>
          <p:spPr>
            <a:xfrm>
              <a:off x="4015625" y="1016975"/>
              <a:ext cx="41475" cy="41450"/>
            </a:xfrm>
            <a:custGeom>
              <a:avLst/>
              <a:gdLst/>
              <a:ahLst/>
              <a:cxnLst/>
              <a:rect l="l" t="t" r="r" b="b"/>
              <a:pathLst>
                <a:path w="1659" h="1658" extrusionOk="0">
                  <a:moveTo>
                    <a:pt x="835" y="0"/>
                  </a:moveTo>
                  <a:cubicBezTo>
                    <a:pt x="376" y="0"/>
                    <a:pt x="1" y="375"/>
                    <a:pt x="1" y="835"/>
                  </a:cubicBezTo>
                  <a:cubicBezTo>
                    <a:pt x="1" y="1295"/>
                    <a:pt x="376" y="1657"/>
                    <a:pt x="835" y="1657"/>
                  </a:cubicBezTo>
                  <a:cubicBezTo>
                    <a:pt x="1295" y="1657"/>
                    <a:pt x="1658" y="1295"/>
                    <a:pt x="1658" y="835"/>
                  </a:cubicBezTo>
                  <a:cubicBezTo>
                    <a:pt x="1658" y="375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16" name="Google Shape;3616;p65"/>
            <p:cNvSpPr/>
            <p:nvPr/>
          </p:nvSpPr>
          <p:spPr>
            <a:xfrm>
              <a:off x="3810600" y="947700"/>
              <a:ext cx="120075" cy="103175"/>
            </a:xfrm>
            <a:custGeom>
              <a:avLst/>
              <a:gdLst/>
              <a:ahLst/>
              <a:cxnLst/>
              <a:rect l="l" t="t" r="r" b="b"/>
              <a:pathLst>
                <a:path w="4803" h="4127" extrusionOk="0">
                  <a:moveTo>
                    <a:pt x="2730" y="1"/>
                  </a:moveTo>
                  <a:cubicBezTo>
                    <a:pt x="2226" y="1"/>
                    <a:pt x="1712" y="188"/>
                    <a:pt x="1295" y="606"/>
                  </a:cubicBezTo>
                  <a:cubicBezTo>
                    <a:pt x="0" y="1900"/>
                    <a:pt x="920" y="4114"/>
                    <a:pt x="2746" y="4126"/>
                  </a:cubicBezTo>
                  <a:cubicBezTo>
                    <a:pt x="3883" y="4114"/>
                    <a:pt x="4803" y="3195"/>
                    <a:pt x="4803" y="2070"/>
                  </a:cubicBezTo>
                  <a:cubicBezTo>
                    <a:pt x="4803" y="824"/>
                    <a:pt x="3787" y="1"/>
                    <a:pt x="2730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17" name="Google Shape;3617;p65"/>
            <p:cNvSpPr/>
            <p:nvPr/>
          </p:nvSpPr>
          <p:spPr>
            <a:xfrm>
              <a:off x="3858675" y="978550"/>
              <a:ext cx="41450" cy="41475"/>
            </a:xfrm>
            <a:custGeom>
              <a:avLst/>
              <a:gdLst/>
              <a:ahLst/>
              <a:cxnLst/>
              <a:rect l="l" t="t" r="r" b="b"/>
              <a:pathLst>
                <a:path w="1658" h="1659" extrusionOk="0">
                  <a:moveTo>
                    <a:pt x="823" y="1"/>
                  </a:moveTo>
                  <a:cubicBezTo>
                    <a:pt x="363" y="1"/>
                    <a:pt x="1" y="376"/>
                    <a:pt x="1" y="823"/>
                  </a:cubicBezTo>
                  <a:cubicBezTo>
                    <a:pt x="1" y="1283"/>
                    <a:pt x="363" y="1658"/>
                    <a:pt x="823" y="1658"/>
                  </a:cubicBezTo>
                  <a:cubicBezTo>
                    <a:pt x="1283" y="1658"/>
                    <a:pt x="1658" y="1283"/>
                    <a:pt x="1658" y="823"/>
                  </a:cubicBezTo>
                  <a:cubicBezTo>
                    <a:pt x="1658" y="376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18" name="Google Shape;3618;p65"/>
            <p:cNvSpPr/>
            <p:nvPr/>
          </p:nvSpPr>
          <p:spPr>
            <a:xfrm>
              <a:off x="3908875" y="1090125"/>
              <a:ext cx="102850" cy="88350"/>
            </a:xfrm>
            <a:custGeom>
              <a:avLst/>
              <a:gdLst/>
              <a:ahLst/>
              <a:cxnLst/>
              <a:rect l="l" t="t" r="r" b="b"/>
              <a:pathLst>
                <a:path w="4114" h="3534" extrusionOk="0">
                  <a:moveTo>
                    <a:pt x="2338" y="0"/>
                  </a:moveTo>
                  <a:cubicBezTo>
                    <a:pt x="1904" y="0"/>
                    <a:pt x="1462" y="162"/>
                    <a:pt x="1101" y="522"/>
                  </a:cubicBezTo>
                  <a:cubicBezTo>
                    <a:pt x="1" y="1635"/>
                    <a:pt x="787" y="3534"/>
                    <a:pt x="2360" y="3534"/>
                  </a:cubicBezTo>
                  <a:cubicBezTo>
                    <a:pt x="3327" y="3534"/>
                    <a:pt x="4114" y="2735"/>
                    <a:pt x="4114" y="1768"/>
                  </a:cubicBezTo>
                  <a:cubicBezTo>
                    <a:pt x="4114" y="704"/>
                    <a:pt x="3245" y="0"/>
                    <a:pt x="2338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19" name="Google Shape;3619;p65"/>
            <p:cNvSpPr/>
            <p:nvPr/>
          </p:nvSpPr>
          <p:spPr>
            <a:xfrm>
              <a:off x="3949700" y="1121000"/>
              <a:ext cx="31475" cy="26675"/>
            </a:xfrm>
            <a:custGeom>
              <a:avLst/>
              <a:gdLst/>
              <a:ahLst/>
              <a:cxnLst/>
              <a:rect l="l" t="t" r="r" b="b"/>
              <a:pathLst>
                <a:path w="1259" h="1067" extrusionOk="0">
                  <a:moveTo>
                    <a:pt x="714" y="0"/>
                  </a:moveTo>
                  <a:cubicBezTo>
                    <a:pt x="243" y="0"/>
                    <a:pt x="1" y="569"/>
                    <a:pt x="339" y="908"/>
                  </a:cubicBezTo>
                  <a:cubicBezTo>
                    <a:pt x="449" y="1017"/>
                    <a:pt x="584" y="1066"/>
                    <a:pt x="716" y="1066"/>
                  </a:cubicBezTo>
                  <a:cubicBezTo>
                    <a:pt x="993" y="1066"/>
                    <a:pt x="1259" y="852"/>
                    <a:pt x="1259" y="533"/>
                  </a:cubicBezTo>
                  <a:cubicBezTo>
                    <a:pt x="1259" y="230"/>
                    <a:pt x="1017" y="0"/>
                    <a:pt x="714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20" name="Google Shape;3620;p65"/>
            <p:cNvSpPr/>
            <p:nvPr/>
          </p:nvSpPr>
          <p:spPr>
            <a:xfrm>
              <a:off x="4091550" y="910775"/>
              <a:ext cx="103150" cy="88375"/>
            </a:xfrm>
            <a:custGeom>
              <a:avLst/>
              <a:gdLst/>
              <a:ahLst/>
              <a:cxnLst/>
              <a:rect l="l" t="t" r="r" b="b"/>
              <a:pathLst>
                <a:path w="4126" h="3535" extrusionOk="0">
                  <a:moveTo>
                    <a:pt x="2350" y="1"/>
                  </a:moveTo>
                  <a:cubicBezTo>
                    <a:pt x="1916" y="1"/>
                    <a:pt x="1473" y="162"/>
                    <a:pt x="1113" y="522"/>
                  </a:cubicBezTo>
                  <a:cubicBezTo>
                    <a:pt x="0" y="1635"/>
                    <a:pt x="798" y="3534"/>
                    <a:pt x="2371" y="3534"/>
                  </a:cubicBezTo>
                  <a:cubicBezTo>
                    <a:pt x="3339" y="3534"/>
                    <a:pt x="4125" y="2748"/>
                    <a:pt x="4125" y="1768"/>
                  </a:cubicBezTo>
                  <a:cubicBezTo>
                    <a:pt x="4125" y="705"/>
                    <a:pt x="3256" y="1"/>
                    <a:pt x="2350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21" name="Google Shape;3621;p65"/>
            <p:cNvSpPr/>
            <p:nvPr/>
          </p:nvSpPr>
          <p:spPr>
            <a:xfrm>
              <a:off x="4137200" y="941675"/>
              <a:ext cx="26950" cy="26625"/>
            </a:xfrm>
            <a:custGeom>
              <a:avLst/>
              <a:gdLst/>
              <a:ahLst/>
              <a:cxnLst/>
              <a:rect l="l" t="t" r="r" b="b"/>
              <a:pathLst>
                <a:path w="1078" h="1065" extrusionOk="0">
                  <a:moveTo>
                    <a:pt x="533" y="0"/>
                  </a:moveTo>
                  <a:cubicBezTo>
                    <a:pt x="243" y="0"/>
                    <a:pt x="1" y="242"/>
                    <a:pt x="1" y="532"/>
                  </a:cubicBezTo>
                  <a:cubicBezTo>
                    <a:pt x="1" y="835"/>
                    <a:pt x="243" y="1065"/>
                    <a:pt x="533" y="1065"/>
                  </a:cubicBezTo>
                  <a:cubicBezTo>
                    <a:pt x="835" y="1065"/>
                    <a:pt x="1077" y="835"/>
                    <a:pt x="1077" y="532"/>
                  </a:cubicBezTo>
                  <a:cubicBezTo>
                    <a:pt x="1077" y="242"/>
                    <a:pt x="835" y="0"/>
                    <a:pt x="533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22" name="Google Shape;3622;p65"/>
            <p:cNvSpPr/>
            <p:nvPr/>
          </p:nvSpPr>
          <p:spPr>
            <a:xfrm>
              <a:off x="5526825" y="1128850"/>
              <a:ext cx="120075" cy="102850"/>
            </a:xfrm>
            <a:custGeom>
              <a:avLst/>
              <a:gdLst/>
              <a:ahLst/>
              <a:cxnLst/>
              <a:rect l="l" t="t" r="r" b="b"/>
              <a:pathLst>
                <a:path w="4803" h="4114" extrusionOk="0">
                  <a:moveTo>
                    <a:pt x="2732" y="0"/>
                  </a:moveTo>
                  <a:cubicBezTo>
                    <a:pt x="2227" y="0"/>
                    <a:pt x="1713" y="188"/>
                    <a:pt x="1295" y="606"/>
                  </a:cubicBezTo>
                  <a:cubicBezTo>
                    <a:pt x="0" y="1900"/>
                    <a:pt x="920" y="4114"/>
                    <a:pt x="2746" y="4114"/>
                  </a:cubicBezTo>
                  <a:cubicBezTo>
                    <a:pt x="3883" y="4114"/>
                    <a:pt x="4803" y="3195"/>
                    <a:pt x="4803" y="2057"/>
                  </a:cubicBezTo>
                  <a:cubicBezTo>
                    <a:pt x="4803" y="821"/>
                    <a:pt x="3789" y="0"/>
                    <a:pt x="273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23" name="Google Shape;3623;p65"/>
            <p:cNvSpPr/>
            <p:nvPr/>
          </p:nvSpPr>
          <p:spPr>
            <a:xfrm>
              <a:off x="5574900" y="1159700"/>
              <a:ext cx="41475" cy="41475"/>
            </a:xfrm>
            <a:custGeom>
              <a:avLst/>
              <a:gdLst/>
              <a:ahLst/>
              <a:cxnLst/>
              <a:rect l="l" t="t" r="r" b="b"/>
              <a:pathLst>
                <a:path w="1659" h="1659" extrusionOk="0">
                  <a:moveTo>
                    <a:pt x="823" y="1"/>
                  </a:moveTo>
                  <a:cubicBezTo>
                    <a:pt x="364" y="1"/>
                    <a:pt x="1" y="376"/>
                    <a:pt x="1" y="823"/>
                  </a:cubicBezTo>
                  <a:cubicBezTo>
                    <a:pt x="1" y="1283"/>
                    <a:pt x="364" y="1658"/>
                    <a:pt x="823" y="1658"/>
                  </a:cubicBezTo>
                  <a:cubicBezTo>
                    <a:pt x="1283" y="1658"/>
                    <a:pt x="1658" y="1283"/>
                    <a:pt x="1658" y="823"/>
                  </a:cubicBezTo>
                  <a:cubicBezTo>
                    <a:pt x="1658" y="376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24" name="Google Shape;3624;p65"/>
            <p:cNvSpPr/>
            <p:nvPr/>
          </p:nvSpPr>
          <p:spPr>
            <a:xfrm>
              <a:off x="6549300" y="1285200"/>
              <a:ext cx="120400" cy="102850"/>
            </a:xfrm>
            <a:custGeom>
              <a:avLst/>
              <a:gdLst/>
              <a:ahLst/>
              <a:cxnLst/>
              <a:rect l="l" t="t" r="r" b="b"/>
              <a:pathLst>
                <a:path w="4816" h="4114" extrusionOk="0">
                  <a:moveTo>
                    <a:pt x="2744" y="0"/>
                  </a:moveTo>
                  <a:cubicBezTo>
                    <a:pt x="2240" y="0"/>
                    <a:pt x="1725" y="188"/>
                    <a:pt x="1307" y="606"/>
                  </a:cubicBezTo>
                  <a:cubicBezTo>
                    <a:pt x="1" y="1900"/>
                    <a:pt x="920" y="4114"/>
                    <a:pt x="2759" y="4114"/>
                  </a:cubicBezTo>
                  <a:cubicBezTo>
                    <a:pt x="3896" y="4114"/>
                    <a:pt x="4815" y="3195"/>
                    <a:pt x="4815" y="2057"/>
                  </a:cubicBezTo>
                  <a:cubicBezTo>
                    <a:pt x="4815" y="821"/>
                    <a:pt x="3801" y="0"/>
                    <a:pt x="2744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25" name="Google Shape;3625;p65"/>
            <p:cNvSpPr/>
            <p:nvPr/>
          </p:nvSpPr>
          <p:spPr>
            <a:xfrm>
              <a:off x="6590425" y="1316050"/>
              <a:ext cx="48425" cy="41475"/>
            </a:xfrm>
            <a:custGeom>
              <a:avLst/>
              <a:gdLst/>
              <a:ahLst/>
              <a:cxnLst/>
              <a:rect l="l" t="t" r="r" b="b"/>
              <a:pathLst>
                <a:path w="1937" h="1659" extrusionOk="0">
                  <a:moveTo>
                    <a:pt x="1114" y="1"/>
                  </a:moveTo>
                  <a:cubicBezTo>
                    <a:pt x="376" y="1"/>
                    <a:pt x="1" y="896"/>
                    <a:pt x="521" y="1416"/>
                  </a:cubicBezTo>
                  <a:cubicBezTo>
                    <a:pt x="692" y="1583"/>
                    <a:pt x="899" y="1658"/>
                    <a:pt x="1102" y="1658"/>
                  </a:cubicBezTo>
                  <a:cubicBezTo>
                    <a:pt x="1529" y="1658"/>
                    <a:pt x="1936" y="1324"/>
                    <a:pt x="1936" y="823"/>
                  </a:cubicBezTo>
                  <a:cubicBezTo>
                    <a:pt x="1936" y="376"/>
                    <a:pt x="1573" y="1"/>
                    <a:pt x="111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26" name="Google Shape;3626;p65"/>
            <p:cNvSpPr/>
            <p:nvPr/>
          </p:nvSpPr>
          <p:spPr>
            <a:xfrm>
              <a:off x="3219375" y="1617800"/>
              <a:ext cx="120075" cy="102925"/>
            </a:xfrm>
            <a:custGeom>
              <a:avLst/>
              <a:gdLst/>
              <a:ahLst/>
              <a:cxnLst/>
              <a:rect l="l" t="t" r="r" b="b"/>
              <a:pathLst>
                <a:path w="4803" h="4117" extrusionOk="0">
                  <a:moveTo>
                    <a:pt x="2737" y="0"/>
                  </a:moveTo>
                  <a:cubicBezTo>
                    <a:pt x="2231" y="0"/>
                    <a:pt x="1714" y="189"/>
                    <a:pt x="1294" y="608"/>
                  </a:cubicBezTo>
                  <a:cubicBezTo>
                    <a:pt x="0" y="1903"/>
                    <a:pt x="919" y="4116"/>
                    <a:pt x="2746" y="4116"/>
                  </a:cubicBezTo>
                  <a:cubicBezTo>
                    <a:pt x="3883" y="4116"/>
                    <a:pt x="4802" y="3197"/>
                    <a:pt x="4802" y="2060"/>
                  </a:cubicBezTo>
                  <a:cubicBezTo>
                    <a:pt x="4802" y="817"/>
                    <a:pt x="3792" y="0"/>
                    <a:pt x="2737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27" name="Google Shape;3627;p65"/>
            <p:cNvSpPr/>
            <p:nvPr/>
          </p:nvSpPr>
          <p:spPr>
            <a:xfrm>
              <a:off x="3267150" y="1648725"/>
              <a:ext cx="41450" cy="4145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0"/>
                  </a:moveTo>
                  <a:cubicBezTo>
                    <a:pt x="375" y="0"/>
                    <a:pt x="0" y="363"/>
                    <a:pt x="0" y="823"/>
                  </a:cubicBezTo>
                  <a:cubicBezTo>
                    <a:pt x="0" y="1283"/>
                    <a:pt x="375" y="1658"/>
                    <a:pt x="835" y="1658"/>
                  </a:cubicBezTo>
                  <a:cubicBezTo>
                    <a:pt x="1295" y="1658"/>
                    <a:pt x="1658" y="1283"/>
                    <a:pt x="1658" y="823"/>
                  </a:cubicBezTo>
                  <a:cubicBezTo>
                    <a:pt x="1658" y="363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28" name="Google Shape;3628;p65"/>
            <p:cNvSpPr/>
            <p:nvPr/>
          </p:nvSpPr>
          <p:spPr>
            <a:xfrm>
              <a:off x="4287500" y="1455775"/>
              <a:ext cx="120400" cy="103150"/>
            </a:xfrm>
            <a:custGeom>
              <a:avLst/>
              <a:gdLst/>
              <a:ahLst/>
              <a:cxnLst/>
              <a:rect l="l" t="t" r="r" b="b"/>
              <a:pathLst>
                <a:path w="4816" h="4126" extrusionOk="0">
                  <a:moveTo>
                    <a:pt x="2739" y="0"/>
                  </a:moveTo>
                  <a:cubicBezTo>
                    <a:pt x="2233" y="0"/>
                    <a:pt x="1717" y="188"/>
                    <a:pt x="1295" y="605"/>
                  </a:cubicBezTo>
                  <a:cubicBezTo>
                    <a:pt x="1" y="1900"/>
                    <a:pt x="920" y="4126"/>
                    <a:pt x="2759" y="4126"/>
                  </a:cubicBezTo>
                  <a:cubicBezTo>
                    <a:pt x="3884" y="4113"/>
                    <a:pt x="4803" y="3206"/>
                    <a:pt x="4815" y="2069"/>
                  </a:cubicBezTo>
                  <a:cubicBezTo>
                    <a:pt x="4815" y="824"/>
                    <a:pt x="3800" y="0"/>
                    <a:pt x="2739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29" name="Google Shape;3629;p65"/>
            <p:cNvSpPr/>
            <p:nvPr/>
          </p:nvSpPr>
          <p:spPr>
            <a:xfrm>
              <a:off x="4335600" y="1486625"/>
              <a:ext cx="41450" cy="4145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0"/>
                  </a:moveTo>
                  <a:cubicBezTo>
                    <a:pt x="375" y="0"/>
                    <a:pt x="0" y="375"/>
                    <a:pt x="0" y="835"/>
                  </a:cubicBezTo>
                  <a:cubicBezTo>
                    <a:pt x="0" y="1283"/>
                    <a:pt x="375" y="1658"/>
                    <a:pt x="835" y="1658"/>
                  </a:cubicBezTo>
                  <a:cubicBezTo>
                    <a:pt x="1295" y="1658"/>
                    <a:pt x="1657" y="1283"/>
                    <a:pt x="1657" y="835"/>
                  </a:cubicBezTo>
                  <a:cubicBezTo>
                    <a:pt x="1657" y="375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30" name="Google Shape;3630;p65"/>
            <p:cNvSpPr/>
            <p:nvPr/>
          </p:nvSpPr>
          <p:spPr>
            <a:xfrm>
              <a:off x="5316025" y="3027225"/>
              <a:ext cx="120100" cy="103075"/>
            </a:xfrm>
            <a:custGeom>
              <a:avLst/>
              <a:gdLst/>
              <a:ahLst/>
              <a:cxnLst/>
              <a:rect l="l" t="t" r="r" b="b"/>
              <a:pathLst>
                <a:path w="4804" h="4123" extrusionOk="0">
                  <a:moveTo>
                    <a:pt x="2738" y="1"/>
                  </a:moveTo>
                  <a:cubicBezTo>
                    <a:pt x="2232" y="1"/>
                    <a:pt x="1715" y="190"/>
                    <a:pt x="1295" y="614"/>
                  </a:cubicBezTo>
                  <a:cubicBezTo>
                    <a:pt x="1" y="1909"/>
                    <a:pt x="908" y="4122"/>
                    <a:pt x="2747" y="4122"/>
                  </a:cubicBezTo>
                  <a:cubicBezTo>
                    <a:pt x="3884" y="4122"/>
                    <a:pt x="4803" y="3203"/>
                    <a:pt x="4803" y="2066"/>
                  </a:cubicBezTo>
                  <a:cubicBezTo>
                    <a:pt x="4803" y="824"/>
                    <a:pt x="3793" y="1"/>
                    <a:pt x="2738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31" name="Google Shape;3631;p65"/>
            <p:cNvSpPr/>
            <p:nvPr/>
          </p:nvSpPr>
          <p:spPr>
            <a:xfrm>
              <a:off x="5363825" y="3058000"/>
              <a:ext cx="41450" cy="4145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0"/>
                  </a:moveTo>
                  <a:cubicBezTo>
                    <a:pt x="375" y="0"/>
                    <a:pt x="0" y="375"/>
                    <a:pt x="0" y="835"/>
                  </a:cubicBezTo>
                  <a:cubicBezTo>
                    <a:pt x="0" y="1294"/>
                    <a:pt x="375" y="1657"/>
                    <a:pt x="835" y="1657"/>
                  </a:cubicBezTo>
                  <a:cubicBezTo>
                    <a:pt x="1295" y="1657"/>
                    <a:pt x="1657" y="1294"/>
                    <a:pt x="1657" y="835"/>
                  </a:cubicBezTo>
                  <a:cubicBezTo>
                    <a:pt x="1657" y="375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32" name="Google Shape;3632;p65"/>
            <p:cNvSpPr/>
            <p:nvPr/>
          </p:nvSpPr>
          <p:spPr>
            <a:xfrm>
              <a:off x="5252225" y="2094775"/>
              <a:ext cx="120075" cy="102850"/>
            </a:xfrm>
            <a:custGeom>
              <a:avLst/>
              <a:gdLst/>
              <a:ahLst/>
              <a:cxnLst/>
              <a:rect l="l" t="t" r="r" b="b"/>
              <a:pathLst>
                <a:path w="4803" h="4114" extrusionOk="0">
                  <a:moveTo>
                    <a:pt x="2736" y="1"/>
                  </a:moveTo>
                  <a:cubicBezTo>
                    <a:pt x="2232" y="1"/>
                    <a:pt x="1717" y="188"/>
                    <a:pt x="1295" y="606"/>
                  </a:cubicBezTo>
                  <a:cubicBezTo>
                    <a:pt x="1" y="1900"/>
                    <a:pt x="920" y="4114"/>
                    <a:pt x="2746" y="4114"/>
                  </a:cubicBezTo>
                  <a:cubicBezTo>
                    <a:pt x="3884" y="4114"/>
                    <a:pt x="4803" y="3195"/>
                    <a:pt x="4803" y="2070"/>
                  </a:cubicBezTo>
                  <a:cubicBezTo>
                    <a:pt x="4803" y="824"/>
                    <a:pt x="3793" y="1"/>
                    <a:pt x="2736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33" name="Google Shape;3633;p65"/>
            <p:cNvSpPr/>
            <p:nvPr/>
          </p:nvSpPr>
          <p:spPr>
            <a:xfrm>
              <a:off x="5300300" y="2125625"/>
              <a:ext cx="41475" cy="41475"/>
            </a:xfrm>
            <a:custGeom>
              <a:avLst/>
              <a:gdLst/>
              <a:ahLst/>
              <a:cxnLst/>
              <a:rect l="l" t="t" r="r" b="b"/>
              <a:pathLst>
                <a:path w="1659" h="1659" extrusionOk="0">
                  <a:moveTo>
                    <a:pt x="823" y="1"/>
                  </a:moveTo>
                  <a:cubicBezTo>
                    <a:pt x="376" y="1"/>
                    <a:pt x="1" y="364"/>
                    <a:pt x="1" y="823"/>
                  </a:cubicBezTo>
                  <a:cubicBezTo>
                    <a:pt x="1" y="1283"/>
                    <a:pt x="376" y="1658"/>
                    <a:pt x="823" y="1658"/>
                  </a:cubicBezTo>
                  <a:cubicBezTo>
                    <a:pt x="1283" y="1658"/>
                    <a:pt x="1658" y="1283"/>
                    <a:pt x="1658" y="823"/>
                  </a:cubicBezTo>
                  <a:cubicBezTo>
                    <a:pt x="1658" y="364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34" name="Google Shape;3634;p65"/>
            <p:cNvSpPr/>
            <p:nvPr/>
          </p:nvSpPr>
          <p:spPr>
            <a:xfrm>
              <a:off x="5798100" y="2508725"/>
              <a:ext cx="120375" cy="102925"/>
            </a:xfrm>
            <a:custGeom>
              <a:avLst/>
              <a:gdLst/>
              <a:ahLst/>
              <a:cxnLst/>
              <a:rect l="l" t="t" r="r" b="b"/>
              <a:pathLst>
                <a:path w="4815" h="4117" extrusionOk="0">
                  <a:moveTo>
                    <a:pt x="2740" y="0"/>
                  </a:moveTo>
                  <a:cubicBezTo>
                    <a:pt x="2232" y="0"/>
                    <a:pt x="1714" y="189"/>
                    <a:pt x="1295" y="608"/>
                  </a:cubicBezTo>
                  <a:cubicBezTo>
                    <a:pt x="0" y="1903"/>
                    <a:pt x="920" y="4116"/>
                    <a:pt x="2758" y="4116"/>
                  </a:cubicBezTo>
                  <a:cubicBezTo>
                    <a:pt x="3883" y="4116"/>
                    <a:pt x="4815" y="3197"/>
                    <a:pt x="4815" y="2060"/>
                  </a:cubicBezTo>
                  <a:cubicBezTo>
                    <a:pt x="4815" y="817"/>
                    <a:pt x="3798" y="0"/>
                    <a:pt x="2740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35" name="Google Shape;3635;p65"/>
            <p:cNvSpPr/>
            <p:nvPr/>
          </p:nvSpPr>
          <p:spPr>
            <a:xfrm>
              <a:off x="5839225" y="2539650"/>
              <a:ext cx="48400" cy="41450"/>
            </a:xfrm>
            <a:custGeom>
              <a:avLst/>
              <a:gdLst/>
              <a:ahLst/>
              <a:cxnLst/>
              <a:rect l="l" t="t" r="r" b="b"/>
              <a:pathLst>
                <a:path w="1936" h="1658" extrusionOk="0">
                  <a:moveTo>
                    <a:pt x="1134" y="0"/>
                  </a:moveTo>
                  <a:cubicBezTo>
                    <a:pt x="1127" y="0"/>
                    <a:pt x="1120" y="0"/>
                    <a:pt x="1113" y="0"/>
                  </a:cubicBezTo>
                  <a:cubicBezTo>
                    <a:pt x="363" y="0"/>
                    <a:pt x="0" y="883"/>
                    <a:pt x="521" y="1416"/>
                  </a:cubicBezTo>
                  <a:cubicBezTo>
                    <a:pt x="691" y="1583"/>
                    <a:pt x="899" y="1657"/>
                    <a:pt x="1101" y="1657"/>
                  </a:cubicBezTo>
                  <a:cubicBezTo>
                    <a:pt x="1529" y="1657"/>
                    <a:pt x="1936" y="1324"/>
                    <a:pt x="1936" y="823"/>
                  </a:cubicBezTo>
                  <a:cubicBezTo>
                    <a:pt x="1936" y="370"/>
                    <a:pt x="1573" y="0"/>
                    <a:pt x="1134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36" name="Google Shape;3636;p65"/>
            <p:cNvSpPr/>
            <p:nvPr/>
          </p:nvSpPr>
          <p:spPr>
            <a:xfrm>
              <a:off x="4906250" y="2323200"/>
              <a:ext cx="171500" cy="146925"/>
            </a:xfrm>
            <a:custGeom>
              <a:avLst/>
              <a:gdLst/>
              <a:ahLst/>
              <a:cxnLst/>
              <a:rect l="l" t="t" r="r" b="b"/>
              <a:pathLst>
                <a:path w="6860" h="5877" extrusionOk="0">
                  <a:moveTo>
                    <a:pt x="3909" y="0"/>
                  </a:moveTo>
                  <a:cubicBezTo>
                    <a:pt x="3187" y="0"/>
                    <a:pt x="2451" y="269"/>
                    <a:pt x="1852" y="868"/>
                  </a:cubicBezTo>
                  <a:cubicBezTo>
                    <a:pt x="1" y="2719"/>
                    <a:pt x="1307" y="5876"/>
                    <a:pt x="3920" y="5876"/>
                  </a:cubicBezTo>
                  <a:cubicBezTo>
                    <a:pt x="5541" y="5876"/>
                    <a:pt x="6848" y="4558"/>
                    <a:pt x="6860" y="2937"/>
                  </a:cubicBezTo>
                  <a:cubicBezTo>
                    <a:pt x="6860" y="1170"/>
                    <a:pt x="5416" y="0"/>
                    <a:pt x="3909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37" name="Google Shape;3637;p65"/>
            <p:cNvSpPr/>
            <p:nvPr/>
          </p:nvSpPr>
          <p:spPr>
            <a:xfrm>
              <a:off x="4961600" y="2353950"/>
              <a:ext cx="85300" cy="85325"/>
            </a:xfrm>
            <a:custGeom>
              <a:avLst/>
              <a:gdLst/>
              <a:ahLst/>
              <a:cxnLst/>
              <a:rect l="l" t="t" r="r" b="b"/>
              <a:pathLst>
                <a:path w="3412" h="3413" extrusionOk="0">
                  <a:moveTo>
                    <a:pt x="1706" y="1"/>
                  </a:moveTo>
                  <a:cubicBezTo>
                    <a:pt x="763" y="1"/>
                    <a:pt x="1" y="763"/>
                    <a:pt x="1" y="1707"/>
                  </a:cubicBezTo>
                  <a:cubicBezTo>
                    <a:pt x="1" y="2650"/>
                    <a:pt x="763" y="3412"/>
                    <a:pt x="1706" y="3412"/>
                  </a:cubicBezTo>
                  <a:cubicBezTo>
                    <a:pt x="2650" y="3412"/>
                    <a:pt x="3412" y="2650"/>
                    <a:pt x="3412" y="1707"/>
                  </a:cubicBezTo>
                  <a:cubicBezTo>
                    <a:pt x="3412" y="763"/>
                    <a:pt x="2650" y="1"/>
                    <a:pt x="1706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38" name="Google Shape;3638;p65"/>
            <p:cNvSpPr/>
            <p:nvPr/>
          </p:nvSpPr>
          <p:spPr>
            <a:xfrm>
              <a:off x="4807075" y="1778150"/>
              <a:ext cx="120375" cy="103150"/>
            </a:xfrm>
            <a:custGeom>
              <a:avLst/>
              <a:gdLst/>
              <a:ahLst/>
              <a:cxnLst/>
              <a:rect l="l" t="t" r="r" b="b"/>
              <a:pathLst>
                <a:path w="4815" h="4126" extrusionOk="0">
                  <a:moveTo>
                    <a:pt x="2742" y="1"/>
                  </a:moveTo>
                  <a:cubicBezTo>
                    <a:pt x="2238" y="1"/>
                    <a:pt x="1724" y="188"/>
                    <a:pt x="1307" y="606"/>
                  </a:cubicBezTo>
                  <a:cubicBezTo>
                    <a:pt x="0" y="1912"/>
                    <a:pt x="919" y="4126"/>
                    <a:pt x="2758" y="4126"/>
                  </a:cubicBezTo>
                  <a:cubicBezTo>
                    <a:pt x="3895" y="4114"/>
                    <a:pt x="4815" y="3194"/>
                    <a:pt x="4815" y="2069"/>
                  </a:cubicBezTo>
                  <a:cubicBezTo>
                    <a:pt x="4815" y="824"/>
                    <a:pt x="3799" y="1"/>
                    <a:pt x="2742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39" name="Google Shape;3639;p65"/>
            <p:cNvSpPr/>
            <p:nvPr/>
          </p:nvSpPr>
          <p:spPr>
            <a:xfrm>
              <a:off x="4848200" y="1809000"/>
              <a:ext cx="48400" cy="41525"/>
            </a:xfrm>
            <a:custGeom>
              <a:avLst/>
              <a:gdLst/>
              <a:ahLst/>
              <a:cxnLst/>
              <a:rect l="l" t="t" r="r" b="b"/>
              <a:pathLst>
                <a:path w="1936" h="1661" extrusionOk="0">
                  <a:moveTo>
                    <a:pt x="1113" y="1"/>
                  </a:moveTo>
                  <a:cubicBezTo>
                    <a:pt x="375" y="1"/>
                    <a:pt x="0" y="896"/>
                    <a:pt x="520" y="1416"/>
                  </a:cubicBezTo>
                  <a:cubicBezTo>
                    <a:pt x="689" y="1585"/>
                    <a:pt x="898" y="1661"/>
                    <a:pt x="1103" y="1661"/>
                  </a:cubicBezTo>
                  <a:cubicBezTo>
                    <a:pt x="1528" y="1661"/>
                    <a:pt x="1936" y="1333"/>
                    <a:pt x="1936" y="835"/>
                  </a:cubicBezTo>
                  <a:cubicBezTo>
                    <a:pt x="1936" y="376"/>
                    <a:pt x="1573" y="1"/>
                    <a:pt x="111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40" name="Google Shape;3640;p65"/>
            <p:cNvSpPr/>
            <p:nvPr/>
          </p:nvSpPr>
          <p:spPr>
            <a:xfrm>
              <a:off x="6138625" y="1702250"/>
              <a:ext cx="120375" cy="103150"/>
            </a:xfrm>
            <a:custGeom>
              <a:avLst/>
              <a:gdLst/>
              <a:ahLst/>
              <a:cxnLst/>
              <a:rect l="l" t="t" r="r" b="b"/>
              <a:pathLst>
                <a:path w="4815" h="4126" extrusionOk="0">
                  <a:moveTo>
                    <a:pt x="2742" y="0"/>
                  </a:moveTo>
                  <a:cubicBezTo>
                    <a:pt x="2238" y="0"/>
                    <a:pt x="1724" y="187"/>
                    <a:pt x="1307" y="605"/>
                  </a:cubicBezTo>
                  <a:cubicBezTo>
                    <a:pt x="0" y="1912"/>
                    <a:pt x="920" y="4125"/>
                    <a:pt x="2758" y="4125"/>
                  </a:cubicBezTo>
                  <a:cubicBezTo>
                    <a:pt x="3895" y="4113"/>
                    <a:pt x="4815" y="3194"/>
                    <a:pt x="4815" y="2069"/>
                  </a:cubicBezTo>
                  <a:cubicBezTo>
                    <a:pt x="4815" y="824"/>
                    <a:pt x="3800" y="0"/>
                    <a:pt x="274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41" name="Google Shape;3641;p65"/>
            <p:cNvSpPr/>
            <p:nvPr/>
          </p:nvSpPr>
          <p:spPr>
            <a:xfrm>
              <a:off x="6179750" y="1733100"/>
              <a:ext cx="48400" cy="41525"/>
            </a:xfrm>
            <a:custGeom>
              <a:avLst/>
              <a:gdLst/>
              <a:ahLst/>
              <a:cxnLst/>
              <a:rect l="l" t="t" r="r" b="b"/>
              <a:pathLst>
                <a:path w="1936" h="1661" extrusionOk="0">
                  <a:moveTo>
                    <a:pt x="1113" y="0"/>
                  </a:moveTo>
                  <a:cubicBezTo>
                    <a:pt x="375" y="0"/>
                    <a:pt x="0" y="895"/>
                    <a:pt x="520" y="1416"/>
                  </a:cubicBezTo>
                  <a:cubicBezTo>
                    <a:pt x="693" y="1585"/>
                    <a:pt x="903" y="1660"/>
                    <a:pt x="1108" y="1660"/>
                  </a:cubicBezTo>
                  <a:cubicBezTo>
                    <a:pt x="1533" y="1660"/>
                    <a:pt x="1936" y="1333"/>
                    <a:pt x="1936" y="835"/>
                  </a:cubicBezTo>
                  <a:cubicBezTo>
                    <a:pt x="1936" y="375"/>
                    <a:pt x="1573" y="0"/>
                    <a:pt x="1113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42" name="Google Shape;3642;p65"/>
            <p:cNvSpPr/>
            <p:nvPr/>
          </p:nvSpPr>
          <p:spPr>
            <a:xfrm>
              <a:off x="3911000" y="2124650"/>
              <a:ext cx="147000" cy="125900"/>
            </a:xfrm>
            <a:custGeom>
              <a:avLst/>
              <a:gdLst/>
              <a:ahLst/>
              <a:cxnLst/>
              <a:rect l="l" t="t" r="r" b="b"/>
              <a:pathLst>
                <a:path w="5880" h="5036" extrusionOk="0">
                  <a:moveTo>
                    <a:pt x="3345" y="0"/>
                  </a:moveTo>
                  <a:cubicBezTo>
                    <a:pt x="2727" y="0"/>
                    <a:pt x="2097" y="229"/>
                    <a:pt x="1585" y="741"/>
                  </a:cubicBezTo>
                  <a:cubicBezTo>
                    <a:pt x="0" y="2326"/>
                    <a:pt x="1125" y="5036"/>
                    <a:pt x="3363" y="5036"/>
                  </a:cubicBezTo>
                  <a:cubicBezTo>
                    <a:pt x="4754" y="5036"/>
                    <a:pt x="5879" y="3911"/>
                    <a:pt x="5879" y="2520"/>
                  </a:cubicBezTo>
                  <a:cubicBezTo>
                    <a:pt x="5879" y="1005"/>
                    <a:pt x="4638" y="0"/>
                    <a:pt x="3345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43" name="Google Shape;3643;p65"/>
            <p:cNvSpPr/>
            <p:nvPr/>
          </p:nvSpPr>
          <p:spPr>
            <a:xfrm>
              <a:off x="3952125" y="2155575"/>
              <a:ext cx="75325" cy="64275"/>
            </a:xfrm>
            <a:custGeom>
              <a:avLst/>
              <a:gdLst/>
              <a:ahLst/>
              <a:cxnLst/>
              <a:rect l="l" t="t" r="r" b="b"/>
              <a:pathLst>
                <a:path w="3013" h="2571" extrusionOk="0">
                  <a:moveTo>
                    <a:pt x="1718" y="0"/>
                  </a:moveTo>
                  <a:cubicBezTo>
                    <a:pt x="569" y="0"/>
                    <a:pt x="0" y="1379"/>
                    <a:pt x="811" y="2190"/>
                  </a:cubicBezTo>
                  <a:cubicBezTo>
                    <a:pt x="1074" y="2453"/>
                    <a:pt x="1398" y="2571"/>
                    <a:pt x="1715" y="2571"/>
                  </a:cubicBezTo>
                  <a:cubicBezTo>
                    <a:pt x="2377" y="2571"/>
                    <a:pt x="3013" y="2059"/>
                    <a:pt x="3013" y="1283"/>
                  </a:cubicBezTo>
                  <a:cubicBezTo>
                    <a:pt x="3013" y="581"/>
                    <a:pt x="2432" y="0"/>
                    <a:pt x="1718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44" name="Google Shape;3644;p65"/>
            <p:cNvSpPr/>
            <p:nvPr/>
          </p:nvSpPr>
          <p:spPr>
            <a:xfrm>
              <a:off x="3674500" y="2074000"/>
              <a:ext cx="120100" cy="103075"/>
            </a:xfrm>
            <a:custGeom>
              <a:avLst/>
              <a:gdLst/>
              <a:ahLst/>
              <a:cxnLst/>
              <a:rect l="l" t="t" r="r" b="b"/>
              <a:pathLst>
                <a:path w="4804" h="4123" extrusionOk="0">
                  <a:moveTo>
                    <a:pt x="2738" y="1"/>
                  </a:moveTo>
                  <a:cubicBezTo>
                    <a:pt x="2231" y="1"/>
                    <a:pt x="1715" y="191"/>
                    <a:pt x="1295" y="614"/>
                  </a:cubicBezTo>
                  <a:cubicBezTo>
                    <a:pt x="1" y="1909"/>
                    <a:pt x="920" y="4122"/>
                    <a:pt x="2747" y="4122"/>
                  </a:cubicBezTo>
                  <a:cubicBezTo>
                    <a:pt x="3884" y="4122"/>
                    <a:pt x="4803" y="3203"/>
                    <a:pt x="4803" y="2066"/>
                  </a:cubicBezTo>
                  <a:cubicBezTo>
                    <a:pt x="4803" y="824"/>
                    <a:pt x="3793" y="1"/>
                    <a:pt x="2738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45" name="Google Shape;3645;p65"/>
            <p:cNvSpPr/>
            <p:nvPr/>
          </p:nvSpPr>
          <p:spPr>
            <a:xfrm>
              <a:off x="3722600" y="2104775"/>
              <a:ext cx="41450" cy="4145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23" y="0"/>
                  </a:moveTo>
                  <a:cubicBezTo>
                    <a:pt x="363" y="0"/>
                    <a:pt x="0" y="375"/>
                    <a:pt x="0" y="835"/>
                  </a:cubicBezTo>
                  <a:cubicBezTo>
                    <a:pt x="0" y="1295"/>
                    <a:pt x="363" y="1657"/>
                    <a:pt x="823" y="1657"/>
                  </a:cubicBezTo>
                  <a:cubicBezTo>
                    <a:pt x="1282" y="1657"/>
                    <a:pt x="1657" y="1295"/>
                    <a:pt x="1657" y="835"/>
                  </a:cubicBezTo>
                  <a:cubicBezTo>
                    <a:pt x="1657" y="375"/>
                    <a:pt x="1282" y="0"/>
                    <a:pt x="823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46" name="Google Shape;3646;p65"/>
            <p:cNvSpPr/>
            <p:nvPr/>
          </p:nvSpPr>
          <p:spPr>
            <a:xfrm>
              <a:off x="3946975" y="1455775"/>
              <a:ext cx="120400" cy="103150"/>
            </a:xfrm>
            <a:custGeom>
              <a:avLst/>
              <a:gdLst/>
              <a:ahLst/>
              <a:cxnLst/>
              <a:rect l="l" t="t" r="r" b="b"/>
              <a:pathLst>
                <a:path w="4816" h="4126" extrusionOk="0">
                  <a:moveTo>
                    <a:pt x="2739" y="0"/>
                  </a:moveTo>
                  <a:cubicBezTo>
                    <a:pt x="2233" y="0"/>
                    <a:pt x="1717" y="188"/>
                    <a:pt x="1295" y="605"/>
                  </a:cubicBezTo>
                  <a:cubicBezTo>
                    <a:pt x="1" y="1900"/>
                    <a:pt x="920" y="4126"/>
                    <a:pt x="2759" y="4126"/>
                  </a:cubicBezTo>
                  <a:cubicBezTo>
                    <a:pt x="3884" y="4113"/>
                    <a:pt x="4803" y="3206"/>
                    <a:pt x="4815" y="2069"/>
                  </a:cubicBezTo>
                  <a:cubicBezTo>
                    <a:pt x="4815" y="824"/>
                    <a:pt x="3800" y="0"/>
                    <a:pt x="2739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47" name="Google Shape;3647;p65"/>
            <p:cNvSpPr/>
            <p:nvPr/>
          </p:nvSpPr>
          <p:spPr>
            <a:xfrm>
              <a:off x="3988200" y="1486925"/>
              <a:ext cx="48325" cy="41350"/>
            </a:xfrm>
            <a:custGeom>
              <a:avLst/>
              <a:gdLst/>
              <a:ahLst/>
              <a:cxnLst/>
              <a:rect l="l" t="t" r="r" b="b"/>
              <a:pathLst>
                <a:path w="1933" h="1654" extrusionOk="0">
                  <a:moveTo>
                    <a:pt x="1131" y="0"/>
                  </a:moveTo>
                  <a:cubicBezTo>
                    <a:pt x="1124" y="0"/>
                    <a:pt x="1117" y="0"/>
                    <a:pt x="1110" y="1"/>
                  </a:cubicBezTo>
                  <a:cubicBezTo>
                    <a:pt x="1105" y="0"/>
                    <a:pt x="1100" y="0"/>
                    <a:pt x="1095" y="0"/>
                  </a:cubicBezTo>
                  <a:cubicBezTo>
                    <a:pt x="367" y="0"/>
                    <a:pt x="0" y="887"/>
                    <a:pt x="517" y="1404"/>
                  </a:cubicBezTo>
                  <a:cubicBezTo>
                    <a:pt x="686" y="1577"/>
                    <a:pt x="895" y="1654"/>
                    <a:pt x="1100" y="1654"/>
                  </a:cubicBezTo>
                  <a:cubicBezTo>
                    <a:pt x="1525" y="1654"/>
                    <a:pt x="1932" y="1321"/>
                    <a:pt x="1932" y="823"/>
                  </a:cubicBezTo>
                  <a:cubicBezTo>
                    <a:pt x="1932" y="371"/>
                    <a:pt x="1569" y="0"/>
                    <a:pt x="1131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48" name="Google Shape;3648;p65"/>
            <p:cNvSpPr/>
            <p:nvPr/>
          </p:nvSpPr>
          <p:spPr>
            <a:xfrm>
              <a:off x="3695075" y="1819575"/>
              <a:ext cx="120075" cy="103150"/>
            </a:xfrm>
            <a:custGeom>
              <a:avLst/>
              <a:gdLst/>
              <a:ahLst/>
              <a:cxnLst/>
              <a:rect l="l" t="t" r="r" b="b"/>
              <a:pathLst>
                <a:path w="4803" h="4126" extrusionOk="0">
                  <a:moveTo>
                    <a:pt x="2730" y="1"/>
                  </a:moveTo>
                  <a:cubicBezTo>
                    <a:pt x="2226" y="1"/>
                    <a:pt x="1712" y="188"/>
                    <a:pt x="1295" y="606"/>
                  </a:cubicBezTo>
                  <a:cubicBezTo>
                    <a:pt x="0" y="1912"/>
                    <a:pt x="920" y="4126"/>
                    <a:pt x="2758" y="4126"/>
                  </a:cubicBezTo>
                  <a:cubicBezTo>
                    <a:pt x="3883" y="4114"/>
                    <a:pt x="4803" y="3195"/>
                    <a:pt x="4803" y="2070"/>
                  </a:cubicBezTo>
                  <a:cubicBezTo>
                    <a:pt x="4803" y="824"/>
                    <a:pt x="3787" y="1"/>
                    <a:pt x="2730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49" name="Google Shape;3649;p65"/>
            <p:cNvSpPr/>
            <p:nvPr/>
          </p:nvSpPr>
          <p:spPr>
            <a:xfrm>
              <a:off x="3743150" y="1850425"/>
              <a:ext cx="41450" cy="41475"/>
            </a:xfrm>
            <a:custGeom>
              <a:avLst/>
              <a:gdLst/>
              <a:ahLst/>
              <a:cxnLst/>
              <a:rect l="l" t="t" r="r" b="b"/>
              <a:pathLst>
                <a:path w="1658" h="1659" extrusionOk="0">
                  <a:moveTo>
                    <a:pt x="823" y="1"/>
                  </a:moveTo>
                  <a:cubicBezTo>
                    <a:pt x="376" y="1"/>
                    <a:pt x="1" y="376"/>
                    <a:pt x="1" y="836"/>
                  </a:cubicBezTo>
                  <a:cubicBezTo>
                    <a:pt x="1" y="1295"/>
                    <a:pt x="376" y="1658"/>
                    <a:pt x="823" y="1658"/>
                  </a:cubicBezTo>
                  <a:cubicBezTo>
                    <a:pt x="1283" y="1658"/>
                    <a:pt x="1658" y="1295"/>
                    <a:pt x="1658" y="836"/>
                  </a:cubicBezTo>
                  <a:cubicBezTo>
                    <a:pt x="1658" y="376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50" name="Google Shape;3650;p65"/>
            <p:cNvSpPr/>
            <p:nvPr/>
          </p:nvSpPr>
          <p:spPr>
            <a:xfrm>
              <a:off x="2320275" y="1902450"/>
              <a:ext cx="120075" cy="103150"/>
            </a:xfrm>
            <a:custGeom>
              <a:avLst/>
              <a:gdLst/>
              <a:ahLst/>
              <a:cxnLst/>
              <a:rect l="l" t="t" r="r" b="b"/>
              <a:pathLst>
                <a:path w="4803" h="4126" extrusionOk="0">
                  <a:moveTo>
                    <a:pt x="2730" y="0"/>
                  </a:moveTo>
                  <a:cubicBezTo>
                    <a:pt x="2226" y="0"/>
                    <a:pt x="1712" y="187"/>
                    <a:pt x="1295" y="605"/>
                  </a:cubicBezTo>
                  <a:cubicBezTo>
                    <a:pt x="0" y="1912"/>
                    <a:pt x="920" y="4125"/>
                    <a:pt x="2758" y="4125"/>
                  </a:cubicBezTo>
                  <a:cubicBezTo>
                    <a:pt x="3883" y="4113"/>
                    <a:pt x="4803" y="3194"/>
                    <a:pt x="4803" y="2069"/>
                  </a:cubicBezTo>
                  <a:cubicBezTo>
                    <a:pt x="4803" y="824"/>
                    <a:pt x="3788" y="0"/>
                    <a:pt x="2730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51" name="Google Shape;3651;p65"/>
            <p:cNvSpPr/>
            <p:nvPr/>
          </p:nvSpPr>
          <p:spPr>
            <a:xfrm>
              <a:off x="2368350" y="1933300"/>
              <a:ext cx="41450" cy="4145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0"/>
                  </a:moveTo>
                  <a:cubicBezTo>
                    <a:pt x="376" y="0"/>
                    <a:pt x="1" y="375"/>
                    <a:pt x="1" y="835"/>
                  </a:cubicBezTo>
                  <a:cubicBezTo>
                    <a:pt x="1" y="1295"/>
                    <a:pt x="376" y="1658"/>
                    <a:pt x="835" y="1658"/>
                  </a:cubicBezTo>
                  <a:cubicBezTo>
                    <a:pt x="1295" y="1658"/>
                    <a:pt x="1658" y="1295"/>
                    <a:pt x="1658" y="835"/>
                  </a:cubicBezTo>
                  <a:cubicBezTo>
                    <a:pt x="1658" y="375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52" name="Google Shape;3652;p65"/>
            <p:cNvSpPr/>
            <p:nvPr/>
          </p:nvSpPr>
          <p:spPr>
            <a:xfrm>
              <a:off x="2371375" y="1149525"/>
              <a:ext cx="120100" cy="103050"/>
            </a:xfrm>
            <a:custGeom>
              <a:avLst/>
              <a:gdLst/>
              <a:ahLst/>
              <a:cxnLst/>
              <a:rect l="l" t="t" r="r" b="b"/>
              <a:pathLst>
                <a:path w="4804" h="4122" extrusionOk="0">
                  <a:moveTo>
                    <a:pt x="2738" y="0"/>
                  </a:moveTo>
                  <a:cubicBezTo>
                    <a:pt x="2231" y="0"/>
                    <a:pt x="1715" y="190"/>
                    <a:pt x="1295" y="614"/>
                  </a:cubicBezTo>
                  <a:cubicBezTo>
                    <a:pt x="1" y="1908"/>
                    <a:pt x="920" y="4122"/>
                    <a:pt x="2747" y="4122"/>
                  </a:cubicBezTo>
                  <a:cubicBezTo>
                    <a:pt x="3884" y="4122"/>
                    <a:pt x="4803" y="3202"/>
                    <a:pt x="4803" y="2065"/>
                  </a:cubicBezTo>
                  <a:cubicBezTo>
                    <a:pt x="4803" y="823"/>
                    <a:pt x="3793" y="0"/>
                    <a:pt x="2738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53" name="Google Shape;3653;p65"/>
            <p:cNvSpPr/>
            <p:nvPr/>
          </p:nvSpPr>
          <p:spPr>
            <a:xfrm>
              <a:off x="2419475" y="1180275"/>
              <a:ext cx="41450" cy="4145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23" y="0"/>
                  </a:moveTo>
                  <a:cubicBezTo>
                    <a:pt x="363" y="0"/>
                    <a:pt x="0" y="375"/>
                    <a:pt x="0" y="835"/>
                  </a:cubicBezTo>
                  <a:cubicBezTo>
                    <a:pt x="0" y="1295"/>
                    <a:pt x="363" y="1658"/>
                    <a:pt x="823" y="1658"/>
                  </a:cubicBezTo>
                  <a:cubicBezTo>
                    <a:pt x="1282" y="1658"/>
                    <a:pt x="1657" y="1295"/>
                    <a:pt x="1657" y="835"/>
                  </a:cubicBezTo>
                  <a:cubicBezTo>
                    <a:pt x="1657" y="375"/>
                    <a:pt x="1282" y="0"/>
                    <a:pt x="823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54" name="Google Shape;3654;p65"/>
            <p:cNvSpPr/>
            <p:nvPr/>
          </p:nvSpPr>
          <p:spPr>
            <a:xfrm>
              <a:off x="1965525" y="743275"/>
              <a:ext cx="120100" cy="102850"/>
            </a:xfrm>
            <a:custGeom>
              <a:avLst/>
              <a:gdLst/>
              <a:ahLst/>
              <a:cxnLst/>
              <a:rect l="l" t="t" r="r" b="b"/>
              <a:pathLst>
                <a:path w="4804" h="4114" extrusionOk="0">
                  <a:moveTo>
                    <a:pt x="2731" y="0"/>
                  </a:moveTo>
                  <a:cubicBezTo>
                    <a:pt x="2227" y="0"/>
                    <a:pt x="1713" y="188"/>
                    <a:pt x="1295" y="605"/>
                  </a:cubicBezTo>
                  <a:cubicBezTo>
                    <a:pt x="1" y="1900"/>
                    <a:pt x="920" y="4114"/>
                    <a:pt x="2747" y="4114"/>
                  </a:cubicBezTo>
                  <a:cubicBezTo>
                    <a:pt x="3884" y="4114"/>
                    <a:pt x="4803" y="3194"/>
                    <a:pt x="4803" y="2069"/>
                  </a:cubicBezTo>
                  <a:cubicBezTo>
                    <a:pt x="4803" y="824"/>
                    <a:pt x="3788" y="0"/>
                    <a:pt x="2731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55" name="Google Shape;3655;p65"/>
            <p:cNvSpPr/>
            <p:nvPr/>
          </p:nvSpPr>
          <p:spPr>
            <a:xfrm>
              <a:off x="2013325" y="774125"/>
              <a:ext cx="41450" cy="4145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1"/>
                  </a:moveTo>
                  <a:cubicBezTo>
                    <a:pt x="375" y="1"/>
                    <a:pt x="0" y="376"/>
                    <a:pt x="0" y="823"/>
                  </a:cubicBezTo>
                  <a:cubicBezTo>
                    <a:pt x="0" y="1283"/>
                    <a:pt x="375" y="1658"/>
                    <a:pt x="835" y="1658"/>
                  </a:cubicBezTo>
                  <a:cubicBezTo>
                    <a:pt x="1294" y="1658"/>
                    <a:pt x="1657" y="1283"/>
                    <a:pt x="1657" y="823"/>
                  </a:cubicBezTo>
                  <a:cubicBezTo>
                    <a:pt x="1657" y="376"/>
                    <a:pt x="1294" y="1"/>
                    <a:pt x="835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56" name="Google Shape;3656;p65"/>
            <p:cNvSpPr/>
            <p:nvPr/>
          </p:nvSpPr>
          <p:spPr>
            <a:xfrm>
              <a:off x="1650400" y="859700"/>
              <a:ext cx="120100" cy="103150"/>
            </a:xfrm>
            <a:custGeom>
              <a:avLst/>
              <a:gdLst/>
              <a:ahLst/>
              <a:cxnLst/>
              <a:rect l="l" t="t" r="r" b="b"/>
              <a:pathLst>
                <a:path w="4804" h="4126" extrusionOk="0">
                  <a:moveTo>
                    <a:pt x="2731" y="1"/>
                  </a:moveTo>
                  <a:cubicBezTo>
                    <a:pt x="2227" y="1"/>
                    <a:pt x="1713" y="188"/>
                    <a:pt x="1295" y="606"/>
                  </a:cubicBezTo>
                  <a:cubicBezTo>
                    <a:pt x="1" y="1900"/>
                    <a:pt x="908" y="4114"/>
                    <a:pt x="2747" y="4126"/>
                  </a:cubicBezTo>
                  <a:cubicBezTo>
                    <a:pt x="3884" y="4114"/>
                    <a:pt x="4803" y="3194"/>
                    <a:pt x="4803" y="2069"/>
                  </a:cubicBezTo>
                  <a:cubicBezTo>
                    <a:pt x="4803" y="824"/>
                    <a:pt x="3788" y="1"/>
                    <a:pt x="2731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57" name="Google Shape;3657;p65"/>
            <p:cNvSpPr/>
            <p:nvPr/>
          </p:nvSpPr>
          <p:spPr>
            <a:xfrm>
              <a:off x="1698200" y="890550"/>
              <a:ext cx="41450" cy="41475"/>
            </a:xfrm>
            <a:custGeom>
              <a:avLst/>
              <a:gdLst/>
              <a:ahLst/>
              <a:cxnLst/>
              <a:rect l="l" t="t" r="r" b="b"/>
              <a:pathLst>
                <a:path w="1658" h="1659" extrusionOk="0">
                  <a:moveTo>
                    <a:pt x="835" y="1"/>
                  </a:moveTo>
                  <a:cubicBezTo>
                    <a:pt x="375" y="1"/>
                    <a:pt x="0" y="376"/>
                    <a:pt x="0" y="835"/>
                  </a:cubicBezTo>
                  <a:cubicBezTo>
                    <a:pt x="0" y="1283"/>
                    <a:pt x="375" y="1658"/>
                    <a:pt x="835" y="1658"/>
                  </a:cubicBezTo>
                  <a:cubicBezTo>
                    <a:pt x="1295" y="1658"/>
                    <a:pt x="1657" y="1283"/>
                    <a:pt x="1657" y="835"/>
                  </a:cubicBezTo>
                  <a:cubicBezTo>
                    <a:pt x="1657" y="376"/>
                    <a:pt x="1295" y="1"/>
                    <a:pt x="835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58" name="Google Shape;3658;p65"/>
            <p:cNvSpPr/>
            <p:nvPr/>
          </p:nvSpPr>
          <p:spPr>
            <a:xfrm>
              <a:off x="1564225" y="1128850"/>
              <a:ext cx="120075" cy="102850"/>
            </a:xfrm>
            <a:custGeom>
              <a:avLst/>
              <a:gdLst/>
              <a:ahLst/>
              <a:cxnLst/>
              <a:rect l="l" t="t" r="r" b="b"/>
              <a:pathLst>
                <a:path w="4803" h="4114" extrusionOk="0">
                  <a:moveTo>
                    <a:pt x="2732" y="0"/>
                  </a:moveTo>
                  <a:cubicBezTo>
                    <a:pt x="2227" y="0"/>
                    <a:pt x="1713" y="188"/>
                    <a:pt x="1295" y="606"/>
                  </a:cubicBezTo>
                  <a:cubicBezTo>
                    <a:pt x="0" y="1900"/>
                    <a:pt x="908" y="4114"/>
                    <a:pt x="2746" y="4114"/>
                  </a:cubicBezTo>
                  <a:cubicBezTo>
                    <a:pt x="3883" y="4114"/>
                    <a:pt x="4803" y="3195"/>
                    <a:pt x="4803" y="2057"/>
                  </a:cubicBezTo>
                  <a:cubicBezTo>
                    <a:pt x="4803" y="821"/>
                    <a:pt x="3789" y="0"/>
                    <a:pt x="273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59" name="Google Shape;3659;p65"/>
            <p:cNvSpPr/>
            <p:nvPr/>
          </p:nvSpPr>
          <p:spPr>
            <a:xfrm>
              <a:off x="1612000" y="1159700"/>
              <a:ext cx="41450" cy="41475"/>
            </a:xfrm>
            <a:custGeom>
              <a:avLst/>
              <a:gdLst/>
              <a:ahLst/>
              <a:cxnLst/>
              <a:rect l="l" t="t" r="r" b="b"/>
              <a:pathLst>
                <a:path w="1658" h="1659" extrusionOk="0">
                  <a:moveTo>
                    <a:pt x="835" y="1"/>
                  </a:moveTo>
                  <a:cubicBezTo>
                    <a:pt x="376" y="1"/>
                    <a:pt x="1" y="376"/>
                    <a:pt x="1" y="823"/>
                  </a:cubicBezTo>
                  <a:cubicBezTo>
                    <a:pt x="1" y="1283"/>
                    <a:pt x="376" y="1658"/>
                    <a:pt x="835" y="1658"/>
                  </a:cubicBezTo>
                  <a:cubicBezTo>
                    <a:pt x="1295" y="1658"/>
                    <a:pt x="1658" y="1283"/>
                    <a:pt x="1658" y="823"/>
                  </a:cubicBezTo>
                  <a:cubicBezTo>
                    <a:pt x="1658" y="376"/>
                    <a:pt x="1295" y="1"/>
                    <a:pt x="835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60" name="Google Shape;3660;p65"/>
            <p:cNvSpPr/>
            <p:nvPr/>
          </p:nvSpPr>
          <p:spPr>
            <a:xfrm>
              <a:off x="1259375" y="1031175"/>
              <a:ext cx="120100" cy="102850"/>
            </a:xfrm>
            <a:custGeom>
              <a:avLst/>
              <a:gdLst/>
              <a:ahLst/>
              <a:cxnLst/>
              <a:rect l="l" t="t" r="r" b="b"/>
              <a:pathLst>
                <a:path w="4804" h="4114" extrusionOk="0">
                  <a:moveTo>
                    <a:pt x="2732" y="0"/>
                  </a:moveTo>
                  <a:cubicBezTo>
                    <a:pt x="2228" y="0"/>
                    <a:pt x="1713" y="187"/>
                    <a:pt x="1295" y="606"/>
                  </a:cubicBezTo>
                  <a:cubicBezTo>
                    <a:pt x="1" y="1900"/>
                    <a:pt x="908" y="4114"/>
                    <a:pt x="2747" y="4114"/>
                  </a:cubicBezTo>
                  <a:cubicBezTo>
                    <a:pt x="3872" y="4114"/>
                    <a:pt x="4803" y="3194"/>
                    <a:pt x="4803" y="2057"/>
                  </a:cubicBezTo>
                  <a:cubicBezTo>
                    <a:pt x="4803" y="821"/>
                    <a:pt x="3789" y="0"/>
                    <a:pt x="273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61" name="Google Shape;3661;p65"/>
            <p:cNvSpPr/>
            <p:nvPr/>
          </p:nvSpPr>
          <p:spPr>
            <a:xfrm>
              <a:off x="1307175" y="1062025"/>
              <a:ext cx="41450" cy="4145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1"/>
                  </a:moveTo>
                  <a:cubicBezTo>
                    <a:pt x="375" y="1"/>
                    <a:pt x="0" y="364"/>
                    <a:pt x="0" y="823"/>
                  </a:cubicBezTo>
                  <a:cubicBezTo>
                    <a:pt x="0" y="1283"/>
                    <a:pt x="375" y="1658"/>
                    <a:pt x="835" y="1658"/>
                  </a:cubicBezTo>
                  <a:cubicBezTo>
                    <a:pt x="1282" y="1658"/>
                    <a:pt x="1657" y="1283"/>
                    <a:pt x="1657" y="823"/>
                  </a:cubicBezTo>
                  <a:cubicBezTo>
                    <a:pt x="1657" y="364"/>
                    <a:pt x="1282" y="1"/>
                    <a:pt x="835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62" name="Google Shape;3662;p65"/>
            <p:cNvSpPr/>
            <p:nvPr/>
          </p:nvSpPr>
          <p:spPr>
            <a:xfrm>
              <a:off x="1437800" y="1312050"/>
              <a:ext cx="120100" cy="102925"/>
            </a:xfrm>
            <a:custGeom>
              <a:avLst/>
              <a:gdLst/>
              <a:ahLst/>
              <a:cxnLst/>
              <a:rect l="l" t="t" r="r" b="b"/>
              <a:pathLst>
                <a:path w="4804" h="4117" extrusionOk="0">
                  <a:moveTo>
                    <a:pt x="2726" y="1"/>
                  </a:moveTo>
                  <a:cubicBezTo>
                    <a:pt x="2219" y="1"/>
                    <a:pt x="1703" y="189"/>
                    <a:pt x="1283" y="608"/>
                  </a:cubicBezTo>
                  <a:cubicBezTo>
                    <a:pt x="1" y="1903"/>
                    <a:pt x="908" y="4117"/>
                    <a:pt x="2747" y="4117"/>
                  </a:cubicBezTo>
                  <a:cubicBezTo>
                    <a:pt x="3872" y="4104"/>
                    <a:pt x="4791" y="3185"/>
                    <a:pt x="4803" y="2060"/>
                  </a:cubicBezTo>
                  <a:cubicBezTo>
                    <a:pt x="4795" y="818"/>
                    <a:pt x="3782" y="1"/>
                    <a:pt x="2726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63" name="Google Shape;3663;p65"/>
            <p:cNvSpPr/>
            <p:nvPr/>
          </p:nvSpPr>
          <p:spPr>
            <a:xfrm>
              <a:off x="1485600" y="1342675"/>
              <a:ext cx="41450" cy="4145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0"/>
                  </a:moveTo>
                  <a:cubicBezTo>
                    <a:pt x="375" y="0"/>
                    <a:pt x="0" y="375"/>
                    <a:pt x="0" y="835"/>
                  </a:cubicBezTo>
                  <a:cubicBezTo>
                    <a:pt x="0" y="1295"/>
                    <a:pt x="375" y="1658"/>
                    <a:pt x="835" y="1658"/>
                  </a:cubicBezTo>
                  <a:cubicBezTo>
                    <a:pt x="1282" y="1658"/>
                    <a:pt x="1657" y="1295"/>
                    <a:pt x="1657" y="835"/>
                  </a:cubicBezTo>
                  <a:cubicBezTo>
                    <a:pt x="1657" y="375"/>
                    <a:pt x="1282" y="0"/>
                    <a:pt x="83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64" name="Google Shape;3664;p65"/>
            <p:cNvSpPr/>
            <p:nvPr/>
          </p:nvSpPr>
          <p:spPr>
            <a:xfrm>
              <a:off x="1315025" y="1203175"/>
              <a:ext cx="120100" cy="102925"/>
            </a:xfrm>
            <a:custGeom>
              <a:avLst/>
              <a:gdLst/>
              <a:ahLst/>
              <a:cxnLst/>
              <a:rect l="l" t="t" r="r" b="b"/>
              <a:pathLst>
                <a:path w="4804" h="4117" extrusionOk="0">
                  <a:moveTo>
                    <a:pt x="2737" y="1"/>
                  </a:moveTo>
                  <a:cubicBezTo>
                    <a:pt x="2231" y="1"/>
                    <a:pt x="1715" y="189"/>
                    <a:pt x="1295" y="609"/>
                  </a:cubicBezTo>
                  <a:cubicBezTo>
                    <a:pt x="1" y="1903"/>
                    <a:pt x="920" y="4117"/>
                    <a:pt x="2759" y="4117"/>
                  </a:cubicBezTo>
                  <a:cubicBezTo>
                    <a:pt x="3884" y="4117"/>
                    <a:pt x="4803" y="3197"/>
                    <a:pt x="4803" y="2060"/>
                  </a:cubicBezTo>
                  <a:cubicBezTo>
                    <a:pt x="4803" y="818"/>
                    <a:pt x="3792" y="1"/>
                    <a:pt x="2737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65" name="Google Shape;3665;p65"/>
            <p:cNvSpPr/>
            <p:nvPr/>
          </p:nvSpPr>
          <p:spPr>
            <a:xfrm>
              <a:off x="1363125" y="1233800"/>
              <a:ext cx="41450" cy="4145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23" y="1"/>
                  </a:moveTo>
                  <a:cubicBezTo>
                    <a:pt x="375" y="1"/>
                    <a:pt x="0" y="376"/>
                    <a:pt x="0" y="835"/>
                  </a:cubicBezTo>
                  <a:cubicBezTo>
                    <a:pt x="0" y="1295"/>
                    <a:pt x="375" y="1658"/>
                    <a:pt x="823" y="1658"/>
                  </a:cubicBezTo>
                  <a:cubicBezTo>
                    <a:pt x="1282" y="1658"/>
                    <a:pt x="1657" y="1295"/>
                    <a:pt x="1657" y="835"/>
                  </a:cubicBezTo>
                  <a:cubicBezTo>
                    <a:pt x="1657" y="376"/>
                    <a:pt x="1282" y="1"/>
                    <a:pt x="82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66" name="Google Shape;3666;p65"/>
            <p:cNvSpPr/>
            <p:nvPr/>
          </p:nvSpPr>
          <p:spPr>
            <a:xfrm>
              <a:off x="2412800" y="797700"/>
              <a:ext cx="120100" cy="102850"/>
            </a:xfrm>
            <a:custGeom>
              <a:avLst/>
              <a:gdLst/>
              <a:ahLst/>
              <a:cxnLst/>
              <a:rect l="l" t="t" r="r" b="b"/>
              <a:pathLst>
                <a:path w="4804" h="4114" extrusionOk="0">
                  <a:moveTo>
                    <a:pt x="2732" y="1"/>
                  </a:moveTo>
                  <a:cubicBezTo>
                    <a:pt x="2228" y="1"/>
                    <a:pt x="1714" y="188"/>
                    <a:pt x="1295" y="606"/>
                  </a:cubicBezTo>
                  <a:cubicBezTo>
                    <a:pt x="1" y="1900"/>
                    <a:pt x="920" y="4114"/>
                    <a:pt x="2747" y="4114"/>
                  </a:cubicBezTo>
                  <a:cubicBezTo>
                    <a:pt x="3884" y="4114"/>
                    <a:pt x="4803" y="3195"/>
                    <a:pt x="4803" y="2058"/>
                  </a:cubicBezTo>
                  <a:cubicBezTo>
                    <a:pt x="4803" y="821"/>
                    <a:pt x="3789" y="1"/>
                    <a:pt x="2732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67" name="Google Shape;3667;p65"/>
            <p:cNvSpPr/>
            <p:nvPr/>
          </p:nvSpPr>
          <p:spPr>
            <a:xfrm>
              <a:off x="2460900" y="828550"/>
              <a:ext cx="41450" cy="41475"/>
            </a:xfrm>
            <a:custGeom>
              <a:avLst/>
              <a:gdLst/>
              <a:ahLst/>
              <a:cxnLst/>
              <a:rect l="l" t="t" r="r" b="b"/>
              <a:pathLst>
                <a:path w="1658" h="1659" extrusionOk="0">
                  <a:moveTo>
                    <a:pt x="823" y="1"/>
                  </a:moveTo>
                  <a:cubicBezTo>
                    <a:pt x="363" y="1"/>
                    <a:pt x="0" y="364"/>
                    <a:pt x="0" y="824"/>
                  </a:cubicBezTo>
                  <a:cubicBezTo>
                    <a:pt x="0" y="1283"/>
                    <a:pt x="363" y="1658"/>
                    <a:pt x="823" y="1658"/>
                  </a:cubicBezTo>
                  <a:cubicBezTo>
                    <a:pt x="1283" y="1658"/>
                    <a:pt x="1658" y="1283"/>
                    <a:pt x="1658" y="824"/>
                  </a:cubicBezTo>
                  <a:cubicBezTo>
                    <a:pt x="1658" y="364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68" name="Google Shape;3668;p65"/>
            <p:cNvSpPr/>
            <p:nvPr/>
          </p:nvSpPr>
          <p:spPr>
            <a:xfrm>
              <a:off x="3030350" y="1476350"/>
              <a:ext cx="120075" cy="103150"/>
            </a:xfrm>
            <a:custGeom>
              <a:avLst/>
              <a:gdLst/>
              <a:ahLst/>
              <a:cxnLst/>
              <a:rect l="l" t="t" r="r" b="b"/>
              <a:pathLst>
                <a:path w="4803" h="4126" extrusionOk="0">
                  <a:moveTo>
                    <a:pt x="2730" y="0"/>
                  </a:moveTo>
                  <a:cubicBezTo>
                    <a:pt x="2226" y="0"/>
                    <a:pt x="1713" y="187"/>
                    <a:pt x="1295" y="605"/>
                  </a:cubicBezTo>
                  <a:cubicBezTo>
                    <a:pt x="1" y="1899"/>
                    <a:pt x="920" y="4125"/>
                    <a:pt x="2746" y="4125"/>
                  </a:cubicBezTo>
                  <a:cubicBezTo>
                    <a:pt x="3884" y="4113"/>
                    <a:pt x="4803" y="3194"/>
                    <a:pt x="4803" y="2069"/>
                  </a:cubicBezTo>
                  <a:cubicBezTo>
                    <a:pt x="4803" y="824"/>
                    <a:pt x="3788" y="0"/>
                    <a:pt x="2730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69" name="Google Shape;3669;p65"/>
            <p:cNvSpPr/>
            <p:nvPr/>
          </p:nvSpPr>
          <p:spPr>
            <a:xfrm>
              <a:off x="3078125" y="1507500"/>
              <a:ext cx="41475" cy="41450"/>
            </a:xfrm>
            <a:custGeom>
              <a:avLst/>
              <a:gdLst/>
              <a:ahLst/>
              <a:cxnLst/>
              <a:rect l="l" t="t" r="r" b="b"/>
              <a:pathLst>
                <a:path w="1659" h="1658" extrusionOk="0">
                  <a:moveTo>
                    <a:pt x="835" y="0"/>
                  </a:moveTo>
                  <a:cubicBezTo>
                    <a:pt x="376" y="0"/>
                    <a:pt x="1" y="363"/>
                    <a:pt x="1" y="823"/>
                  </a:cubicBezTo>
                  <a:cubicBezTo>
                    <a:pt x="1" y="1282"/>
                    <a:pt x="376" y="1657"/>
                    <a:pt x="835" y="1657"/>
                  </a:cubicBezTo>
                  <a:cubicBezTo>
                    <a:pt x="1295" y="1657"/>
                    <a:pt x="1658" y="1282"/>
                    <a:pt x="1658" y="823"/>
                  </a:cubicBezTo>
                  <a:cubicBezTo>
                    <a:pt x="1658" y="363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70" name="Google Shape;3670;p65"/>
            <p:cNvSpPr/>
            <p:nvPr/>
          </p:nvSpPr>
          <p:spPr>
            <a:xfrm>
              <a:off x="2817750" y="1584900"/>
              <a:ext cx="120075" cy="103150"/>
            </a:xfrm>
            <a:custGeom>
              <a:avLst/>
              <a:gdLst/>
              <a:ahLst/>
              <a:cxnLst/>
              <a:rect l="l" t="t" r="r" b="b"/>
              <a:pathLst>
                <a:path w="4803" h="4126" extrusionOk="0">
                  <a:moveTo>
                    <a:pt x="2730" y="1"/>
                  </a:moveTo>
                  <a:cubicBezTo>
                    <a:pt x="2226" y="1"/>
                    <a:pt x="1713" y="188"/>
                    <a:pt x="1295" y="606"/>
                  </a:cubicBezTo>
                  <a:cubicBezTo>
                    <a:pt x="0" y="1900"/>
                    <a:pt x="920" y="4126"/>
                    <a:pt x="2759" y="4126"/>
                  </a:cubicBezTo>
                  <a:cubicBezTo>
                    <a:pt x="3884" y="4114"/>
                    <a:pt x="4803" y="3194"/>
                    <a:pt x="4803" y="2069"/>
                  </a:cubicBezTo>
                  <a:cubicBezTo>
                    <a:pt x="4803" y="824"/>
                    <a:pt x="3788" y="1"/>
                    <a:pt x="2730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71" name="Google Shape;3671;p65"/>
            <p:cNvSpPr/>
            <p:nvPr/>
          </p:nvSpPr>
          <p:spPr>
            <a:xfrm>
              <a:off x="2865825" y="1615750"/>
              <a:ext cx="41475" cy="41475"/>
            </a:xfrm>
            <a:custGeom>
              <a:avLst/>
              <a:gdLst/>
              <a:ahLst/>
              <a:cxnLst/>
              <a:rect l="l" t="t" r="r" b="b"/>
              <a:pathLst>
                <a:path w="1659" h="1659" extrusionOk="0">
                  <a:moveTo>
                    <a:pt x="823" y="1"/>
                  </a:moveTo>
                  <a:cubicBezTo>
                    <a:pt x="376" y="1"/>
                    <a:pt x="1" y="376"/>
                    <a:pt x="1" y="823"/>
                  </a:cubicBezTo>
                  <a:cubicBezTo>
                    <a:pt x="1" y="1283"/>
                    <a:pt x="376" y="1658"/>
                    <a:pt x="823" y="1658"/>
                  </a:cubicBezTo>
                  <a:cubicBezTo>
                    <a:pt x="1283" y="1658"/>
                    <a:pt x="1658" y="1283"/>
                    <a:pt x="1658" y="823"/>
                  </a:cubicBezTo>
                  <a:cubicBezTo>
                    <a:pt x="1658" y="376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72" name="Google Shape;3672;p65"/>
            <p:cNvSpPr/>
            <p:nvPr/>
          </p:nvSpPr>
          <p:spPr>
            <a:xfrm>
              <a:off x="2583075" y="1723100"/>
              <a:ext cx="120075" cy="102850"/>
            </a:xfrm>
            <a:custGeom>
              <a:avLst/>
              <a:gdLst/>
              <a:ahLst/>
              <a:cxnLst/>
              <a:rect l="l" t="t" r="r" b="b"/>
              <a:pathLst>
                <a:path w="4803" h="4114" extrusionOk="0">
                  <a:moveTo>
                    <a:pt x="2732" y="1"/>
                  </a:moveTo>
                  <a:cubicBezTo>
                    <a:pt x="2227" y="1"/>
                    <a:pt x="1713" y="188"/>
                    <a:pt x="1295" y="606"/>
                  </a:cubicBezTo>
                  <a:cubicBezTo>
                    <a:pt x="0" y="1900"/>
                    <a:pt x="920" y="4114"/>
                    <a:pt x="2746" y="4114"/>
                  </a:cubicBezTo>
                  <a:cubicBezTo>
                    <a:pt x="3883" y="4114"/>
                    <a:pt x="4803" y="3195"/>
                    <a:pt x="4803" y="2058"/>
                  </a:cubicBezTo>
                  <a:cubicBezTo>
                    <a:pt x="4803" y="821"/>
                    <a:pt x="3789" y="1"/>
                    <a:pt x="2732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73" name="Google Shape;3673;p65"/>
            <p:cNvSpPr/>
            <p:nvPr/>
          </p:nvSpPr>
          <p:spPr>
            <a:xfrm>
              <a:off x="2631150" y="1753950"/>
              <a:ext cx="41475" cy="41475"/>
            </a:xfrm>
            <a:custGeom>
              <a:avLst/>
              <a:gdLst/>
              <a:ahLst/>
              <a:cxnLst/>
              <a:rect l="l" t="t" r="r" b="b"/>
              <a:pathLst>
                <a:path w="1659" h="1659" extrusionOk="0">
                  <a:moveTo>
                    <a:pt x="823" y="1"/>
                  </a:moveTo>
                  <a:cubicBezTo>
                    <a:pt x="364" y="1"/>
                    <a:pt x="1" y="364"/>
                    <a:pt x="1" y="824"/>
                  </a:cubicBezTo>
                  <a:cubicBezTo>
                    <a:pt x="1" y="1283"/>
                    <a:pt x="364" y="1658"/>
                    <a:pt x="823" y="1658"/>
                  </a:cubicBezTo>
                  <a:cubicBezTo>
                    <a:pt x="1283" y="1658"/>
                    <a:pt x="1658" y="1283"/>
                    <a:pt x="1658" y="824"/>
                  </a:cubicBezTo>
                  <a:cubicBezTo>
                    <a:pt x="1658" y="364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74" name="Google Shape;3674;p65"/>
            <p:cNvSpPr/>
            <p:nvPr/>
          </p:nvSpPr>
          <p:spPr>
            <a:xfrm>
              <a:off x="1041650" y="2365850"/>
              <a:ext cx="120075" cy="103050"/>
            </a:xfrm>
            <a:custGeom>
              <a:avLst/>
              <a:gdLst/>
              <a:ahLst/>
              <a:cxnLst/>
              <a:rect l="l" t="t" r="r" b="b"/>
              <a:pathLst>
                <a:path w="4803" h="4122" extrusionOk="0">
                  <a:moveTo>
                    <a:pt x="2737" y="0"/>
                  </a:moveTo>
                  <a:cubicBezTo>
                    <a:pt x="2231" y="0"/>
                    <a:pt x="1714" y="190"/>
                    <a:pt x="1294" y="614"/>
                  </a:cubicBezTo>
                  <a:cubicBezTo>
                    <a:pt x="0" y="1908"/>
                    <a:pt x="919" y="4122"/>
                    <a:pt x="2746" y="4122"/>
                  </a:cubicBezTo>
                  <a:cubicBezTo>
                    <a:pt x="3883" y="4122"/>
                    <a:pt x="4803" y="3202"/>
                    <a:pt x="4803" y="2065"/>
                  </a:cubicBezTo>
                  <a:cubicBezTo>
                    <a:pt x="4803" y="823"/>
                    <a:pt x="3792" y="0"/>
                    <a:pt x="2737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75" name="Google Shape;3675;p65"/>
            <p:cNvSpPr/>
            <p:nvPr/>
          </p:nvSpPr>
          <p:spPr>
            <a:xfrm>
              <a:off x="1089725" y="2396600"/>
              <a:ext cx="41450" cy="4145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23" y="1"/>
                  </a:moveTo>
                  <a:cubicBezTo>
                    <a:pt x="363" y="1"/>
                    <a:pt x="1" y="376"/>
                    <a:pt x="1" y="835"/>
                  </a:cubicBezTo>
                  <a:cubicBezTo>
                    <a:pt x="1" y="1295"/>
                    <a:pt x="363" y="1658"/>
                    <a:pt x="823" y="1658"/>
                  </a:cubicBezTo>
                  <a:cubicBezTo>
                    <a:pt x="1283" y="1658"/>
                    <a:pt x="1658" y="1295"/>
                    <a:pt x="1658" y="835"/>
                  </a:cubicBezTo>
                  <a:cubicBezTo>
                    <a:pt x="1658" y="376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76" name="Google Shape;3676;p65"/>
            <p:cNvSpPr/>
            <p:nvPr/>
          </p:nvSpPr>
          <p:spPr>
            <a:xfrm>
              <a:off x="1635600" y="1840450"/>
              <a:ext cx="120075" cy="102850"/>
            </a:xfrm>
            <a:custGeom>
              <a:avLst/>
              <a:gdLst/>
              <a:ahLst/>
              <a:cxnLst/>
              <a:rect l="l" t="t" r="r" b="b"/>
              <a:pathLst>
                <a:path w="4803" h="4114" extrusionOk="0">
                  <a:moveTo>
                    <a:pt x="2732" y="0"/>
                  </a:moveTo>
                  <a:cubicBezTo>
                    <a:pt x="2227" y="0"/>
                    <a:pt x="1713" y="187"/>
                    <a:pt x="1295" y="605"/>
                  </a:cubicBezTo>
                  <a:cubicBezTo>
                    <a:pt x="0" y="1900"/>
                    <a:pt x="920" y="4114"/>
                    <a:pt x="2746" y="4114"/>
                  </a:cubicBezTo>
                  <a:cubicBezTo>
                    <a:pt x="3883" y="4114"/>
                    <a:pt x="4803" y="3194"/>
                    <a:pt x="4803" y="2057"/>
                  </a:cubicBezTo>
                  <a:cubicBezTo>
                    <a:pt x="4803" y="821"/>
                    <a:pt x="3789" y="0"/>
                    <a:pt x="273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77" name="Google Shape;3677;p65"/>
            <p:cNvSpPr/>
            <p:nvPr/>
          </p:nvSpPr>
          <p:spPr>
            <a:xfrm>
              <a:off x="1683675" y="1871300"/>
              <a:ext cx="41450" cy="4145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23" y="1"/>
                  </a:moveTo>
                  <a:cubicBezTo>
                    <a:pt x="363" y="1"/>
                    <a:pt x="1" y="363"/>
                    <a:pt x="1" y="823"/>
                  </a:cubicBezTo>
                  <a:cubicBezTo>
                    <a:pt x="1" y="1283"/>
                    <a:pt x="363" y="1658"/>
                    <a:pt x="823" y="1658"/>
                  </a:cubicBezTo>
                  <a:cubicBezTo>
                    <a:pt x="1283" y="1658"/>
                    <a:pt x="1658" y="1283"/>
                    <a:pt x="1658" y="823"/>
                  </a:cubicBezTo>
                  <a:cubicBezTo>
                    <a:pt x="1658" y="363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78" name="Google Shape;3678;p65"/>
            <p:cNvSpPr/>
            <p:nvPr/>
          </p:nvSpPr>
          <p:spPr>
            <a:xfrm>
              <a:off x="1563925" y="1617800"/>
              <a:ext cx="120375" cy="102925"/>
            </a:xfrm>
            <a:custGeom>
              <a:avLst/>
              <a:gdLst/>
              <a:ahLst/>
              <a:cxnLst/>
              <a:rect l="l" t="t" r="r" b="b"/>
              <a:pathLst>
                <a:path w="4815" h="4117" extrusionOk="0">
                  <a:moveTo>
                    <a:pt x="2749" y="0"/>
                  </a:moveTo>
                  <a:cubicBezTo>
                    <a:pt x="2243" y="0"/>
                    <a:pt x="1726" y="189"/>
                    <a:pt x="1307" y="608"/>
                  </a:cubicBezTo>
                  <a:cubicBezTo>
                    <a:pt x="0" y="1903"/>
                    <a:pt x="920" y="4116"/>
                    <a:pt x="2758" y="4116"/>
                  </a:cubicBezTo>
                  <a:cubicBezTo>
                    <a:pt x="3895" y="4116"/>
                    <a:pt x="4815" y="3197"/>
                    <a:pt x="4815" y="2060"/>
                  </a:cubicBezTo>
                  <a:cubicBezTo>
                    <a:pt x="4815" y="817"/>
                    <a:pt x="3804" y="0"/>
                    <a:pt x="2749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79" name="Google Shape;3679;p65"/>
            <p:cNvSpPr/>
            <p:nvPr/>
          </p:nvSpPr>
          <p:spPr>
            <a:xfrm>
              <a:off x="1612000" y="1648725"/>
              <a:ext cx="41450" cy="4145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0"/>
                  </a:moveTo>
                  <a:cubicBezTo>
                    <a:pt x="376" y="0"/>
                    <a:pt x="1" y="363"/>
                    <a:pt x="1" y="823"/>
                  </a:cubicBezTo>
                  <a:cubicBezTo>
                    <a:pt x="1" y="1283"/>
                    <a:pt x="376" y="1658"/>
                    <a:pt x="835" y="1658"/>
                  </a:cubicBezTo>
                  <a:cubicBezTo>
                    <a:pt x="1295" y="1658"/>
                    <a:pt x="1658" y="1283"/>
                    <a:pt x="1658" y="823"/>
                  </a:cubicBezTo>
                  <a:cubicBezTo>
                    <a:pt x="1658" y="363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80" name="Google Shape;3680;p65"/>
            <p:cNvSpPr/>
            <p:nvPr/>
          </p:nvSpPr>
          <p:spPr>
            <a:xfrm>
              <a:off x="1504650" y="2183975"/>
              <a:ext cx="151825" cy="130100"/>
            </a:xfrm>
            <a:custGeom>
              <a:avLst/>
              <a:gdLst/>
              <a:ahLst/>
              <a:cxnLst/>
              <a:rect l="l" t="t" r="r" b="b"/>
              <a:pathLst>
                <a:path w="6073" h="5204" extrusionOk="0">
                  <a:moveTo>
                    <a:pt x="3457" y="0"/>
                  </a:moveTo>
                  <a:cubicBezTo>
                    <a:pt x="2821" y="0"/>
                    <a:pt x="2173" y="236"/>
                    <a:pt x="1645" y="764"/>
                  </a:cubicBezTo>
                  <a:cubicBezTo>
                    <a:pt x="0" y="2397"/>
                    <a:pt x="1162" y="5191"/>
                    <a:pt x="3472" y="5203"/>
                  </a:cubicBezTo>
                  <a:cubicBezTo>
                    <a:pt x="4899" y="5191"/>
                    <a:pt x="6061" y="4030"/>
                    <a:pt x="6073" y="2602"/>
                  </a:cubicBezTo>
                  <a:cubicBezTo>
                    <a:pt x="6073" y="1038"/>
                    <a:pt x="4792" y="0"/>
                    <a:pt x="3457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81" name="Google Shape;3681;p65"/>
            <p:cNvSpPr/>
            <p:nvPr/>
          </p:nvSpPr>
          <p:spPr>
            <a:xfrm>
              <a:off x="1546075" y="2214850"/>
              <a:ext cx="79550" cy="68175"/>
            </a:xfrm>
            <a:custGeom>
              <a:avLst/>
              <a:gdLst/>
              <a:ahLst/>
              <a:cxnLst/>
              <a:rect l="l" t="t" r="r" b="b"/>
              <a:pathLst>
                <a:path w="3182" h="2727" extrusionOk="0">
                  <a:moveTo>
                    <a:pt x="1815" y="0"/>
                  </a:moveTo>
                  <a:cubicBezTo>
                    <a:pt x="605" y="0"/>
                    <a:pt x="1" y="1464"/>
                    <a:pt x="847" y="2323"/>
                  </a:cubicBezTo>
                  <a:cubicBezTo>
                    <a:pt x="1126" y="2601"/>
                    <a:pt x="1468" y="2726"/>
                    <a:pt x="1803" y="2726"/>
                  </a:cubicBezTo>
                  <a:cubicBezTo>
                    <a:pt x="2503" y="2726"/>
                    <a:pt x="3174" y="2185"/>
                    <a:pt x="3182" y="1367"/>
                  </a:cubicBezTo>
                  <a:cubicBezTo>
                    <a:pt x="3182" y="605"/>
                    <a:pt x="2565" y="0"/>
                    <a:pt x="181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82" name="Google Shape;3682;p65"/>
            <p:cNvSpPr/>
            <p:nvPr/>
          </p:nvSpPr>
          <p:spPr>
            <a:xfrm>
              <a:off x="716850" y="1861250"/>
              <a:ext cx="120075" cy="102925"/>
            </a:xfrm>
            <a:custGeom>
              <a:avLst/>
              <a:gdLst/>
              <a:ahLst/>
              <a:cxnLst/>
              <a:rect l="l" t="t" r="r" b="b"/>
              <a:pathLst>
                <a:path w="4803" h="4117" extrusionOk="0">
                  <a:moveTo>
                    <a:pt x="2737" y="0"/>
                  </a:moveTo>
                  <a:cubicBezTo>
                    <a:pt x="2231" y="0"/>
                    <a:pt x="1714" y="188"/>
                    <a:pt x="1295" y="608"/>
                  </a:cubicBezTo>
                  <a:cubicBezTo>
                    <a:pt x="0" y="1903"/>
                    <a:pt x="920" y="4116"/>
                    <a:pt x="2746" y="4116"/>
                  </a:cubicBezTo>
                  <a:cubicBezTo>
                    <a:pt x="3883" y="4104"/>
                    <a:pt x="4803" y="3185"/>
                    <a:pt x="4803" y="2060"/>
                  </a:cubicBezTo>
                  <a:cubicBezTo>
                    <a:pt x="4803" y="817"/>
                    <a:pt x="3792" y="0"/>
                    <a:pt x="2737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83" name="Google Shape;3683;p65"/>
            <p:cNvSpPr/>
            <p:nvPr/>
          </p:nvSpPr>
          <p:spPr>
            <a:xfrm>
              <a:off x="764925" y="1891875"/>
              <a:ext cx="41450" cy="4145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23" y="0"/>
                  </a:moveTo>
                  <a:cubicBezTo>
                    <a:pt x="363" y="0"/>
                    <a:pt x="1" y="375"/>
                    <a:pt x="1" y="835"/>
                  </a:cubicBezTo>
                  <a:cubicBezTo>
                    <a:pt x="1" y="1294"/>
                    <a:pt x="363" y="1657"/>
                    <a:pt x="823" y="1657"/>
                  </a:cubicBezTo>
                  <a:cubicBezTo>
                    <a:pt x="1283" y="1657"/>
                    <a:pt x="1658" y="1294"/>
                    <a:pt x="1658" y="835"/>
                  </a:cubicBezTo>
                  <a:cubicBezTo>
                    <a:pt x="1658" y="375"/>
                    <a:pt x="1283" y="0"/>
                    <a:pt x="823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84" name="Google Shape;3684;p65"/>
            <p:cNvSpPr/>
            <p:nvPr/>
          </p:nvSpPr>
          <p:spPr>
            <a:xfrm>
              <a:off x="340625" y="1402850"/>
              <a:ext cx="120100" cy="102850"/>
            </a:xfrm>
            <a:custGeom>
              <a:avLst/>
              <a:gdLst/>
              <a:ahLst/>
              <a:cxnLst/>
              <a:rect l="l" t="t" r="r" b="b"/>
              <a:pathLst>
                <a:path w="4804" h="4114" extrusionOk="0">
                  <a:moveTo>
                    <a:pt x="2732" y="0"/>
                  </a:moveTo>
                  <a:cubicBezTo>
                    <a:pt x="2228" y="0"/>
                    <a:pt x="1713" y="187"/>
                    <a:pt x="1295" y="605"/>
                  </a:cubicBezTo>
                  <a:cubicBezTo>
                    <a:pt x="1" y="1900"/>
                    <a:pt x="908" y="4114"/>
                    <a:pt x="2747" y="4114"/>
                  </a:cubicBezTo>
                  <a:cubicBezTo>
                    <a:pt x="3872" y="4114"/>
                    <a:pt x="4791" y="3194"/>
                    <a:pt x="4803" y="2057"/>
                  </a:cubicBezTo>
                  <a:cubicBezTo>
                    <a:pt x="4803" y="821"/>
                    <a:pt x="3789" y="0"/>
                    <a:pt x="273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85" name="Google Shape;3685;p65"/>
            <p:cNvSpPr/>
            <p:nvPr/>
          </p:nvSpPr>
          <p:spPr>
            <a:xfrm>
              <a:off x="388425" y="1433400"/>
              <a:ext cx="41450" cy="4145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0"/>
                  </a:moveTo>
                  <a:cubicBezTo>
                    <a:pt x="375" y="0"/>
                    <a:pt x="0" y="375"/>
                    <a:pt x="0" y="835"/>
                  </a:cubicBezTo>
                  <a:cubicBezTo>
                    <a:pt x="0" y="1295"/>
                    <a:pt x="375" y="1658"/>
                    <a:pt x="835" y="1658"/>
                  </a:cubicBezTo>
                  <a:cubicBezTo>
                    <a:pt x="1282" y="1658"/>
                    <a:pt x="1657" y="1295"/>
                    <a:pt x="1657" y="835"/>
                  </a:cubicBezTo>
                  <a:cubicBezTo>
                    <a:pt x="1657" y="375"/>
                    <a:pt x="1282" y="0"/>
                    <a:pt x="83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86" name="Google Shape;3686;p65"/>
            <p:cNvSpPr/>
            <p:nvPr/>
          </p:nvSpPr>
          <p:spPr>
            <a:xfrm>
              <a:off x="1211300" y="1476350"/>
              <a:ext cx="120075" cy="103150"/>
            </a:xfrm>
            <a:custGeom>
              <a:avLst/>
              <a:gdLst/>
              <a:ahLst/>
              <a:cxnLst/>
              <a:rect l="l" t="t" r="r" b="b"/>
              <a:pathLst>
                <a:path w="4803" h="4126" extrusionOk="0">
                  <a:moveTo>
                    <a:pt x="2730" y="0"/>
                  </a:moveTo>
                  <a:cubicBezTo>
                    <a:pt x="2226" y="0"/>
                    <a:pt x="1713" y="187"/>
                    <a:pt x="1295" y="605"/>
                  </a:cubicBezTo>
                  <a:cubicBezTo>
                    <a:pt x="0" y="1899"/>
                    <a:pt x="920" y="4125"/>
                    <a:pt x="2746" y="4125"/>
                  </a:cubicBezTo>
                  <a:cubicBezTo>
                    <a:pt x="3883" y="4113"/>
                    <a:pt x="4803" y="3194"/>
                    <a:pt x="4803" y="2069"/>
                  </a:cubicBezTo>
                  <a:cubicBezTo>
                    <a:pt x="4803" y="824"/>
                    <a:pt x="3788" y="0"/>
                    <a:pt x="2730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87" name="Google Shape;3687;p65"/>
            <p:cNvSpPr/>
            <p:nvPr/>
          </p:nvSpPr>
          <p:spPr>
            <a:xfrm>
              <a:off x="1259375" y="1507500"/>
              <a:ext cx="41475" cy="41450"/>
            </a:xfrm>
            <a:custGeom>
              <a:avLst/>
              <a:gdLst/>
              <a:ahLst/>
              <a:cxnLst/>
              <a:rect l="l" t="t" r="r" b="b"/>
              <a:pathLst>
                <a:path w="1659" h="1658" extrusionOk="0">
                  <a:moveTo>
                    <a:pt x="823" y="0"/>
                  </a:moveTo>
                  <a:cubicBezTo>
                    <a:pt x="364" y="0"/>
                    <a:pt x="1" y="363"/>
                    <a:pt x="1" y="823"/>
                  </a:cubicBezTo>
                  <a:cubicBezTo>
                    <a:pt x="1" y="1282"/>
                    <a:pt x="364" y="1657"/>
                    <a:pt x="823" y="1657"/>
                  </a:cubicBezTo>
                  <a:cubicBezTo>
                    <a:pt x="1283" y="1657"/>
                    <a:pt x="1658" y="1282"/>
                    <a:pt x="1658" y="823"/>
                  </a:cubicBezTo>
                  <a:cubicBezTo>
                    <a:pt x="1658" y="363"/>
                    <a:pt x="1283" y="0"/>
                    <a:pt x="823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88" name="Google Shape;3688;p65"/>
            <p:cNvSpPr/>
            <p:nvPr/>
          </p:nvSpPr>
          <p:spPr>
            <a:xfrm>
              <a:off x="1083075" y="1840450"/>
              <a:ext cx="120075" cy="102850"/>
            </a:xfrm>
            <a:custGeom>
              <a:avLst/>
              <a:gdLst/>
              <a:ahLst/>
              <a:cxnLst/>
              <a:rect l="l" t="t" r="r" b="b"/>
              <a:pathLst>
                <a:path w="4803" h="4114" extrusionOk="0">
                  <a:moveTo>
                    <a:pt x="2732" y="0"/>
                  </a:moveTo>
                  <a:cubicBezTo>
                    <a:pt x="2227" y="0"/>
                    <a:pt x="1713" y="187"/>
                    <a:pt x="1295" y="605"/>
                  </a:cubicBezTo>
                  <a:cubicBezTo>
                    <a:pt x="0" y="1900"/>
                    <a:pt x="920" y="4114"/>
                    <a:pt x="2746" y="4114"/>
                  </a:cubicBezTo>
                  <a:cubicBezTo>
                    <a:pt x="3883" y="4114"/>
                    <a:pt x="4803" y="3194"/>
                    <a:pt x="4803" y="2057"/>
                  </a:cubicBezTo>
                  <a:cubicBezTo>
                    <a:pt x="4803" y="821"/>
                    <a:pt x="3789" y="0"/>
                    <a:pt x="273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89" name="Google Shape;3689;p65"/>
            <p:cNvSpPr/>
            <p:nvPr/>
          </p:nvSpPr>
          <p:spPr>
            <a:xfrm>
              <a:off x="1131150" y="1871300"/>
              <a:ext cx="41475" cy="41450"/>
            </a:xfrm>
            <a:custGeom>
              <a:avLst/>
              <a:gdLst/>
              <a:ahLst/>
              <a:cxnLst/>
              <a:rect l="l" t="t" r="r" b="b"/>
              <a:pathLst>
                <a:path w="1659" h="1658" extrusionOk="0">
                  <a:moveTo>
                    <a:pt x="823" y="1"/>
                  </a:moveTo>
                  <a:cubicBezTo>
                    <a:pt x="364" y="1"/>
                    <a:pt x="1" y="363"/>
                    <a:pt x="1" y="823"/>
                  </a:cubicBezTo>
                  <a:cubicBezTo>
                    <a:pt x="1" y="1283"/>
                    <a:pt x="364" y="1658"/>
                    <a:pt x="823" y="1658"/>
                  </a:cubicBezTo>
                  <a:cubicBezTo>
                    <a:pt x="1283" y="1658"/>
                    <a:pt x="1658" y="1283"/>
                    <a:pt x="1658" y="823"/>
                  </a:cubicBezTo>
                  <a:cubicBezTo>
                    <a:pt x="1658" y="363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90" name="Google Shape;3690;p65"/>
            <p:cNvSpPr/>
            <p:nvPr/>
          </p:nvSpPr>
          <p:spPr>
            <a:xfrm>
              <a:off x="1584775" y="2966650"/>
              <a:ext cx="120100" cy="102850"/>
            </a:xfrm>
            <a:custGeom>
              <a:avLst/>
              <a:gdLst/>
              <a:ahLst/>
              <a:cxnLst/>
              <a:rect l="l" t="t" r="r" b="b"/>
              <a:pathLst>
                <a:path w="4804" h="4114" extrusionOk="0">
                  <a:moveTo>
                    <a:pt x="2732" y="0"/>
                  </a:moveTo>
                  <a:cubicBezTo>
                    <a:pt x="2228" y="0"/>
                    <a:pt x="1714" y="187"/>
                    <a:pt x="1295" y="606"/>
                  </a:cubicBezTo>
                  <a:cubicBezTo>
                    <a:pt x="1" y="1900"/>
                    <a:pt x="920" y="4114"/>
                    <a:pt x="2747" y="4114"/>
                  </a:cubicBezTo>
                  <a:cubicBezTo>
                    <a:pt x="3884" y="4114"/>
                    <a:pt x="4803" y="3194"/>
                    <a:pt x="4803" y="2057"/>
                  </a:cubicBezTo>
                  <a:cubicBezTo>
                    <a:pt x="4803" y="821"/>
                    <a:pt x="3789" y="0"/>
                    <a:pt x="273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91" name="Google Shape;3691;p65"/>
            <p:cNvSpPr/>
            <p:nvPr/>
          </p:nvSpPr>
          <p:spPr>
            <a:xfrm>
              <a:off x="1632875" y="2997500"/>
              <a:ext cx="41450" cy="41475"/>
            </a:xfrm>
            <a:custGeom>
              <a:avLst/>
              <a:gdLst/>
              <a:ahLst/>
              <a:cxnLst/>
              <a:rect l="l" t="t" r="r" b="b"/>
              <a:pathLst>
                <a:path w="1658" h="1659" extrusionOk="0">
                  <a:moveTo>
                    <a:pt x="823" y="1"/>
                  </a:moveTo>
                  <a:cubicBezTo>
                    <a:pt x="363" y="1"/>
                    <a:pt x="0" y="376"/>
                    <a:pt x="0" y="823"/>
                  </a:cubicBezTo>
                  <a:cubicBezTo>
                    <a:pt x="0" y="1283"/>
                    <a:pt x="363" y="1658"/>
                    <a:pt x="823" y="1658"/>
                  </a:cubicBezTo>
                  <a:cubicBezTo>
                    <a:pt x="1283" y="1658"/>
                    <a:pt x="1658" y="1283"/>
                    <a:pt x="1658" y="823"/>
                  </a:cubicBezTo>
                  <a:cubicBezTo>
                    <a:pt x="1658" y="376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92" name="Google Shape;3692;p65"/>
            <p:cNvSpPr/>
            <p:nvPr/>
          </p:nvSpPr>
          <p:spPr>
            <a:xfrm>
              <a:off x="1425725" y="3008100"/>
              <a:ext cx="120075" cy="102850"/>
            </a:xfrm>
            <a:custGeom>
              <a:avLst/>
              <a:gdLst/>
              <a:ahLst/>
              <a:cxnLst/>
              <a:rect l="l" t="t" r="r" b="b"/>
              <a:pathLst>
                <a:path w="4803" h="4114" extrusionOk="0">
                  <a:moveTo>
                    <a:pt x="2730" y="0"/>
                  </a:moveTo>
                  <a:cubicBezTo>
                    <a:pt x="2226" y="0"/>
                    <a:pt x="1712" y="187"/>
                    <a:pt x="1294" y="605"/>
                  </a:cubicBezTo>
                  <a:cubicBezTo>
                    <a:pt x="0" y="1899"/>
                    <a:pt x="919" y="4113"/>
                    <a:pt x="2746" y="4113"/>
                  </a:cubicBezTo>
                  <a:cubicBezTo>
                    <a:pt x="3883" y="4113"/>
                    <a:pt x="4802" y="3194"/>
                    <a:pt x="4802" y="2069"/>
                  </a:cubicBezTo>
                  <a:cubicBezTo>
                    <a:pt x="4802" y="824"/>
                    <a:pt x="3787" y="0"/>
                    <a:pt x="2730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93" name="Google Shape;3693;p65"/>
            <p:cNvSpPr/>
            <p:nvPr/>
          </p:nvSpPr>
          <p:spPr>
            <a:xfrm>
              <a:off x="1473800" y="3038950"/>
              <a:ext cx="41450" cy="4145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23" y="0"/>
                  </a:moveTo>
                  <a:cubicBezTo>
                    <a:pt x="363" y="0"/>
                    <a:pt x="0" y="375"/>
                    <a:pt x="0" y="823"/>
                  </a:cubicBezTo>
                  <a:cubicBezTo>
                    <a:pt x="0" y="1282"/>
                    <a:pt x="363" y="1657"/>
                    <a:pt x="823" y="1657"/>
                  </a:cubicBezTo>
                  <a:cubicBezTo>
                    <a:pt x="1283" y="1657"/>
                    <a:pt x="1658" y="1282"/>
                    <a:pt x="1658" y="823"/>
                  </a:cubicBezTo>
                  <a:cubicBezTo>
                    <a:pt x="1658" y="375"/>
                    <a:pt x="1283" y="0"/>
                    <a:pt x="823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94" name="Google Shape;3694;p65"/>
            <p:cNvSpPr/>
            <p:nvPr/>
          </p:nvSpPr>
          <p:spPr>
            <a:xfrm>
              <a:off x="1742050" y="3194300"/>
              <a:ext cx="120075" cy="102925"/>
            </a:xfrm>
            <a:custGeom>
              <a:avLst/>
              <a:gdLst/>
              <a:ahLst/>
              <a:cxnLst/>
              <a:rect l="l" t="t" r="r" b="b"/>
              <a:pathLst>
                <a:path w="4803" h="4117" extrusionOk="0">
                  <a:moveTo>
                    <a:pt x="2737" y="1"/>
                  </a:moveTo>
                  <a:cubicBezTo>
                    <a:pt x="2231" y="1"/>
                    <a:pt x="1714" y="189"/>
                    <a:pt x="1295" y="609"/>
                  </a:cubicBezTo>
                  <a:cubicBezTo>
                    <a:pt x="0" y="1891"/>
                    <a:pt x="920" y="4105"/>
                    <a:pt x="2746" y="4117"/>
                  </a:cubicBezTo>
                  <a:cubicBezTo>
                    <a:pt x="3883" y="4105"/>
                    <a:pt x="4803" y="3185"/>
                    <a:pt x="4803" y="2060"/>
                  </a:cubicBezTo>
                  <a:cubicBezTo>
                    <a:pt x="4803" y="818"/>
                    <a:pt x="3792" y="1"/>
                    <a:pt x="2737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95" name="Google Shape;3695;p65"/>
            <p:cNvSpPr/>
            <p:nvPr/>
          </p:nvSpPr>
          <p:spPr>
            <a:xfrm>
              <a:off x="1789825" y="3224925"/>
              <a:ext cx="41450" cy="4145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1"/>
                  </a:moveTo>
                  <a:cubicBezTo>
                    <a:pt x="376" y="1"/>
                    <a:pt x="1" y="376"/>
                    <a:pt x="1" y="835"/>
                  </a:cubicBezTo>
                  <a:cubicBezTo>
                    <a:pt x="1" y="1283"/>
                    <a:pt x="376" y="1658"/>
                    <a:pt x="835" y="1658"/>
                  </a:cubicBezTo>
                  <a:cubicBezTo>
                    <a:pt x="1295" y="1658"/>
                    <a:pt x="1658" y="1283"/>
                    <a:pt x="1658" y="835"/>
                  </a:cubicBezTo>
                  <a:cubicBezTo>
                    <a:pt x="1658" y="376"/>
                    <a:pt x="1295" y="1"/>
                    <a:pt x="835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96" name="Google Shape;3696;p65"/>
            <p:cNvSpPr/>
            <p:nvPr/>
          </p:nvSpPr>
          <p:spPr>
            <a:xfrm>
              <a:off x="2597975" y="4168450"/>
              <a:ext cx="120000" cy="102875"/>
            </a:xfrm>
            <a:custGeom>
              <a:avLst/>
              <a:gdLst/>
              <a:ahLst/>
              <a:cxnLst/>
              <a:rect l="l" t="t" r="r" b="b"/>
              <a:pathLst>
                <a:path w="4800" h="4115" extrusionOk="0">
                  <a:moveTo>
                    <a:pt x="2729" y="1"/>
                  </a:moveTo>
                  <a:cubicBezTo>
                    <a:pt x="2224" y="1"/>
                    <a:pt x="1710" y="188"/>
                    <a:pt x="1291" y="606"/>
                  </a:cubicBezTo>
                  <a:cubicBezTo>
                    <a:pt x="1" y="1897"/>
                    <a:pt x="912" y="4114"/>
                    <a:pt x="2740" y="4114"/>
                  </a:cubicBezTo>
                  <a:cubicBezTo>
                    <a:pt x="2745" y="4114"/>
                    <a:pt x="2750" y="4114"/>
                    <a:pt x="2755" y="4114"/>
                  </a:cubicBezTo>
                  <a:cubicBezTo>
                    <a:pt x="3880" y="4114"/>
                    <a:pt x="4800" y="3195"/>
                    <a:pt x="4800" y="2058"/>
                  </a:cubicBezTo>
                  <a:cubicBezTo>
                    <a:pt x="4800" y="822"/>
                    <a:pt x="3785" y="1"/>
                    <a:pt x="2729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97" name="Google Shape;3697;p65"/>
            <p:cNvSpPr/>
            <p:nvPr/>
          </p:nvSpPr>
          <p:spPr>
            <a:xfrm>
              <a:off x="2639025" y="4199325"/>
              <a:ext cx="48400" cy="41450"/>
            </a:xfrm>
            <a:custGeom>
              <a:avLst/>
              <a:gdLst/>
              <a:ahLst/>
              <a:cxnLst/>
              <a:rect l="l" t="t" r="r" b="b"/>
              <a:pathLst>
                <a:path w="1936" h="1658" extrusionOk="0">
                  <a:moveTo>
                    <a:pt x="1101" y="0"/>
                  </a:moveTo>
                  <a:cubicBezTo>
                    <a:pt x="363" y="0"/>
                    <a:pt x="0" y="895"/>
                    <a:pt x="520" y="1416"/>
                  </a:cubicBezTo>
                  <a:cubicBezTo>
                    <a:pt x="688" y="1583"/>
                    <a:pt x="893" y="1657"/>
                    <a:pt x="1096" y="1657"/>
                  </a:cubicBezTo>
                  <a:cubicBezTo>
                    <a:pt x="1523" y="1657"/>
                    <a:pt x="1936" y="1324"/>
                    <a:pt x="1936" y="823"/>
                  </a:cubicBezTo>
                  <a:cubicBezTo>
                    <a:pt x="1936" y="375"/>
                    <a:pt x="1561" y="0"/>
                    <a:pt x="1101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98" name="Google Shape;3698;p65"/>
            <p:cNvSpPr/>
            <p:nvPr/>
          </p:nvSpPr>
          <p:spPr>
            <a:xfrm>
              <a:off x="2800500" y="3889925"/>
              <a:ext cx="120100" cy="102875"/>
            </a:xfrm>
            <a:custGeom>
              <a:avLst/>
              <a:gdLst/>
              <a:ahLst/>
              <a:cxnLst/>
              <a:rect l="l" t="t" r="r" b="b"/>
              <a:pathLst>
                <a:path w="4804" h="4115" extrusionOk="0">
                  <a:moveTo>
                    <a:pt x="2733" y="1"/>
                  </a:moveTo>
                  <a:cubicBezTo>
                    <a:pt x="2228" y="1"/>
                    <a:pt x="1714" y="188"/>
                    <a:pt x="1295" y="606"/>
                  </a:cubicBezTo>
                  <a:cubicBezTo>
                    <a:pt x="1" y="1900"/>
                    <a:pt x="920" y="4114"/>
                    <a:pt x="2747" y="4114"/>
                  </a:cubicBezTo>
                  <a:cubicBezTo>
                    <a:pt x="3884" y="4114"/>
                    <a:pt x="4803" y="3195"/>
                    <a:pt x="4803" y="2058"/>
                  </a:cubicBezTo>
                  <a:cubicBezTo>
                    <a:pt x="4803" y="821"/>
                    <a:pt x="3789" y="1"/>
                    <a:pt x="273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99" name="Google Shape;3699;p65"/>
            <p:cNvSpPr/>
            <p:nvPr/>
          </p:nvSpPr>
          <p:spPr>
            <a:xfrm>
              <a:off x="2841650" y="3920775"/>
              <a:ext cx="48400" cy="41375"/>
            </a:xfrm>
            <a:custGeom>
              <a:avLst/>
              <a:gdLst/>
              <a:ahLst/>
              <a:cxnLst/>
              <a:rect l="l" t="t" r="r" b="b"/>
              <a:pathLst>
                <a:path w="1936" h="1655" extrusionOk="0">
                  <a:moveTo>
                    <a:pt x="1123" y="1"/>
                  </a:moveTo>
                  <a:cubicBezTo>
                    <a:pt x="1115" y="1"/>
                    <a:pt x="1108" y="1"/>
                    <a:pt x="1101" y="1"/>
                  </a:cubicBezTo>
                  <a:cubicBezTo>
                    <a:pt x="363" y="1"/>
                    <a:pt x="0" y="884"/>
                    <a:pt x="520" y="1404"/>
                  </a:cubicBezTo>
                  <a:cubicBezTo>
                    <a:pt x="689" y="1577"/>
                    <a:pt x="898" y="1655"/>
                    <a:pt x="1103" y="1655"/>
                  </a:cubicBezTo>
                  <a:cubicBezTo>
                    <a:pt x="1528" y="1655"/>
                    <a:pt x="1936" y="1322"/>
                    <a:pt x="1936" y="824"/>
                  </a:cubicBezTo>
                  <a:cubicBezTo>
                    <a:pt x="1936" y="371"/>
                    <a:pt x="1572" y="1"/>
                    <a:pt x="112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00" name="Google Shape;3700;p65"/>
            <p:cNvSpPr/>
            <p:nvPr/>
          </p:nvSpPr>
          <p:spPr>
            <a:xfrm>
              <a:off x="3081750" y="818275"/>
              <a:ext cx="120400" cy="103150"/>
            </a:xfrm>
            <a:custGeom>
              <a:avLst/>
              <a:gdLst/>
              <a:ahLst/>
              <a:cxnLst/>
              <a:rect l="l" t="t" r="r" b="b"/>
              <a:pathLst>
                <a:path w="4816" h="4126" extrusionOk="0">
                  <a:moveTo>
                    <a:pt x="2739" y="0"/>
                  </a:moveTo>
                  <a:cubicBezTo>
                    <a:pt x="2233" y="0"/>
                    <a:pt x="1717" y="188"/>
                    <a:pt x="1295" y="605"/>
                  </a:cubicBezTo>
                  <a:cubicBezTo>
                    <a:pt x="1" y="1900"/>
                    <a:pt x="920" y="4126"/>
                    <a:pt x="2759" y="4126"/>
                  </a:cubicBezTo>
                  <a:cubicBezTo>
                    <a:pt x="3896" y="4114"/>
                    <a:pt x="4803" y="3194"/>
                    <a:pt x="4815" y="2069"/>
                  </a:cubicBezTo>
                  <a:cubicBezTo>
                    <a:pt x="4815" y="824"/>
                    <a:pt x="3800" y="0"/>
                    <a:pt x="2739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01" name="Google Shape;3701;p65"/>
            <p:cNvSpPr/>
            <p:nvPr/>
          </p:nvSpPr>
          <p:spPr>
            <a:xfrm>
              <a:off x="3129850" y="849125"/>
              <a:ext cx="41450" cy="4145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1"/>
                  </a:moveTo>
                  <a:cubicBezTo>
                    <a:pt x="375" y="1"/>
                    <a:pt x="0" y="376"/>
                    <a:pt x="0" y="835"/>
                  </a:cubicBezTo>
                  <a:cubicBezTo>
                    <a:pt x="0" y="1283"/>
                    <a:pt x="375" y="1658"/>
                    <a:pt x="835" y="1658"/>
                  </a:cubicBezTo>
                  <a:cubicBezTo>
                    <a:pt x="1295" y="1658"/>
                    <a:pt x="1658" y="1283"/>
                    <a:pt x="1658" y="835"/>
                  </a:cubicBezTo>
                  <a:cubicBezTo>
                    <a:pt x="1658" y="376"/>
                    <a:pt x="1295" y="1"/>
                    <a:pt x="835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02" name="Google Shape;3702;p65"/>
            <p:cNvSpPr/>
            <p:nvPr/>
          </p:nvSpPr>
          <p:spPr>
            <a:xfrm>
              <a:off x="3177925" y="1190950"/>
              <a:ext cx="120100" cy="103050"/>
            </a:xfrm>
            <a:custGeom>
              <a:avLst/>
              <a:gdLst/>
              <a:ahLst/>
              <a:cxnLst/>
              <a:rect l="l" t="t" r="r" b="b"/>
              <a:pathLst>
                <a:path w="4804" h="4122" extrusionOk="0">
                  <a:moveTo>
                    <a:pt x="2738" y="0"/>
                  </a:moveTo>
                  <a:cubicBezTo>
                    <a:pt x="2231" y="0"/>
                    <a:pt x="1715" y="190"/>
                    <a:pt x="1295" y="614"/>
                  </a:cubicBezTo>
                  <a:cubicBezTo>
                    <a:pt x="1" y="1908"/>
                    <a:pt x="920" y="4122"/>
                    <a:pt x="2747" y="4122"/>
                  </a:cubicBezTo>
                  <a:cubicBezTo>
                    <a:pt x="3884" y="4122"/>
                    <a:pt x="4803" y="3202"/>
                    <a:pt x="4803" y="2065"/>
                  </a:cubicBezTo>
                  <a:cubicBezTo>
                    <a:pt x="4803" y="823"/>
                    <a:pt x="3793" y="0"/>
                    <a:pt x="2738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03" name="Google Shape;3703;p65"/>
            <p:cNvSpPr/>
            <p:nvPr/>
          </p:nvSpPr>
          <p:spPr>
            <a:xfrm>
              <a:off x="3226025" y="1221700"/>
              <a:ext cx="41450" cy="4145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23" y="1"/>
                  </a:moveTo>
                  <a:cubicBezTo>
                    <a:pt x="363" y="1"/>
                    <a:pt x="0" y="376"/>
                    <a:pt x="0" y="835"/>
                  </a:cubicBezTo>
                  <a:cubicBezTo>
                    <a:pt x="0" y="1295"/>
                    <a:pt x="363" y="1658"/>
                    <a:pt x="823" y="1658"/>
                  </a:cubicBezTo>
                  <a:cubicBezTo>
                    <a:pt x="1282" y="1658"/>
                    <a:pt x="1657" y="1295"/>
                    <a:pt x="1657" y="835"/>
                  </a:cubicBezTo>
                  <a:cubicBezTo>
                    <a:pt x="1657" y="376"/>
                    <a:pt x="1282" y="1"/>
                    <a:pt x="82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04" name="Google Shape;3704;p65"/>
            <p:cNvSpPr/>
            <p:nvPr/>
          </p:nvSpPr>
          <p:spPr>
            <a:xfrm>
              <a:off x="2412800" y="4488725"/>
              <a:ext cx="120100" cy="102850"/>
            </a:xfrm>
            <a:custGeom>
              <a:avLst/>
              <a:gdLst/>
              <a:ahLst/>
              <a:cxnLst/>
              <a:rect l="l" t="t" r="r" b="b"/>
              <a:pathLst>
                <a:path w="4804" h="4114" extrusionOk="0">
                  <a:moveTo>
                    <a:pt x="2732" y="0"/>
                  </a:moveTo>
                  <a:cubicBezTo>
                    <a:pt x="2228" y="0"/>
                    <a:pt x="1714" y="187"/>
                    <a:pt x="1295" y="606"/>
                  </a:cubicBezTo>
                  <a:cubicBezTo>
                    <a:pt x="1" y="1900"/>
                    <a:pt x="920" y="4114"/>
                    <a:pt x="2747" y="4114"/>
                  </a:cubicBezTo>
                  <a:cubicBezTo>
                    <a:pt x="3884" y="4114"/>
                    <a:pt x="4803" y="3194"/>
                    <a:pt x="4803" y="2057"/>
                  </a:cubicBezTo>
                  <a:cubicBezTo>
                    <a:pt x="4803" y="821"/>
                    <a:pt x="3789" y="0"/>
                    <a:pt x="273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05" name="Google Shape;3705;p65"/>
            <p:cNvSpPr/>
            <p:nvPr/>
          </p:nvSpPr>
          <p:spPr>
            <a:xfrm>
              <a:off x="2460900" y="4519575"/>
              <a:ext cx="41450" cy="4145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23" y="1"/>
                  </a:moveTo>
                  <a:cubicBezTo>
                    <a:pt x="363" y="1"/>
                    <a:pt x="0" y="364"/>
                    <a:pt x="0" y="823"/>
                  </a:cubicBezTo>
                  <a:cubicBezTo>
                    <a:pt x="0" y="1283"/>
                    <a:pt x="363" y="1658"/>
                    <a:pt x="823" y="1658"/>
                  </a:cubicBezTo>
                  <a:cubicBezTo>
                    <a:pt x="1283" y="1658"/>
                    <a:pt x="1658" y="1283"/>
                    <a:pt x="1658" y="823"/>
                  </a:cubicBezTo>
                  <a:cubicBezTo>
                    <a:pt x="1658" y="364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06" name="Google Shape;3706;p65"/>
            <p:cNvSpPr/>
            <p:nvPr/>
          </p:nvSpPr>
          <p:spPr>
            <a:xfrm>
              <a:off x="2205050" y="4762100"/>
              <a:ext cx="120075" cy="102875"/>
            </a:xfrm>
            <a:custGeom>
              <a:avLst/>
              <a:gdLst/>
              <a:ahLst/>
              <a:cxnLst/>
              <a:rect l="l" t="t" r="r" b="b"/>
              <a:pathLst>
                <a:path w="4803" h="4115" extrusionOk="0">
                  <a:moveTo>
                    <a:pt x="2732" y="1"/>
                  </a:moveTo>
                  <a:cubicBezTo>
                    <a:pt x="2227" y="1"/>
                    <a:pt x="1713" y="188"/>
                    <a:pt x="1295" y="606"/>
                  </a:cubicBezTo>
                  <a:cubicBezTo>
                    <a:pt x="0" y="1901"/>
                    <a:pt x="920" y="4114"/>
                    <a:pt x="2746" y="4114"/>
                  </a:cubicBezTo>
                  <a:cubicBezTo>
                    <a:pt x="3883" y="4114"/>
                    <a:pt x="4803" y="3195"/>
                    <a:pt x="4803" y="2058"/>
                  </a:cubicBezTo>
                  <a:cubicBezTo>
                    <a:pt x="4803" y="821"/>
                    <a:pt x="3789" y="1"/>
                    <a:pt x="2732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07" name="Google Shape;3707;p65"/>
            <p:cNvSpPr/>
            <p:nvPr/>
          </p:nvSpPr>
          <p:spPr>
            <a:xfrm>
              <a:off x="2246175" y="4792975"/>
              <a:ext cx="48425" cy="41450"/>
            </a:xfrm>
            <a:custGeom>
              <a:avLst/>
              <a:gdLst/>
              <a:ahLst/>
              <a:cxnLst/>
              <a:rect l="l" t="t" r="r" b="b"/>
              <a:pathLst>
                <a:path w="1937" h="1658" extrusionOk="0">
                  <a:moveTo>
                    <a:pt x="1113" y="0"/>
                  </a:moveTo>
                  <a:cubicBezTo>
                    <a:pt x="363" y="0"/>
                    <a:pt x="1" y="895"/>
                    <a:pt x="521" y="1416"/>
                  </a:cubicBezTo>
                  <a:cubicBezTo>
                    <a:pt x="688" y="1583"/>
                    <a:pt x="894" y="1657"/>
                    <a:pt x="1096" y="1657"/>
                  </a:cubicBezTo>
                  <a:cubicBezTo>
                    <a:pt x="1524" y="1657"/>
                    <a:pt x="1936" y="1324"/>
                    <a:pt x="1936" y="823"/>
                  </a:cubicBezTo>
                  <a:cubicBezTo>
                    <a:pt x="1936" y="375"/>
                    <a:pt x="1561" y="0"/>
                    <a:pt x="1113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08" name="Google Shape;3708;p65"/>
            <p:cNvSpPr/>
            <p:nvPr/>
          </p:nvSpPr>
          <p:spPr>
            <a:xfrm>
              <a:off x="2157575" y="4159525"/>
              <a:ext cx="106475" cy="91225"/>
            </a:xfrm>
            <a:custGeom>
              <a:avLst/>
              <a:gdLst/>
              <a:ahLst/>
              <a:cxnLst/>
              <a:rect l="l" t="t" r="r" b="b"/>
              <a:pathLst>
                <a:path w="4259" h="3649" extrusionOk="0">
                  <a:moveTo>
                    <a:pt x="2427" y="1"/>
                  </a:moveTo>
                  <a:cubicBezTo>
                    <a:pt x="1979" y="1"/>
                    <a:pt x="1522" y="168"/>
                    <a:pt x="1149" y="540"/>
                  </a:cubicBezTo>
                  <a:cubicBezTo>
                    <a:pt x="0" y="1677"/>
                    <a:pt x="811" y="3649"/>
                    <a:pt x="2432" y="3649"/>
                  </a:cubicBezTo>
                  <a:cubicBezTo>
                    <a:pt x="3448" y="3649"/>
                    <a:pt x="4258" y="2826"/>
                    <a:pt x="4258" y="1822"/>
                  </a:cubicBezTo>
                  <a:cubicBezTo>
                    <a:pt x="4258" y="726"/>
                    <a:pt x="3363" y="1"/>
                    <a:pt x="2427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09" name="Google Shape;3709;p65"/>
            <p:cNvSpPr/>
            <p:nvPr/>
          </p:nvSpPr>
          <p:spPr>
            <a:xfrm>
              <a:off x="2198400" y="4189950"/>
              <a:ext cx="35100" cy="29875"/>
            </a:xfrm>
            <a:custGeom>
              <a:avLst/>
              <a:gdLst/>
              <a:ahLst/>
              <a:cxnLst/>
              <a:rect l="l" t="t" r="r" b="b"/>
              <a:pathLst>
                <a:path w="1404" h="1195" extrusionOk="0">
                  <a:moveTo>
                    <a:pt x="799" y="0"/>
                  </a:moveTo>
                  <a:cubicBezTo>
                    <a:pt x="266" y="0"/>
                    <a:pt x="0" y="641"/>
                    <a:pt x="375" y="1016"/>
                  </a:cubicBezTo>
                  <a:cubicBezTo>
                    <a:pt x="498" y="1139"/>
                    <a:pt x="650" y="1195"/>
                    <a:pt x="799" y="1195"/>
                  </a:cubicBezTo>
                  <a:cubicBezTo>
                    <a:pt x="1103" y="1195"/>
                    <a:pt x="1395" y="963"/>
                    <a:pt x="1404" y="605"/>
                  </a:cubicBezTo>
                  <a:cubicBezTo>
                    <a:pt x="1404" y="278"/>
                    <a:pt x="1137" y="0"/>
                    <a:pt x="799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10" name="Google Shape;3710;p65"/>
            <p:cNvSpPr/>
            <p:nvPr/>
          </p:nvSpPr>
          <p:spPr>
            <a:xfrm>
              <a:off x="2467250" y="3721450"/>
              <a:ext cx="123700" cy="105925"/>
            </a:xfrm>
            <a:custGeom>
              <a:avLst/>
              <a:gdLst/>
              <a:ahLst/>
              <a:cxnLst/>
              <a:rect l="l" t="t" r="r" b="b"/>
              <a:pathLst>
                <a:path w="4948" h="4237" extrusionOk="0">
                  <a:moveTo>
                    <a:pt x="2818" y="1"/>
                  </a:moveTo>
                  <a:cubicBezTo>
                    <a:pt x="2295" y="1"/>
                    <a:pt x="1763" y="196"/>
                    <a:pt x="1331" y="631"/>
                  </a:cubicBezTo>
                  <a:cubicBezTo>
                    <a:pt x="0" y="1962"/>
                    <a:pt x="944" y="4236"/>
                    <a:pt x="2831" y="4236"/>
                  </a:cubicBezTo>
                  <a:cubicBezTo>
                    <a:pt x="3992" y="4236"/>
                    <a:pt x="4948" y="3293"/>
                    <a:pt x="4948" y="2119"/>
                  </a:cubicBezTo>
                  <a:cubicBezTo>
                    <a:pt x="4948" y="845"/>
                    <a:pt x="3905" y="1"/>
                    <a:pt x="2818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11" name="Google Shape;3711;p65"/>
            <p:cNvSpPr/>
            <p:nvPr/>
          </p:nvSpPr>
          <p:spPr>
            <a:xfrm>
              <a:off x="2508075" y="3752350"/>
              <a:ext cx="52350" cy="44500"/>
            </a:xfrm>
            <a:custGeom>
              <a:avLst/>
              <a:gdLst/>
              <a:ahLst/>
              <a:cxnLst/>
              <a:rect l="l" t="t" r="r" b="b"/>
              <a:pathLst>
                <a:path w="2094" h="1780" extrusionOk="0">
                  <a:moveTo>
                    <a:pt x="1220" y="0"/>
                  </a:moveTo>
                  <a:cubicBezTo>
                    <a:pt x="1213" y="0"/>
                    <a:pt x="1205" y="0"/>
                    <a:pt x="1198" y="0"/>
                  </a:cubicBezTo>
                  <a:cubicBezTo>
                    <a:pt x="400" y="0"/>
                    <a:pt x="0" y="956"/>
                    <a:pt x="569" y="1512"/>
                  </a:cubicBezTo>
                  <a:cubicBezTo>
                    <a:pt x="750" y="1697"/>
                    <a:pt x="974" y="1780"/>
                    <a:pt x="1194" y="1780"/>
                  </a:cubicBezTo>
                  <a:cubicBezTo>
                    <a:pt x="1652" y="1780"/>
                    <a:pt x="2093" y="1422"/>
                    <a:pt x="2093" y="883"/>
                  </a:cubicBezTo>
                  <a:cubicBezTo>
                    <a:pt x="2093" y="395"/>
                    <a:pt x="1706" y="0"/>
                    <a:pt x="1220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12" name="Google Shape;3712;p65"/>
            <p:cNvSpPr/>
            <p:nvPr/>
          </p:nvSpPr>
          <p:spPr>
            <a:xfrm>
              <a:off x="4442950" y="1944400"/>
              <a:ext cx="167875" cy="144050"/>
            </a:xfrm>
            <a:custGeom>
              <a:avLst/>
              <a:gdLst/>
              <a:ahLst/>
              <a:cxnLst/>
              <a:rect l="l" t="t" r="r" b="b"/>
              <a:pathLst>
                <a:path w="6715" h="5762" extrusionOk="0">
                  <a:moveTo>
                    <a:pt x="3823" y="1"/>
                  </a:moveTo>
                  <a:cubicBezTo>
                    <a:pt x="3117" y="1"/>
                    <a:pt x="2398" y="263"/>
                    <a:pt x="1815" y="851"/>
                  </a:cubicBezTo>
                  <a:cubicBezTo>
                    <a:pt x="1" y="2665"/>
                    <a:pt x="1283" y="5762"/>
                    <a:pt x="3847" y="5762"/>
                  </a:cubicBezTo>
                  <a:cubicBezTo>
                    <a:pt x="5432" y="5762"/>
                    <a:pt x="6714" y="4468"/>
                    <a:pt x="6714" y="2883"/>
                  </a:cubicBezTo>
                  <a:cubicBezTo>
                    <a:pt x="6714" y="1148"/>
                    <a:pt x="5298" y="1"/>
                    <a:pt x="382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13" name="Google Shape;3713;p65"/>
            <p:cNvSpPr/>
            <p:nvPr/>
          </p:nvSpPr>
          <p:spPr>
            <a:xfrm>
              <a:off x="4484075" y="1975325"/>
              <a:ext cx="96200" cy="82375"/>
            </a:xfrm>
            <a:custGeom>
              <a:avLst/>
              <a:gdLst/>
              <a:ahLst/>
              <a:cxnLst/>
              <a:rect l="l" t="t" r="r" b="b"/>
              <a:pathLst>
                <a:path w="3848" h="3295" extrusionOk="0">
                  <a:moveTo>
                    <a:pt x="2202" y="1"/>
                  </a:moveTo>
                  <a:cubicBezTo>
                    <a:pt x="727" y="1"/>
                    <a:pt x="1" y="1779"/>
                    <a:pt x="1029" y="2807"/>
                  </a:cubicBezTo>
                  <a:cubicBezTo>
                    <a:pt x="1365" y="3144"/>
                    <a:pt x="1779" y="3294"/>
                    <a:pt x="2185" y="3294"/>
                  </a:cubicBezTo>
                  <a:cubicBezTo>
                    <a:pt x="3034" y="3294"/>
                    <a:pt x="3847" y="2636"/>
                    <a:pt x="3847" y="1646"/>
                  </a:cubicBezTo>
                  <a:cubicBezTo>
                    <a:pt x="3847" y="739"/>
                    <a:pt x="3110" y="1"/>
                    <a:pt x="2202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14" name="Google Shape;3714;p65"/>
            <p:cNvSpPr/>
            <p:nvPr/>
          </p:nvSpPr>
          <p:spPr>
            <a:xfrm>
              <a:off x="4198000" y="2611725"/>
              <a:ext cx="99825" cy="85800"/>
            </a:xfrm>
            <a:custGeom>
              <a:avLst/>
              <a:gdLst/>
              <a:ahLst/>
              <a:cxnLst/>
              <a:rect l="l" t="t" r="r" b="b"/>
              <a:pathLst>
                <a:path w="3993" h="3432" extrusionOk="0">
                  <a:moveTo>
                    <a:pt x="2272" y="0"/>
                  </a:moveTo>
                  <a:cubicBezTo>
                    <a:pt x="1853" y="0"/>
                    <a:pt x="1425" y="156"/>
                    <a:pt x="1077" y="504"/>
                  </a:cubicBezTo>
                  <a:cubicBezTo>
                    <a:pt x="0" y="1581"/>
                    <a:pt x="750" y="3432"/>
                    <a:pt x="2274" y="3432"/>
                  </a:cubicBezTo>
                  <a:cubicBezTo>
                    <a:pt x="3218" y="3432"/>
                    <a:pt x="3992" y="2658"/>
                    <a:pt x="3992" y="1714"/>
                  </a:cubicBezTo>
                  <a:cubicBezTo>
                    <a:pt x="3992" y="683"/>
                    <a:pt x="3150" y="0"/>
                    <a:pt x="227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15" name="Google Shape;3715;p65"/>
            <p:cNvSpPr/>
            <p:nvPr/>
          </p:nvSpPr>
          <p:spPr>
            <a:xfrm>
              <a:off x="4238825" y="2642475"/>
              <a:ext cx="28150" cy="24400"/>
            </a:xfrm>
            <a:custGeom>
              <a:avLst/>
              <a:gdLst/>
              <a:ahLst/>
              <a:cxnLst/>
              <a:rect l="l" t="t" r="r" b="b"/>
              <a:pathLst>
                <a:path w="1126" h="976" extrusionOk="0">
                  <a:moveTo>
                    <a:pt x="641" y="0"/>
                  </a:moveTo>
                  <a:cubicBezTo>
                    <a:pt x="218" y="0"/>
                    <a:pt x="0" y="520"/>
                    <a:pt x="303" y="835"/>
                  </a:cubicBezTo>
                  <a:cubicBezTo>
                    <a:pt x="400" y="932"/>
                    <a:pt x="519" y="975"/>
                    <a:pt x="636" y="975"/>
                  </a:cubicBezTo>
                  <a:cubicBezTo>
                    <a:pt x="885" y="975"/>
                    <a:pt x="1125" y="780"/>
                    <a:pt x="1125" y="484"/>
                  </a:cubicBezTo>
                  <a:cubicBezTo>
                    <a:pt x="1125" y="218"/>
                    <a:pt x="907" y="0"/>
                    <a:pt x="641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16" name="Google Shape;3716;p65"/>
            <p:cNvSpPr/>
            <p:nvPr/>
          </p:nvSpPr>
          <p:spPr>
            <a:xfrm>
              <a:off x="4451125" y="2729175"/>
              <a:ext cx="127950" cy="109575"/>
            </a:xfrm>
            <a:custGeom>
              <a:avLst/>
              <a:gdLst/>
              <a:ahLst/>
              <a:cxnLst/>
              <a:rect l="l" t="t" r="r" b="b"/>
              <a:pathLst>
                <a:path w="5118" h="4383" extrusionOk="0">
                  <a:moveTo>
                    <a:pt x="2908" y="0"/>
                  </a:moveTo>
                  <a:cubicBezTo>
                    <a:pt x="2371" y="0"/>
                    <a:pt x="1825" y="200"/>
                    <a:pt x="1379" y="645"/>
                  </a:cubicBezTo>
                  <a:cubicBezTo>
                    <a:pt x="0" y="2024"/>
                    <a:pt x="968" y="4383"/>
                    <a:pt x="2915" y="4383"/>
                  </a:cubicBezTo>
                  <a:cubicBezTo>
                    <a:pt x="4125" y="4383"/>
                    <a:pt x="5105" y="3403"/>
                    <a:pt x="5117" y="2193"/>
                  </a:cubicBezTo>
                  <a:cubicBezTo>
                    <a:pt x="5109" y="875"/>
                    <a:pt x="4031" y="0"/>
                    <a:pt x="2908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17" name="Google Shape;3717;p65"/>
            <p:cNvSpPr/>
            <p:nvPr/>
          </p:nvSpPr>
          <p:spPr>
            <a:xfrm>
              <a:off x="4491950" y="2759800"/>
              <a:ext cx="56275" cy="48275"/>
            </a:xfrm>
            <a:custGeom>
              <a:avLst/>
              <a:gdLst/>
              <a:ahLst/>
              <a:cxnLst/>
              <a:rect l="l" t="t" r="r" b="b"/>
              <a:pathLst>
                <a:path w="2251" h="1931" extrusionOk="0">
                  <a:moveTo>
                    <a:pt x="1295" y="1"/>
                  </a:moveTo>
                  <a:cubicBezTo>
                    <a:pt x="436" y="1"/>
                    <a:pt x="0" y="1041"/>
                    <a:pt x="605" y="1646"/>
                  </a:cubicBezTo>
                  <a:cubicBezTo>
                    <a:pt x="801" y="1842"/>
                    <a:pt x="1043" y="1930"/>
                    <a:pt x="1281" y="1930"/>
                  </a:cubicBezTo>
                  <a:cubicBezTo>
                    <a:pt x="1775" y="1930"/>
                    <a:pt x="2250" y="1549"/>
                    <a:pt x="2250" y="968"/>
                  </a:cubicBezTo>
                  <a:cubicBezTo>
                    <a:pt x="2250" y="436"/>
                    <a:pt x="1827" y="1"/>
                    <a:pt x="1295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18" name="Google Shape;3718;p65"/>
            <p:cNvSpPr/>
            <p:nvPr/>
          </p:nvSpPr>
          <p:spPr>
            <a:xfrm>
              <a:off x="4352525" y="2885400"/>
              <a:ext cx="99825" cy="85525"/>
            </a:xfrm>
            <a:custGeom>
              <a:avLst/>
              <a:gdLst/>
              <a:ahLst/>
              <a:cxnLst/>
              <a:rect l="l" t="t" r="r" b="b"/>
              <a:pathLst>
                <a:path w="3993" h="3421" extrusionOk="0">
                  <a:moveTo>
                    <a:pt x="2273" y="1"/>
                  </a:moveTo>
                  <a:cubicBezTo>
                    <a:pt x="1853" y="1"/>
                    <a:pt x="1425" y="157"/>
                    <a:pt x="1077" y="505"/>
                  </a:cubicBezTo>
                  <a:cubicBezTo>
                    <a:pt x="1" y="1582"/>
                    <a:pt x="763" y="3420"/>
                    <a:pt x="2287" y="3420"/>
                  </a:cubicBezTo>
                  <a:cubicBezTo>
                    <a:pt x="3230" y="3420"/>
                    <a:pt x="3993" y="2658"/>
                    <a:pt x="3993" y="1715"/>
                  </a:cubicBezTo>
                  <a:cubicBezTo>
                    <a:pt x="3993" y="683"/>
                    <a:pt x="3151" y="1"/>
                    <a:pt x="227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19" name="Google Shape;3719;p65"/>
            <p:cNvSpPr/>
            <p:nvPr/>
          </p:nvSpPr>
          <p:spPr>
            <a:xfrm>
              <a:off x="4393350" y="2916150"/>
              <a:ext cx="28450" cy="24175"/>
            </a:xfrm>
            <a:custGeom>
              <a:avLst/>
              <a:gdLst/>
              <a:ahLst/>
              <a:cxnLst/>
              <a:rect l="l" t="t" r="r" b="b"/>
              <a:pathLst>
                <a:path w="1138" h="967" extrusionOk="0">
                  <a:moveTo>
                    <a:pt x="654" y="1"/>
                  </a:moveTo>
                  <a:cubicBezTo>
                    <a:pt x="218" y="1"/>
                    <a:pt x="1" y="521"/>
                    <a:pt x="303" y="823"/>
                  </a:cubicBezTo>
                  <a:cubicBezTo>
                    <a:pt x="406" y="922"/>
                    <a:pt x="531" y="967"/>
                    <a:pt x="652" y="967"/>
                  </a:cubicBezTo>
                  <a:cubicBezTo>
                    <a:pt x="902" y="967"/>
                    <a:pt x="1138" y="778"/>
                    <a:pt x="1138" y="485"/>
                  </a:cubicBezTo>
                  <a:cubicBezTo>
                    <a:pt x="1138" y="219"/>
                    <a:pt x="920" y="1"/>
                    <a:pt x="65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20" name="Google Shape;3720;p65"/>
            <p:cNvSpPr/>
            <p:nvPr/>
          </p:nvSpPr>
          <p:spPr>
            <a:xfrm>
              <a:off x="4567550" y="2743950"/>
              <a:ext cx="121600" cy="104175"/>
            </a:xfrm>
            <a:custGeom>
              <a:avLst/>
              <a:gdLst/>
              <a:ahLst/>
              <a:cxnLst/>
              <a:rect l="l" t="t" r="r" b="b"/>
              <a:pathLst>
                <a:path w="4864" h="4167" extrusionOk="0">
                  <a:moveTo>
                    <a:pt x="2767" y="1"/>
                  </a:moveTo>
                  <a:cubicBezTo>
                    <a:pt x="2259" y="1"/>
                    <a:pt x="1740" y="189"/>
                    <a:pt x="1319" y="611"/>
                  </a:cubicBezTo>
                  <a:cubicBezTo>
                    <a:pt x="0" y="1929"/>
                    <a:pt x="932" y="4167"/>
                    <a:pt x="2783" y="4167"/>
                  </a:cubicBezTo>
                  <a:cubicBezTo>
                    <a:pt x="3932" y="4167"/>
                    <a:pt x="4863" y="3236"/>
                    <a:pt x="4863" y="2086"/>
                  </a:cubicBezTo>
                  <a:cubicBezTo>
                    <a:pt x="4863" y="833"/>
                    <a:pt x="3836" y="1"/>
                    <a:pt x="2767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21" name="Google Shape;3721;p65"/>
            <p:cNvSpPr/>
            <p:nvPr/>
          </p:nvSpPr>
          <p:spPr>
            <a:xfrm>
              <a:off x="4608675" y="2774925"/>
              <a:ext cx="49625" cy="42550"/>
            </a:xfrm>
            <a:custGeom>
              <a:avLst/>
              <a:gdLst/>
              <a:ahLst/>
              <a:cxnLst/>
              <a:rect l="l" t="t" r="r" b="b"/>
              <a:pathLst>
                <a:path w="1985" h="1702" extrusionOk="0">
                  <a:moveTo>
                    <a:pt x="1138" y="1"/>
                  </a:moveTo>
                  <a:cubicBezTo>
                    <a:pt x="388" y="1"/>
                    <a:pt x="1" y="908"/>
                    <a:pt x="533" y="1452"/>
                  </a:cubicBezTo>
                  <a:cubicBezTo>
                    <a:pt x="709" y="1624"/>
                    <a:pt x="923" y="1702"/>
                    <a:pt x="1132" y="1702"/>
                  </a:cubicBezTo>
                  <a:cubicBezTo>
                    <a:pt x="1569" y="1702"/>
                    <a:pt x="1984" y="1363"/>
                    <a:pt x="1984" y="847"/>
                  </a:cubicBezTo>
                  <a:cubicBezTo>
                    <a:pt x="1984" y="376"/>
                    <a:pt x="1609" y="1"/>
                    <a:pt x="1138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22" name="Google Shape;3722;p65"/>
            <p:cNvSpPr/>
            <p:nvPr/>
          </p:nvSpPr>
          <p:spPr>
            <a:xfrm>
              <a:off x="4624400" y="2893350"/>
              <a:ext cx="100125" cy="85725"/>
            </a:xfrm>
            <a:custGeom>
              <a:avLst/>
              <a:gdLst/>
              <a:ahLst/>
              <a:cxnLst/>
              <a:rect l="l" t="t" r="r" b="b"/>
              <a:pathLst>
                <a:path w="4005" h="3429" extrusionOk="0">
                  <a:moveTo>
                    <a:pt x="2274" y="0"/>
                  </a:moveTo>
                  <a:cubicBezTo>
                    <a:pt x="1855" y="0"/>
                    <a:pt x="1427" y="155"/>
                    <a:pt x="1077" y="501"/>
                  </a:cubicBezTo>
                  <a:cubicBezTo>
                    <a:pt x="1" y="1578"/>
                    <a:pt x="763" y="3429"/>
                    <a:pt x="2287" y="3429"/>
                  </a:cubicBezTo>
                  <a:cubicBezTo>
                    <a:pt x="3230" y="3429"/>
                    <a:pt x="3993" y="2667"/>
                    <a:pt x="4005" y="1723"/>
                  </a:cubicBezTo>
                  <a:cubicBezTo>
                    <a:pt x="4005" y="689"/>
                    <a:pt x="3158" y="0"/>
                    <a:pt x="2274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23" name="Google Shape;3723;p65"/>
            <p:cNvSpPr/>
            <p:nvPr/>
          </p:nvSpPr>
          <p:spPr>
            <a:xfrm>
              <a:off x="4665525" y="2924325"/>
              <a:ext cx="28150" cy="24175"/>
            </a:xfrm>
            <a:custGeom>
              <a:avLst/>
              <a:gdLst/>
              <a:ahLst/>
              <a:cxnLst/>
              <a:rect l="l" t="t" r="r" b="b"/>
              <a:pathLst>
                <a:path w="1126" h="967" extrusionOk="0">
                  <a:moveTo>
                    <a:pt x="642" y="0"/>
                  </a:moveTo>
                  <a:cubicBezTo>
                    <a:pt x="206" y="0"/>
                    <a:pt x="1" y="521"/>
                    <a:pt x="303" y="823"/>
                  </a:cubicBezTo>
                  <a:cubicBezTo>
                    <a:pt x="402" y="922"/>
                    <a:pt x="524" y="966"/>
                    <a:pt x="644" y="966"/>
                  </a:cubicBezTo>
                  <a:cubicBezTo>
                    <a:pt x="890" y="966"/>
                    <a:pt x="1126" y="777"/>
                    <a:pt x="1126" y="484"/>
                  </a:cubicBezTo>
                  <a:cubicBezTo>
                    <a:pt x="1126" y="218"/>
                    <a:pt x="908" y="0"/>
                    <a:pt x="642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24" name="Google Shape;3724;p65"/>
            <p:cNvSpPr/>
            <p:nvPr/>
          </p:nvSpPr>
          <p:spPr>
            <a:xfrm>
              <a:off x="4731150" y="2864625"/>
              <a:ext cx="100125" cy="85725"/>
            </a:xfrm>
            <a:custGeom>
              <a:avLst/>
              <a:gdLst/>
              <a:ahLst/>
              <a:cxnLst/>
              <a:rect l="l" t="t" r="r" b="b"/>
              <a:pathLst>
                <a:path w="4005" h="3429" extrusionOk="0">
                  <a:moveTo>
                    <a:pt x="2281" y="1"/>
                  </a:moveTo>
                  <a:cubicBezTo>
                    <a:pt x="1858" y="1"/>
                    <a:pt x="1428" y="159"/>
                    <a:pt x="1077" y="513"/>
                  </a:cubicBezTo>
                  <a:cubicBezTo>
                    <a:pt x="1" y="1590"/>
                    <a:pt x="775" y="3429"/>
                    <a:pt x="2299" y="3429"/>
                  </a:cubicBezTo>
                  <a:cubicBezTo>
                    <a:pt x="3231" y="3417"/>
                    <a:pt x="3993" y="2655"/>
                    <a:pt x="4005" y="1711"/>
                  </a:cubicBezTo>
                  <a:cubicBezTo>
                    <a:pt x="3997" y="682"/>
                    <a:pt x="3157" y="1"/>
                    <a:pt x="2281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25" name="Google Shape;3725;p65"/>
            <p:cNvSpPr/>
            <p:nvPr/>
          </p:nvSpPr>
          <p:spPr>
            <a:xfrm>
              <a:off x="4776525" y="2895300"/>
              <a:ext cx="24225" cy="24200"/>
            </a:xfrm>
            <a:custGeom>
              <a:avLst/>
              <a:gdLst/>
              <a:ahLst/>
              <a:cxnLst/>
              <a:rect l="l" t="t" r="r" b="b"/>
              <a:pathLst>
                <a:path w="969" h="968" extrusionOk="0">
                  <a:moveTo>
                    <a:pt x="484" y="0"/>
                  </a:moveTo>
                  <a:cubicBezTo>
                    <a:pt x="218" y="0"/>
                    <a:pt x="0" y="218"/>
                    <a:pt x="0" y="484"/>
                  </a:cubicBezTo>
                  <a:cubicBezTo>
                    <a:pt x="0" y="750"/>
                    <a:pt x="218" y="968"/>
                    <a:pt x="484" y="968"/>
                  </a:cubicBezTo>
                  <a:cubicBezTo>
                    <a:pt x="750" y="968"/>
                    <a:pt x="968" y="750"/>
                    <a:pt x="968" y="484"/>
                  </a:cubicBezTo>
                  <a:cubicBezTo>
                    <a:pt x="968" y="218"/>
                    <a:pt x="750" y="0"/>
                    <a:pt x="484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26" name="Google Shape;3726;p65"/>
            <p:cNvSpPr/>
            <p:nvPr/>
          </p:nvSpPr>
          <p:spPr>
            <a:xfrm>
              <a:off x="4804050" y="2960725"/>
              <a:ext cx="100125" cy="85500"/>
            </a:xfrm>
            <a:custGeom>
              <a:avLst/>
              <a:gdLst/>
              <a:ahLst/>
              <a:cxnLst/>
              <a:rect l="l" t="t" r="r" b="b"/>
              <a:pathLst>
                <a:path w="4005" h="3420" extrusionOk="0">
                  <a:moveTo>
                    <a:pt x="2284" y="0"/>
                  </a:moveTo>
                  <a:cubicBezTo>
                    <a:pt x="1865" y="0"/>
                    <a:pt x="1437" y="156"/>
                    <a:pt x="1089" y="504"/>
                  </a:cubicBezTo>
                  <a:cubicBezTo>
                    <a:pt x="0" y="1581"/>
                    <a:pt x="774" y="3419"/>
                    <a:pt x="2298" y="3419"/>
                  </a:cubicBezTo>
                  <a:cubicBezTo>
                    <a:pt x="3242" y="3419"/>
                    <a:pt x="4004" y="2657"/>
                    <a:pt x="4004" y="1714"/>
                  </a:cubicBezTo>
                  <a:cubicBezTo>
                    <a:pt x="4004" y="682"/>
                    <a:pt x="3162" y="0"/>
                    <a:pt x="2284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27" name="Google Shape;3727;p65"/>
            <p:cNvSpPr/>
            <p:nvPr/>
          </p:nvSpPr>
          <p:spPr>
            <a:xfrm>
              <a:off x="4845175" y="2991450"/>
              <a:ext cx="28150" cy="24175"/>
            </a:xfrm>
            <a:custGeom>
              <a:avLst/>
              <a:gdLst/>
              <a:ahLst/>
              <a:cxnLst/>
              <a:rect l="l" t="t" r="r" b="b"/>
              <a:pathLst>
                <a:path w="1126" h="967" extrusionOk="0">
                  <a:moveTo>
                    <a:pt x="653" y="1"/>
                  </a:moveTo>
                  <a:cubicBezTo>
                    <a:pt x="218" y="1"/>
                    <a:pt x="0" y="521"/>
                    <a:pt x="303" y="823"/>
                  </a:cubicBezTo>
                  <a:cubicBezTo>
                    <a:pt x="402" y="922"/>
                    <a:pt x="524" y="967"/>
                    <a:pt x="643" y="967"/>
                  </a:cubicBezTo>
                  <a:cubicBezTo>
                    <a:pt x="890" y="967"/>
                    <a:pt x="1125" y="778"/>
                    <a:pt x="1125" y="485"/>
                  </a:cubicBezTo>
                  <a:cubicBezTo>
                    <a:pt x="1125" y="219"/>
                    <a:pt x="920" y="1"/>
                    <a:pt x="65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28" name="Google Shape;3728;p65"/>
            <p:cNvSpPr/>
            <p:nvPr/>
          </p:nvSpPr>
          <p:spPr>
            <a:xfrm>
              <a:off x="4539725" y="2972825"/>
              <a:ext cx="99825" cy="85500"/>
            </a:xfrm>
            <a:custGeom>
              <a:avLst/>
              <a:gdLst/>
              <a:ahLst/>
              <a:cxnLst/>
              <a:rect l="l" t="t" r="r" b="b"/>
              <a:pathLst>
                <a:path w="3993" h="3420" extrusionOk="0">
                  <a:moveTo>
                    <a:pt x="2271" y="0"/>
                  </a:moveTo>
                  <a:cubicBezTo>
                    <a:pt x="1852" y="0"/>
                    <a:pt x="1425" y="156"/>
                    <a:pt x="1077" y="504"/>
                  </a:cubicBezTo>
                  <a:cubicBezTo>
                    <a:pt x="1" y="1581"/>
                    <a:pt x="751" y="3419"/>
                    <a:pt x="2287" y="3419"/>
                  </a:cubicBezTo>
                  <a:cubicBezTo>
                    <a:pt x="3218" y="3419"/>
                    <a:pt x="3992" y="2657"/>
                    <a:pt x="3992" y="1726"/>
                  </a:cubicBezTo>
                  <a:cubicBezTo>
                    <a:pt x="3992" y="686"/>
                    <a:pt x="3150" y="0"/>
                    <a:pt x="2271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29" name="Google Shape;3729;p65"/>
            <p:cNvSpPr/>
            <p:nvPr/>
          </p:nvSpPr>
          <p:spPr>
            <a:xfrm>
              <a:off x="4580550" y="3003550"/>
              <a:ext cx="28450" cy="24425"/>
            </a:xfrm>
            <a:custGeom>
              <a:avLst/>
              <a:gdLst/>
              <a:ahLst/>
              <a:cxnLst/>
              <a:rect l="l" t="t" r="r" b="b"/>
              <a:pathLst>
                <a:path w="1138" h="977" extrusionOk="0">
                  <a:moveTo>
                    <a:pt x="654" y="1"/>
                  </a:moveTo>
                  <a:cubicBezTo>
                    <a:pt x="218" y="1"/>
                    <a:pt x="1" y="533"/>
                    <a:pt x="303" y="835"/>
                  </a:cubicBezTo>
                  <a:cubicBezTo>
                    <a:pt x="404" y="933"/>
                    <a:pt x="527" y="976"/>
                    <a:pt x="647" y="976"/>
                  </a:cubicBezTo>
                  <a:cubicBezTo>
                    <a:pt x="899" y="976"/>
                    <a:pt x="1138" y="784"/>
                    <a:pt x="1138" y="497"/>
                  </a:cubicBezTo>
                  <a:cubicBezTo>
                    <a:pt x="1138" y="218"/>
                    <a:pt x="920" y="1"/>
                    <a:pt x="65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30" name="Google Shape;3730;p65"/>
            <p:cNvSpPr/>
            <p:nvPr/>
          </p:nvSpPr>
          <p:spPr>
            <a:xfrm>
              <a:off x="4575400" y="3117975"/>
              <a:ext cx="100125" cy="85800"/>
            </a:xfrm>
            <a:custGeom>
              <a:avLst/>
              <a:gdLst/>
              <a:ahLst/>
              <a:cxnLst/>
              <a:rect l="l" t="t" r="r" b="b"/>
              <a:pathLst>
                <a:path w="4005" h="3432" extrusionOk="0">
                  <a:moveTo>
                    <a:pt x="2276" y="0"/>
                  </a:moveTo>
                  <a:cubicBezTo>
                    <a:pt x="1855" y="0"/>
                    <a:pt x="1426" y="156"/>
                    <a:pt x="1078" y="504"/>
                  </a:cubicBezTo>
                  <a:cubicBezTo>
                    <a:pt x="1" y="1581"/>
                    <a:pt x="763" y="3432"/>
                    <a:pt x="2287" y="3432"/>
                  </a:cubicBezTo>
                  <a:cubicBezTo>
                    <a:pt x="3231" y="3432"/>
                    <a:pt x="3993" y="2658"/>
                    <a:pt x="4005" y="1714"/>
                  </a:cubicBezTo>
                  <a:cubicBezTo>
                    <a:pt x="4005" y="683"/>
                    <a:pt x="3158" y="0"/>
                    <a:pt x="2276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31" name="Google Shape;3731;p65"/>
            <p:cNvSpPr/>
            <p:nvPr/>
          </p:nvSpPr>
          <p:spPr>
            <a:xfrm>
              <a:off x="4616550" y="3148725"/>
              <a:ext cx="28150" cy="24400"/>
            </a:xfrm>
            <a:custGeom>
              <a:avLst/>
              <a:gdLst/>
              <a:ahLst/>
              <a:cxnLst/>
              <a:rect l="l" t="t" r="r" b="b"/>
              <a:pathLst>
                <a:path w="1126" h="976" extrusionOk="0">
                  <a:moveTo>
                    <a:pt x="641" y="0"/>
                  </a:moveTo>
                  <a:cubicBezTo>
                    <a:pt x="206" y="0"/>
                    <a:pt x="0" y="520"/>
                    <a:pt x="303" y="835"/>
                  </a:cubicBezTo>
                  <a:cubicBezTo>
                    <a:pt x="399" y="932"/>
                    <a:pt x="519" y="975"/>
                    <a:pt x="636" y="975"/>
                  </a:cubicBezTo>
                  <a:cubicBezTo>
                    <a:pt x="885" y="975"/>
                    <a:pt x="1125" y="780"/>
                    <a:pt x="1125" y="484"/>
                  </a:cubicBezTo>
                  <a:cubicBezTo>
                    <a:pt x="1125" y="218"/>
                    <a:pt x="907" y="0"/>
                    <a:pt x="641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32" name="Google Shape;3732;p65"/>
            <p:cNvSpPr/>
            <p:nvPr/>
          </p:nvSpPr>
          <p:spPr>
            <a:xfrm>
              <a:off x="4443550" y="3075025"/>
              <a:ext cx="100025" cy="85500"/>
            </a:xfrm>
            <a:custGeom>
              <a:avLst/>
              <a:gdLst/>
              <a:ahLst/>
              <a:cxnLst/>
              <a:rect l="l" t="t" r="r" b="b"/>
              <a:pathLst>
                <a:path w="4001" h="3420" extrusionOk="0">
                  <a:moveTo>
                    <a:pt x="2276" y="1"/>
                  </a:moveTo>
                  <a:cubicBezTo>
                    <a:pt x="1855" y="1"/>
                    <a:pt x="1426" y="156"/>
                    <a:pt x="1077" y="505"/>
                  </a:cubicBezTo>
                  <a:cubicBezTo>
                    <a:pt x="1" y="1581"/>
                    <a:pt x="763" y="3420"/>
                    <a:pt x="2287" y="3420"/>
                  </a:cubicBezTo>
                  <a:cubicBezTo>
                    <a:pt x="3231" y="3420"/>
                    <a:pt x="3993" y="2658"/>
                    <a:pt x="3993" y="1714"/>
                  </a:cubicBezTo>
                  <a:cubicBezTo>
                    <a:pt x="4001" y="683"/>
                    <a:pt x="3156" y="1"/>
                    <a:pt x="2276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33" name="Google Shape;3733;p65"/>
            <p:cNvSpPr/>
            <p:nvPr/>
          </p:nvSpPr>
          <p:spPr>
            <a:xfrm>
              <a:off x="4488625" y="3105775"/>
              <a:ext cx="24200" cy="24225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0"/>
                  </a:moveTo>
                  <a:cubicBezTo>
                    <a:pt x="218" y="0"/>
                    <a:pt x="0" y="218"/>
                    <a:pt x="0" y="484"/>
                  </a:cubicBezTo>
                  <a:cubicBezTo>
                    <a:pt x="0" y="750"/>
                    <a:pt x="218" y="968"/>
                    <a:pt x="484" y="968"/>
                  </a:cubicBezTo>
                  <a:cubicBezTo>
                    <a:pt x="750" y="968"/>
                    <a:pt x="968" y="750"/>
                    <a:pt x="968" y="484"/>
                  </a:cubicBezTo>
                  <a:cubicBezTo>
                    <a:pt x="968" y="218"/>
                    <a:pt x="750" y="0"/>
                    <a:pt x="484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34" name="Google Shape;3734;p65"/>
            <p:cNvSpPr/>
            <p:nvPr/>
          </p:nvSpPr>
          <p:spPr>
            <a:xfrm>
              <a:off x="5032375" y="2599625"/>
              <a:ext cx="99825" cy="85800"/>
            </a:xfrm>
            <a:custGeom>
              <a:avLst/>
              <a:gdLst/>
              <a:ahLst/>
              <a:cxnLst/>
              <a:rect l="l" t="t" r="r" b="b"/>
              <a:pathLst>
                <a:path w="3993" h="3432" extrusionOk="0">
                  <a:moveTo>
                    <a:pt x="2272" y="1"/>
                  </a:moveTo>
                  <a:cubicBezTo>
                    <a:pt x="1853" y="1"/>
                    <a:pt x="1425" y="156"/>
                    <a:pt x="1077" y="505"/>
                  </a:cubicBezTo>
                  <a:cubicBezTo>
                    <a:pt x="0" y="1581"/>
                    <a:pt x="762" y="3432"/>
                    <a:pt x="2286" y="3432"/>
                  </a:cubicBezTo>
                  <a:cubicBezTo>
                    <a:pt x="3230" y="3432"/>
                    <a:pt x="3992" y="2658"/>
                    <a:pt x="3992" y="1714"/>
                  </a:cubicBezTo>
                  <a:cubicBezTo>
                    <a:pt x="3992" y="683"/>
                    <a:pt x="3150" y="1"/>
                    <a:pt x="2272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35" name="Google Shape;3735;p65"/>
            <p:cNvSpPr/>
            <p:nvPr/>
          </p:nvSpPr>
          <p:spPr>
            <a:xfrm>
              <a:off x="5077425" y="2630375"/>
              <a:ext cx="24225" cy="24225"/>
            </a:xfrm>
            <a:custGeom>
              <a:avLst/>
              <a:gdLst/>
              <a:ahLst/>
              <a:cxnLst/>
              <a:rect l="l" t="t" r="r" b="b"/>
              <a:pathLst>
                <a:path w="969" h="969" extrusionOk="0">
                  <a:moveTo>
                    <a:pt x="484" y="0"/>
                  </a:moveTo>
                  <a:cubicBezTo>
                    <a:pt x="218" y="0"/>
                    <a:pt x="1" y="218"/>
                    <a:pt x="1" y="484"/>
                  </a:cubicBezTo>
                  <a:cubicBezTo>
                    <a:pt x="1" y="750"/>
                    <a:pt x="218" y="968"/>
                    <a:pt x="484" y="968"/>
                  </a:cubicBezTo>
                  <a:cubicBezTo>
                    <a:pt x="751" y="968"/>
                    <a:pt x="968" y="750"/>
                    <a:pt x="968" y="484"/>
                  </a:cubicBezTo>
                  <a:cubicBezTo>
                    <a:pt x="968" y="218"/>
                    <a:pt x="751" y="0"/>
                    <a:pt x="484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36" name="Google Shape;3736;p65"/>
            <p:cNvSpPr/>
            <p:nvPr/>
          </p:nvSpPr>
          <p:spPr>
            <a:xfrm>
              <a:off x="5066850" y="2948625"/>
              <a:ext cx="100125" cy="85800"/>
            </a:xfrm>
            <a:custGeom>
              <a:avLst/>
              <a:gdLst/>
              <a:ahLst/>
              <a:cxnLst/>
              <a:rect l="l" t="t" r="r" b="b"/>
              <a:pathLst>
                <a:path w="4005" h="3432" extrusionOk="0">
                  <a:moveTo>
                    <a:pt x="2275" y="0"/>
                  </a:moveTo>
                  <a:cubicBezTo>
                    <a:pt x="1854" y="0"/>
                    <a:pt x="1425" y="156"/>
                    <a:pt x="1077" y="504"/>
                  </a:cubicBezTo>
                  <a:cubicBezTo>
                    <a:pt x="0" y="1581"/>
                    <a:pt x="762" y="3432"/>
                    <a:pt x="2286" y="3432"/>
                  </a:cubicBezTo>
                  <a:cubicBezTo>
                    <a:pt x="3230" y="3420"/>
                    <a:pt x="3992" y="2657"/>
                    <a:pt x="4004" y="1714"/>
                  </a:cubicBezTo>
                  <a:cubicBezTo>
                    <a:pt x="4004" y="683"/>
                    <a:pt x="3157" y="0"/>
                    <a:pt x="2275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37" name="Google Shape;3737;p65"/>
            <p:cNvSpPr/>
            <p:nvPr/>
          </p:nvSpPr>
          <p:spPr>
            <a:xfrm>
              <a:off x="5107975" y="2979350"/>
              <a:ext cx="28150" cy="24325"/>
            </a:xfrm>
            <a:custGeom>
              <a:avLst/>
              <a:gdLst/>
              <a:ahLst/>
              <a:cxnLst/>
              <a:rect l="l" t="t" r="r" b="b"/>
              <a:pathLst>
                <a:path w="1126" h="973" extrusionOk="0">
                  <a:moveTo>
                    <a:pt x="641" y="1"/>
                  </a:moveTo>
                  <a:cubicBezTo>
                    <a:pt x="206" y="1"/>
                    <a:pt x="0" y="521"/>
                    <a:pt x="303" y="824"/>
                  </a:cubicBezTo>
                  <a:cubicBezTo>
                    <a:pt x="402" y="926"/>
                    <a:pt x="524" y="972"/>
                    <a:pt x="644" y="972"/>
                  </a:cubicBezTo>
                  <a:cubicBezTo>
                    <a:pt x="890" y="972"/>
                    <a:pt x="1125" y="778"/>
                    <a:pt x="1125" y="485"/>
                  </a:cubicBezTo>
                  <a:cubicBezTo>
                    <a:pt x="1125" y="219"/>
                    <a:pt x="908" y="1"/>
                    <a:pt x="641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38" name="Google Shape;3738;p65"/>
            <p:cNvSpPr/>
            <p:nvPr/>
          </p:nvSpPr>
          <p:spPr>
            <a:xfrm>
              <a:off x="5066850" y="3036025"/>
              <a:ext cx="100125" cy="85800"/>
            </a:xfrm>
            <a:custGeom>
              <a:avLst/>
              <a:gdLst/>
              <a:ahLst/>
              <a:cxnLst/>
              <a:rect l="l" t="t" r="r" b="b"/>
              <a:pathLst>
                <a:path w="4005" h="3432" extrusionOk="0">
                  <a:moveTo>
                    <a:pt x="2275" y="0"/>
                  </a:moveTo>
                  <a:cubicBezTo>
                    <a:pt x="1854" y="0"/>
                    <a:pt x="1425" y="156"/>
                    <a:pt x="1077" y="504"/>
                  </a:cubicBezTo>
                  <a:cubicBezTo>
                    <a:pt x="0" y="1581"/>
                    <a:pt x="762" y="3432"/>
                    <a:pt x="2286" y="3432"/>
                  </a:cubicBezTo>
                  <a:cubicBezTo>
                    <a:pt x="3230" y="3419"/>
                    <a:pt x="3992" y="2657"/>
                    <a:pt x="4004" y="1714"/>
                  </a:cubicBezTo>
                  <a:cubicBezTo>
                    <a:pt x="4004" y="683"/>
                    <a:pt x="3157" y="0"/>
                    <a:pt x="2275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39" name="Google Shape;3739;p65"/>
            <p:cNvSpPr/>
            <p:nvPr/>
          </p:nvSpPr>
          <p:spPr>
            <a:xfrm>
              <a:off x="5107975" y="3066750"/>
              <a:ext cx="28150" cy="24175"/>
            </a:xfrm>
            <a:custGeom>
              <a:avLst/>
              <a:gdLst/>
              <a:ahLst/>
              <a:cxnLst/>
              <a:rect l="l" t="t" r="r" b="b"/>
              <a:pathLst>
                <a:path w="1126" h="967" extrusionOk="0">
                  <a:moveTo>
                    <a:pt x="641" y="1"/>
                  </a:moveTo>
                  <a:cubicBezTo>
                    <a:pt x="206" y="1"/>
                    <a:pt x="0" y="521"/>
                    <a:pt x="303" y="824"/>
                  </a:cubicBezTo>
                  <a:cubicBezTo>
                    <a:pt x="402" y="922"/>
                    <a:pt x="524" y="967"/>
                    <a:pt x="643" y="967"/>
                  </a:cubicBezTo>
                  <a:cubicBezTo>
                    <a:pt x="890" y="967"/>
                    <a:pt x="1125" y="778"/>
                    <a:pt x="1125" y="485"/>
                  </a:cubicBezTo>
                  <a:cubicBezTo>
                    <a:pt x="1125" y="219"/>
                    <a:pt x="908" y="1"/>
                    <a:pt x="641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40" name="Google Shape;3740;p65"/>
            <p:cNvSpPr/>
            <p:nvPr/>
          </p:nvSpPr>
          <p:spPr>
            <a:xfrm>
              <a:off x="5189625" y="3312725"/>
              <a:ext cx="99825" cy="85825"/>
            </a:xfrm>
            <a:custGeom>
              <a:avLst/>
              <a:gdLst/>
              <a:ahLst/>
              <a:cxnLst/>
              <a:rect l="l" t="t" r="r" b="b"/>
              <a:pathLst>
                <a:path w="3993" h="3433" extrusionOk="0">
                  <a:moveTo>
                    <a:pt x="2273" y="1"/>
                  </a:moveTo>
                  <a:cubicBezTo>
                    <a:pt x="1853" y="1"/>
                    <a:pt x="1425" y="157"/>
                    <a:pt x="1077" y="505"/>
                  </a:cubicBezTo>
                  <a:cubicBezTo>
                    <a:pt x="0" y="1581"/>
                    <a:pt x="763" y="3432"/>
                    <a:pt x="2287" y="3432"/>
                  </a:cubicBezTo>
                  <a:cubicBezTo>
                    <a:pt x="3230" y="3432"/>
                    <a:pt x="3992" y="2658"/>
                    <a:pt x="3992" y="1714"/>
                  </a:cubicBezTo>
                  <a:cubicBezTo>
                    <a:pt x="3992" y="683"/>
                    <a:pt x="3151" y="1"/>
                    <a:pt x="227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41" name="Google Shape;3741;p65"/>
            <p:cNvSpPr/>
            <p:nvPr/>
          </p:nvSpPr>
          <p:spPr>
            <a:xfrm>
              <a:off x="5230450" y="3343475"/>
              <a:ext cx="28450" cy="24300"/>
            </a:xfrm>
            <a:custGeom>
              <a:avLst/>
              <a:gdLst/>
              <a:ahLst/>
              <a:cxnLst/>
              <a:rect l="l" t="t" r="r" b="b"/>
              <a:pathLst>
                <a:path w="1138" h="972" extrusionOk="0">
                  <a:moveTo>
                    <a:pt x="654" y="0"/>
                  </a:moveTo>
                  <a:cubicBezTo>
                    <a:pt x="218" y="0"/>
                    <a:pt x="1" y="521"/>
                    <a:pt x="303" y="823"/>
                  </a:cubicBezTo>
                  <a:cubicBezTo>
                    <a:pt x="406" y="926"/>
                    <a:pt x="531" y="972"/>
                    <a:pt x="652" y="972"/>
                  </a:cubicBezTo>
                  <a:cubicBezTo>
                    <a:pt x="902" y="972"/>
                    <a:pt x="1138" y="777"/>
                    <a:pt x="1138" y="484"/>
                  </a:cubicBezTo>
                  <a:cubicBezTo>
                    <a:pt x="1138" y="218"/>
                    <a:pt x="920" y="0"/>
                    <a:pt x="654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42" name="Google Shape;3742;p65"/>
            <p:cNvSpPr/>
            <p:nvPr/>
          </p:nvSpPr>
          <p:spPr>
            <a:xfrm>
              <a:off x="5428525" y="2960725"/>
              <a:ext cx="100125" cy="85500"/>
            </a:xfrm>
            <a:custGeom>
              <a:avLst/>
              <a:gdLst/>
              <a:ahLst/>
              <a:cxnLst/>
              <a:rect l="l" t="t" r="r" b="b"/>
              <a:pathLst>
                <a:path w="4005" h="3420" extrusionOk="0">
                  <a:moveTo>
                    <a:pt x="2276" y="0"/>
                  </a:moveTo>
                  <a:cubicBezTo>
                    <a:pt x="1855" y="0"/>
                    <a:pt x="1426" y="156"/>
                    <a:pt x="1078" y="504"/>
                  </a:cubicBezTo>
                  <a:cubicBezTo>
                    <a:pt x="1" y="1581"/>
                    <a:pt x="763" y="3419"/>
                    <a:pt x="2287" y="3419"/>
                  </a:cubicBezTo>
                  <a:cubicBezTo>
                    <a:pt x="3231" y="3419"/>
                    <a:pt x="4005" y="2657"/>
                    <a:pt x="4005" y="1714"/>
                  </a:cubicBezTo>
                  <a:cubicBezTo>
                    <a:pt x="4005" y="682"/>
                    <a:pt x="3158" y="0"/>
                    <a:pt x="2276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43" name="Google Shape;3743;p65"/>
            <p:cNvSpPr/>
            <p:nvPr/>
          </p:nvSpPr>
          <p:spPr>
            <a:xfrm>
              <a:off x="5469675" y="2991450"/>
              <a:ext cx="28150" cy="24125"/>
            </a:xfrm>
            <a:custGeom>
              <a:avLst/>
              <a:gdLst/>
              <a:ahLst/>
              <a:cxnLst/>
              <a:rect l="l" t="t" r="r" b="b"/>
              <a:pathLst>
                <a:path w="1126" h="965" extrusionOk="0">
                  <a:moveTo>
                    <a:pt x="641" y="1"/>
                  </a:moveTo>
                  <a:cubicBezTo>
                    <a:pt x="218" y="1"/>
                    <a:pt x="0" y="521"/>
                    <a:pt x="303" y="823"/>
                  </a:cubicBezTo>
                  <a:cubicBezTo>
                    <a:pt x="400" y="921"/>
                    <a:pt x="520" y="964"/>
                    <a:pt x="638" y="964"/>
                  </a:cubicBezTo>
                  <a:cubicBezTo>
                    <a:pt x="886" y="964"/>
                    <a:pt x="1125" y="772"/>
                    <a:pt x="1125" y="485"/>
                  </a:cubicBezTo>
                  <a:cubicBezTo>
                    <a:pt x="1125" y="219"/>
                    <a:pt x="907" y="1"/>
                    <a:pt x="641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44" name="Google Shape;3744;p65"/>
            <p:cNvSpPr/>
            <p:nvPr/>
          </p:nvSpPr>
          <p:spPr>
            <a:xfrm>
              <a:off x="5565225" y="3091050"/>
              <a:ext cx="100125" cy="85525"/>
            </a:xfrm>
            <a:custGeom>
              <a:avLst/>
              <a:gdLst/>
              <a:ahLst/>
              <a:cxnLst/>
              <a:rect l="l" t="t" r="r" b="b"/>
              <a:pathLst>
                <a:path w="4005" h="3421" extrusionOk="0">
                  <a:moveTo>
                    <a:pt x="2281" y="1"/>
                  </a:moveTo>
                  <a:cubicBezTo>
                    <a:pt x="1860" y="1"/>
                    <a:pt x="1429" y="157"/>
                    <a:pt x="1077" y="505"/>
                  </a:cubicBezTo>
                  <a:cubicBezTo>
                    <a:pt x="1" y="1581"/>
                    <a:pt x="763" y="3420"/>
                    <a:pt x="2287" y="3420"/>
                  </a:cubicBezTo>
                  <a:cubicBezTo>
                    <a:pt x="3231" y="3420"/>
                    <a:pt x="4005" y="2658"/>
                    <a:pt x="4005" y="1714"/>
                  </a:cubicBezTo>
                  <a:cubicBezTo>
                    <a:pt x="4005" y="683"/>
                    <a:pt x="3163" y="1"/>
                    <a:pt x="2281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45" name="Google Shape;3745;p65"/>
            <p:cNvSpPr/>
            <p:nvPr/>
          </p:nvSpPr>
          <p:spPr>
            <a:xfrm>
              <a:off x="5606350" y="3121800"/>
              <a:ext cx="28150" cy="24175"/>
            </a:xfrm>
            <a:custGeom>
              <a:avLst/>
              <a:gdLst/>
              <a:ahLst/>
              <a:cxnLst/>
              <a:rect l="l" t="t" r="r" b="b"/>
              <a:pathLst>
                <a:path w="1126" h="967" extrusionOk="0">
                  <a:moveTo>
                    <a:pt x="642" y="1"/>
                  </a:moveTo>
                  <a:cubicBezTo>
                    <a:pt x="219" y="1"/>
                    <a:pt x="1" y="521"/>
                    <a:pt x="303" y="823"/>
                  </a:cubicBezTo>
                  <a:cubicBezTo>
                    <a:pt x="402" y="922"/>
                    <a:pt x="524" y="967"/>
                    <a:pt x="644" y="967"/>
                  </a:cubicBezTo>
                  <a:cubicBezTo>
                    <a:pt x="890" y="967"/>
                    <a:pt x="1126" y="778"/>
                    <a:pt x="1126" y="484"/>
                  </a:cubicBezTo>
                  <a:cubicBezTo>
                    <a:pt x="1126" y="218"/>
                    <a:pt x="908" y="1"/>
                    <a:pt x="642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46" name="Google Shape;3746;p65"/>
            <p:cNvSpPr/>
            <p:nvPr/>
          </p:nvSpPr>
          <p:spPr>
            <a:xfrm>
              <a:off x="5622075" y="3238500"/>
              <a:ext cx="99825" cy="85650"/>
            </a:xfrm>
            <a:custGeom>
              <a:avLst/>
              <a:gdLst/>
              <a:ahLst/>
              <a:cxnLst/>
              <a:rect l="l" t="t" r="r" b="b"/>
              <a:pathLst>
                <a:path w="3993" h="3426" extrusionOk="0">
                  <a:moveTo>
                    <a:pt x="2273" y="1"/>
                  </a:moveTo>
                  <a:cubicBezTo>
                    <a:pt x="1854" y="1"/>
                    <a:pt x="1426" y="158"/>
                    <a:pt x="1077" y="510"/>
                  </a:cubicBezTo>
                  <a:cubicBezTo>
                    <a:pt x="1" y="1587"/>
                    <a:pt x="763" y="3425"/>
                    <a:pt x="2287" y="3425"/>
                  </a:cubicBezTo>
                  <a:cubicBezTo>
                    <a:pt x="3231" y="3425"/>
                    <a:pt x="3993" y="2663"/>
                    <a:pt x="3993" y="1720"/>
                  </a:cubicBezTo>
                  <a:cubicBezTo>
                    <a:pt x="3993" y="688"/>
                    <a:pt x="3151" y="1"/>
                    <a:pt x="227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47" name="Google Shape;3747;p65"/>
            <p:cNvSpPr/>
            <p:nvPr/>
          </p:nvSpPr>
          <p:spPr>
            <a:xfrm>
              <a:off x="5667150" y="3269075"/>
              <a:ext cx="24225" cy="24225"/>
            </a:xfrm>
            <a:custGeom>
              <a:avLst/>
              <a:gdLst/>
              <a:ahLst/>
              <a:cxnLst/>
              <a:rect l="l" t="t" r="r" b="b"/>
              <a:pathLst>
                <a:path w="969" h="969" extrusionOk="0">
                  <a:moveTo>
                    <a:pt x="484" y="1"/>
                  </a:moveTo>
                  <a:cubicBezTo>
                    <a:pt x="218" y="1"/>
                    <a:pt x="0" y="218"/>
                    <a:pt x="0" y="485"/>
                  </a:cubicBezTo>
                  <a:cubicBezTo>
                    <a:pt x="0" y="763"/>
                    <a:pt x="218" y="968"/>
                    <a:pt x="484" y="968"/>
                  </a:cubicBezTo>
                  <a:cubicBezTo>
                    <a:pt x="750" y="968"/>
                    <a:pt x="968" y="763"/>
                    <a:pt x="968" y="485"/>
                  </a:cubicBezTo>
                  <a:cubicBezTo>
                    <a:pt x="968" y="218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48" name="Google Shape;3748;p65"/>
            <p:cNvSpPr/>
            <p:nvPr/>
          </p:nvSpPr>
          <p:spPr>
            <a:xfrm>
              <a:off x="5773600" y="3238400"/>
              <a:ext cx="99825" cy="85750"/>
            </a:xfrm>
            <a:custGeom>
              <a:avLst/>
              <a:gdLst/>
              <a:ahLst/>
              <a:cxnLst/>
              <a:rect l="l" t="t" r="r" b="b"/>
              <a:pathLst>
                <a:path w="3993" h="3430" extrusionOk="0">
                  <a:moveTo>
                    <a:pt x="2266" y="1"/>
                  </a:moveTo>
                  <a:cubicBezTo>
                    <a:pt x="1848" y="1"/>
                    <a:pt x="1423" y="156"/>
                    <a:pt x="1077" y="502"/>
                  </a:cubicBezTo>
                  <a:cubicBezTo>
                    <a:pt x="0" y="1578"/>
                    <a:pt x="762" y="3429"/>
                    <a:pt x="2287" y="3429"/>
                  </a:cubicBezTo>
                  <a:cubicBezTo>
                    <a:pt x="3230" y="3429"/>
                    <a:pt x="3992" y="2667"/>
                    <a:pt x="3992" y="1724"/>
                  </a:cubicBezTo>
                  <a:cubicBezTo>
                    <a:pt x="3992" y="690"/>
                    <a:pt x="3146" y="1"/>
                    <a:pt x="2266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49" name="Google Shape;3749;p65"/>
            <p:cNvSpPr/>
            <p:nvPr/>
          </p:nvSpPr>
          <p:spPr>
            <a:xfrm>
              <a:off x="5814425" y="3269375"/>
              <a:ext cx="28450" cy="24125"/>
            </a:xfrm>
            <a:custGeom>
              <a:avLst/>
              <a:gdLst/>
              <a:ahLst/>
              <a:cxnLst/>
              <a:rect l="l" t="t" r="r" b="b"/>
              <a:pathLst>
                <a:path w="1138" h="965" extrusionOk="0">
                  <a:moveTo>
                    <a:pt x="654" y="1"/>
                  </a:moveTo>
                  <a:cubicBezTo>
                    <a:pt x="218" y="1"/>
                    <a:pt x="0" y="521"/>
                    <a:pt x="303" y="823"/>
                  </a:cubicBezTo>
                  <a:cubicBezTo>
                    <a:pt x="404" y="921"/>
                    <a:pt x="527" y="964"/>
                    <a:pt x="646" y="964"/>
                  </a:cubicBezTo>
                  <a:cubicBezTo>
                    <a:pt x="898" y="964"/>
                    <a:pt x="1138" y="772"/>
                    <a:pt x="1138" y="485"/>
                  </a:cubicBezTo>
                  <a:cubicBezTo>
                    <a:pt x="1138" y="206"/>
                    <a:pt x="920" y="1"/>
                    <a:pt x="65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50" name="Google Shape;3750;p65"/>
            <p:cNvSpPr/>
            <p:nvPr/>
          </p:nvSpPr>
          <p:spPr>
            <a:xfrm>
              <a:off x="4861800" y="2144800"/>
              <a:ext cx="99825" cy="85800"/>
            </a:xfrm>
            <a:custGeom>
              <a:avLst/>
              <a:gdLst/>
              <a:ahLst/>
              <a:cxnLst/>
              <a:rect l="l" t="t" r="r" b="b"/>
              <a:pathLst>
                <a:path w="3993" h="3432" extrusionOk="0">
                  <a:moveTo>
                    <a:pt x="2273" y="0"/>
                  </a:moveTo>
                  <a:cubicBezTo>
                    <a:pt x="1853" y="0"/>
                    <a:pt x="1425" y="156"/>
                    <a:pt x="1077" y="504"/>
                  </a:cubicBezTo>
                  <a:cubicBezTo>
                    <a:pt x="1" y="1581"/>
                    <a:pt x="763" y="3431"/>
                    <a:pt x="2287" y="3431"/>
                  </a:cubicBezTo>
                  <a:cubicBezTo>
                    <a:pt x="3230" y="3431"/>
                    <a:pt x="3993" y="2657"/>
                    <a:pt x="3993" y="1714"/>
                  </a:cubicBezTo>
                  <a:cubicBezTo>
                    <a:pt x="3993" y="682"/>
                    <a:pt x="3151" y="0"/>
                    <a:pt x="2273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51" name="Google Shape;3751;p65"/>
            <p:cNvSpPr/>
            <p:nvPr/>
          </p:nvSpPr>
          <p:spPr>
            <a:xfrm>
              <a:off x="4902625" y="2175525"/>
              <a:ext cx="28450" cy="24175"/>
            </a:xfrm>
            <a:custGeom>
              <a:avLst/>
              <a:gdLst/>
              <a:ahLst/>
              <a:cxnLst/>
              <a:rect l="l" t="t" r="r" b="b"/>
              <a:pathLst>
                <a:path w="1138" h="967" extrusionOk="0">
                  <a:moveTo>
                    <a:pt x="654" y="1"/>
                  </a:moveTo>
                  <a:cubicBezTo>
                    <a:pt x="218" y="1"/>
                    <a:pt x="1" y="521"/>
                    <a:pt x="315" y="823"/>
                  </a:cubicBezTo>
                  <a:cubicBezTo>
                    <a:pt x="414" y="922"/>
                    <a:pt x="536" y="967"/>
                    <a:pt x="656" y="967"/>
                  </a:cubicBezTo>
                  <a:cubicBezTo>
                    <a:pt x="902" y="967"/>
                    <a:pt x="1138" y="778"/>
                    <a:pt x="1138" y="485"/>
                  </a:cubicBezTo>
                  <a:cubicBezTo>
                    <a:pt x="1138" y="219"/>
                    <a:pt x="920" y="1"/>
                    <a:pt x="65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52" name="Google Shape;3752;p65"/>
            <p:cNvSpPr/>
            <p:nvPr/>
          </p:nvSpPr>
          <p:spPr>
            <a:xfrm>
              <a:off x="4295075" y="2677125"/>
              <a:ext cx="99825" cy="85725"/>
            </a:xfrm>
            <a:custGeom>
              <a:avLst/>
              <a:gdLst/>
              <a:ahLst/>
              <a:cxnLst/>
              <a:rect l="l" t="t" r="r" b="b"/>
              <a:pathLst>
                <a:path w="3993" h="3429" extrusionOk="0">
                  <a:moveTo>
                    <a:pt x="2266" y="0"/>
                  </a:moveTo>
                  <a:cubicBezTo>
                    <a:pt x="1848" y="0"/>
                    <a:pt x="1423" y="155"/>
                    <a:pt x="1077" y="501"/>
                  </a:cubicBezTo>
                  <a:cubicBezTo>
                    <a:pt x="0" y="1578"/>
                    <a:pt x="762" y="3429"/>
                    <a:pt x="2287" y="3429"/>
                  </a:cubicBezTo>
                  <a:cubicBezTo>
                    <a:pt x="3230" y="3429"/>
                    <a:pt x="3992" y="2667"/>
                    <a:pt x="3992" y="1723"/>
                  </a:cubicBezTo>
                  <a:cubicBezTo>
                    <a:pt x="3992" y="689"/>
                    <a:pt x="3146" y="0"/>
                    <a:pt x="2266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53" name="Google Shape;3753;p65"/>
            <p:cNvSpPr/>
            <p:nvPr/>
          </p:nvSpPr>
          <p:spPr>
            <a:xfrm>
              <a:off x="4336200" y="2707800"/>
              <a:ext cx="28150" cy="24400"/>
            </a:xfrm>
            <a:custGeom>
              <a:avLst/>
              <a:gdLst/>
              <a:ahLst/>
              <a:cxnLst/>
              <a:rect l="l" t="t" r="r" b="b"/>
              <a:pathLst>
                <a:path w="1126" h="976" extrusionOk="0">
                  <a:moveTo>
                    <a:pt x="642" y="0"/>
                  </a:moveTo>
                  <a:cubicBezTo>
                    <a:pt x="218" y="12"/>
                    <a:pt x="0" y="520"/>
                    <a:pt x="303" y="835"/>
                  </a:cubicBezTo>
                  <a:cubicBezTo>
                    <a:pt x="400" y="932"/>
                    <a:pt x="520" y="976"/>
                    <a:pt x="638" y="976"/>
                  </a:cubicBezTo>
                  <a:cubicBezTo>
                    <a:pt x="886" y="976"/>
                    <a:pt x="1125" y="783"/>
                    <a:pt x="1125" y="496"/>
                  </a:cubicBezTo>
                  <a:cubicBezTo>
                    <a:pt x="1125" y="218"/>
                    <a:pt x="908" y="0"/>
                    <a:pt x="642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54" name="Google Shape;3754;p65"/>
            <p:cNvSpPr/>
            <p:nvPr/>
          </p:nvSpPr>
          <p:spPr>
            <a:xfrm>
              <a:off x="4185900" y="2718475"/>
              <a:ext cx="99825" cy="85800"/>
            </a:xfrm>
            <a:custGeom>
              <a:avLst/>
              <a:gdLst/>
              <a:ahLst/>
              <a:cxnLst/>
              <a:rect l="l" t="t" r="r" b="b"/>
              <a:pathLst>
                <a:path w="3993" h="3432" extrusionOk="0">
                  <a:moveTo>
                    <a:pt x="2273" y="1"/>
                  </a:moveTo>
                  <a:cubicBezTo>
                    <a:pt x="1853" y="1"/>
                    <a:pt x="1425" y="156"/>
                    <a:pt x="1077" y="505"/>
                  </a:cubicBezTo>
                  <a:cubicBezTo>
                    <a:pt x="0" y="1581"/>
                    <a:pt x="762" y="3420"/>
                    <a:pt x="2287" y="3432"/>
                  </a:cubicBezTo>
                  <a:cubicBezTo>
                    <a:pt x="3230" y="3432"/>
                    <a:pt x="3992" y="2658"/>
                    <a:pt x="3992" y="1714"/>
                  </a:cubicBezTo>
                  <a:cubicBezTo>
                    <a:pt x="3992" y="683"/>
                    <a:pt x="3150" y="1"/>
                    <a:pt x="227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55" name="Google Shape;3755;p65"/>
            <p:cNvSpPr/>
            <p:nvPr/>
          </p:nvSpPr>
          <p:spPr>
            <a:xfrm>
              <a:off x="4226725" y="2749500"/>
              <a:ext cx="28150" cy="24125"/>
            </a:xfrm>
            <a:custGeom>
              <a:avLst/>
              <a:gdLst/>
              <a:ahLst/>
              <a:cxnLst/>
              <a:rect l="l" t="t" r="r" b="b"/>
              <a:pathLst>
                <a:path w="1126" h="965" extrusionOk="0">
                  <a:moveTo>
                    <a:pt x="664" y="1"/>
                  </a:moveTo>
                  <a:cubicBezTo>
                    <a:pt x="656" y="1"/>
                    <a:pt x="649" y="1"/>
                    <a:pt x="641" y="1"/>
                  </a:cubicBezTo>
                  <a:cubicBezTo>
                    <a:pt x="218" y="1"/>
                    <a:pt x="0" y="522"/>
                    <a:pt x="303" y="824"/>
                  </a:cubicBezTo>
                  <a:cubicBezTo>
                    <a:pt x="400" y="921"/>
                    <a:pt x="520" y="965"/>
                    <a:pt x="638" y="965"/>
                  </a:cubicBezTo>
                  <a:cubicBezTo>
                    <a:pt x="886" y="965"/>
                    <a:pt x="1125" y="772"/>
                    <a:pt x="1125" y="485"/>
                  </a:cubicBezTo>
                  <a:cubicBezTo>
                    <a:pt x="1125" y="215"/>
                    <a:pt x="931" y="1"/>
                    <a:pt x="66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56" name="Google Shape;3756;p65"/>
            <p:cNvSpPr/>
            <p:nvPr/>
          </p:nvSpPr>
          <p:spPr>
            <a:xfrm>
              <a:off x="5284575" y="2463225"/>
              <a:ext cx="99825" cy="85825"/>
            </a:xfrm>
            <a:custGeom>
              <a:avLst/>
              <a:gdLst/>
              <a:ahLst/>
              <a:cxnLst/>
              <a:rect l="l" t="t" r="r" b="b"/>
              <a:pathLst>
                <a:path w="3993" h="3433" extrusionOk="0">
                  <a:moveTo>
                    <a:pt x="2273" y="1"/>
                  </a:moveTo>
                  <a:cubicBezTo>
                    <a:pt x="1853" y="1"/>
                    <a:pt x="1426" y="157"/>
                    <a:pt x="1077" y="505"/>
                  </a:cubicBezTo>
                  <a:cubicBezTo>
                    <a:pt x="1" y="1582"/>
                    <a:pt x="763" y="3432"/>
                    <a:pt x="2287" y="3432"/>
                  </a:cubicBezTo>
                  <a:cubicBezTo>
                    <a:pt x="3231" y="3420"/>
                    <a:pt x="3993" y="2658"/>
                    <a:pt x="3993" y="1715"/>
                  </a:cubicBezTo>
                  <a:cubicBezTo>
                    <a:pt x="3993" y="683"/>
                    <a:pt x="3151" y="1"/>
                    <a:pt x="227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57" name="Google Shape;3757;p65"/>
            <p:cNvSpPr/>
            <p:nvPr/>
          </p:nvSpPr>
          <p:spPr>
            <a:xfrm>
              <a:off x="5329650" y="2493975"/>
              <a:ext cx="24225" cy="24225"/>
            </a:xfrm>
            <a:custGeom>
              <a:avLst/>
              <a:gdLst/>
              <a:ahLst/>
              <a:cxnLst/>
              <a:rect l="l" t="t" r="r" b="b"/>
              <a:pathLst>
                <a:path w="969" h="969" extrusionOk="0">
                  <a:moveTo>
                    <a:pt x="484" y="1"/>
                  </a:moveTo>
                  <a:cubicBezTo>
                    <a:pt x="218" y="1"/>
                    <a:pt x="0" y="218"/>
                    <a:pt x="0" y="485"/>
                  </a:cubicBezTo>
                  <a:cubicBezTo>
                    <a:pt x="0" y="751"/>
                    <a:pt x="218" y="968"/>
                    <a:pt x="484" y="968"/>
                  </a:cubicBezTo>
                  <a:cubicBezTo>
                    <a:pt x="750" y="968"/>
                    <a:pt x="968" y="751"/>
                    <a:pt x="968" y="485"/>
                  </a:cubicBezTo>
                  <a:cubicBezTo>
                    <a:pt x="968" y="218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58" name="Google Shape;3758;p65"/>
            <p:cNvSpPr/>
            <p:nvPr/>
          </p:nvSpPr>
          <p:spPr>
            <a:xfrm>
              <a:off x="5140625" y="1833850"/>
              <a:ext cx="135225" cy="116100"/>
            </a:xfrm>
            <a:custGeom>
              <a:avLst/>
              <a:gdLst/>
              <a:ahLst/>
              <a:cxnLst/>
              <a:rect l="l" t="t" r="r" b="b"/>
              <a:pathLst>
                <a:path w="5409" h="4644" extrusionOk="0">
                  <a:moveTo>
                    <a:pt x="3085" y="1"/>
                  </a:moveTo>
                  <a:cubicBezTo>
                    <a:pt x="2516" y="1"/>
                    <a:pt x="1935" y="213"/>
                    <a:pt x="1465" y="688"/>
                  </a:cubicBezTo>
                  <a:cubicBezTo>
                    <a:pt x="1" y="2140"/>
                    <a:pt x="1029" y="4632"/>
                    <a:pt x="3098" y="4644"/>
                  </a:cubicBezTo>
                  <a:cubicBezTo>
                    <a:pt x="4380" y="4632"/>
                    <a:pt x="5408" y="3603"/>
                    <a:pt x="5408" y="2321"/>
                  </a:cubicBezTo>
                  <a:cubicBezTo>
                    <a:pt x="5408" y="923"/>
                    <a:pt x="4270" y="1"/>
                    <a:pt x="3085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59" name="Google Shape;3759;p65"/>
            <p:cNvSpPr/>
            <p:nvPr/>
          </p:nvSpPr>
          <p:spPr>
            <a:xfrm>
              <a:off x="5190825" y="1864650"/>
              <a:ext cx="54475" cy="54450"/>
            </a:xfrm>
            <a:custGeom>
              <a:avLst/>
              <a:gdLst/>
              <a:ahLst/>
              <a:cxnLst/>
              <a:rect l="l" t="t" r="r" b="b"/>
              <a:pathLst>
                <a:path w="2179" h="2178" extrusionOk="0">
                  <a:moveTo>
                    <a:pt x="1090" y="0"/>
                  </a:moveTo>
                  <a:cubicBezTo>
                    <a:pt x="485" y="0"/>
                    <a:pt x="1" y="484"/>
                    <a:pt x="1" y="1089"/>
                  </a:cubicBezTo>
                  <a:cubicBezTo>
                    <a:pt x="1" y="1694"/>
                    <a:pt x="485" y="2178"/>
                    <a:pt x="1090" y="2178"/>
                  </a:cubicBezTo>
                  <a:cubicBezTo>
                    <a:pt x="1694" y="2178"/>
                    <a:pt x="2178" y="1694"/>
                    <a:pt x="2178" y="1089"/>
                  </a:cubicBezTo>
                  <a:cubicBezTo>
                    <a:pt x="2178" y="484"/>
                    <a:pt x="1694" y="0"/>
                    <a:pt x="1090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60" name="Google Shape;3760;p65"/>
            <p:cNvSpPr/>
            <p:nvPr/>
          </p:nvSpPr>
          <p:spPr>
            <a:xfrm>
              <a:off x="5543150" y="1497350"/>
              <a:ext cx="127950" cy="109350"/>
            </a:xfrm>
            <a:custGeom>
              <a:avLst/>
              <a:gdLst/>
              <a:ahLst/>
              <a:cxnLst/>
              <a:rect l="l" t="t" r="r" b="b"/>
              <a:pathLst>
                <a:path w="5118" h="4374" extrusionOk="0">
                  <a:moveTo>
                    <a:pt x="2915" y="0"/>
                  </a:moveTo>
                  <a:cubicBezTo>
                    <a:pt x="2376" y="0"/>
                    <a:pt x="1827" y="201"/>
                    <a:pt x="1380" y="648"/>
                  </a:cubicBezTo>
                  <a:cubicBezTo>
                    <a:pt x="1" y="2015"/>
                    <a:pt x="980" y="4374"/>
                    <a:pt x="2928" y="4374"/>
                  </a:cubicBezTo>
                  <a:cubicBezTo>
                    <a:pt x="4126" y="4374"/>
                    <a:pt x="5105" y="3394"/>
                    <a:pt x="5118" y="2184"/>
                  </a:cubicBezTo>
                  <a:cubicBezTo>
                    <a:pt x="5109" y="869"/>
                    <a:pt x="4036" y="0"/>
                    <a:pt x="2915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61" name="Google Shape;3761;p65"/>
            <p:cNvSpPr/>
            <p:nvPr/>
          </p:nvSpPr>
          <p:spPr>
            <a:xfrm>
              <a:off x="5592150" y="1528050"/>
              <a:ext cx="48100" cy="48125"/>
            </a:xfrm>
            <a:custGeom>
              <a:avLst/>
              <a:gdLst/>
              <a:ahLst/>
              <a:cxnLst/>
              <a:rect l="l" t="t" r="r" b="b"/>
              <a:pathLst>
                <a:path w="1924" h="1925" extrusionOk="0">
                  <a:moveTo>
                    <a:pt x="968" y="1"/>
                  </a:moveTo>
                  <a:cubicBezTo>
                    <a:pt x="436" y="1"/>
                    <a:pt x="0" y="436"/>
                    <a:pt x="0" y="956"/>
                  </a:cubicBezTo>
                  <a:cubicBezTo>
                    <a:pt x="0" y="1489"/>
                    <a:pt x="436" y="1924"/>
                    <a:pt x="968" y="1924"/>
                  </a:cubicBezTo>
                  <a:cubicBezTo>
                    <a:pt x="1500" y="1924"/>
                    <a:pt x="1924" y="1489"/>
                    <a:pt x="1924" y="956"/>
                  </a:cubicBezTo>
                  <a:cubicBezTo>
                    <a:pt x="1924" y="436"/>
                    <a:pt x="1500" y="1"/>
                    <a:pt x="968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62" name="Google Shape;3762;p65"/>
            <p:cNvSpPr/>
            <p:nvPr/>
          </p:nvSpPr>
          <p:spPr>
            <a:xfrm>
              <a:off x="5727925" y="2045500"/>
              <a:ext cx="158500" cy="135800"/>
            </a:xfrm>
            <a:custGeom>
              <a:avLst/>
              <a:gdLst/>
              <a:ahLst/>
              <a:cxnLst/>
              <a:rect l="l" t="t" r="r" b="b"/>
              <a:pathLst>
                <a:path w="6340" h="5432" extrusionOk="0">
                  <a:moveTo>
                    <a:pt x="3602" y="1"/>
                  </a:moveTo>
                  <a:cubicBezTo>
                    <a:pt x="2936" y="1"/>
                    <a:pt x="2257" y="248"/>
                    <a:pt x="1706" y="799"/>
                  </a:cubicBezTo>
                  <a:cubicBezTo>
                    <a:pt x="1" y="2504"/>
                    <a:pt x="1210" y="5432"/>
                    <a:pt x="3630" y="5432"/>
                  </a:cubicBezTo>
                  <a:cubicBezTo>
                    <a:pt x="5118" y="5432"/>
                    <a:pt x="6339" y="4222"/>
                    <a:pt x="6339" y="2722"/>
                  </a:cubicBezTo>
                  <a:cubicBezTo>
                    <a:pt x="6339" y="1084"/>
                    <a:pt x="4998" y="1"/>
                    <a:pt x="3602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63" name="Google Shape;3763;p65"/>
            <p:cNvSpPr/>
            <p:nvPr/>
          </p:nvSpPr>
          <p:spPr>
            <a:xfrm>
              <a:off x="5768750" y="2076350"/>
              <a:ext cx="86825" cy="74400"/>
            </a:xfrm>
            <a:custGeom>
              <a:avLst/>
              <a:gdLst/>
              <a:ahLst/>
              <a:cxnLst/>
              <a:rect l="l" t="t" r="r" b="b"/>
              <a:pathLst>
                <a:path w="3473" h="2976" extrusionOk="0">
                  <a:moveTo>
                    <a:pt x="1985" y="0"/>
                  </a:moveTo>
                  <a:cubicBezTo>
                    <a:pt x="666" y="0"/>
                    <a:pt x="1" y="1597"/>
                    <a:pt x="944" y="2540"/>
                  </a:cubicBezTo>
                  <a:cubicBezTo>
                    <a:pt x="1245" y="2841"/>
                    <a:pt x="1614" y="2975"/>
                    <a:pt x="1977" y="2975"/>
                  </a:cubicBezTo>
                  <a:cubicBezTo>
                    <a:pt x="2739" y="2975"/>
                    <a:pt x="3473" y="2381"/>
                    <a:pt x="3473" y="1488"/>
                  </a:cubicBezTo>
                  <a:cubicBezTo>
                    <a:pt x="3473" y="665"/>
                    <a:pt x="2807" y="0"/>
                    <a:pt x="198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64" name="Google Shape;3764;p65"/>
            <p:cNvSpPr/>
            <p:nvPr/>
          </p:nvSpPr>
          <p:spPr>
            <a:xfrm>
              <a:off x="5610000" y="2765350"/>
              <a:ext cx="99800" cy="85500"/>
            </a:xfrm>
            <a:custGeom>
              <a:avLst/>
              <a:gdLst/>
              <a:ahLst/>
              <a:cxnLst/>
              <a:rect l="l" t="t" r="r" b="b"/>
              <a:pathLst>
                <a:path w="3992" h="3420" extrusionOk="0">
                  <a:moveTo>
                    <a:pt x="2272" y="1"/>
                  </a:moveTo>
                  <a:cubicBezTo>
                    <a:pt x="1853" y="1"/>
                    <a:pt x="1425" y="156"/>
                    <a:pt x="1077" y="505"/>
                  </a:cubicBezTo>
                  <a:cubicBezTo>
                    <a:pt x="0" y="1581"/>
                    <a:pt x="762" y="3420"/>
                    <a:pt x="2286" y="3420"/>
                  </a:cubicBezTo>
                  <a:cubicBezTo>
                    <a:pt x="3230" y="3420"/>
                    <a:pt x="3992" y="2658"/>
                    <a:pt x="3992" y="1714"/>
                  </a:cubicBezTo>
                  <a:cubicBezTo>
                    <a:pt x="3992" y="683"/>
                    <a:pt x="3150" y="1"/>
                    <a:pt x="2272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65" name="Google Shape;3765;p65"/>
            <p:cNvSpPr/>
            <p:nvPr/>
          </p:nvSpPr>
          <p:spPr>
            <a:xfrm>
              <a:off x="5655050" y="2796100"/>
              <a:ext cx="24225" cy="24225"/>
            </a:xfrm>
            <a:custGeom>
              <a:avLst/>
              <a:gdLst/>
              <a:ahLst/>
              <a:cxnLst/>
              <a:rect l="l" t="t" r="r" b="b"/>
              <a:pathLst>
                <a:path w="969" h="969" extrusionOk="0">
                  <a:moveTo>
                    <a:pt x="484" y="0"/>
                  </a:moveTo>
                  <a:cubicBezTo>
                    <a:pt x="218" y="0"/>
                    <a:pt x="0" y="218"/>
                    <a:pt x="0" y="484"/>
                  </a:cubicBezTo>
                  <a:cubicBezTo>
                    <a:pt x="0" y="750"/>
                    <a:pt x="218" y="968"/>
                    <a:pt x="484" y="968"/>
                  </a:cubicBezTo>
                  <a:cubicBezTo>
                    <a:pt x="750" y="968"/>
                    <a:pt x="968" y="750"/>
                    <a:pt x="968" y="484"/>
                  </a:cubicBezTo>
                  <a:cubicBezTo>
                    <a:pt x="968" y="218"/>
                    <a:pt x="750" y="0"/>
                    <a:pt x="484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66" name="Google Shape;3766;p65"/>
            <p:cNvSpPr/>
            <p:nvPr/>
          </p:nvSpPr>
          <p:spPr>
            <a:xfrm>
              <a:off x="5773600" y="2997000"/>
              <a:ext cx="99825" cy="85500"/>
            </a:xfrm>
            <a:custGeom>
              <a:avLst/>
              <a:gdLst/>
              <a:ahLst/>
              <a:cxnLst/>
              <a:rect l="l" t="t" r="r" b="b"/>
              <a:pathLst>
                <a:path w="3993" h="3420" extrusionOk="0">
                  <a:moveTo>
                    <a:pt x="2273" y="1"/>
                  </a:moveTo>
                  <a:cubicBezTo>
                    <a:pt x="1853" y="1"/>
                    <a:pt x="1425" y="157"/>
                    <a:pt x="1077" y="505"/>
                  </a:cubicBezTo>
                  <a:cubicBezTo>
                    <a:pt x="0" y="1581"/>
                    <a:pt x="762" y="3420"/>
                    <a:pt x="2287" y="3420"/>
                  </a:cubicBezTo>
                  <a:cubicBezTo>
                    <a:pt x="3230" y="3420"/>
                    <a:pt x="3992" y="2658"/>
                    <a:pt x="3992" y="1714"/>
                  </a:cubicBezTo>
                  <a:cubicBezTo>
                    <a:pt x="3992" y="683"/>
                    <a:pt x="3151" y="1"/>
                    <a:pt x="227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67" name="Google Shape;3767;p65"/>
            <p:cNvSpPr/>
            <p:nvPr/>
          </p:nvSpPr>
          <p:spPr>
            <a:xfrm>
              <a:off x="5814425" y="3027750"/>
              <a:ext cx="28450" cy="24175"/>
            </a:xfrm>
            <a:custGeom>
              <a:avLst/>
              <a:gdLst/>
              <a:ahLst/>
              <a:cxnLst/>
              <a:rect l="l" t="t" r="r" b="b"/>
              <a:pathLst>
                <a:path w="1138" h="967" extrusionOk="0">
                  <a:moveTo>
                    <a:pt x="654" y="0"/>
                  </a:moveTo>
                  <a:cubicBezTo>
                    <a:pt x="218" y="0"/>
                    <a:pt x="0" y="521"/>
                    <a:pt x="303" y="823"/>
                  </a:cubicBezTo>
                  <a:cubicBezTo>
                    <a:pt x="402" y="922"/>
                    <a:pt x="525" y="966"/>
                    <a:pt x="646" y="966"/>
                  </a:cubicBezTo>
                  <a:cubicBezTo>
                    <a:pt x="896" y="966"/>
                    <a:pt x="1138" y="777"/>
                    <a:pt x="1138" y="484"/>
                  </a:cubicBezTo>
                  <a:cubicBezTo>
                    <a:pt x="1138" y="218"/>
                    <a:pt x="920" y="0"/>
                    <a:pt x="654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68" name="Google Shape;3768;p65"/>
            <p:cNvSpPr/>
            <p:nvPr/>
          </p:nvSpPr>
          <p:spPr>
            <a:xfrm>
              <a:off x="6082975" y="2753250"/>
              <a:ext cx="99825" cy="85500"/>
            </a:xfrm>
            <a:custGeom>
              <a:avLst/>
              <a:gdLst/>
              <a:ahLst/>
              <a:cxnLst/>
              <a:rect l="l" t="t" r="r" b="b"/>
              <a:pathLst>
                <a:path w="3993" h="3420" extrusionOk="0">
                  <a:moveTo>
                    <a:pt x="2273" y="1"/>
                  </a:moveTo>
                  <a:cubicBezTo>
                    <a:pt x="1853" y="1"/>
                    <a:pt x="1425" y="157"/>
                    <a:pt x="1077" y="505"/>
                  </a:cubicBezTo>
                  <a:cubicBezTo>
                    <a:pt x="0" y="1581"/>
                    <a:pt x="762" y="3420"/>
                    <a:pt x="2287" y="3420"/>
                  </a:cubicBezTo>
                  <a:cubicBezTo>
                    <a:pt x="3230" y="3420"/>
                    <a:pt x="3992" y="2658"/>
                    <a:pt x="3992" y="1714"/>
                  </a:cubicBezTo>
                  <a:cubicBezTo>
                    <a:pt x="3992" y="683"/>
                    <a:pt x="3151" y="1"/>
                    <a:pt x="227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69" name="Google Shape;3769;p65"/>
            <p:cNvSpPr/>
            <p:nvPr/>
          </p:nvSpPr>
          <p:spPr>
            <a:xfrm>
              <a:off x="6128025" y="2784000"/>
              <a:ext cx="24225" cy="24225"/>
            </a:xfrm>
            <a:custGeom>
              <a:avLst/>
              <a:gdLst/>
              <a:ahLst/>
              <a:cxnLst/>
              <a:rect l="l" t="t" r="r" b="b"/>
              <a:pathLst>
                <a:path w="969" h="969" extrusionOk="0">
                  <a:moveTo>
                    <a:pt x="485" y="0"/>
                  </a:moveTo>
                  <a:cubicBezTo>
                    <a:pt x="219" y="0"/>
                    <a:pt x="1" y="218"/>
                    <a:pt x="1" y="484"/>
                  </a:cubicBezTo>
                  <a:cubicBezTo>
                    <a:pt x="1" y="750"/>
                    <a:pt x="219" y="968"/>
                    <a:pt x="485" y="968"/>
                  </a:cubicBezTo>
                  <a:cubicBezTo>
                    <a:pt x="751" y="968"/>
                    <a:pt x="969" y="750"/>
                    <a:pt x="969" y="484"/>
                  </a:cubicBezTo>
                  <a:cubicBezTo>
                    <a:pt x="969" y="218"/>
                    <a:pt x="751" y="0"/>
                    <a:pt x="48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70" name="Google Shape;3770;p65"/>
            <p:cNvSpPr/>
            <p:nvPr/>
          </p:nvSpPr>
          <p:spPr>
            <a:xfrm>
              <a:off x="5998300" y="2508600"/>
              <a:ext cx="100125" cy="85800"/>
            </a:xfrm>
            <a:custGeom>
              <a:avLst/>
              <a:gdLst/>
              <a:ahLst/>
              <a:cxnLst/>
              <a:rect l="l" t="t" r="r" b="b"/>
              <a:pathLst>
                <a:path w="4005" h="3432" extrusionOk="0">
                  <a:moveTo>
                    <a:pt x="2285" y="0"/>
                  </a:moveTo>
                  <a:cubicBezTo>
                    <a:pt x="1865" y="0"/>
                    <a:pt x="1437" y="156"/>
                    <a:pt x="1089" y="504"/>
                  </a:cubicBezTo>
                  <a:cubicBezTo>
                    <a:pt x="0" y="1581"/>
                    <a:pt x="774" y="3432"/>
                    <a:pt x="2299" y="3432"/>
                  </a:cubicBezTo>
                  <a:cubicBezTo>
                    <a:pt x="3242" y="3432"/>
                    <a:pt x="4004" y="2658"/>
                    <a:pt x="4004" y="1714"/>
                  </a:cubicBezTo>
                  <a:cubicBezTo>
                    <a:pt x="4004" y="683"/>
                    <a:pt x="3163" y="0"/>
                    <a:pt x="2285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71" name="Google Shape;3771;p65"/>
            <p:cNvSpPr/>
            <p:nvPr/>
          </p:nvSpPr>
          <p:spPr>
            <a:xfrm>
              <a:off x="6043650" y="2539650"/>
              <a:ext cx="23925" cy="23900"/>
            </a:xfrm>
            <a:custGeom>
              <a:avLst/>
              <a:gdLst/>
              <a:ahLst/>
              <a:cxnLst/>
              <a:rect l="l" t="t" r="r" b="b"/>
              <a:pathLst>
                <a:path w="957" h="956" extrusionOk="0">
                  <a:moveTo>
                    <a:pt x="485" y="0"/>
                  </a:moveTo>
                  <a:cubicBezTo>
                    <a:pt x="206" y="0"/>
                    <a:pt x="1" y="206"/>
                    <a:pt x="1" y="472"/>
                  </a:cubicBezTo>
                  <a:cubicBezTo>
                    <a:pt x="1" y="738"/>
                    <a:pt x="206" y="956"/>
                    <a:pt x="485" y="956"/>
                  </a:cubicBezTo>
                  <a:cubicBezTo>
                    <a:pt x="751" y="956"/>
                    <a:pt x="956" y="738"/>
                    <a:pt x="956" y="472"/>
                  </a:cubicBezTo>
                  <a:cubicBezTo>
                    <a:pt x="956" y="206"/>
                    <a:pt x="751" y="0"/>
                    <a:pt x="48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72" name="Google Shape;3772;p65"/>
            <p:cNvSpPr/>
            <p:nvPr/>
          </p:nvSpPr>
          <p:spPr>
            <a:xfrm>
              <a:off x="6210900" y="4116850"/>
              <a:ext cx="99825" cy="85525"/>
            </a:xfrm>
            <a:custGeom>
              <a:avLst/>
              <a:gdLst/>
              <a:ahLst/>
              <a:cxnLst/>
              <a:rect l="l" t="t" r="r" b="b"/>
              <a:pathLst>
                <a:path w="3993" h="3421" extrusionOk="0">
                  <a:moveTo>
                    <a:pt x="2273" y="1"/>
                  </a:moveTo>
                  <a:cubicBezTo>
                    <a:pt x="1853" y="1"/>
                    <a:pt x="1425" y="157"/>
                    <a:pt x="1077" y="505"/>
                  </a:cubicBezTo>
                  <a:cubicBezTo>
                    <a:pt x="0" y="1582"/>
                    <a:pt x="762" y="3420"/>
                    <a:pt x="2287" y="3420"/>
                  </a:cubicBezTo>
                  <a:cubicBezTo>
                    <a:pt x="3230" y="3420"/>
                    <a:pt x="3992" y="2658"/>
                    <a:pt x="3992" y="1715"/>
                  </a:cubicBezTo>
                  <a:cubicBezTo>
                    <a:pt x="3992" y="683"/>
                    <a:pt x="3150" y="1"/>
                    <a:pt x="227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73" name="Google Shape;3773;p65"/>
            <p:cNvSpPr/>
            <p:nvPr/>
          </p:nvSpPr>
          <p:spPr>
            <a:xfrm>
              <a:off x="6255950" y="4147600"/>
              <a:ext cx="24225" cy="24225"/>
            </a:xfrm>
            <a:custGeom>
              <a:avLst/>
              <a:gdLst/>
              <a:ahLst/>
              <a:cxnLst/>
              <a:rect l="l" t="t" r="r" b="b"/>
              <a:pathLst>
                <a:path w="969" h="969" extrusionOk="0">
                  <a:moveTo>
                    <a:pt x="485" y="1"/>
                  </a:moveTo>
                  <a:cubicBezTo>
                    <a:pt x="218" y="1"/>
                    <a:pt x="1" y="218"/>
                    <a:pt x="1" y="485"/>
                  </a:cubicBezTo>
                  <a:cubicBezTo>
                    <a:pt x="1" y="751"/>
                    <a:pt x="218" y="968"/>
                    <a:pt x="485" y="968"/>
                  </a:cubicBezTo>
                  <a:cubicBezTo>
                    <a:pt x="751" y="968"/>
                    <a:pt x="968" y="751"/>
                    <a:pt x="968" y="485"/>
                  </a:cubicBezTo>
                  <a:cubicBezTo>
                    <a:pt x="968" y="218"/>
                    <a:pt x="751" y="1"/>
                    <a:pt x="485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74" name="Google Shape;3774;p65"/>
            <p:cNvSpPr/>
            <p:nvPr/>
          </p:nvSpPr>
          <p:spPr>
            <a:xfrm>
              <a:off x="6540225" y="4281675"/>
              <a:ext cx="100125" cy="85500"/>
            </a:xfrm>
            <a:custGeom>
              <a:avLst/>
              <a:gdLst/>
              <a:ahLst/>
              <a:cxnLst/>
              <a:rect l="l" t="t" r="r" b="b"/>
              <a:pathLst>
                <a:path w="4005" h="3420" extrusionOk="0">
                  <a:moveTo>
                    <a:pt x="2276" y="1"/>
                  </a:moveTo>
                  <a:cubicBezTo>
                    <a:pt x="1855" y="1"/>
                    <a:pt x="1425" y="156"/>
                    <a:pt x="1077" y="505"/>
                  </a:cubicBezTo>
                  <a:cubicBezTo>
                    <a:pt x="1" y="1581"/>
                    <a:pt x="763" y="3420"/>
                    <a:pt x="2287" y="3420"/>
                  </a:cubicBezTo>
                  <a:cubicBezTo>
                    <a:pt x="3231" y="3420"/>
                    <a:pt x="4005" y="2658"/>
                    <a:pt x="4005" y="1714"/>
                  </a:cubicBezTo>
                  <a:cubicBezTo>
                    <a:pt x="4005" y="683"/>
                    <a:pt x="3157" y="1"/>
                    <a:pt x="2276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75" name="Google Shape;3775;p65"/>
            <p:cNvSpPr/>
            <p:nvPr/>
          </p:nvSpPr>
          <p:spPr>
            <a:xfrm>
              <a:off x="6585300" y="4312425"/>
              <a:ext cx="24200" cy="24225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0"/>
                  </a:moveTo>
                  <a:cubicBezTo>
                    <a:pt x="218" y="0"/>
                    <a:pt x="0" y="218"/>
                    <a:pt x="0" y="484"/>
                  </a:cubicBezTo>
                  <a:cubicBezTo>
                    <a:pt x="0" y="750"/>
                    <a:pt x="218" y="968"/>
                    <a:pt x="484" y="968"/>
                  </a:cubicBezTo>
                  <a:cubicBezTo>
                    <a:pt x="750" y="968"/>
                    <a:pt x="968" y="750"/>
                    <a:pt x="968" y="484"/>
                  </a:cubicBezTo>
                  <a:cubicBezTo>
                    <a:pt x="968" y="218"/>
                    <a:pt x="750" y="0"/>
                    <a:pt x="484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76" name="Google Shape;3776;p65"/>
            <p:cNvSpPr/>
            <p:nvPr/>
          </p:nvSpPr>
          <p:spPr>
            <a:xfrm>
              <a:off x="6201225" y="2037025"/>
              <a:ext cx="85300" cy="85600"/>
            </a:xfrm>
            <a:custGeom>
              <a:avLst/>
              <a:gdLst/>
              <a:ahLst/>
              <a:cxnLst/>
              <a:rect l="l" t="t" r="r" b="b"/>
              <a:pathLst>
                <a:path w="3412" h="3424" extrusionOk="0">
                  <a:moveTo>
                    <a:pt x="1706" y="1"/>
                  </a:moveTo>
                  <a:cubicBezTo>
                    <a:pt x="762" y="1"/>
                    <a:pt x="0" y="775"/>
                    <a:pt x="0" y="1718"/>
                  </a:cubicBezTo>
                  <a:cubicBezTo>
                    <a:pt x="0" y="2662"/>
                    <a:pt x="762" y="3424"/>
                    <a:pt x="1706" y="3424"/>
                  </a:cubicBezTo>
                  <a:cubicBezTo>
                    <a:pt x="2649" y="3424"/>
                    <a:pt x="3411" y="2662"/>
                    <a:pt x="3411" y="1718"/>
                  </a:cubicBezTo>
                  <a:cubicBezTo>
                    <a:pt x="3411" y="775"/>
                    <a:pt x="2649" y="1"/>
                    <a:pt x="1706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77" name="Google Shape;3777;p65"/>
            <p:cNvSpPr/>
            <p:nvPr/>
          </p:nvSpPr>
          <p:spPr>
            <a:xfrm>
              <a:off x="6231750" y="2067875"/>
              <a:ext cx="24225" cy="24225"/>
            </a:xfrm>
            <a:custGeom>
              <a:avLst/>
              <a:gdLst/>
              <a:ahLst/>
              <a:cxnLst/>
              <a:rect l="l" t="t" r="r" b="b"/>
              <a:pathLst>
                <a:path w="969" h="969" extrusionOk="0">
                  <a:moveTo>
                    <a:pt x="485" y="0"/>
                  </a:moveTo>
                  <a:cubicBezTo>
                    <a:pt x="219" y="0"/>
                    <a:pt x="1" y="218"/>
                    <a:pt x="1" y="484"/>
                  </a:cubicBezTo>
                  <a:cubicBezTo>
                    <a:pt x="1" y="750"/>
                    <a:pt x="219" y="968"/>
                    <a:pt x="485" y="968"/>
                  </a:cubicBezTo>
                  <a:cubicBezTo>
                    <a:pt x="751" y="968"/>
                    <a:pt x="969" y="750"/>
                    <a:pt x="969" y="484"/>
                  </a:cubicBezTo>
                  <a:cubicBezTo>
                    <a:pt x="969" y="218"/>
                    <a:pt x="751" y="0"/>
                    <a:pt x="48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78" name="Google Shape;3778;p65"/>
            <p:cNvSpPr/>
            <p:nvPr/>
          </p:nvSpPr>
          <p:spPr>
            <a:xfrm>
              <a:off x="6481875" y="2061325"/>
              <a:ext cx="99800" cy="85500"/>
            </a:xfrm>
            <a:custGeom>
              <a:avLst/>
              <a:gdLst/>
              <a:ahLst/>
              <a:cxnLst/>
              <a:rect l="l" t="t" r="r" b="b"/>
              <a:pathLst>
                <a:path w="3992" h="3420" extrusionOk="0">
                  <a:moveTo>
                    <a:pt x="2272" y="0"/>
                  </a:moveTo>
                  <a:cubicBezTo>
                    <a:pt x="1853" y="0"/>
                    <a:pt x="1425" y="156"/>
                    <a:pt x="1077" y="504"/>
                  </a:cubicBezTo>
                  <a:cubicBezTo>
                    <a:pt x="0" y="1581"/>
                    <a:pt x="762" y="3420"/>
                    <a:pt x="2286" y="3420"/>
                  </a:cubicBezTo>
                  <a:cubicBezTo>
                    <a:pt x="3230" y="3420"/>
                    <a:pt x="3992" y="2658"/>
                    <a:pt x="3992" y="1714"/>
                  </a:cubicBezTo>
                  <a:cubicBezTo>
                    <a:pt x="3992" y="683"/>
                    <a:pt x="3150" y="0"/>
                    <a:pt x="227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79" name="Google Shape;3779;p65"/>
            <p:cNvSpPr/>
            <p:nvPr/>
          </p:nvSpPr>
          <p:spPr>
            <a:xfrm>
              <a:off x="6526925" y="2092075"/>
              <a:ext cx="24225" cy="24200"/>
            </a:xfrm>
            <a:custGeom>
              <a:avLst/>
              <a:gdLst/>
              <a:ahLst/>
              <a:cxnLst/>
              <a:rect l="l" t="t" r="r" b="b"/>
              <a:pathLst>
                <a:path w="969" h="968" extrusionOk="0">
                  <a:moveTo>
                    <a:pt x="484" y="0"/>
                  </a:moveTo>
                  <a:cubicBezTo>
                    <a:pt x="218" y="0"/>
                    <a:pt x="0" y="218"/>
                    <a:pt x="0" y="484"/>
                  </a:cubicBezTo>
                  <a:cubicBezTo>
                    <a:pt x="0" y="750"/>
                    <a:pt x="218" y="968"/>
                    <a:pt x="484" y="968"/>
                  </a:cubicBezTo>
                  <a:cubicBezTo>
                    <a:pt x="750" y="968"/>
                    <a:pt x="968" y="750"/>
                    <a:pt x="968" y="484"/>
                  </a:cubicBezTo>
                  <a:cubicBezTo>
                    <a:pt x="968" y="218"/>
                    <a:pt x="750" y="0"/>
                    <a:pt x="484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80" name="Google Shape;3780;p65"/>
            <p:cNvSpPr/>
            <p:nvPr/>
          </p:nvSpPr>
          <p:spPr>
            <a:xfrm>
              <a:off x="6385100" y="2025025"/>
              <a:ext cx="99800" cy="85525"/>
            </a:xfrm>
            <a:custGeom>
              <a:avLst/>
              <a:gdLst/>
              <a:ahLst/>
              <a:cxnLst/>
              <a:rect l="l" t="t" r="r" b="b"/>
              <a:pathLst>
                <a:path w="3992" h="3421" extrusionOk="0">
                  <a:moveTo>
                    <a:pt x="2272" y="1"/>
                  </a:moveTo>
                  <a:cubicBezTo>
                    <a:pt x="1853" y="1"/>
                    <a:pt x="1425" y="157"/>
                    <a:pt x="1077" y="505"/>
                  </a:cubicBezTo>
                  <a:cubicBezTo>
                    <a:pt x="0" y="1581"/>
                    <a:pt x="762" y="3420"/>
                    <a:pt x="2286" y="3420"/>
                  </a:cubicBezTo>
                  <a:cubicBezTo>
                    <a:pt x="3230" y="3420"/>
                    <a:pt x="3992" y="2658"/>
                    <a:pt x="3992" y="1714"/>
                  </a:cubicBezTo>
                  <a:cubicBezTo>
                    <a:pt x="3992" y="683"/>
                    <a:pt x="3150" y="1"/>
                    <a:pt x="2272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81" name="Google Shape;3781;p65"/>
            <p:cNvSpPr/>
            <p:nvPr/>
          </p:nvSpPr>
          <p:spPr>
            <a:xfrm>
              <a:off x="6425925" y="2055775"/>
              <a:ext cx="28450" cy="24100"/>
            </a:xfrm>
            <a:custGeom>
              <a:avLst/>
              <a:gdLst/>
              <a:ahLst/>
              <a:cxnLst/>
              <a:rect l="l" t="t" r="r" b="b"/>
              <a:pathLst>
                <a:path w="1138" h="964" extrusionOk="0">
                  <a:moveTo>
                    <a:pt x="653" y="1"/>
                  </a:moveTo>
                  <a:cubicBezTo>
                    <a:pt x="218" y="1"/>
                    <a:pt x="0" y="521"/>
                    <a:pt x="303" y="823"/>
                  </a:cubicBezTo>
                  <a:cubicBezTo>
                    <a:pt x="404" y="921"/>
                    <a:pt x="526" y="964"/>
                    <a:pt x="646" y="964"/>
                  </a:cubicBezTo>
                  <a:cubicBezTo>
                    <a:pt x="898" y="964"/>
                    <a:pt x="1137" y="771"/>
                    <a:pt x="1137" y="484"/>
                  </a:cubicBezTo>
                  <a:cubicBezTo>
                    <a:pt x="1137" y="218"/>
                    <a:pt x="919" y="1"/>
                    <a:pt x="65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82" name="Google Shape;3782;p65"/>
            <p:cNvSpPr/>
            <p:nvPr/>
          </p:nvSpPr>
          <p:spPr>
            <a:xfrm>
              <a:off x="6629150" y="1530150"/>
              <a:ext cx="100125" cy="85625"/>
            </a:xfrm>
            <a:custGeom>
              <a:avLst/>
              <a:gdLst/>
              <a:ahLst/>
              <a:cxnLst/>
              <a:rect l="l" t="t" r="r" b="b"/>
              <a:pathLst>
                <a:path w="4005" h="3425" extrusionOk="0">
                  <a:moveTo>
                    <a:pt x="2285" y="0"/>
                  </a:moveTo>
                  <a:cubicBezTo>
                    <a:pt x="1865" y="0"/>
                    <a:pt x="1437" y="157"/>
                    <a:pt x="1089" y="509"/>
                  </a:cubicBezTo>
                  <a:cubicBezTo>
                    <a:pt x="0" y="1586"/>
                    <a:pt x="774" y="3425"/>
                    <a:pt x="2299" y="3425"/>
                  </a:cubicBezTo>
                  <a:cubicBezTo>
                    <a:pt x="3242" y="3425"/>
                    <a:pt x="4004" y="2663"/>
                    <a:pt x="4004" y="1719"/>
                  </a:cubicBezTo>
                  <a:cubicBezTo>
                    <a:pt x="4004" y="688"/>
                    <a:pt x="3163" y="0"/>
                    <a:pt x="2285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83" name="Google Shape;3783;p65"/>
            <p:cNvSpPr/>
            <p:nvPr/>
          </p:nvSpPr>
          <p:spPr>
            <a:xfrm>
              <a:off x="6670275" y="1561000"/>
              <a:ext cx="28450" cy="24125"/>
            </a:xfrm>
            <a:custGeom>
              <a:avLst/>
              <a:gdLst/>
              <a:ahLst/>
              <a:cxnLst/>
              <a:rect l="l" t="t" r="r" b="b"/>
              <a:pathLst>
                <a:path w="1138" h="965" extrusionOk="0">
                  <a:moveTo>
                    <a:pt x="675" y="1"/>
                  </a:moveTo>
                  <a:cubicBezTo>
                    <a:pt x="668" y="1"/>
                    <a:pt x="661" y="1"/>
                    <a:pt x="654" y="1"/>
                  </a:cubicBezTo>
                  <a:cubicBezTo>
                    <a:pt x="218" y="1"/>
                    <a:pt x="0" y="509"/>
                    <a:pt x="303" y="824"/>
                  </a:cubicBezTo>
                  <a:cubicBezTo>
                    <a:pt x="404" y="921"/>
                    <a:pt x="525" y="965"/>
                    <a:pt x="644" y="965"/>
                  </a:cubicBezTo>
                  <a:cubicBezTo>
                    <a:pt x="893" y="965"/>
                    <a:pt x="1129" y="772"/>
                    <a:pt x="1137" y="485"/>
                  </a:cubicBezTo>
                  <a:cubicBezTo>
                    <a:pt x="1137" y="214"/>
                    <a:pt x="931" y="1"/>
                    <a:pt x="675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84" name="Google Shape;3784;p65"/>
            <p:cNvSpPr/>
            <p:nvPr/>
          </p:nvSpPr>
          <p:spPr>
            <a:xfrm>
              <a:off x="4161400" y="2124225"/>
              <a:ext cx="100125" cy="85500"/>
            </a:xfrm>
            <a:custGeom>
              <a:avLst/>
              <a:gdLst/>
              <a:ahLst/>
              <a:cxnLst/>
              <a:rect l="l" t="t" r="r" b="b"/>
              <a:pathLst>
                <a:path w="4005" h="3420" extrusionOk="0">
                  <a:moveTo>
                    <a:pt x="2285" y="0"/>
                  </a:moveTo>
                  <a:cubicBezTo>
                    <a:pt x="1865" y="0"/>
                    <a:pt x="1437" y="156"/>
                    <a:pt x="1089" y="504"/>
                  </a:cubicBezTo>
                  <a:cubicBezTo>
                    <a:pt x="0" y="1581"/>
                    <a:pt x="775" y="3420"/>
                    <a:pt x="2299" y="3420"/>
                  </a:cubicBezTo>
                  <a:cubicBezTo>
                    <a:pt x="3242" y="3420"/>
                    <a:pt x="4004" y="2658"/>
                    <a:pt x="4004" y="1714"/>
                  </a:cubicBezTo>
                  <a:cubicBezTo>
                    <a:pt x="4004" y="683"/>
                    <a:pt x="3163" y="0"/>
                    <a:pt x="2285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85" name="Google Shape;3785;p65"/>
            <p:cNvSpPr/>
            <p:nvPr/>
          </p:nvSpPr>
          <p:spPr>
            <a:xfrm>
              <a:off x="4202525" y="2154975"/>
              <a:ext cx="28450" cy="24175"/>
            </a:xfrm>
            <a:custGeom>
              <a:avLst/>
              <a:gdLst/>
              <a:ahLst/>
              <a:cxnLst/>
              <a:rect l="l" t="t" r="r" b="b"/>
              <a:pathLst>
                <a:path w="1138" h="967" extrusionOk="0">
                  <a:moveTo>
                    <a:pt x="654" y="0"/>
                  </a:moveTo>
                  <a:cubicBezTo>
                    <a:pt x="218" y="0"/>
                    <a:pt x="1" y="520"/>
                    <a:pt x="303" y="823"/>
                  </a:cubicBezTo>
                  <a:cubicBezTo>
                    <a:pt x="402" y="922"/>
                    <a:pt x="524" y="966"/>
                    <a:pt x="644" y="966"/>
                  </a:cubicBezTo>
                  <a:cubicBezTo>
                    <a:pt x="891" y="966"/>
                    <a:pt x="1130" y="777"/>
                    <a:pt x="1138" y="484"/>
                  </a:cubicBezTo>
                  <a:cubicBezTo>
                    <a:pt x="1138" y="218"/>
                    <a:pt x="920" y="0"/>
                    <a:pt x="654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86" name="Google Shape;3786;p65"/>
            <p:cNvSpPr/>
            <p:nvPr/>
          </p:nvSpPr>
          <p:spPr>
            <a:xfrm>
              <a:off x="4364625" y="2374625"/>
              <a:ext cx="99825" cy="85500"/>
            </a:xfrm>
            <a:custGeom>
              <a:avLst/>
              <a:gdLst/>
              <a:ahLst/>
              <a:cxnLst/>
              <a:rect l="l" t="t" r="r" b="b"/>
              <a:pathLst>
                <a:path w="3993" h="3420" extrusionOk="0">
                  <a:moveTo>
                    <a:pt x="2273" y="1"/>
                  </a:moveTo>
                  <a:cubicBezTo>
                    <a:pt x="1853" y="1"/>
                    <a:pt x="1425" y="156"/>
                    <a:pt x="1077" y="505"/>
                  </a:cubicBezTo>
                  <a:cubicBezTo>
                    <a:pt x="0" y="1581"/>
                    <a:pt x="763" y="3420"/>
                    <a:pt x="2287" y="3420"/>
                  </a:cubicBezTo>
                  <a:cubicBezTo>
                    <a:pt x="3230" y="3420"/>
                    <a:pt x="3992" y="2658"/>
                    <a:pt x="3992" y="1714"/>
                  </a:cubicBezTo>
                  <a:cubicBezTo>
                    <a:pt x="3992" y="683"/>
                    <a:pt x="3151" y="1"/>
                    <a:pt x="227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87" name="Google Shape;3787;p65"/>
            <p:cNvSpPr/>
            <p:nvPr/>
          </p:nvSpPr>
          <p:spPr>
            <a:xfrm>
              <a:off x="4405450" y="2405375"/>
              <a:ext cx="28450" cy="24175"/>
            </a:xfrm>
            <a:custGeom>
              <a:avLst/>
              <a:gdLst/>
              <a:ahLst/>
              <a:cxnLst/>
              <a:rect l="l" t="t" r="r" b="b"/>
              <a:pathLst>
                <a:path w="1138" h="967" extrusionOk="0">
                  <a:moveTo>
                    <a:pt x="654" y="0"/>
                  </a:moveTo>
                  <a:cubicBezTo>
                    <a:pt x="218" y="0"/>
                    <a:pt x="1" y="521"/>
                    <a:pt x="303" y="823"/>
                  </a:cubicBezTo>
                  <a:cubicBezTo>
                    <a:pt x="402" y="922"/>
                    <a:pt x="524" y="966"/>
                    <a:pt x="644" y="966"/>
                  </a:cubicBezTo>
                  <a:cubicBezTo>
                    <a:pt x="891" y="966"/>
                    <a:pt x="1130" y="777"/>
                    <a:pt x="1138" y="484"/>
                  </a:cubicBezTo>
                  <a:cubicBezTo>
                    <a:pt x="1138" y="218"/>
                    <a:pt x="920" y="0"/>
                    <a:pt x="654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88" name="Google Shape;3788;p65"/>
            <p:cNvSpPr/>
            <p:nvPr/>
          </p:nvSpPr>
          <p:spPr>
            <a:xfrm>
              <a:off x="4314425" y="2463225"/>
              <a:ext cx="100125" cy="85825"/>
            </a:xfrm>
            <a:custGeom>
              <a:avLst/>
              <a:gdLst/>
              <a:ahLst/>
              <a:cxnLst/>
              <a:rect l="l" t="t" r="r" b="b"/>
              <a:pathLst>
                <a:path w="4005" h="3433" extrusionOk="0">
                  <a:moveTo>
                    <a:pt x="2276" y="1"/>
                  </a:moveTo>
                  <a:cubicBezTo>
                    <a:pt x="1854" y="1"/>
                    <a:pt x="1425" y="157"/>
                    <a:pt x="1077" y="505"/>
                  </a:cubicBezTo>
                  <a:cubicBezTo>
                    <a:pt x="0" y="1582"/>
                    <a:pt x="763" y="3432"/>
                    <a:pt x="2287" y="3432"/>
                  </a:cubicBezTo>
                  <a:cubicBezTo>
                    <a:pt x="3230" y="3420"/>
                    <a:pt x="4004" y="2658"/>
                    <a:pt x="4004" y="1715"/>
                  </a:cubicBezTo>
                  <a:cubicBezTo>
                    <a:pt x="4004" y="683"/>
                    <a:pt x="3157" y="1"/>
                    <a:pt x="2276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89" name="Google Shape;3789;p65"/>
            <p:cNvSpPr/>
            <p:nvPr/>
          </p:nvSpPr>
          <p:spPr>
            <a:xfrm>
              <a:off x="4355550" y="2493975"/>
              <a:ext cx="28450" cy="24325"/>
            </a:xfrm>
            <a:custGeom>
              <a:avLst/>
              <a:gdLst/>
              <a:ahLst/>
              <a:cxnLst/>
              <a:rect l="l" t="t" r="r" b="b"/>
              <a:pathLst>
                <a:path w="1138" h="973" extrusionOk="0">
                  <a:moveTo>
                    <a:pt x="642" y="1"/>
                  </a:moveTo>
                  <a:cubicBezTo>
                    <a:pt x="218" y="1"/>
                    <a:pt x="1" y="521"/>
                    <a:pt x="303" y="823"/>
                  </a:cubicBezTo>
                  <a:cubicBezTo>
                    <a:pt x="402" y="926"/>
                    <a:pt x="524" y="972"/>
                    <a:pt x="644" y="972"/>
                  </a:cubicBezTo>
                  <a:cubicBezTo>
                    <a:pt x="891" y="972"/>
                    <a:pt x="1130" y="778"/>
                    <a:pt x="1138" y="485"/>
                  </a:cubicBezTo>
                  <a:cubicBezTo>
                    <a:pt x="1138" y="218"/>
                    <a:pt x="920" y="1"/>
                    <a:pt x="642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90" name="Google Shape;3790;p65"/>
            <p:cNvSpPr/>
            <p:nvPr/>
          </p:nvSpPr>
          <p:spPr>
            <a:xfrm>
              <a:off x="4189525" y="2537525"/>
              <a:ext cx="51725" cy="51450"/>
            </a:xfrm>
            <a:custGeom>
              <a:avLst/>
              <a:gdLst/>
              <a:ahLst/>
              <a:cxnLst/>
              <a:rect l="l" t="t" r="r" b="b"/>
              <a:pathLst>
                <a:path w="2069" h="2058" extrusionOk="0">
                  <a:moveTo>
                    <a:pt x="1029" y="1"/>
                  </a:moveTo>
                  <a:cubicBezTo>
                    <a:pt x="460" y="1"/>
                    <a:pt x="0" y="460"/>
                    <a:pt x="0" y="1029"/>
                  </a:cubicBezTo>
                  <a:cubicBezTo>
                    <a:pt x="0" y="1597"/>
                    <a:pt x="460" y="2057"/>
                    <a:pt x="1029" y="2057"/>
                  </a:cubicBezTo>
                  <a:cubicBezTo>
                    <a:pt x="1609" y="2057"/>
                    <a:pt x="2069" y="1597"/>
                    <a:pt x="2069" y="1029"/>
                  </a:cubicBezTo>
                  <a:cubicBezTo>
                    <a:pt x="2069" y="460"/>
                    <a:pt x="1609" y="1"/>
                    <a:pt x="1029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91" name="Google Shape;3791;p65"/>
            <p:cNvSpPr/>
            <p:nvPr/>
          </p:nvSpPr>
          <p:spPr>
            <a:xfrm>
              <a:off x="4207975" y="2555975"/>
              <a:ext cx="14850" cy="14550"/>
            </a:xfrm>
            <a:custGeom>
              <a:avLst/>
              <a:gdLst/>
              <a:ahLst/>
              <a:cxnLst/>
              <a:rect l="l" t="t" r="r" b="b"/>
              <a:pathLst>
                <a:path w="594" h="582" extrusionOk="0">
                  <a:moveTo>
                    <a:pt x="291" y="1"/>
                  </a:moveTo>
                  <a:cubicBezTo>
                    <a:pt x="133" y="1"/>
                    <a:pt x="0" y="134"/>
                    <a:pt x="0" y="291"/>
                  </a:cubicBezTo>
                  <a:cubicBezTo>
                    <a:pt x="0" y="460"/>
                    <a:pt x="133" y="581"/>
                    <a:pt x="291" y="581"/>
                  </a:cubicBezTo>
                  <a:cubicBezTo>
                    <a:pt x="460" y="581"/>
                    <a:pt x="593" y="460"/>
                    <a:pt x="593" y="291"/>
                  </a:cubicBezTo>
                  <a:cubicBezTo>
                    <a:pt x="593" y="134"/>
                    <a:pt x="460" y="1"/>
                    <a:pt x="291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92" name="Google Shape;3792;p65"/>
            <p:cNvSpPr/>
            <p:nvPr/>
          </p:nvSpPr>
          <p:spPr>
            <a:xfrm>
              <a:off x="3822075" y="2410925"/>
              <a:ext cx="100125" cy="85500"/>
            </a:xfrm>
            <a:custGeom>
              <a:avLst/>
              <a:gdLst/>
              <a:ahLst/>
              <a:cxnLst/>
              <a:rect l="l" t="t" r="r" b="b"/>
              <a:pathLst>
                <a:path w="4005" h="3420" extrusionOk="0">
                  <a:moveTo>
                    <a:pt x="2276" y="0"/>
                  </a:moveTo>
                  <a:cubicBezTo>
                    <a:pt x="1855" y="0"/>
                    <a:pt x="1426" y="156"/>
                    <a:pt x="1077" y="504"/>
                  </a:cubicBezTo>
                  <a:cubicBezTo>
                    <a:pt x="1" y="1581"/>
                    <a:pt x="763" y="3419"/>
                    <a:pt x="2287" y="3419"/>
                  </a:cubicBezTo>
                  <a:cubicBezTo>
                    <a:pt x="3231" y="3419"/>
                    <a:pt x="3993" y="2657"/>
                    <a:pt x="4005" y="1714"/>
                  </a:cubicBezTo>
                  <a:cubicBezTo>
                    <a:pt x="4005" y="683"/>
                    <a:pt x="3158" y="0"/>
                    <a:pt x="2276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93" name="Google Shape;3793;p65"/>
            <p:cNvSpPr/>
            <p:nvPr/>
          </p:nvSpPr>
          <p:spPr>
            <a:xfrm>
              <a:off x="3863225" y="2441650"/>
              <a:ext cx="28150" cy="24125"/>
            </a:xfrm>
            <a:custGeom>
              <a:avLst/>
              <a:gdLst/>
              <a:ahLst/>
              <a:cxnLst/>
              <a:rect l="l" t="t" r="r" b="b"/>
              <a:pathLst>
                <a:path w="1126" h="965" extrusionOk="0">
                  <a:moveTo>
                    <a:pt x="641" y="1"/>
                  </a:moveTo>
                  <a:cubicBezTo>
                    <a:pt x="206" y="1"/>
                    <a:pt x="0" y="521"/>
                    <a:pt x="302" y="824"/>
                  </a:cubicBezTo>
                  <a:cubicBezTo>
                    <a:pt x="400" y="921"/>
                    <a:pt x="520" y="964"/>
                    <a:pt x="638" y="964"/>
                  </a:cubicBezTo>
                  <a:cubicBezTo>
                    <a:pt x="886" y="964"/>
                    <a:pt x="1125" y="772"/>
                    <a:pt x="1125" y="485"/>
                  </a:cubicBezTo>
                  <a:cubicBezTo>
                    <a:pt x="1125" y="219"/>
                    <a:pt x="907" y="1"/>
                    <a:pt x="641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94" name="Google Shape;3794;p65"/>
            <p:cNvSpPr/>
            <p:nvPr/>
          </p:nvSpPr>
          <p:spPr>
            <a:xfrm>
              <a:off x="3581350" y="2509500"/>
              <a:ext cx="99825" cy="85525"/>
            </a:xfrm>
            <a:custGeom>
              <a:avLst/>
              <a:gdLst/>
              <a:ahLst/>
              <a:cxnLst/>
              <a:rect l="l" t="t" r="r" b="b"/>
              <a:pathLst>
                <a:path w="3993" h="3421" extrusionOk="0">
                  <a:moveTo>
                    <a:pt x="2273" y="1"/>
                  </a:moveTo>
                  <a:cubicBezTo>
                    <a:pt x="1853" y="1"/>
                    <a:pt x="1426" y="157"/>
                    <a:pt x="1077" y="505"/>
                  </a:cubicBezTo>
                  <a:cubicBezTo>
                    <a:pt x="1" y="1581"/>
                    <a:pt x="763" y="3420"/>
                    <a:pt x="2287" y="3420"/>
                  </a:cubicBezTo>
                  <a:cubicBezTo>
                    <a:pt x="3231" y="3420"/>
                    <a:pt x="3993" y="2658"/>
                    <a:pt x="3993" y="1714"/>
                  </a:cubicBezTo>
                  <a:cubicBezTo>
                    <a:pt x="3993" y="683"/>
                    <a:pt x="3151" y="1"/>
                    <a:pt x="227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95" name="Google Shape;3795;p65"/>
            <p:cNvSpPr/>
            <p:nvPr/>
          </p:nvSpPr>
          <p:spPr>
            <a:xfrm>
              <a:off x="3626425" y="2540250"/>
              <a:ext cx="24200" cy="24225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8"/>
                    <a:pt x="0" y="484"/>
                  </a:cubicBezTo>
                  <a:cubicBezTo>
                    <a:pt x="0" y="751"/>
                    <a:pt x="218" y="968"/>
                    <a:pt x="484" y="968"/>
                  </a:cubicBezTo>
                  <a:cubicBezTo>
                    <a:pt x="750" y="968"/>
                    <a:pt x="968" y="751"/>
                    <a:pt x="968" y="484"/>
                  </a:cubicBezTo>
                  <a:cubicBezTo>
                    <a:pt x="968" y="218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96" name="Google Shape;3796;p65"/>
            <p:cNvSpPr/>
            <p:nvPr/>
          </p:nvSpPr>
          <p:spPr>
            <a:xfrm>
              <a:off x="3445875" y="2365850"/>
              <a:ext cx="100125" cy="85825"/>
            </a:xfrm>
            <a:custGeom>
              <a:avLst/>
              <a:gdLst/>
              <a:ahLst/>
              <a:cxnLst/>
              <a:rect l="l" t="t" r="r" b="b"/>
              <a:pathLst>
                <a:path w="4005" h="3433" extrusionOk="0">
                  <a:moveTo>
                    <a:pt x="2273" y="1"/>
                  </a:moveTo>
                  <a:cubicBezTo>
                    <a:pt x="1853" y="1"/>
                    <a:pt x="1425" y="157"/>
                    <a:pt x="1077" y="505"/>
                  </a:cubicBezTo>
                  <a:cubicBezTo>
                    <a:pt x="0" y="1581"/>
                    <a:pt x="763" y="3432"/>
                    <a:pt x="2287" y="3432"/>
                  </a:cubicBezTo>
                  <a:cubicBezTo>
                    <a:pt x="3230" y="3432"/>
                    <a:pt x="3992" y="2658"/>
                    <a:pt x="4005" y="1714"/>
                  </a:cubicBezTo>
                  <a:cubicBezTo>
                    <a:pt x="3996" y="683"/>
                    <a:pt x="3152" y="1"/>
                    <a:pt x="227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97" name="Google Shape;3797;p65"/>
            <p:cNvSpPr/>
            <p:nvPr/>
          </p:nvSpPr>
          <p:spPr>
            <a:xfrm>
              <a:off x="3490925" y="2396600"/>
              <a:ext cx="24225" cy="24225"/>
            </a:xfrm>
            <a:custGeom>
              <a:avLst/>
              <a:gdLst/>
              <a:ahLst/>
              <a:cxnLst/>
              <a:rect l="l" t="t" r="r" b="b"/>
              <a:pathLst>
                <a:path w="969" h="969" extrusionOk="0">
                  <a:moveTo>
                    <a:pt x="485" y="1"/>
                  </a:moveTo>
                  <a:cubicBezTo>
                    <a:pt x="219" y="1"/>
                    <a:pt x="1" y="218"/>
                    <a:pt x="1" y="484"/>
                  </a:cubicBezTo>
                  <a:cubicBezTo>
                    <a:pt x="1" y="751"/>
                    <a:pt x="219" y="968"/>
                    <a:pt x="485" y="968"/>
                  </a:cubicBezTo>
                  <a:cubicBezTo>
                    <a:pt x="751" y="968"/>
                    <a:pt x="969" y="751"/>
                    <a:pt x="969" y="484"/>
                  </a:cubicBezTo>
                  <a:cubicBezTo>
                    <a:pt x="969" y="218"/>
                    <a:pt x="751" y="1"/>
                    <a:pt x="485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98" name="Google Shape;3798;p65"/>
            <p:cNvSpPr/>
            <p:nvPr/>
          </p:nvSpPr>
          <p:spPr>
            <a:xfrm>
              <a:off x="3572600" y="2365850"/>
              <a:ext cx="100125" cy="85825"/>
            </a:xfrm>
            <a:custGeom>
              <a:avLst/>
              <a:gdLst/>
              <a:ahLst/>
              <a:cxnLst/>
              <a:rect l="l" t="t" r="r" b="b"/>
              <a:pathLst>
                <a:path w="4005" h="3433" extrusionOk="0">
                  <a:moveTo>
                    <a:pt x="2275" y="1"/>
                  </a:moveTo>
                  <a:cubicBezTo>
                    <a:pt x="1854" y="1"/>
                    <a:pt x="1425" y="157"/>
                    <a:pt x="1077" y="505"/>
                  </a:cubicBezTo>
                  <a:cubicBezTo>
                    <a:pt x="0" y="1581"/>
                    <a:pt x="762" y="3432"/>
                    <a:pt x="2286" y="3432"/>
                  </a:cubicBezTo>
                  <a:cubicBezTo>
                    <a:pt x="3230" y="3432"/>
                    <a:pt x="4004" y="2658"/>
                    <a:pt x="4004" y="1714"/>
                  </a:cubicBezTo>
                  <a:cubicBezTo>
                    <a:pt x="4004" y="683"/>
                    <a:pt x="3157" y="1"/>
                    <a:pt x="2275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99" name="Google Shape;3799;p65"/>
            <p:cNvSpPr/>
            <p:nvPr/>
          </p:nvSpPr>
          <p:spPr>
            <a:xfrm>
              <a:off x="3613725" y="2396600"/>
              <a:ext cx="28150" cy="24400"/>
            </a:xfrm>
            <a:custGeom>
              <a:avLst/>
              <a:gdLst/>
              <a:ahLst/>
              <a:cxnLst/>
              <a:rect l="l" t="t" r="r" b="b"/>
              <a:pathLst>
                <a:path w="1126" h="976" extrusionOk="0">
                  <a:moveTo>
                    <a:pt x="641" y="1"/>
                  </a:moveTo>
                  <a:cubicBezTo>
                    <a:pt x="218" y="1"/>
                    <a:pt x="0" y="521"/>
                    <a:pt x="303" y="835"/>
                  </a:cubicBezTo>
                  <a:cubicBezTo>
                    <a:pt x="400" y="932"/>
                    <a:pt x="519" y="976"/>
                    <a:pt x="636" y="976"/>
                  </a:cubicBezTo>
                  <a:cubicBezTo>
                    <a:pt x="885" y="976"/>
                    <a:pt x="1125" y="780"/>
                    <a:pt x="1125" y="484"/>
                  </a:cubicBezTo>
                  <a:cubicBezTo>
                    <a:pt x="1125" y="218"/>
                    <a:pt x="907" y="1"/>
                    <a:pt x="641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00" name="Google Shape;3800;p65"/>
            <p:cNvSpPr/>
            <p:nvPr/>
          </p:nvSpPr>
          <p:spPr>
            <a:xfrm>
              <a:off x="3433775" y="2563325"/>
              <a:ext cx="100125" cy="85525"/>
            </a:xfrm>
            <a:custGeom>
              <a:avLst/>
              <a:gdLst/>
              <a:ahLst/>
              <a:cxnLst/>
              <a:rect l="l" t="t" r="r" b="b"/>
              <a:pathLst>
                <a:path w="4005" h="3421" extrusionOk="0">
                  <a:moveTo>
                    <a:pt x="2276" y="1"/>
                  </a:moveTo>
                  <a:cubicBezTo>
                    <a:pt x="1855" y="1"/>
                    <a:pt x="1425" y="157"/>
                    <a:pt x="1077" y="505"/>
                  </a:cubicBezTo>
                  <a:cubicBezTo>
                    <a:pt x="1" y="1582"/>
                    <a:pt x="763" y="3420"/>
                    <a:pt x="2287" y="3420"/>
                  </a:cubicBezTo>
                  <a:cubicBezTo>
                    <a:pt x="3230" y="3420"/>
                    <a:pt x="3993" y="2658"/>
                    <a:pt x="4005" y="1715"/>
                  </a:cubicBezTo>
                  <a:cubicBezTo>
                    <a:pt x="4005" y="683"/>
                    <a:pt x="3157" y="1"/>
                    <a:pt x="2276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01" name="Google Shape;3801;p65"/>
            <p:cNvSpPr/>
            <p:nvPr/>
          </p:nvSpPr>
          <p:spPr>
            <a:xfrm>
              <a:off x="3478850" y="2594075"/>
              <a:ext cx="24200" cy="24225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8"/>
                    <a:pt x="0" y="485"/>
                  </a:cubicBezTo>
                  <a:cubicBezTo>
                    <a:pt x="0" y="751"/>
                    <a:pt x="218" y="968"/>
                    <a:pt x="484" y="968"/>
                  </a:cubicBezTo>
                  <a:cubicBezTo>
                    <a:pt x="750" y="968"/>
                    <a:pt x="968" y="751"/>
                    <a:pt x="968" y="485"/>
                  </a:cubicBezTo>
                  <a:cubicBezTo>
                    <a:pt x="968" y="218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02" name="Google Shape;3802;p65"/>
            <p:cNvSpPr/>
            <p:nvPr/>
          </p:nvSpPr>
          <p:spPr>
            <a:xfrm>
              <a:off x="4004450" y="2497600"/>
              <a:ext cx="85600" cy="85325"/>
            </a:xfrm>
            <a:custGeom>
              <a:avLst/>
              <a:gdLst/>
              <a:ahLst/>
              <a:cxnLst/>
              <a:rect l="l" t="t" r="r" b="b"/>
              <a:pathLst>
                <a:path w="3424" h="3413" extrusionOk="0">
                  <a:moveTo>
                    <a:pt x="1718" y="1"/>
                  </a:moveTo>
                  <a:cubicBezTo>
                    <a:pt x="774" y="1"/>
                    <a:pt x="0" y="763"/>
                    <a:pt x="0" y="1707"/>
                  </a:cubicBezTo>
                  <a:cubicBezTo>
                    <a:pt x="0" y="2650"/>
                    <a:pt x="774" y="3412"/>
                    <a:pt x="1718" y="3412"/>
                  </a:cubicBezTo>
                  <a:cubicBezTo>
                    <a:pt x="2662" y="3412"/>
                    <a:pt x="3424" y="2650"/>
                    <a:pt x="3424" y="1707"/>
                  </a:cubicBezTo>
                  <a:cubicBezTo>
                    <a:pt x="3424" y="763"/>
                    <a:pt x="2662" y="1"/>
                    <a:pt x="1718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03" name="Google Shape;3803;p65"/>
            <p:cNvSpPr/>
            <p:nvPr/>
          </p:nvSpPr>
          <p:spPr>
            <a:xfrm>
              <a:off x="4031350" y="2528150"/>
              <a:ext cx="28150" cy="24125"/>
            </a:xfrm>
            <a:custGeom>
              <a:avLst/>
              <a:gdLst/>
              <a:ahLst/>
              <a:cxnLst/>
              <a:rect l="l" t="t" r="r" b="b"/>
              <a:pathLst>
                <a:path w="1126" h="965" extrusionOk="0">
                  <a:moveTo>
                    <a:pt x="642" y="1"/>
                  </a:moveTo>
                  <a:cubicBezTo>
                    <a:pt x="206" y="1"/>
                    <a:pt x="1" y="521"/>
                    <a:pt x="303" y="823"/>
                  </a:cubicBezTo>
                  <a:cubicBezTo>
                    <a:pt x="401" y="921"/>
                    <a:pt x="521" y="964"/>
                    <a:pt x="639" y="964"/>
                  </a:cubicBezTo>
                  <a:cubicBezTo>
                    <a:pt x="887" y="964"/>
                    <a:pt x="1126" y="772"/>
                    <a:pt x="1126" y="485"/>
                  </a:cubicBezTo>
                  <a:cubicBezTo>
                    <a:pt x="1126" y="218"/>
                    <a:pt x="908" y="1"/>
                    <a:pt x="642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04" name="Google Shape;3804;p65"/>
            <p:cNvSpPr/>
            <p:nvPr/>
          </p:nvSpPr>
          <p:spPr>
            <a:xfrm>
              <a:off x="4083975" y="2442675"/>
              <a:ext cx="99825" cy="85500"/>
            </a:xfrm>
            <a:custGeom>
              <a:avLst/>
              <a:gdLst/>
              <a:ahLst/>
              <a:cxnLst/>
              <a:rect l="l" t="t" r="r" b="b"/>
              <a:pathLst>
                <a:path w="3993" h="3420" extrusionOk="0">
                  <a:moveTo>
                    <a:pt x="2273" y="0"/>
                  </a:moveTo>
                  <a:cubicBezTo>
                    <a:pt x="1853" y="0"/>
                    <a:pt x="1425" y="156"/>
                    <a:pt x="1077" y="504"/>
                  </a:cubicBezTo>
                  <a:cubicBezTo>
                    <a:pt x="1" y="1581"/>
                    <a:pt x="763" y="3420"/>
                    <a:pt x="2287" y="3420"/>
                  </a:cubicBezTo>
                  <a:cubicBezTo>
                    <a:pt x="3231" y="3420"/>
                    <a:pt x="3993" y="2658"/>
                    <a:pt x="3993" y="1714"/>
                  </a:cubicBezTo>
                  <a:cubicBezTo>
                    <a:pt x="3993" y="683"/>
                    <a:pt x="3151" y="0"/>
                    <a:pt x="2273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05" name="Google Shape;3805;p65"/>
            <p:cNvSpPr/>
            <p:nvPr/>
          </p:nvSpPr>
          <p:spPr>
            <a:xfrm>
              <a:off x="4129050" y="2473425"/>
              <a:ext cx="24200" cy="24200"/>
            </a:xfrm>
            <a:custGeom>
              <a:avLst/>
              <a:gdLst/>
              <a:ahLst/>
              <a:cxnLst/>
              <a:rect l="l" t="t" r="r" b="b"/>
              <a:pathLst>
                <a:path w="968" h="968" extrusionOk="0">
                  <a:moveTo>
                    <a:pt x="484" y="0"/>
                  </a:moveTo>
                  <a:cubicBezTo>
                    <a:pt x="218" y="0"/>
                    <a:pt x="0" y="218"/>
                    <a:pt x="0" y="484"/>
                  </a:cubicBezTo>
                  <a:cubicBezTo>
                    <a:pt x="0" y="750"/>
                    <a:pt x="218" y="968"/>
                    <a:pt x="484" y="968"/>
                  </a:cubicBezTo>
                  <a:cubicBezTo>
                    <a:pt x="750" y="968"/>
                    <a:pt x="968" y="750"/>
                    <a:pt x="968" y="484"/>
                  </a:cubicBezTo>
                  <a:cubicBezTo>
                    <a:pt x="968" y="218"/>
                    <a:pt x="750" y="0"/>
                    <a:pt x="484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06" name="Google Shape;3806;p65"/>
            <p:cNvSpPr/>
            <p:nvPr/>
          </p:nvSpPr>
          <p:spPr>
            <a:xfrm>
              <a:off x="4150200" y="1716875"/>
              <a:ext cx="99825" cy="85500"/>
            </a:xfrm>
            <a:custGeom>
              <a:avLst/>
              <a:gdLst/>
              <a:ahLst/>
              <a:cxnLst/>
              <a:rect l="l" t="t" r="r" b="b"/>
              <a:pathLst>
                <a:path w="3993" h="3420" extrusionOk="0">
                  <a:moveTo>
                    <a:pt x="2273" y="0"/>
                  </a:moveTo>
                  <a:cubicBezTo>
                    <a:pt x="1853" y="0"/>
                    <a:pt x="1426" y="156"/>
                    <a:pt x="1077" y="504"/>
                  </a:cubicBezTo>
                  <a:cubicBezTo>
                    <a:pt x="1" y="1581"/>
                    <a:pt x="763" y="3419"/>
                    <a:pt x="2287" y="3419"/>
                  </a:cubicBezTo>
                  <a:cubicBezTo>
                    <a:pt x="3231" y="3419"/>
                    <a:pt x="3993" y="2657"/>
                    <a:pt x="3993" y="1714"/>
                  </a:cubicBezTo>
                  <a:cubicBezTo>
                    <a:pt x="3993" y="683"/>
                    <a:pt x="3151" y="0"/>
                    <a:pt x="2273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07" name="Google Shape;3807;p65"/>
            <p:cNvSpPr/>
            <p:nvPr/>
          </p:nvSpPr>
          <p:spPr>
            <a:xfrm>
              <a:off x="4195275" y="1747600"/>
              <a:ext cx="23900" cy="24225"/>
            </a:xfrm>
            <a:custGeom>
              <a:avLst/>
              <a:gdLst/>
              <a:ahLst/>
              <a:cxnLst/>
              <a:rect l="l" t="t" r="r" b="b"/>
              <a:pathLst>
                <a:path w="956" h="969" extrusionOk="0">
                  <a:moveTo>
                    <a:pt x="472" y="1"/>
                  </a:moveTo>
                  <a:cubicBezTo>
                    <a:pt x="206" y="1"/>
                    <a:pt x="0" y="219"/>
                    <a:pt x="0" y="485"/>
                  </a:cubicBezTo>
                  <a:cubicBezTo>
                    <a:pt x="0" y="751"/>
                    <a:pt x="206" y="969"/>
                    <a:pt x="472" y="969"/>
                  </a:cubicBezTo>
                  <a:cubicBezTo>
                    <a:pt x="750" y="969"/>
                    <a:pt x="956" y="751"/>
                    <a:pt x="956" y="485"/>
                  </a:cubicBezTo>
                  <a:cubicBezTo>
                    <a:pt x="956" y="219"/>
                    <a:pt x="750" y="1"/>
                    <a:pt x="472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08" name="Google Shape;3808;p65"/>
            <p:cNvSpPr/>
            <p:nvPr/>
          </p:nvSpPr>
          <p:spPr>
            <a:xfrm>
              <a:off x="3795175" y="1659100"/>
              <a:ext cx="100125" cy="85825"/>
            </a:xfrm>
            <a:custGeom>
              <a:avLst/>
              <a:gdLst/>
              <a:ahLst/>
              <a:cxnLst/>
              <a:rect l="l" t="t" r="r" b="b"/>
              <a:pathLst>
                <a:path w="4005" h="3433" extrusionOk="0">
                  <a:moveTo>
                    <a:pt x="2275" y="1"/>
                  </a:moveTo>
                  <a:cubicBezTo>
                    <a:pt x="1854" y="1"/>
                    <a:pt x="1425" y="157"/>
                    <a:pt x="1077" y="505"/>
                  </a:cubicBezTo>
                  <a:cubicBezTo>
                    <a:pt x="0" y="1581"/>
                    <a:pt x="762" y="3432"/>
                    <a:pt x="2287" y="3432"/>
                  </a:cubicBezTo>
                  <a:cubicBezTo>
                    <a:pt x="3230" y="3432"/>
                    <a:pt x="4004" y="2658"/>
                    <a:pt x="4004" y="1714"/>
                  </a:cubicBezTo>
                  <a:cubicBezTo>
                    <a:pt x="4004" y="683"/>
                    <a:pt x="3157" y="1"/>
                    <a:pt x="2275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09" name="Google Shape;3809;p65"/>
            <p:cNvSpPr/>
            <p:nvPr/>
          </p:nvSpPr>
          <p:spPr>
            <a:xfrm>
              <a:off x="3840525" y="1690150"/>
              <a:ext cx="23925" cy="23925"/>
            </a:xfrm>
            <a:custGeom>
              <a:avLst/>
              <a:gdLst/>
              <a:ahLst/>
              <a:cxnLst/>
              <a:rect l="l" t="t" r="r" b="b"/>
              <a:pathLst>
                <a:path w="957" h="957" extrusionOk="0">
                  <a:moveTo>
                    <a:pt x="473" y="1"/>
                  </a:moveTo>
                  <a:cubicBezTo>
                    <a:pt x="206" y="1"/>
                    <a:pt x="1" y="206"/>
                    <a:pt x="1" y="472"/>
                  </a:cubicBezTo>
                  <a:cubicBezTo>
                    <a:pt x="1" y="738"/>
                    <a:pt x="206" y="956"/>
                    <a:pt x="473" y="956"/>
                  </a:cubicBezTo>
                  <a:cubicBezTo>
                    <a:pt x="751" y="956"/>
                    <a:pt x="956" y="738"/>
                    <a:pt x="956" y="472"/>
                  </a:cubicBezTo>
                  <a:cubicBezTo>
                    <a:pt x="956" y="206"/>
                    <a:pt x="751" y="1"/>
                    <a:pt x="47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10" name="Google Shape;3810;p65"/>
            <p:cNvSpPr/>
            <p:nvPr/>
          </p:nvSpPr>
          <p:spPr>
            <a:xfrm>
              <a:off x="4047700" y="1961725"/>
              <a:ext cx="85600" cy="85600"/>
            </a:xfrm>
            <a:custGeom>
              <a:avLst/>
              <a:gdLst/>
              <a:ahLst/>
              <a:cxnLst/>
              <a:rect l="l" t="t" r="r" b="b"/>
              <a:pathLst>
                <a:path w="3424" h="3424" extrusionOk="0">
                  <a:moveTo>
                    <a:pt x="1718" y="0"/>
                  </a:moveTo>
                  <a:cubicBezTo>
                    <a:pt x="774" y="0"/>
                    <a:pt x="0" y="763"/>
                    <a:pt x="0" y="1706"/>
                  </a:cubicBezTo>
                  <a:cubicBezTo>
                    <a:pt x="0" y="2650"/>
                    <a:pt x="774" y="3424"/>
                    <a:pt x="1718" y="3424"/>
                  </a:cubicBezTo>
                  <a:cubicBezTo>
                    <a:pt x="2661" y="3424"/>
                    <a:pt x="3423" y="2650"/>
                    <a:pt x="3423" y="1706"/>
                  </a:cubicBezTo>
                  <a:cubicBezTo>
                    <a:pt x="3423" y="763"/>
                    <a:pt x="2661" y="0"/>
                    <a:pt x="1718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11" name="Google Shape;3811;p65"/>
            <p:cNvSpPr/>
            <p:nvPr/>
          </p:nvSpPr>
          <p:spPr>
            <a:xfrm>
              <a:off x="4074600" y="1992275"/>
              <a:ext cx="28150" cy="24175"/>
            </a:xfrm>
            <a:custGeom>
              <a:avLst/>
              <a:gdLst/>
              <a:ahLst/>
              <a:cxnLst/>
              <a:rect l="l" t="t" r="r" b="b"/>
              <a:pathLst>
                <a:path w="1126" h="967" extrusionOk="0">
                  <a:moveTo>
                    <a:pt x="642" y="0"/>
                  </a:moveTo>
                  <a:cubicBezTo>
                    <a:pt x="206" y="0"/>
                    <a:pt x="1" y="520"/>
                    <a:pt x="303" y="823"/>
                  </a:cubicBezTo>
                  <a:cubicBezTo>
                    <a:pt x="402" y="922"/>
                    <a:pt x="524" y="966"/>
                    <a:pt x="644" y="966"/>
                  </a:cubicBezTo>
                  <a:cubicBezTo>
                    <a:pt x="890" y="966"/>
                    <a:pt x="1126" y="777"/>
                    <a:pt x="1126" y="484"/>
                  </a:cubicBezTo>
                  <a:cubicBezTo>
                    <a:pt x="1126" y="218"/>
                    <a:pt x="908" y="0"/>
                    <a:pt x="642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12" name="Google Shape;3812;p65"/>
            <p:cNvSpPr/>
            <p:nvPr/>
          </p:nvSpPr>
          <p:spPr>
            <a:xfrm>
              <a:off x="3560800" y="2016700"/>
              <a:ext cx="99825" cy="85675"/>
            </a:xfrm>
            <a:custGeom>
              <a:avLst/>
              <a:gdLst/>
              <a:ahLst/>
              <a:cxnLst/>
              <a:rect l="l" t="t" r="r" b="b"/>
              <a:pathLst>
                <a:path w="3993" h="3427" extrusionOk="0">
                  <a:moveTo>
                    <a:pt x="2272" y="0"/>
                  </a:moveTo>
                  <a:cubicBezTo>
                    <a:pt x="1853" y="0"/>
                    <a:pt x="1425" y="155"/>
                    <a:pt x="1077" y="499"/>
                  </a:cubicBezTo>
                  <a:cubicBezTo>
                    <a:pt x="0" y="1576"/>
                    <a:pt x="750" y="3414"/>
                    <a:pt x="2274" y="3426"/>
                  </a:cubicBezTo>
                  <a:cubicBezTo>
                    <a:pt x="3218" y="3426"/>
                    <a:pt x="3992" y="2652"/>
                    <a:pt x="3992" y="1709"/>
                  </a:cubicBezTo>
                  <a:cubicBezTo>
                    <a:pt x="3992" y="677"/>
                    <a:pt x="3150" y="0"/>
                    <a:pt x="227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13" name="Google Shape;3813;p65"/>
            <p:cNvSpPr/>
            <p:nvPr/>
          </p:nvSpPr>
          <p:spPr>
            <a:xfrm>
              <a:off x="3605850" y="2047300"/>
              <a:ext cx="23925" cy="24225"/>
            </a:xfrm>
            <a:custGeom>
              <a:avLst/>
              <a:gdLst/>
              <a:ahLst/>
              <a:cxnLst/>
              <a:rect l="l" t="t" r="r" b="b"/>
              <a:pathLst>
                <a:path w="957" h="969" extrusionOk="0">
                  <a:moveTo>
                    <a:pt x="472" y="1"/>
                  </a:moveTo>
                  <a:cubicBezTo>
                    <a:pt x="206" y="1"/>
                    <a:pt x="1" y="219"/>
                    <a:pt x="1" y="485"/>
                  </a:cubicBezTo>
                  <a:cubicBezTo>
                    <a:pt x="1" y="751"/>
                    <a:pt x="206" y="969"/>
                    <a:pt x="472" y="969"/>
                  </a:cubicBezTo>
                  <a:cubicBezTo>
                    <a:pt x="751" y="969"/>
                    <a:pt x="956" y="751"/>
                    <a:pt x="956" y="485"/>
                  </a:cubicBezTo>
                  <a:cubicBezTo>
                    <a:pt x="956" y="219"/>
                    <a:pt x="751" y="1"/>
                    <a:pt x="472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14" name="Google Shape;3814;p65"/>
            <p:cNvSpPr/>
            <p:nvPr/>
          </p:nvSpPr>
          <p:spPr>
            <a:xfrm>
              <a:off x="3694475" y="2386725"/>
              <a:ext cx="100125" cy="85500"/>
            </a:xfrm>
            <a:custGeom>
              <a:avLst/>
              <a:gdLst/>
              <a:ahLst/>
              <a:cxnLst/>
              <a:rect l="l" t="t" r="r" b="b"/>
              <a:pathLst>
                <a:path w="4005" h="3420" extrusionOk="0">
                  <a:moveTo>
                    <a:pt x="2284" y="0"/>
                  </a:moveTo>
                  <a:cubicBezTo>
                    <a:pt x="1865" y="0"/>
                    <a:pt x="1437" y="156"/>
                    <a:pt x="1089" y="504"/>
                  </a:cubicBezTo>
                  <a:cubicBezTo>
                    <a:pt x="0" y="1581"/>
                    <a:pt x="774" y="3420"/>
                    <a:pt x="2298" y="3420"/>
                  </a:cubicBezTo>
                  <a:cubicBezTo>
                    <a:pt x="3242" y="3420"/>
                    <a:pt x="4004" y="2658"/>
                    <a:pt x="4004" y="1714"/>
                  </a:cubicBezTo>
                  <a:cubicBezTo>
                    <a:pt x="4004" y="683"/>
                    <a:pt x="3162" y="0"/>
                    <a:pt x="2284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15" name="Google Shape;3815;p65"/>
            <p:cNvSpPr/>
            <p:nvPr/>
          </p:nvSpPr>
          <p:spPr>
            <a:xfrm>
              <a:off x="3735600" y="2417475"/>
              <a:ext cx="28450" cy="24100"/>
            </a:xfrm>
            <a:custGeom>
              <a:avLst/>
              <a:gdLst/>
              <a:ahLst/>
              <a:cxnLst/>
              <a:rect l="l" t="t" r="r" b="b"/>
              <a:pathLst>
                <a:path w="1138" h="964" extrusionOk="0">
                  <a:moveTo>
                    <a:pt x="641" y="0"/>
                  </a:moveTo>
                  <a:cubicBezTo>
                    <a:pt x="218" y="0"/>
                    <a:pt x="0" y="520"/>
                    <a:pt x="303" y="823"/>
                  </a:cubicBezTo>
                  <a:cubicBezTo>
                    <a:pt x="404" y="920"/>
                    <a:pt x="525" y="964"/>
                    <a:pt x="644" y="964"/>
                  </a:cubicBezTo>
                  <a:cubicBezTo>
                    <a:pt x="893" y="964"/>
                    <a:pt x="1129" y="771"/>
                    <a:pt x="1137" y="484"/>
                  </a:cubicBezTo>
                  <a:cubicBezTo>
                    <a:pt x="1137" y="218"/>
                    <a:pt x="920" y="0"/>
                    <a:pt x="641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16" name="Google Shape;3816;p65"/>
            <p:cNvSpPr/>
            <p:nvPr/>
          </p:nvSpPr>
          <p:spPr>
            <a:xfrm>
              <a:off x="3795175" y="2028650"/>
              <a:ext cx="100125" cy="85825"/>
            </a:xfrm>
            <a:custGeom>
              <a:avLst/>
              <a:gdLst/>
              <a:ahLst/>
              <a:cxnLst/>
              <a:rect l="l" t="t" r="r" b="b"/>
              <a:pathLst>
                <a:path w="4005" h="3433" extrusionOk="0">
                  <a:moveTo>
                    <a:pt x="2285" y="1"/>
                  </a:moveTo>
                  <a:cubicBezTo>
                    <a:pt x="1865" y="1"/>
                    <a:pt x="1437" y="157"/>
                    <a:pt x="1089" y="505"/>
                  </a:cubicBezTo>
                  <a:cubicBezTo>
                    <a:pt x="0" y="1581"/>
                    <a:pt x="774" y="3432"/>
                    <a:pt x="2299" y="3432"/>
                  </a:cubicBezTo>
                  <a:cubicBezTo>
                    <a:pt x="3242" y="3432"/>
                    <a:pt x="4004" y="2658"/>
                    <a:pt x="4004" y="1715"/>
                  </a:cubicBezTo>
                  <a:cubicBezTo>
                    <a:pt x="4004" y="683"/>
                    <a:pt x="3163" y="1"/>
                    <a:pt x="2285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17" name="Google Shape;3817;p65"/>
            <p:cNvSpPr/>
            <p:nvPr/>
          </p:nvSpPr>
          <p:spPr>
            <a:xfrm>
              <a:off x="3836300" y="2059400"/>
              <a:ext cx="28150" cy="24175"/>
            </a:xfrm>
            <a:custGeom>
              <a:avLst/>
              <a:gdLst/>
              <a:ahLst/>
              <a:cxnLst/>
              <a:rect l="l" t="t" r="r" b="b"/>
              <a:pathLst>
                <a:path w="1126" h="967" extrusionOk="0">
                  <a:moveTo>
                    <a:pt x="642" y="1"/>
                  </a:moveTo>
                  <a:cubicBezTo>
                    <a:pt x="218" y="1"/>
                    <a:pt x="0" y="521"/>
                    <a:pt x="303" y="823"/>
                  </a:cubicBezTo>
                  <a:cubicBezTo>
                    <a:pt x="402" y="922"/>
                    <a:pt x="524" y="967"/>
                    <a:pt x="643" y="967"/>
                  </a:cubicBezTo>
                  <a:cubicBezTo>
                    <a:pt x="890" y="967"/>
                    <a:pt x="1125" y="778"/>
                    <a:pt x="1125" y="485"/>
                  </a:cubicBezTo>
                  <a:cubicBezTo>
                    <a:pt x="1125" y="218"/>
                    <a:pt x="920" y="1"/>
                    <a:pt x="642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18" name="Google Shape;3818;p65"/>
            <p:cNvSpPr/>
            <p:nvPr/>
          </p:nvSpPr>
          <p:spPr>
            <a:xfrm>
              <a:off x="3795175" y="1911325"/>
              <a:ext cx="100125" cy="85500"/>
            </a:xfrm>
            <a:custGeom>
              <a:avLst/>
              <a:gdLst/>
              <a:ahLst/>
              <a:cxnLst/>
              <a:rect l="l" t="t" r="r" b="b"/>
              <a:pathLst>
                <a:path w="4005" h="3420" extrusionOk="0">
                  <a:moveTo>
                    <a:pt x="2285" y="0"/>
                  </a:moveTo>
                  <a:cubicBezTo>
                    <a:pt x="1865" y="0"/>
                    <a:pt x="1437" y="156"/>
                    <a:pt x="1089" y="504"/>
                  </a:cubicBezTo>
                  <a:cubicBezTo>
                    <a:pt x="0" y="1581"/>
                    <a:pt x="774" y="3420"/>
                    <a:pt x="2299" y="3420"/>
                  </a:cubicBezTo>
                  <a:cubicBezTo>
                    <a:pt x="3242" y="3420"/>
                    <a:pt x="4004" y="2658"/>
                    <a:pt x="4004" y="1714"/>
                  </a:cubicBezTo>
                  <a:cubicBezTo>
                    <a:pt x="4004" y="683"/>
                    <a:pt x="3163" y="0"/>
                    <a:pt x="2285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19" name="Google Shape;3819;p65"/>
            <p:cNvSpPr/>
            <p:nvPr/>
          </p:nvSpPr>
          <p:spPr>
            <a:xfrm>
              <a:off x="3836300" y="1942075"/>
              <a:ext cx="28150" cy="24100"/>
            </a:xfrm>
            <a:custGeom>
              <a:avLst/>
              <a:gdLst/>
              <a:ahLst/>
              <a:cxnLst/>
              <a:rect l="l" t="t" r="r" b="b"/>
              <a:pathLst>
                <a:path w="1126" h="964" extrusionOk="0">
                  <a:moveTo>
                    <a:pt x="642" y="0"/>
                  </a:moveTo>
                  <a:cubicBezTo>
                    <a:pt x="218" y="0"/>
                    <a:pt x="0" y="520"/>
                    <a:pt x="303" y="823"/>
                  </a:cubicBezTo>
                  <a:cubicBezTo>
                    <a:pt x="400" y="920"/>
                    <a:pt x="520" y="964"/>
                    <a:pt x="638" y="964"/>
                  </a:cubicBezTo>
                  <a:cubicBezTo>
                    <a:pt x="886" y="964"/>
                    <a:pt x="1125" y="771"/>
                    <a:pt x="1125" y="484"/>
                  </a:cubicBezTo>
                  <a:cubicBezTo>
                    <a:pt x="1125" y="218"/>
                    <a:pt x="920" y="0"/>
                    <a:pt x="642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20" name="Google Shape;3820;p65"/>
            <p:cNvSpPr/>
            <p:nvPr/>
          </p:nvSpPr>
          <p:spPr>
            <a:xfrm>
              <a:off x="3952725" y="1807600"/>
              <a:ext cx="100125" cy="85500"/>
            </a:xfrm>
            <a:custGeom>
              <a:avLst/>
              <a:gdLst/>
              <a:ahLst/>
              <a:cxnLst/>
              <a:rect l="l" t="t" r="r" b="b"/>
              <a:pathLst>
                <a:path w="4005" h="3420" extrusionOk="0">
                  <a:moveTo>
                    <a:pt x="2276" y="0"/>
                  </a:moveTo>
                  <a:cubicBezTo>
                    <a:pt x="1855" y="0"/>
                    <a:pt x="1425" y="156"/>
                    <a:pt x="1077" y="504"/>
                  </a:cubicBezTo>
                  <a:cubicBezTo>
                    <a:pt x="1" y="1581"/>
                    <a:pt x="763" y="3419"/>
                    <a:pt x="2287" y="3419"/>
                  </a:cubicBezTo>
                  <a:cubicBezTo>
                    <a:pt x="3231" y="3419"/>
                    <a:pt x="4005" y="2657"/>
                    <a:pt x="4005" y="1714"/>
                  </a:cubicBezTo>
                  <a:cubicBezTo>
                    <a:pt x="4005" y="683"/>
                    <a:pt x="3157" y="0"/>
                    <a:pt x="2276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21" name="Google Shape;3821;p65"/>
            <p:cNvSpPr/>
            <p:nvPr/>
          </p:nvSpPr>
          <p:spPr>
            <a:xfrm>
              <a:off x="3997800" y="1838325"/>
              <a:ext cx="24200" cy="24225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51"/>
                    <a:pt x="218" y="969"/>
                    <a:pt x="484" y="969"/>
                  </a:cubicBezTo>
                  <a:cubicBezTo>
                    <a:pt x="750" y="969"/>
                    <a:pt x="968" y="751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22" name="Google Shape;3822;p65"/>
            <p:cNvSpPr/>
            <p:nvPr/>
          </p:nvSpPr>
          <p:spPr>
            <a:xfrm>
              <a:off x="3931550" y="2028850"/>
              <a:ext cx="85625" cy="85625"/>
            </a:xfrm>
            <a:custGeom>
              <a:avLst/>
              <a:gdLst/>
              <a:ahLst/>
              <a:cxnLst/>
              <a:rect l="l" t="t" r="r" b="b"/>
              <a:pathLst>
                <a:path w="3425" h="3425" extrusionOk="0">
                  <a:moveTo>
                    <a:pt x="1707" y="1"/>
                  </a:moveTo>
                  <a:cubicBezTo>
                    <a:pt x="763" y="1"/>
                    <a:pt x="1" y="763"/>
                    <a:pt x="1" y="1707"/>
                  </a:cubicBezTo>
                  <a:cubicBezTo>
                    <a:pt x="1" y="2650"/>
                    <a:pt x="763" y="3424"/>
                    <a:pt x="1707" y="3424"/>
                  </a:cubicBezTo>
                  <a:cubicBezTo>
                    <a:pt x="2662" y="3424"/>
                    <a:pt x="3424" y="2650"/>
                    <a:pt x="3424" y="1707"/>
                  </a:cubicBezTo>
                  <a:cubicBezTo>
                    <a:pt x="3424" y="763"/>
                    <a:pt x="2662" y="1"/>
                    <a:pt x="1707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23" name="Google Shape;3823;p65"/>
            <p:cNvSpPr/>
            <p:nvPr/>
          </p:nvSpPr>
          <p:spPr>
            <a:xfrm>
              <a:off x="3958175" y="2059400"/>
              <a:ext cx="28150" cy="24175"/>
            </a:xfrm>
            <a:custGeom>
              <a:avLst/>
              <a:gdLst/>
              <a:ahLst/>
              <a:cxnLst/>
              <a:rect l="l" t="t" r="r" b="b"/>
              <a:pathLst>
                <a:path w="1126" h="967" extrusionOk="0">
                  <a:moveTo>
                    <a:pt x="642" y="1"/>
                  </a:moveTo>
                  <a:cubicBezTo>
                    <a:pt x="218" y="1"/>
                    <a:pt x="0" y="521"/>
                    <a:pt x="303" y="823"/>
                  </a:cubicBezTo>
                  <a:cubicBezTo>
                    <a:pt x="402" y="922"/>
                    <a:pt x="524" y="967"/>
                    <a:pt x="643" y="967"/>
                  </a:cubicBezTo>
                  <a:cubicBezTo>
                    <a:pt x="890" y="967"/>
                    <a:pt x="1125" y="778"/>
                    <a:pt x="1125" y="485"/>
                  </a:cubicBezTo>
                  <a:cubicBezTo>
                    <a:pt x="1125" y="218"/>
                    <a:pt x="920" y="1"/>
                    <a:pt x="642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24" name="Google Shape;3824;p65"/>
            <p:cNvSpPr/>
            <p:nvPr/>
          </p:nvSpPr>
          <p:spPr>
            <a:xfrm>
              <a:off x="4021375" y="1626450"/>
              <a:ext cx="99825" cy="85500"/>
            </a:xfrm>
            <a:custGeom>
              <a:avLst/>
              <a:gdLst/>
              <a:ahLst/>
              <a:cxnLst/>
              <a:rect l="l" t="t" r="r" b="b"/>
              <a:pathLst>
                <a:path w="3993" h="3420" extrusionOk="0">
                  <a:moveTo>
                    <a:pt x="2273" y="0"/>
                  </a:moveTo>
                  <a:cubicBezTo>
                    <a:pt x="1853" y="0"/>
                    <a:pt x="1425" y="156"/>
                    <a:pt x="1077" y="504"/>
                  </a:cubicBezTo>
                  <a:cubicBezTo>
                    <a:pt x="1" y="1581"/>
                    <a:pt x="763" y="3420"/>
                    <a:pt x="2287" y="3420"/>
                  </a:cubicBezTo>
                  <a:cubicBezTo>
                    <a:pt x="3230" y="3420"/>
                    <a:pt x="3993" y="2657"/>
                    <a:pt x="3993" y="1714"/>
                  </a:cubicBezTo>
                  <a:cubicBezTo>
                    <a:pt x="3993" y="683"/>
                    <a:pt x="3151" y="0"/>
                    <a:pt x="2273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25" name="Google Shape;3825;p65"/>
            <p:cNvSpPr/>
            <p:nvPr/>
          </p:nvSpPr>
          <p:spPr>
            <a:xfrm>
              <a:off x="4066450" y="1657200"/>
              <a:ext cx="24200" cy="24200"/>
            </a:xfrm>
            <a:custGeom>
              <a:avLst/>
              <a:gdLst/>
              <a:ahLst/>
              <a:cxnLst/>
              <a:rect l="l" t="t" r="r" b="b"/>
              <a:pathLst>
                <a:path w="968" h="968" extrusionOk="0">
                  <a:moveTo>
                    <a:pt x="484" y="0"/>
                  </a:moveTo>
                  <a:cubicBezTo>
                    <a:pt x="218" y="0"/>
                    <a:pt x="0" y="218"/>
                    <a:pt x="0" y="484"/>
                  </a:cubicBezTo>
                  <a:cubicBezTo>
                    <a:pt x="0" y="750"/>
                    <a:pt x="218" y="968"/>
                    <a:pt x="484" y="968"/>
                  </a:cubicBezTo>
                  <a:cubicBezTo>
                    <a:pt x="750" y="968"/>
                    <a:pt x="968" y="750"/>
                    <a:pt x="968" y="484"/>
                  </a:cubicBezTo>
                  <a:cubicBezTo>
                    <a:pt x="968" y="218"/>
                    <a:pt x="750" y="0"/>
                    <a:pt x="484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26" name="Google Shape;3826;p65"/>
            <p:cNvSpPr/>
            <p:nvPr/>
          </p:nvSpPr>
          <p:spPr>
            <a:xfrm>
              <a:off x="4127225" y="3552550"/>
              <a:ext cx="118875" cy="101825"/>
            </a:xfrm>
            <a:custGeom>
              <a:avLst/>
              <a:gdLst/>
              <a:ahLst/>
              <a:cxnLst/>
              <a:rect l="l" t="t" r="r" b="b"/>
              <a:pathLst>
                <a:path w="4755" h="4073" extrusionOk="0">
                  <a:moveTo>
                    <a:pt x="2707" y="1"/>
                  </a:moveTo>
                  <a:cubicBezTo>
                    <a:pt x="2207" y="1"/>
                    <a:pt x="1698" y="186"/>
                    <a:pt x="1283" y="601"/>
                  </a:cubicBezTo>
                  <a:cubicBezTo>
                    <a:pt x="1" y="1883"/>
                    <a:pt x="908" y="4073"/>
                    <a:pt x="2722" y="4073"/>
                  </a:cubicBezTo>
                  <a:cubicBezTo>
                    <a:pt x="3835" y="4073"/>
                    <a:pt x="4755" y="3166"/>
                    <a:pt x="4755" y="2041"/>
                  </a:cubicBezTo>
                  <a:cubicBezTo>
                    <a:pt x="4755" y="813"/>
                    <a:pt x="3752" y="1"/>
                    <a:pt x="2707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27" name="Google Shape;3827;p65"/>
            <p:cNvSpPr/>
            <p:nvPr/>
          </p:nvSpPr>
          <p:spPr>
            <a:xfrm>
              <a:off x="4168050" y="3583300"/>
              <a:ext cx="47200" cy="40425"/>
            </a:xfrm>
            <a:custGeom>
              <a:avLst/>
              <a:gdLst/>
              <a:ahLst/>
              <a:cxnLst/>
              <a:rect l="l" t="t" r="r" b="b"/>
              <a:pathLst>
                <a:path w="1888" h="1617" extrusionOk="0">
                  <a:moveTo>
                    <a:pt x="1089" y="0"/>
                  </a:moveTo>
                  <a:cubicBezTo>
                    <a:pt x="363" y="0"/>
                    <a:pt x="1" y="871"/>
                    <a:pt x="509" y="1379"/>
                  </a:cubicBezTo>
                  <a:cubicBezTo>
                    <a:pt x="673" y="1543"/>
                    <a:pt x="874" y="1616"/>
                    <a:pt x="1073" y="1616"/>
                  </a:cubicBezTo>
                  <a:cubicBezTo>
                    <a:pt x="1488" y="1616"/>
                    <a:pt x="1888" y="1294"/>
                    <a:pt x="1888" y="811"/>
                  </a:cubicBezTo>
                  <a:cubicBezTo>
                    <a:pt x="1888" y="363"/>
                    <a:pt x="1537" y="0"/>
                    <a:pt x="1089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28" name="Google Shape;3828;p65"/>
            <p:cNvSpPr/>
            <p:nvPr/>
          </p:nvSpPr>
          <p:spPr>
            <a:xfrm>
              <a:off x="4126025" y="4060600"/>
              <a:ext cx="99825" cy="85525"/>
            </a:xfrm>
            <a:custGeom>
              <a:avLst/>
              <a:gdLst/>
              <a:ahLst/>
              <a:cxnLst/>
              <a:rect l="l" t="t" r="r" b="b"/>
              <a:pathLst>
                <a:path w="3993" h="3421" extrusionOk="0">
                  <a:moveTo>
                    <a:pt x="2272" y="1"/>
                  </a:moveTo>
                  <a:cubicBezTo>
                    <a:pt x="1853" y="1"/>
                    <a:pt x="1425" y="157"/>
                    <a:pt x="1077" y="505"/>
                  </a:cubicBezTo>
                  <a:cubicBezTo>
                    <a:pt x="0" y="1582"/>
                    <a:pt x="762" y="3420"/>
                    <a:pt x="2286" y="3420"/>
                  </a:cubicBezTo>
                  <a:cubicBezTo>
                    <a:pt x="3230" y="3420"/>
                    <a:pt x="3992" y="2658"/>
                    <a:pt x="3992" y="1715"/>
                  </a:cubicBezTo>
                  <a:cubicBezTo>
                    <a:pt x="3992" y="683"/>
                    <a:pt x="3150" y="1"/>
                    <a:pt x="2272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29" name="Google Shape;3829;p65"/>
            <p:cNvSpPr/>
            <p:nvPr/>
          </p:nvSpPr>
          <p:spPr>
            <a:xfrm>
              <a:off x="4166850" y="4091050"/>
              <a:ext cx="28450" cy="24425"/>
            </a:xfrm>
            <a:custGeom>
              <a:avLst/>
              <a:gdLst/>
              <a:ahLst/>
              <a:cxnLst/>
              <a:rect l="l" t="t" r="r" b="b"/>
              <a:pathLst>
                <a:path w="1138" h="977" extrusionOk="0">
                  <a:moveTo>
                    <a:pt x="653" y="1"/>
                  </a:moveTo>
                  <a:cubicBezTo>
                    <a:pt x="218" y="1"/>
                    <a:pt x="0" y="533"/>
                    <a:pt x="303" y="835"/>
                  </a:cubicBezTo>
                  <a:cubicBezTo>
                    <a:pt x="404" y="933"/>
                    <a:pt x="527" y="976"/>
                    <a:pt x="646" y="976"/>
                  </a:cubicBezTo>
                  <a:cubicBezTo>
                    <a:pt x="898" y="976"/>
                    <a:pt x="1137" y="784"/>
                    <a:pt x="1137" y="497"/>
                  </a:cubicBezTo>
                  <a:cubicBezTo>
                    <a:pt x="1137" y="218"/>
                    <a:pt x="920" y="1"/>
                    <a:pt x="65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30" name="Google Shape;3830;p65"/>
            <p:cNvSpPr/>
            <p:nvPr/>
          </p:nvSpPr>
          <p:spPr>
            <a:xfrm>
              <a:off x="4173500" y="3140650"/>
              <a:ext cx="100125" cy="85500"/>
            </a:xfrm>
            <a:custGeom>
              <a:avLst/>
              <a:gdLst/>
              <a:ahLst/>
              <a:cxnLst/>
              <a:rect l="l" t="t" r="r" b="b"/>
              <a:pathLst>
                <a:path w="4005" h="3420" extrusionOk="0">
                  <a:moveTo>
                    <a:pt x="2285" y="1"/>
                  </a:moveTo>
                  <a:cubicBezTo>
                    <a:pt x="1865" y="1"/>
                    <a:pt x="1437" y="156"/>
                    <a:pt x="1089" y="505"/>
                  </a:cubicBezTo>
                  <a:cubicBezTo>
                    <a:pt x="0" y="1581"/>
                    <a:pt x="775" y="3420"/>
                    <a:pt x="2299" y="3420"/>
                  </a:cubicBezTo>
                  <a:cubicBezTo>
                    <a:pt x="3242" y="3420"/>
                    <a:pt x="4004" y="2658"/>
                    <a:pt x="4004" y="1714"/>
                  </a:cubicBezTo>
                  <a:cubicBezTo>
                    <a:pt x="4004" y="683"/>
                    <a:pt x="3163" y="1"/>
                    <a:pt x="2285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31" name="Google Shape;3831;p65"/>
            <p:cNvSpPr/>
            <p:nvPr/>
          </p:nvSpPr>
          <p:spPr>
            <a:xfrm>
              <a:off x="4214625" y="3171400"/>
              <a:ext cx="28450" cy="24100"/>
            </a:xfrm>
            <a:custGeom>
              <a:avLst/>
              <a:gdLst/>
              <a:ahLst/>
              <a:cxnLst/>
              <a:rect l="l" t="t" r="r" b="b"/>
              <a:pathLst>
                <a:path w="1138" h="964" extrusionOk="0">
                  <a:moveTo>
                    <a:pt x="654" y="0"/>
                  </a:moveTo>
                  <a:cubicBezTo>
                    <a:pt x="218" y="0"/>
                    <a:pt x="0" y="521"/>
                    <a:pt x="303" y="823"/>
                  </a:cubicBezTo>
                  <a:cubicBezTo>
                    <a:pt x="404" y="920"/>
                    <a:pt x="526" y="964"/>
                    <a:pt x="644" y="964"/>
                  </a:cubicBezTo>
                  <a:cubicBezTo>
                    <a:pt x="893" y="964"/>
                    <a:pt x="1129" y="771"/>
                    <a:pt x="1138" y="484"/>
                  </a:cubicBezTo>
                  <a:cubicBezTo>
                    <a:pt x="1125" y="218"/>
                    <a:pt x="920" y="0"/>
                    <a:pt x="654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32" name="Google Shape;3832;p65"/>
            <p:cNvSpPr/>
            <p:nvPr/>
          </p:nvSpPr>
          <p:spPr>
            <a:xfrm>
              <a:off x="3610700" y="3121125"/>
              <a:ext cx="117050" cy="100200"/>
            </a:xfrm>
            <a:custGeom>
              <a:avLst/>
              <a:gdLst/>
              <a:ahLst/>
              <a:cxnLst/>
              <a:rect l="l" t="t" r="r" b="b"/>
              <a:pathLst>
                <a:path w="4682" h="4008" extrusionOk="0">
                  <a:moveTo>
                    <a:pt x="2663" y="0"/>
                  </a:moveTo>
                  <a:cubicBezTo>
                    <a:pt x="2169" y="0"/>
                    <a:pt x="1666" y="184"/>
                    <a:pt x="1258" y="596"/>
                  </a:cubicBezTo>
                  <a:cubicBezTo>
                    <a:pt x="0" y="1854"/>
                    <a:pt x="895" y="4007"/>
                    <a:pt x="2674" y="4007"/>
                  </a:cubicBezTo>
                  <a:cubicBezTo>
                    <a:pt x="3774" y="4007"/>
                    <a:pt x="4682" y="3112"/>
                    <a:pt x="4682" y="2011"/>
                  </a:cubicBezTo>
                  <a:cubicBezTo>
                    <a:pt x="4682" y="801"/>
                    <a:pt x="3692" y="0"/>
                    <a:pt x="2663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33" name="Google Shape;3833;p65"/>
            <p:cNvSpPr/>
            <p:nvPr/>
          </p:nvSpPr>
          <p:spPr>
            <a:xfrm>
              <a:off x="3658175" y="3152050"/>
              <a:ext cx="38725" cy="38725"/>
            </a:xfrm>
            <a:custGeom>
              <a:avLst/>
              <a:gdLst/>
              <a:ahLst/>
              <a:cxnLst/>
              <a:rect l="l" t="t" r="r" b="b"/>
              <a:pathLst>
                <a:path w="1549" h="1549" extrusionOk="0">
                  <a:moveTo>
                    <a:pt x="775" y="0"/>
                  </a:moveTo>
                  <a:cubicBezTo>
                    <a:pt x="351" y="0"/>
                    <a:pt x="0" y="339"/>
                    <a:pt x="0" y="774"/>
                  </a:cubicBezTo>
                  <a:cubicBezTo>
                    <a:pt x="0" y="1198"/>
                    <a:pt x="351" y="1549"/>
                    <a:pt x="775" y="1549"/>
                  </a:cubicBezTo>
                  <a:cubicBezTo>
                    <a:pt x="1210" y="1549"/>
                    <a:pt x="1549" y="1198"/>
                    <a:pt x="1549" y="774"/>
                  </a:cubicBezTo>
                  <a:cubicBezTo>
                    <a:pt x="1549" y="339"/>
                    <a:pt x="1210" y="0"/>
                    <a:pt x="77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34" name="Google Shape;3834;p65"/>
            <p:cNvSpPr/>
            <p:nvPr/>
          </p:nvSpPr>
          <p:spPr>
            <a:xfrm>
              <a:off x="2178425" y="3469700"/>
              <a:ext cx="116175" cy="99700"/>
            </a:xfrm>
            <a:custGeom>
              <a:avLst/>
              <a:gdLst/>
              <a:ahLst/>
              <a:cxnLst/>
              <a:rect l="l" t="t" r="r" b="b"/>
              <a:pathLst>
                <a:path w="4647" h="3988" extrusionOk="0">
                  <a:moveTo>
                    <a:pt x="2642" y="0"/>
                  </a:moveTo>
                  <a:cubicBezTo>
                    <a:pt x="2152" y="0"/>
                    <a:pt x="1654" y="182"/>
                    <a:pt x="1247" y="589"/>
                  </a:cubicBezTo>
                  <a:cubicBezTo>
                    <a:pt x="1" y="1847"/>
                    <a:pt x="884" y="3988"/>
                    <a:pt x="2662" y="3988"/>
                  </a:cubicBezTo>
                  <a:cubicBezTo>
                    <a:pt x="3751" y="3976"/>
                    <a:pt x="4646" y="3093"/>
                    <a:pt x="4646" y="1992"/>
                  </a:cubicBezTo>
                  <a:cubicBezTo>
                    <a:pt x="4646" y="797"/>
                    <a:pt x="3665" y="0"/>
                    <a:pt x="264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35" name="Google Shape;3835;p65"/>
            <p:cNvSpPr/>
            <p:nvPr/>
          </p:nvSpPr>
          <p:spPr>
            <a:xfrm>
              <a:off x="2225925" y="3500425"/>
              <a:ext cx="38125" cy="38125"/>
            </a:xfrm>
            <a:custGeom>
              <a:avLst/>
              <a:gdLst/>
              <a:ahLst/>
              <a:cxnLst/>
              <a:rect l="l" t="t" r="r" b="b"/>
              <a:pathLst>
                <a:path w="1525" h="1525" extrusionOk="0">
                  <a:moveTo>
                    <a:pt x="762" y="1"/>
                  </a:moveTo>
                  <a:cubicBezTo>
                    <a:pt x="339" y="1"/>
                    <a:pt x="0" y="339"/>
                    <a:pt x="0" y="763"/>
                  </a:cubicBezTo>
                  <a:cubicBezTo>
                    <a:pt x="0" y="1186"/>
                    <a:pt x="339" y="1525"/>
                    <a:pt x="762" y="1525"/>
                  </a:cubicBezTo>
                  <a:cubicBezTo>
                    <a:pt x="1173" y="1525"/>
                    <a:pt x="1524" y="1186"/>
                    <a:pt x="1524" y="763"/>
                  </a:cubicBezTo>
                  <a:cubicBezTo>
                    <a:pt x="1524" y="339"/>
                    <a:pt x="1173" y="1"/>
                    <a:pt x="762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36" name="Google Shape;3836;p65"/>
            <p:cNvSpPr/>
            <p:nvPr/>
          </p:nvSpPr>
          <p:spPr>
            <a:xfrm>
              <a:off x="1469875" y="2529475"/>
              <a:ext cx="100125" cy="85800"/>
            </a:xfrm>
            <a:custGeom>
              <a:avLst/>
              <a:gdLst/>
              <a:ahLst/>
              <a:cxnLst/>
              <a:rect l="l" t="t" r="r" b="b"/>
              <a:pathLst>
                <a:path w="4005" h="3432" extrusionOk="0">
                  <a:moveTo>
                    <a:pt x="2284" y="0"/>
                  </a:moveTo>
                  <a:cubicBezTo>
                    <a:pt x="1865" y="0"/>
                    <a:pt x="1437" y="156"/>
                    <a:pt x="1089" y="504"/>
                  </a:cubicBezTo>
                  <a:cubicBezTo>
                    <a:pt x="0" y="1581"/>
                    <a:pt x="774" y="3432"/>
                    <a:pt x="2299" y="3432"/>
                  </a:cubicBezTo>
                  <a:cubicBezTo>
                    <a:pt x="3242" y="3419"/>
                    <a:pt x="4004" y="2657"/>
                    <a:pt x="4004" y="1714"/>
                  </a:cubicBezTo>
                  <a:cubicBezTo>
                    <a:pt x="4004" y="682"/>
                    <a:pt x="3162" y="0"/>
                    <a:pt x="2284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37" name="Google Shape;3837;p65"/>
            <p:cNvSpPr/>
            <p:nvPr/>
          </p:nvSpPr>
          <p:spPr>
            <a:xfrm>
              <a:off x="1511000" y="2560200"/>
              <a:ext cx="28150" cy="24175"/>
            </a:xfrm>
            <a:custGeom>
              <a:avLst/>
              <a:gdLst/>
              <a:ahLst/>
              <a:cxnLst/>
              <a:rect l="l" t="t" r="r" b="b"/>
              <a:pathLst>
                <a:path w="1126" h="967" extrusionOk="0">
                  <a:moveTo>
                    <a:pt x="641" y="1"/>
                  </a:moveTo>
                  <a:cubicBezTo>
                    <a:pt x="218" y="1"/>
                    <a:pt x="0" y="521"/>
                    <a:pt x="303" y="823"/>
                  </a:cubicBezTo>
                  <a:cubicBezTo>
                    <a:pt x="402" y="922"/>
                    <a:pt x="524" y="967"/>
                    <a:pt x="643" y="967"/>
                  </a:cubicBezTo>
                  <a:cubicBezTo>
                    <a:pt x="890" y="967"/>
                    <a:pt x="1125" y="778"/>
                    <a:pt x="1125" y="485"/>
                  </a:cubicBezTo>
                  <a:cubicBezTo>
                    <a:pt x="1125" y="219"/>
                    <a:pt x="908" y="1"/>
                    <a:pt x="641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38" name="Google Shape;3838;p65"/>
            <p:cNvSpPr/>
            <p:nvPr/>
          </p:nvSpPr>
          <p:spPr>
            <a:xfrm>
              <a:off x="1786500" y="2996100"/>
              <a:ext cx="99825" cy="85500"/>
            </a:xfrm>
            <a:custGeom>
              <a:avLst/>
              <a:gdLst/>
              <a:ahLst/>
              <a:cxnLst/>
              <a:rect l="l" t="t" r="r" b="b"/>
              <a:pathLst>
                <a:path w="3993" h="3420" extrusionOk="0">
                  <a:moveTo>
                    <a:pt x="2273" y="0"/>
                  </a:moveTo>
                  <a:cubicBezTo>
                    <a:pt x="1853" y="0"/>
                    <a:pt x="1425" y="156"/>
                    <a:pt x="1077" y="504"/>
                  </a:cubicBezTo>
                  <a:cubicBezTo>
                    <a:pt x="0" y="1581"/>
                    <a:pt x="750" y="3420"/>
                    <a:pt x="2275" y="3420"/>
                  </a:cubicBezTo>
                  <a:cubicBezTo>
                    <a:pt x="3230" y="3420"/>
                    <a:pt x="3992" y="2658"/>
                    <a:pt x="3992" y="1714"/>
                  </a:cubicBezTo>
                  <a:cubicBezTo>
                    <a:pt x="3992" y="683"/>
                    <a:pt x="3151" y="0"/>
                    <a:pt x="2273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39" name="Google Shape;3839;p65"/>
            <p:cNvSpPr/>
            <p:nvPr/>
          </p:nvSpPr>
          <p:spPr>
            <a:xfrm>
              <a:off x="1831250" y="3026850"/>
              <a:ext cx="24225" cy="24200"/>
            </a:xfrm>
            <a:custGeom>
              <a:avLst/>
              <a:gdLst/>
              <a:ahLst/>
              <a:cxnLst/>
              <a:rect l="l" t="t" r="r" b="b"/>
              <a:pathLst>
                <a:path w="969" h="968" extrusionOk="0">
                  <a:moveTo>
                    <a:pt x="485" y="0"/>
                  </a:moveTo>
                  <a:cubicBezTo>
                    <a:pt x="219" y="0"/>
                    <a:pt x="1" y="218"/>
                    <a:pt x="1" y="484"/>
                  </a:cubicBezTo>
                  <a:cubicBezTo>
                    <a:pt x="1" y="750"/>
                    <a:pt x="219" y="968"/>
                    <a:pt x="485" y="968"/>
                  </a:cubicBezTo>
                  <a:cubicBezTo>
                    <a:pt x="751" y="968"/>
                    <a:pt x="969" y="750"/>
                    <a:pt x="969" y="484"/>
                  </a:cubicBezTo>
                  <a:cubicBezTo>
                    <a:pt x="969" y="218"/>
                    <a:pt x="751" y="0"/>
                    <a:pt x="48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40" name="Google Shape;3840;p65"/>
            <p:cNvSpPr/>
            <p:nvPr/>
          </p:nvSpPr>
          <p:spPr>
            <a:xfrm>
              <a:off x="1886600" y="3253450"/>
              <a:ext cx="99825" cy="85525"/>
            </a:xfrm>
            <a:custGeom>
              <a:avLst/>
              <a:gdLst/>
              <a:ahLst/>
              <a:cxnLst/>
              <a:rect l="l" t="t" r="r" b="b"/>
              <a:pathLst>
                <a:path w="3993" h="3421" extrusionOk="0">
                  <a:moveTo>
                    <a:pt x="2273" y="1"/>
                  </a:moveTo>
                  <a:cubicBezTo>
                    <a:pt x="1853" y="1"/>
                    <a:pt x="1425" y="157"/>
                    <a:pt x="1077" y="505"/>
                  </a:cubicBezTo>
                  <a:cubicBezTo>
                    <a:pt x="1" y="1581"/>
                    <a:pt x="763" y="3420"/>
                    <a:pt x="2287" y="3420"/>
                  </a:cubicBezTo>
                  <a:cubicBezTo>
                    <a:pt x="3230" y="3420"/>
                    <a:pt x="3992" y="2658"/>
                    <a:pt x="3992" y="1714"/>
                  </a:cubicBezTo>
                  <a:cubicBezTo>
                    <a:pt x="3992" y="683"/>
                    <a:pt x="3151" y="1"/>
                    <a:pt x="227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41" name="Google Shape;3841;p65"/>
            <p:cNvSpPr/>
            <p:nvPr/>
          </p:nvSpPr>
          <p:spPr>
            <a:xfrm>
              <a:off x="1931650" y="3284200"/>
              <a:ext cx="24225" cy="24225"/>
            </a:xfrm>
            <a:custGeom>
              <a:avLst/>
              <a:gdLst/>
              <a:ahLst/>
              <a:cxnLst/>
              <a:rect l="l" t="t" r="r" b="b"/>
              <a:pathLst>
                <a:path w="969" h="969" extrusionOk="0">
                  <a:moveTo>
                    <a:pt x="485" y="1"/>
                  </a:moveTo>
                  <a:cubicBezTo>
                    <a:pt x="219" y="1"/>
                    <a:pt x="1" y="218"/>
                    <a:pt x="1" y="484"/>
                  </a:cubicBezTo>
                  <a:cubicBezTo>
                    <a:pt x="1" y="751"/>
                    <a:pt x="219" y="968"/>
                    <a:pt x="485" y="968"/>
                  </a:cubicBezTo>
                  <a:cubicBezTo>
                    <a:pt x="751" y="968"/>
                    <a:pt x="969" y="751"/>
                    <a:pt x="969" y="484"/>
                  </a:cubicBezTo>
                  <a:cubicBezTo>
                    <a:pt x="969" y="218"/>
                    <a:pt x="751" y="1"/>
                    <a:pt x="485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42" name="Google Shape;3842;p65"/>
            <p:cNvSpPr/>
            <p:nvPr/>
          </p:nvSpPr>
          <p:spPr>
            <a:xfrm>
              <a:off x="2044475" y="2563325"/>
              <a:ext cx="100125" cy="85525"/>
            </a:xfrm>
            <a:custGeom>
              <a:avLst/>
              <a:gdLst/>
              <a:ahLst/>
              <a:cxnLst/>
              <a:rect l="l" t="t" r="r" b="b"/>
              <a:pathLst>
                <a:path w="4005" h="3421" extrusionOk="0">
                  <a:moveTo>
                    <a:pt x="2284" y="1"/>
                  </a:moveTo>
                  <a:cubicBezTo>
                    <a:pt x="1865" y="1"/>
                    <a:pt x="1437" y="157"/>
                    <a:pt x="1089" y="505"/>
                  </a:cubicBezTo>
                  <a:cubicBezTo>
                    <a:pt x="0" y="1582"/>
                    <a:pt x="774" y="3420"/>
                    <a:pt x="2298" y="3420"/>
                  </a:cubicBezTo>
                  <a:cubicBezTo>
                    <a:pt x="3242" y="3420"/>
                    <a:pt x="4004" y="2658"/>
                    <a:pt x="4004" y="1715"/>
                  </a:cubicBezTo>
                  <a:cubicBezTo>
                    <a:pt x="4004" y="683"/>
                    <a:pt x="3162" y="1"/>
                    <a:pt x="2284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43" name="Google Shape;3843;p65"/>
            <p:cNvSpPr/>
            <p:nvPr/>
          </p:nvSpPr>
          <p:spPr>
            <a:xfrm>
              <a:off x="2089525" y="2594075"/>
              <a:ext cx="24525" cy="24225"/>
            </a:xfrm>
            <a:custGeom>
              <a:avLst/>
              <a:gdLst/>
              <a:ahLst/>
              <a:cxnLst/>
              <a:rect l="l" t="t" r="r" b="b"/>
              <a:pathLst>
                <a:path w="981" h="969" extrusionOk="0">
                  <a:moveTo>
                    <a:pt x="496" y="1"/>
                  </a:moveTo>
                  <a:cubicBezTo>
                    <a:pt x="218" y="1"/>
                    <a:pt x="0" y="218"/>
                    <a:pt x="0" y="485"/>
                  </a:cubicBezTo>
                  <a:cubicBezTo>
                    <a:pt x="0" y="751"/>
                    <a:pt x="218" y="968"/>
                    <a:pt x="496" y="968"/>
                  </a:cubicBezTo>
                  <a:cubicBezTo>
                    <a:pt x="763" y="968"/>
                    <a:pt x="980" y="751"/>
                    <a:pt x="980" y="485"/>
                  </a:cubicBezTo>
                  <a:cubicBezTo>
                    <a:pt x="980" y="218"/>
                    <a:pt x="763" y="1"/>
                    <a:pt x="496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44" name="Google Shape;3844;p65"/>
            <p:cNvSpPr/>
            <p:nvPr/>
          </p:nvSpPr>
          <p:spPr>
            <a:xfrm>
              <a:off x="1400000" y="1781450"/>
              <a:ext cx="99825" cy="85650"/>
            </a:xfrm>
            <a:custGeom>
              <a:avLst/>
              <a:gdLst/>
              <a:ahLst/>
              <a:cxnLst/>
              <a:rect l="l" t="t" r="r" b="b"/>
              <a:pathLst>
                <a:path w="3993" h="3426" extrusionOk="0">
                  <a:moveTo>
                    <a:pt x="2273" y="0"/>
                  </a:moveTo>
                  <a:cubicBezTo>
                    <a:pt x="1854" y="0"/>
                    <a:pt x="1426" y="158"/>
                    <a:pt x="1077" y="510"/>
                  </a:cubicBezTo>
                  <a:cubicBezTo>
                    <a:pt x="1" y="1586"/>
                    <a:pt x="763" y="3425"/>
                    <a:pt x="2287" y="3425"/>
                  </a:cubicBezTo>
                  <a:cubicBezTo>
                    <a:pt x="3231" y="3425"/>
                    <a:pt x="3993" y="2663"/>
                    <a:pt x="3993" y="1720"/>
                  </a:cubicBezTo>
                  <a:cubicBezTo>
                    <a:pt x="3993" y="688"/>
                    <a:pt x="3151" y="0"/>
                    <a:pt x="2273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45" name="Google Shape;3845;p65"/>
            <p:cNvSpPr/>
            <p:nvPr/>
          </p:nvSpPr>
          <p:spPr>
            <a:xfrm>
              <a:off x="1440825" y="1812325"/>
              <a:ext cx="28450" cy="24125"/>
            </a:xfrm>
            <a:custGeom>
              <a:avLst/>
              <a:gdLst/>
              <a:ahLst/>
              <a:cxnLst/>
              <a:rect l="l" t="t" r="r" b="b"/>
              <a:pathLst>
                <a:path w="1138" h="965" extrusionOk="0">
                  <a:moveTo>
                    <a:pt x="654" y="1"/>
                  </a:moveTo>
                  <a:cubicBezTo>
                    <a:pt x="219" y="1"/>
                    <a:pt x="1" y="509"/>
                    <a:pt x="315" y="823"/>
                  </a:cubicBezTo>
                  <a:cubicBezTo>
                    <a:pt x="413" y="921"/>
                    <a:pt x="533" y="964"/>
                    <a:pt x="651" y="964"/>
                  </a:cubicBezTo>
                  <a:cubicBezTo>
                    <a:pt x="899" y="964"/>
                    <a:pt x="1138" y="772"/>
                    <a:pt x="1138" y="485"/>
                  </a:cubicBezTo>
                  <a:cubicBezTo>
                    <a:pt x="1138" y="206"/>
                    <a:pt x="920" y="1"/>
                    <a:pt x="65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46" name="Google Shape;3846;p65"/>
            <p:cNvSpPr/>
            <p:nvPr/>
          </p:nvSpPr>
          <p:spPr>
            <a:xfrm>
              <a:off x="1944050" y="1353350"/>
              <a:ext cx="100125" cy="85825"/>
            </a:xfrm>
            <a:custGeom>
              <a:avLst/>
              <a:gdLst/>
              <a:ahLst/>
              <a:cxnLst/>
              <a:rect l="l" t="t" r="r" b="b"/>
              <a:pathLst>
                <a:path w="4005" h="3433" extrusionOk="0">
                  <a:moveTo>
                    <a:pt x="2285" y="1"/>
                  </a:moveTo>
                  <a:cubicBezTo>
                    <a:pt x="1866" y="1"/>
                    <a:pt x="1438" y="157"/>
                    <a:pt x="1090" y="505"/>
                  </a:cubicBezTo>
                  <a:cubicBezTo>
                    <a:pt x="1" y="1581"/>
                    <a:pt x="775" y="3432"/>
                    <a:pt x="2299" y="3432"/>
                  </a:cubicBezTo>
                  <a:cubicBezTo>
                    <a:pt x="3243" y="3420"/>
                    <a:pt x="4005" y="2658"/>
                    <a:pt x="4005" y="1715"/>
                  </a:cubicBezTo>
                  <a:cubicBezTo>
                    <a:pt x="4005" y="683"/>
                    <a:pt x="3163" y="1"/>
                    <a:pt x="2285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47" name="Google Shape;3847;p65"/>
            <p:cNvSpPr/>
            <p:nvPr/>
          </p:nvSpPr>
          <p:spPr>
            <a:xfrm>
              <a:off x="1989425" y="1384100"/>
              <a:ext cx="24225" cy="24225"/>
            </a:xfrm>
            <a:custGeom>
              <a:avLst/>
              <a:gdLst/>
              <a:ahLst/>
              <a:cxnLst/>
              <a:rect l="l" t="t" r="r" b="b"/>
              <a:pathLst>
                <a:path w="969" h="969" extrusionOk="0">
                  <a:moveTo>
                    <a:pt x="484" y="1"/>
                  </a:moveTo>
                  <a:cubicBezTo>
                    <a:pt x="206" y="1"/>
                    <a:pt x="0" y="218"/>
                    <a:pt x="0" y="485"/>
                  </a:cubicBezTo>
                  <a:cubicBezTo>
                    <a:pt x="0" y="751"/>
                    <a:pt x="206" y="968"/>
                    <a:pt x="484" y="968"/>
                  </a:cubicBezTo>
                  <a:cubicBezTo>
                    <a:pt x="750" y="968"/>
                    <a:pt x="968" y="751"/>
                    <a:pt x="968" y="485"/>
                  </a:cubicBezTo>
                  <a:cubicBezTo>
                    <a:pt x="968" y="218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48" name="Google Shape;3848;p65"/>
            <p:cNvSpPr/>
            <p:nvPr/>
          </p:nvSpPr>
          <p:spPr>
            <a:xfrm>
              <a:off x="1638625" y="1365450"/>
              <a:ext cx="99825" cy="85825"/>
            </a:xfrm>
            <a:custGeom>
              <a:avLst/>
              <a:gdLst/>
              <a:ahLst/>
              <a:cxnLst/>
              <a:rect l="l" t="t" r="r" b="b"/>
              <a:pathLst>
                <a:path w="3993" h="3433" extrusionOk="0">
                  <a:moveTo>
                    <a:pt x="2272" y="1"/>
                  </a:moveTo>
                  <a:cubicBezTo>
                    <a:pt x="1853" y="1"/>
                    <a:pt x="1425" y="157"/>
                    <a:pt x="1077" y="505"/>
                  </a:cubicBezTo>
                  <a:cubicBezTo>
                    <a:pt x="0" y="1581"/>
                    <a:pt x="762" y="3420"/>
                    <a:pt x="2286" y="3432"/>
                  </a:cubicBezTo>
                  <a:cubicBezTo>
                    <a:pt x="3230" y="3420"/>
                    <a:pt x="3992" y="2658"/>
                    <a:pt x="3992" y="1714"/>
                  </a:cubicBezTo>
                  <a:cubicBezTo>
                    <a:pt x="3992" y="683"/>
                    <a:pt x="3150" y="1"/>
                    <a:pt x="2272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49" name="Google Shape;3849;p65"/>
            <p:cNvSpPr/>
            <p:nvPr/>
          </p:nvSpPr>
          <p:spPr>
            <a:xfrm>
              <a:off x="1683375" y="1396200"/>
              <a:ext cx="24225" cy="24225"/>
            </a:xfrm>
            <a:custGeom>
              <a:avLst/>
              <a:gdLst/>
              <a:ahLst/>
              <a:cxnLst/>
              <a:rect l="l" t="t" r="r" b="b"/>
              <a:pathLst>
                <a:path w="969" h="969" extrusionOk="0">
                  <a:moveTo>
                    <a:pt x="484" y="1"/>
                  </a:moveTo>
                  <a:cubicBezTo>
                    <a:pt x="218" y="1"/>
                    <a:pt x="0" y="218"/>
                    <a:pt x="0" y="484"/>
                  </a:cubicBezTo>
                  <a:cubicBezTo>
                    <a:pt x="0" y="751"/>
                    <a:pt x="218" y="968"/>
                    <a:pt x="484" y="968"/>
                  </a:cubicBezTo>
                  <a:cubicBezTo>
                    <a:pt x="763" y="968"/>
                    <a:pt x="968" y="751"/>
                    <a:pt x="968" y="484"/>
                  </a:cubicBezTo>
                  <a:cubicBezTo>
                    <a:pt x="968" y="218"/>
                    <a:pt x="763" y="1"/>
                    <a:pt x="48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50" name="Google Shape;3850;p65"/>
            <p:cNvSpPr/>
            <p:nvPr/>
          </p:nvSpPr>
          <p:spPr>
            <a:xfrm>
              <a:off x="1575725" y="1262625"/>
              <a:ext cx="99800" cy="85525"/>
            </a:xfrm>
            <a:custGeom>
              <a:avLst/>
              <a:gdLst/>
              <a:ahLst/>
              <a:cxnLst/>
              <a:rect l="l" t="t" r="r" b="b"/>
              <a:pathLst>
                <a:path w="3992" h="3421" extrusionOk="0">
                  <a:moveTo>
                    <a:pt x="2272" y="1"/>
                  </a:moveTo>
                  <a:cubicBezTo>
                    <a:pt x="1853" y="1"/>
                    <a:pt x="1425" y="157"/>
                    <a:pt x="1077" y="505"/>
                  </a:cubicBezTo>
                  <a:cubicBezTo>
                    <a:pt x="0" y="1581"/>
                    <a:pt x="762" y="3420"/>
                    <a:pt x="2286" y="3420"/>
                  </a:cubicBezTo>
                  <a:cubicBezTo>
                    <a:pt x="3230" y="3420"/>
                    <a:pt x="3992" y="2658"/>
                    <a:pt x="3992" y="1714"/>
                  </a:cubicBezTo>
                  <a:cubicBezTo>
                    <a:pt x="3992" y="683"/>
                    <a:pt x="3150" y="1"/>
                    <a:pt x="2272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51" name="Google Shape;3851;p65"/>
            <p:cNvSpPr/>
            <p:nvPr/>
          </p:nvSpPr>
          <p:spPr>
            <a:xfrm>
              <a:off x="1620775" y="1293375"/>
              <a:ext cx="24225" cy="24225"/>
            </a:xfrm>
            <a:custGeom>
              <a:avLst/>
              <a:gdLst/>
              <a:ahLst/>
              <a:cxnLst/>
              <a:rect l="l" t="t" r="r" b="b"/>
              <a:pathLst>
                <a:path w="969" h="969" extrusionOk="0">
                  <a:moveTo>
                    <a:pt x="484" y="1"/>
                  </a:moveTo>
                  <a:cubicBezTo>
                    <a:pt x="218" y="1"/>
                    <a:pt x="0" y="218"/>
                    <a:pt x="0" y="484"/>
                  </a:cubicBezTo>
                  <a:cubicBezTo>
                    <a:pt x="0" y="751"/>
                    <a:pt x="218" y="968"/>
                    <a:pt x="484" y="968"/>
                  </a:cubicBezTo>
                  <a:cubicBezTo>
                    <a:pt x="750" y="968"/>
                    <a:pt x="968" y="751"/>
                    <a:pt x="968" y="484"/>
                  </a:cubicBezTo>
                  <a:cubicBezTo>
                    <a:pt x="968" y="218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52" name="Google Shape;3852;p65"/>
            <p:cNvSpPr/>
            <p:nvPr/>
          </p:nvSpPr>
          <p:spPr>
            <a:xfrm>
              <a:off x="1513425" y="1444250"/>
              <a:ext cx="100125" cy="85650"/>
            </a:xfrm>
            <a:custGeom>
              <a:avLst/>
              <a:gdLst/>
              <a:ahLst/>
              <a:cxnLst/>
              <a:rect l="l" t="t" r="r" b="b"/>
              <a:pathLst>
                <a:path w="4005" h="3426" extrusionOk="0">
                  <a:moveTo>
                    <a:pt x="2276" y="1"/>
                  </a:moveTo>
                  <a:cubicBezTo>
                    <a:pt x="1854" y="1"/>
                    <a:pt x="1425" y="158"/>
                    <a:pt x="1077" y="510"/>
                  </a:cubicBezTo>
                  <a:cubicBezTo>
                    <a:pt x="0" y="1587"/>
                    <a:pt x="762" y="3425"/>
                    <a:pt x="2286" y="3425"/>
                  </a:cubicBezTo>
                  <a:cubicBezTo>
                    <a:pt x="3230" y="3425"/>
                    <a:pt x="3992" y="2663"/>
                    <a:pt x="4004" y="1720"/>
                  </a:cubicBezTo>
                  <a:cubicBezTo>
                    <a:pt x="4004" y="688"/>
                    <a:pt x="3157" y="1"/>
                    <a:pt x="2276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53" name="Google Shape;3853;p65"/>
            <p:cNvSpPr/>
            <p:nvPr/>
          </p:nvSpPr>
          <p:spPr>
            <a:xfrm>
              <a:off x="1554550" y="1475125"/>
              <a:ext cx="28150" cy="24125"/>
            </a:xfrm>
            <a:custGeom>
              <a:avLst/>
              <a:gdLst/>
              <a:ahLst/>
              <a:cxnLst/>
              <a:rect l="l" t="t" r="r" b="b"/>
              <a:pathLst>
                <a:path w="1126" h="965" extrusionOk="0">
                  <a:moveTo>
                    <a:pt x="641" y="1"/>
                  </a:moveTo>
                  <a:cubicBezTo>
                    <a:pt x="218" y="1"/>
                    <a:pt x="0" y="521"/>
                    <a:pt x="303" y="823"/>
                  </a:cubicBezTo>
                  <a:cubicBezTo>
                    <a:pt x="400" y="921"/>
                    <a:pt x="520" y="964"/>
                    <a:pt x="638" y="964"/>
                  </a:cubicBezTo>
                  <a:cubicBezTo>
                    <a:pt x="886" y="964"/>
                    <a:pt x="1125" y="772"/>
                    <a:pt x="1125" y="485"/>
                  </a:cubicBezTo>
                  <a:cubicBezTo>
                    <a:pt x="1125" y="206"/>
                    <a:pt x="908" y="1"/>
                    <a:pt x="641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54" name="Google Shape;3854;p65"/>
            <p:cNvSpPr/>
            <p:nvPr/>
          </p:nvSpPr>
          <p:spPr>
            <a:xfrm>
              <a:off x="1778025" y="1377550"/>
              <a:ext cx="100025" cy="85500"/>
            </a:xfrm>
            <a:custGeom>
              <a:avLst/>
              <a:gdLst/>
              <a:ahLst/>
              <a:cxnLst/>
              <a:rect l="l" t="t" r="r" b="b"/>
              <a:pathLst>
                <a:path w="4001" h="3420" extrusionOk="0">
                  <a:moveTo>
                    <a:pt x="2279" y="1"/>
                  </a:moveTo>
                  <a:cubicBezTo>
                    <a:pt x="1859" y="1"/>
                    <a:pt x="1429" y="157"/>
                    <a:pt x="1077" y="505"/>
                  </a:cubicBezTo>
                  <a:cubicBezTo>
                    <a:pt x="1" y="1581"/>
                    <a:pt x="763" y="3420"/>
                    <a:pt x="2287" y="3420"/>
                  </a:cubicBezTo>
                  <a:cubicBezTo>
                    <a:pt x="3231" y="3420"/>
                    <a:pt x="3993" y="2658"/>
                    <a:pt x="3993" y="1726"/>
                  </a:cubicBezTo>
                  <a:cubicBezTo>
                    <a:pt x="4001" y="686"/>
                    <a:pt x="3161" y="1"/>
                    <a:pt x="2279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55" name="Google Shape;3855;p65"/>
            <p:cNvSpPr/>
            <p:nvPr/>
          </p:nvSpPr>
          <p:spPr>
            <a:xfrm>
              <a:off x="1823100" y="1408300"/>
              <a:ext cx="24200" cy="24225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0"/>
                  </a:moveTo>
                  <a:cubicBezTo>
                    <a:pt x="218" y="0"/>
                    <a:pt x="0" y="218"/>
                    <a:pt x="0" y="484"/>
                  </a:cubicBezTo>
                  <a:cubicBezTo>
                    <a:pt x="0" y="750"/>
                    <a:pt x="218" y="968"/>
                    <a:pt x="484" y="968"/>
                  </a:cubicBezTo>
                  <a:cubicBezTo>
                    <a:pt x="750" y="968"/>
                    <a:pt x="968" y="750"/>
                    <a:pt x="968" y="484"/>
                  </a:cubicBezTo>
                  <a:cubicBezTo>
                    <a:pt x="968" y="218"/>
                    <a:pt x="750" y="0"/>
                    <a:pt x="484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56" name="Google Shape;3856;p65"/>
            <p:cNvSpPr/>
            <p:nvPr/>
          </p:nvSpPr>
          <p:spPr>
            <a:xfrm>
              <a:off x="2014825" y="1420050"/>
              <a:ext cx="99825" cy="85650"/>
            </a:xfrm>
            <a:custGeom>
              <a:avLst/>
              <a:gdLst/>
              <a:ahLst/>
              <a:cxnLst/>
              <a:rect l="l" t="t" r="r" b="b"/>
              <a:pathLst>
                <a:path w="3993" h="3426" extrusionOk="0">
                  <a:moveTo>
                    <a:pt x="2273" y="1"/>
                  </a:moveTo>
                  <a:cubicBezTo>
                    <a:pt x="1853" y="1"/>
                    <a:pt x="1425" y="158"/>
                    <a:pt x="1077" y="510"/>
                  </a:cubicBezTo>
                  <a:cubicBezTo>
                    <a:pt x="1" y="1587"/>
                    <a:pt x="763" y="3426"/>
                    <a:pt x="2287" y="3426"/>
                  </a:cubicBezTo>
                  <a:cubicBezTo>
                    <a:pt x="3230" y="3426"/>
                    <a:pt x="3992" y="2663"/>
                    <a:pt x="3992" y="1720"/>
                  </a:cubicBezTo>
                  <a:cubicBezTo>
                    <a:pt x="3992" y="689"/>
                    <a:pt x="3151" y="1"/>
                    <a:pt x="227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57" name="Google Shape;3857;p65"/>
            <p:cNvSpPr/>
            <p:nvPr/>
          </p:nvSpPr>
          <p:spPr>
            <a:xfrm>
              <a:off x="2059875" y="1450950"/>
              <a:ext cx="24225" cy="24200"/>
            </a:xfrm>
            <a:custGeom>
              <a:avLst/>
              <a:gdLst/>
              <a:ahLst/>
              <a:cxnLst/>
              <a:rect l="l" t="t" r="r" b="b"/>
              <a:pathLst>
                <a:path w="969" h="968" extrusionOk="0">
                  <a:moveTo>
                    <a:pt x="485" y="0"/>
                  </a:moveTo>
                  <a:cubicBezTo>
                    <a:pt x="219" y="0"/>
                    <a:pt x="1" y="218"/>
                    <a:pt x="1" y="484"/>
                  </a:cubicBezTo>
                  <a:cubicBezTo>
                    <a:pt x="1" y="750"/>
                    <a:pt x="219" y="968"/>
                    <a:pt x="485" y="968"/>
                  </a:cubicBezTo>
                  <a:cubicBezTo>
                    <a:pt x="751" y="968"/>
                    <a:pt x="969" y="750"/>
                    <a:pt x="969" y="484"/>
                  </a:cubicBezTo>
                  <a:cubicBezTo>
                    <a:pt x="969" y="218"/>
                    <a:pt x="751" y="0"/>
                    <a:pt x="48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58" name="Google Shape;3858;p65"/>
            <p:cNvSpPr/>
            <p:nvPr/>
          </p:nvSpPr>
          <p:spPr>
            <a:xfrm>
              <a:off x="2149400" y="1377625"/>
              <a:ext cx="99825" cy="85450"/>
            </a:xfrm>
            <a:custGeom>
              <a:avLst/>
              <a:gdLst/>
              <a:ahLst/>
              <a:cxnLst/>
              <a:rect l="l" t="t" r="r" b="b"/>
              <a:pathLst>
                <a:path w="3993" h="3418" extrusionOk="0">
                  <a:moveTo>
                    <a:pt x="2266" y="1"/>
                  </a:moveTo>
                  <a:cubicBezTo>
                    <a:pt x="1849" y="1"/>
                    <a:pt x="1423" y="155"/>
                    <a:pt x="1077" y="502"/>
                  </a:cubicBezTo>
                  <a:cubicBezTo>
                    <a:pt x="1" y="1566"/>
                    <a:pt x="751" y="3417"/>
                    <a:pt x="2275" y="3417"/>
                  </a:cubicBezTo>
                  <a:cubicBezTo>
                    <a:pt x="2282" y="3417"/>
                    <a:pt x="2290" y="3417"/>
                    <a:pt x="2297" y="3417"/>
                  </a:cubicBezTo>
                  <a:cubicBezTo>
                    <a:pt x="3230" y="3417"/>
                    <a:pt x="3993" y="2660"/>
                    <a:pt x="3993" y="1723"/>
                  </a:cubicBezTo>
                  <a:cubicBezTo>
                    <a:pt x="3993" y="689"/>
                    <a:pt x="3146" y="1"/>
                    <a:pt x="2266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59" name="Google Shape;3859;p65"/>
            <p:cNvSpPr/>
            <p:nvPr/>
          </p:nvSpPr>
          <p:spPr>
            <a:xfrm>
              <a:off x="2190025" y="1408600"/>
              <a:ext cx="28350" cy="24100"/>
            </a:xfrm>
            <a:custGeom>
              <a:avLst/>
              <a:gdLst/>
              <a:ahLst/>
              <a:cxnLst/>
              <a:rect l="l" t="t" r="r" b="b"/>
              <a:pathLst>
                <a:path w="1134" h="964" extrusionOk="0">
                  <a:moveTo>
                    <a:pt x="635" y="0"/>
                  </a:moveTo>
                  <a:cubicBezTo>
                    <a:pt x="209" y="0"/>
                    <a:pt x="0" y="512"/>
                    <a:pt x="311" y="823"/>
                  </a:cubicBezTo>
                  <a:cubicBezTo>
                    <a:pt x="408" y="920"/>
                    <a:pt x="528" y="964"/>
                    <a:pt x="646" y="964"/>
                  </a:cubicBezTo>
                  <a:cubicBezTo>
                    <a:pt x="895" y="964"/>
                    <a:pt x="1134" y="771"/>
                    <a:pt x="1134" y="484"/>
                  </a:cubicBezTo>
                  <a:cubicBezTo>
                    <a:pt x="1134" y="206"/>
                    <a:pt x="916" y="0"/>
                    <a:pt x="650" y="0"/>
                  </a:cubicBezTo>
                  <a:cubicBezTo>
                    <a:pt x="645" y="0"/>
                    <a:pt x="640" y="0"/>
                    <a:pt x="63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60" name="Google Shape;3860;p65"/>
            <p:cNvSpPr/>
            <p:nvPr/>
          </p:nvSpPr>
          <p:spPr>
            <a:xfrm>
              <a:off x="2149400" y="1605775"/>
              <a:ext cx="99825" cy="85600"/>
            </a:xfrm>
            <a:custGeom>
              <a:avLst/>
              <a:gdLst/>
              <a:ahLst/>
              <a:cxnLst/>
              <a:rect l="l" t="t" r="r" b="b"/>
              <a:pathLst>
                <a:path w="3993" h="3424" extrusionOk="0">
                  <a:moveTo>
                    <a:pt x="2266" y="1"/>
                  </a:moveTo>
                  <a:cubicBezTo>
                    <a:pt x="1848" y="1"/>
                    <a:pt x="1423" y="154"/>
                    <a:pt x="1077" y="497"/>
                  </a:cubicBezTo>
                  <a:cubicBezTo>
                    <a:pt x="1" y="1573"/>
                    <a:pt x="751" y="3412"/>
                    <a:pt x="2275" y="3424"/>
                  </a:cubicBezTo>
                  <a:cubicBezTo>
                    <a:pt x="3218" y="3424"/>
                    <a:pt x="3993" y="2662"/>
                    <a:pt x="3993" y="1718"/>
                  </a:cubicBezTo>
                  <a:cubicBezTo>
                    <a:pt x="3993" y="684"/>
                    <a:pt x="3146" y="1"/>
                    <a:pt x="2266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61" name="Google Shape;3861;p65"/>
            <p:cNvSpPr/>
            <p:nvPr/>
          </p:nvSpPr>
          <p:spPr>
            <a:xfrm>
              <a:off x="2190025" y="1636600"/>
              <a:ext cx="28350" cy="24125"/>
            </a:xfrm>
            <a:custGeom>
              <a:avLst/>
              <a:gdLst/>
              <a:ahLst/>
              <a:cxnLst/>
              <a:rect l="l" t="t" r="r" b="b"/>
              <a:pathLst>
                <a:path w="1134" h="965" extrusionOk="0">
                  <a:moveTo>
                    <a:pt x="671" y="1"/>
                  </a:moveTo>
                  <a:cubicBezTo>
                    <a:pt x="664" y="1"/>
                    <a:pt x="657" y="1"/>
                    <a:pt x="650" y="1"/>
                  </a:cubicBezTo>
                  <a:cubicBezTo>
                    <a:pt x="645" y="1"/>
                    <a:pt x="640" y="1"/>
                    <a:pt x="635" y="1"/>
                  </a:cubicBezTo>
                  <a:cubicBezTo>
                    <a:pt x="209" y="1"/>
                    <a:pt x="0" y="513"/>
                    <a:pt x="311" y="824"/>
                  </a:cubicBezTo>
                  <a:cubicBezTo>
                    <a:pt x="408" y="921"/>
                    <a:pt x="528" y="965"/>
                    <a:pt x="646" y="965"/>
                  </a:cubicBezTo>
                  <a:cubicBezTo>
                    <a:pt x="895" y="965"/>
                    <a:pt x="1134" y="772"/>
                    <a:pt x="1134" y="485"/>
                  </a:cubicBezTo>
                  <a:cubicBezTo>
                    <a:pt x="1134" y="214"/>
                    <a:pt x="927" y="1"/>
                    <a:pt x="671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62" name="Google Shape;3862;p65"/>
            <p:cNvSpPr/>
            <p:nvPr/>
          </p:nvSpPr>
          <p:spPr>
            <a:xfrm>
              <a:off x="2266125" y="1703850"/>
              <a:ext cx="99825" cy="85825"/>
            </a:xfrm>
            <a:custGeom>
              <a:avLst/>
              <a:gdLst/>
              <a:ahLst/>
              <a:cxnLst/>
              <a:rect l="l" t="t" r="r" b="b"/>
              <a:pathLst>
                <a:path w="3993" h="3433" extrusionOk="0">
                  <a:moveTo>
                    <a:pt x="2273" y="1"/>
                  </a:moveTo>
                  <a:cubicBezTo>
                    <a:pt x="1854" y="1"/>
                    <a:pt x="1426" y="157"/>
                    <a:pt x="1078" y="505"/>
                  </a:cubicBezTo>
                  <a:cubicBezTo>
                    <a:pt x="1" y="1582"/>
                    <a:pt x="763" y="3432"/>
                    <a:pt x="2287" y="3432"/>
                  </a:cubicBezTo>
                  <a:cubicBezTo>
                    <a:pt x="3231" y="3432"/>
                    <a:pt x="3993" y="2658"/>
                    <a:pt x="3993" y="1715"/>
                  </a:cubicBezTo>
                  <a:cubicBezTo>
                    <a:pt x="3993" y="683"/>
                    <a:pt x="3151" y="1"/>
                    <a:pt x="227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63" name="Google Shape;3863;p65"/>
            <p:cNvSpPr/>
            <p:nvPr/>
          </p:nvSpPr>
          <p:spPr>
            <a:xfrm>
              <a:off x="2307275" y="1734600"/>
              <a:ext cx="28150" cy="24175"/>
            </a:xfrm>
            <a:custGeom>
              <a:avLst/>
              <a:gdLst/>
              <a:ahLst/>
              <a:cxnLst/>
              <a:rect l="l" t="t" r="r" b="b"/>
              <a:pathLst>
                <a:path w="1126" h="967" extrusionOk="0">
                  <a:moveTo>
                    <a:pt x="641" y="1"/>
                  </a:moveTo>
                  <a:cubicBezTo>
                    <a:pt x="206" y="1"/>
                    <a:pt x="0" y="521"/>
                    <a:pt x="303" y="823"/>
                  </a:cubicBezTo>
                  <a:cubicBezTo>
                    <a:pt x="401" y="922"/>
                    <a:pt x="524" y="967"/>
                    <a:pt x="643" y="967"/>
                  </a:cubicBezTo>
                  <a:cubicBezTo>
                    <a:pt x="889" y="967"/>
                    <a:pt x="1125" y="778"/>
                    <a:pt x="1125" y="485"/>
                  </a:cubicBezTo>
                  <a:cubicBezTo>
                    <a:pt x="1125" y="219"/>
                    <a:pt x="907" y="1"/>
                    <a:pt x="641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64" name="Google Shape;3864;p65"/>
            <p:cNvSpPr/>
            <p:nvPr/>
          </p:nvSpPr>
          <p:spPr>
            <a:xfrm>
              <a:off x="2068950" y="965875"/>
              <a:ext cx="99825" cy="85600"/>
            </a:xfrm>
            <a:custGeom>
              <a:avLst/>
              <a:gdLst/>
              <a:ahLst/>
              <a:cxnLst/>
              <a:rect l="l" t="t" r="r" b="b"/>
              <a:pathLst>
                <a:path w="3993" h="3424" extrusionOk="0">
                  <a:moveTo>
                    <a:pt x="2268" y="1"/>
                  </a:moveTo>
                  <a:cubicBezTo>
                    <a:pt x="1846" y="1"/>
                    <a:pt x="1415" y="158"/>
                    <a:pt x="1065" y="508"/>
                  </a:cubicBezTo>
                  <a:cubicBezTo>
                    <a:pt x="1" y="1585"/>
                    <a:pt x="763" y="3423"/>
                    <a:pt x="2275" y="3423"/>
                  </a:cubicBezTo>
                  <a:cubicBezTo>
                    <a:pt x="3231" y="3423"/>
                    <a:pt x="3993" y="2649"/>
                    <a:pt x="3993" y="1705"/>
                  </a:cubicBezTo>
                  <a:cubicBezTo>
                    <a:pt x="3985" y="677"/>
                    <a:pt x="3145" y="1"/>
                    <a:pt x="2268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65" name="Google Shape;3865;p65"/>
            <p:cNvSpPr/>
            <p:nvPr/>
          </p:nvSpPr>
          <p:spPr>
            <a:xfrm>
              <a:off x="2113725" y="996700"/>
              <a:ext cx="24200" cy="24225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8"/>
                    <a:pt x="0" y="485"/>
                  </a:cubicBezTo>
                  <a:cubicBezTo>
                    <a:pt x="0" y="751"/>
                    <a:pt x="218" y="968"/>
                    <a:pt x="484" y="968"/>
                  </a:cubicBezTo>
                  <a:cubicBezTo>
                    <a:pt x="750" y="968"/>
                    <a:pt x="968" y="751"/>
                    <a:pt x="968" y="485"/>
                  </a:cubicBezTo>
                  <a:cubicBezTo>
                    <a:pt x="968" y="218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66" name="Google Shape;3866;p65"/>
            <p:cNvSpPr/>
            <p:nvPr/>
          </p:nvSpPr>
          <p:spPr>
            <a:xfrm>
              <a:off x="2056550" y="1743775"/>
              <a:ext cx="100125" cy="85825"/>
            </a:xfrm>
            <a:custGeom>
              <a:avLst/>
              <a:gdLst/>
              <a:ahLst/>
              <a:cxnLst/>
              <a:rect l="l" t="t" r="r" b="b"/>
              <a:pathLst>
                <a:path w="4005" h="3433" extrusionOk="0">
                  <a:moveTo>
                    <a:pt x="2285" y="1"/>
                  </a:moveTo>
                  <a:cubicBezTo>
                    <a:pt x="1866" y="1"/>
                    <a:pt x="1438" y="157"/>
                    <a:pt x="1090" y="505"/>
                  </a:cubicBezTo>
                  <a:cubicBezTo>
                    <a:pt x="1" y="1581"/>
                    <a:pt x="775" y="3420"/>
                    <a:pt x="2299" y="3432"/>
                  </a:cubicBezTo>
                  <a:cubicBezTo>
                    <a:pt x="3243" y="3420"/>
                    <a:pt x="4005" y="2658"/>
                    <a:pt x="4005" y="1714"/>
                  </a:cubicBezTo>
                  <a:cubicBezTo>
                    <a:pt x="4005" y="683"/>
                    <a:pt x="3163" y="1"/>
                    <a:pt x="2285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67" name="Google Shape;3867;p65"/>
            <p:cNvSpPr/>
            <p:nvPr/>
          </p:nvSpPr>
          <p:spPr>
            <a:xfrm>
              <a:off x="2097700" y="1774525"/>
              <a:ext cx="28150" cy="24175"/>
            </a:xfrm>
            <a:custGeom>
              <a:avLst/>
              <a:gdLst/>
              <a:ahLst/>
              <a:cxnLst/>
              <a:rect l="l" t="t" r="r" b="b"/>
              <a:pathLst>
                <a:path w="1126" h="967" extrusionOk="0">
                  <a:moveTo>
                    <a:pt x="653" y="1"/>
                  </a:moveTo>
                  <a:cubicBezTo>
                    <a:pt x="218" y="1"/>
                    <a:pt x="0" y="521"/>
                    <a:pt x="302" y="823"/>
                  </a:cubicBezTo>
                  <a:cubicBezTo>
                    <a:pt x="401" y="922"/>
                    <a:pt x="523" y="967"/>
                    <a:pt x="643" y="967"/>
                  </a:cubicBezTo>
                  <a:cubicBezTo>
                    <a:pt x="889" y="967"/>
                    <a:pt x="1125" y="778"/>
                    <a:pt x="1125" y="484"/>
                  </a:cubicBezTo>
                  <a:cubicBezTo>
                    <a:pt x="1125" y="218"/>
                    <a:pt x="919" y="1"/>
                    <a:pt x="65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68" name="Google Shape;3868;p65"/>
            <p:cNvSpPr/>
            <p:nvPr/>
          </p:nvSpPr>
          <p:spPr>
            <a:xfrm>
              <a:off x="1931975" y="1015550"/>
              <a:ext cx="100125" cy="85825"/>
            </a:xfrm>
            <a:custGeom>
              <a:avLst/>
              <a:gdLst/>
              <a:ahLst/>
              <a:cxnLst/>
              <a:rect l="l" t="t" r="r" b="b"/>
              <a:pathLst>
                <a:path w="4005" h="3433" extrusionOk="0">
                  <a:moveTo>
                    <a:pt x="2284" y="1"/>
                  </a:moveTo>
                  <a:cubicBezTo>
                    <a:pt x="1865" y="1"/>
                    <a:pt x="1437" y="157"/>
                    <a:pt x="1089" y="505"/>
                  </a:cubicBezTo>
                  <a:cubicBezTo>
                    <a:pt x="0" y="1581"/>
                    <a:pt x="774" y="3432"/>
                    <a:pt x="2298" y="3432"/>
                  </a:cubicBezTo>
                  <a:cubicBezTo>
                    <a:pt x="3242" y="3432"/>
                    <a:pt x="4004" y="2658"/>
                    <a:pt x="4004" y="1714"/>
                  </a:cubicBezTo>
                  <a:cubicBezTo>
                    <a:pt x="4004" y="683"/>
                    <a:pt x="3162" y="1"/>
                    <a:pt x="2284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69" name="Google Shape;3869;p65"/>
            <p:cNvSpPr/>
            <p:nvPr/>
          </p:nvSpPr>
          <p:spPr>
            <a:xfrm>
              <a:off x="1977025" y="1046300"/>
              <a:ext cx="24225" cy="24225"/>
            </a:xfrm>
            <a:custGeom>
              <a:avLst/>
              <a:gdLst/>
              <a:ahLst/>
              <a:cxnLst/>
              <a:rect l="l" t="t" r="r" b="b"/>
              <a:pathLst>
                <a:path w="969" h="969" extrusionOk="0">
                  <a:moveTo>
                    <a:pt x="484" y="1"/>
                  </a:moveTo>
                  <a:cubicBezTo>
                    <a:pt x="218" y="1"/>
                    <a:pt x="0" y="218"/>
                    <a:pt x="0" y="484"/>
                  </a:cubicBezTo>
                  <a:cubicBezTo>
                    <a:pt x="0" y="751"/>
                    <a:pt x="218" y="968"/>
                    <a:pt x="484" y="968"/>
                  </a:cubicBezTo>
                  <a:cubicBezTo>
                    <a:pt x="763" y="968"/>
                    <a:pt x="968" y="751"/>
                    <a:pt x="968" y="484"/>
                  </a:cubicBezTo>
                  <a:cubicBezTo>
                    <a:pt x="968" y="218"/>
                    <a:pt x="763" y="1"/>
                    <a:pt x="48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70" name="Google Shape;3870;p65"/>
            <p:cNvSpPr/>
            <p:nvPr/>
          </p:nvSpPr>
          <p:spPr>
            <a:xfrm>
              <a:off x="1873900" y="1166775"/>
              <a:ext cx="99825" cy="85800"/>
            </a:xfrm>
            <a:custGeom>
              <a:avLst/>
              <a:gdLst/>
              <a:ahLst/>
              <a:cxnLst/>
              <a:rect l="l" t="t" r="r" b="b"/>
              <a:pathLst>
                <a:path w="3993" h="3432" extrusionOk="0">
                  <a:moveTo>
                    <a:pt x="2273" y="0"/>
                  </a:moveTo>
                  <a:cubicBezTo>
                    <a:pt x="1853" y="0"/>
                    <a:pt x="1425" y="156"/>
                    <a:pt x="1077" y="504"/>
                  </a:cubicBezTo>
                  <a:cubicBezTo>
                    <a:pt x="0" y="1581"/>
                    <a:pt x="763" y="3432"/>
                    <a:pt x="2287" y="3432"/>
                  </a:cubicBezTo>
                  <a:cubicBezTo>
                    <a:pt x="3230" y="3432"/>
                    <a:pt x="3992" y="2657"/>
                    <a:pt x="3992" y="1714"/>
                  </a:cubicBezTo>
                  <a:cubicBezTo>
                    <a:pt x="3992" y="683"/>
                    <a:pt x="3151" y="0"/>
                    <a:pt x="2273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71" name="Google Shape;3871;p65"/>
            <p:cNvSpPr/>
            <p:nvPr/>
          </p:nvSpPr>
          <p:spPr>
            <a:xfrm>
              <a:off x="1914725" y="1197500"/>
              <a:ext cx="28450" cy="24425"/>
            </a:xfrm>
            <a:custGeom>
              <a:avLst/>
              <a:gdLst/>
              <a:ahLst/>
              <a:cxnLst/>
              <a:rect l="l" t="t" r="r" b="b"/>
              <a:pathLst>
                <a:path w="1138" h="977" extrusionOk="0">
                  <a:moveTo>
                    <a:pt x="654" y="1"/>
                  </a:moveTo>
                  <a:cubicBezTo>
                    <a:pt x="218" y="1"/>
                    <a:pt x="1" y="521"/>
                    <a:pt x="303" y="836"/>
                  </a:cubicBezTo>
                  <a:cubicBezTo>
                    <a:pt x="400" y="933"/>
                    <a:pt x="519" y="976"/>
                    <a:pt x="637" y="976"/>
                  </a:cubicBezTo>
                  <a:cubicBezTo>
                    <a:pt x="887" y="976"/>
                    <a:pt x="1129" y="781"/>
                    <a:pt x="1138" y="485"/>
                  </a:cubicBezTo>
                  <a:cubicBezTo>
                    <a:pt x="1138" y="219"/>
                    <a:pt x="920" y="1"/>
                    <a:pt x="65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72" name="Google Shape;3872;p65"/>
            <p:cNvSpPr/>
            <p:nvPr/>
          </p:nvSpPr>
          <p:spPr>
            <a:xfrm>
              <a:off x="1726925" y="1199725"/>
              <a:ext cx="100125" cy="85525"/>
            </a:xfrm>
            <a:custGeom>
              <a:avLst/>
              <a:gdLst/>
              <a:ahLst/>
              <a:cxnLst/>
              <a:rect l="l" t="t" r="r" b="b"/>
              <a:pathLst>
                <a:path w="4005" h="3421" extrusionOk="0">
                  <a:moveTo>
                    <a:pt x="2285" y="1"/>
                  </a:moveTo>
                  <a:cubicBezTo>
                    <a:pt x="1865" y="1"/>
                    <a:pt x="1437" y="157"/>
                    <a:pt x="1089" y="505"/>
                  </a:cubicBezTo>
                  <a:cubicBezTo>
                    <a:pt x="0" y="1581"/>
                    <a:pt x="775" y="3420"/>
                    <a:pt x="2299" y="3420"/>
                  </a:cubicBezTo>
                  <a:cubicBezTo>
                    <a:pt x="3242" y="3420"/>
                    <a:pt x="4004" y="2658"/>
                    <a:pt x="4004" y="1714"/>
                  </a:cubicBezTo>
                  <a:cubicBezTo>
                    <a:pt x="4004" y="683"/>
                    <a:pt x="3163" y="1"/>
                    <a:pt x="2285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73" name="Google Shape;3873;p65"/>
            <p:cNvSpPr/>
            <p:nvPr/>
          </p:nvSpPr>
          <p:spPr>
            <a:xfrm>
              <a:off x="1768050" y="1230475"/>
              <a:ext cx="28150" cy="24100"/>
            </a:xfrm>
            <a:custGeom>
              <a:avLst/>
              <a:gdLst/>
              <a:ahLst/>
              <a:cxnLst/>
              <a:rect l="l" t="t" r="r" b="b"/>
              <a:pathLst>
                <a:path w="1126" h="964" extrusionOk="0">
                  <a:moveTo>
                    <a:pt x="642" y="1"/>
                  </a:moveTo>
                  <a:cubicBezTo>
                    <a:pt x="218" y="1"/>
                    <a:pt x="1" y="521"/>
                    <a:pt x="303" y="823"/>
                  </a:cubicBezTo>
                  <a:cubicBezTo>
                    <a:pt x="400" y="920"/>
                    <a:pt x="520" y="964"/>
                    <a:pt x="638" y="964"/>
                  </a:cubicBezTo>
                  <a:cubicBezTo>
                    <a:pt x="887" y="964"/>
                    <a:pt x="1126" y="771"/>
                    <a:pt x="1126" y="484"/>
                  </a:cubicBezTo>
                  <a:cubicBezTo>
                    <a:pt x="1126" y="218"/>
                    <a:pt x="908" y="1"/>
                    <a:pt x="642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74" name="Google Shape;3874;p65"/>
            <p:cNvSpPr/>
            <p:nvPr/>
          </p:nvSpPr>
          <p:spPr>
            <a:xfrm>
              <a:off x="2210800" y="764250"/>
              <a:ext cx="100125" cy="85500"/>
            </a:xfrm>
            <a:custGeom>
              <a:avLst/>
              <a:gdLst/>
              <a:ahLst/>
              <a:cxnLst/>
              <a:rect l="l" t="t" r="r" b="b"/>
              <a:pathLst>
                <a:path w="4005" h="3420" extrusionOk="0">
                  <a:moveTo>
                    <a:pt x="2285" y="0"/>
                  </a:moveTo>
                  <a:cubicBezTo>
                    <a:pt x="1865" y="0"/>
                    <a:pt x="1437" y="156"/>
                    <a:pt x="1089" y="504"/>
                  </a:cubicBezTo>
                  <a:cubicBezTo>
                    <a:pt x="0" y="1581"/>
                    <a:pt x="774" y="3420"/>
                    <a:pt x="2299" y="3420"/>
                  </a:cubicBezTo>
                  <a:cubicBezTo>
                    <a:pt x="3242" y="3420"/>
                    <a:pt x="4004" y="2658"/>
                    <a:pt x="4004" y="1714"/>
                  </a:cubicBezTo>
                  <a:cubicBezTo>
                    <a:pt x="4004" y="683"/>
                    <a:pt x="3163" y="0"/>
                    <a:pt x="2285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75" name="Google Shape;3875;p65"/>
            <p:cNvSpPr/>
            <p:nvPr/>
          </p:nvSpPr>
          <p:spPr>
            <a:xfrm>
              <a:off x="2255850" y="794700"/>
              <a:ext cx="24225" cy="24200"/>
            </a:xfrm>
            <a:custGeom>
              <a:avLst/>
              <a:gdLst/>
              <a:ahLst/>
              <a:cxnLst/>
              <a:rect l="l" t="t" r="r" b="b"/>
              <a:pathLst>
                <a:path w="969" h="968" extrusionOk="0">
                  <a:moveTo>
                    <a:pt x="485" y="0"/>
                  </a:moveTo>
                  <a:cubicBezTo>
                    <a:pt x="218" y="0"/>
                    <a:pt x="1" y="218"/>
                    <a:pt x="1" y="484"/>
                  </a:cubicBezTo>
                  <a:cubicBezTo>
                    <a:pt x="1" y="750"/>
                    <a:pt x="218" y="968"/>
                    <a:pt x="485" y="968"/>
                  </a:cubicBezTo>
                  <a:cubicBezTo>
                    <a:pt x="751" y="968"/>
                    <a:pt x="968" y="750"/>
                    <a:pt x="968" y="484"/>
                  </a:cubicBezTo>
                  <a:cubicBezTo>
                    <a:pt x="968" y="218"/>
                    <a:pt x="751" y="0"/>
                    <a:pt x="48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76" name="Google Shape;3876;p65"/>
            <p:cNvSpPr/>
            <p:nvPr/>
          </p:nvSpPr>
          <p:spPr>
            <a:xfrm>
              <a:off x="1094575" y="1262625"/>
              <a:ext cx="100125" cy="85525"/>
            </a:xfrm>
            <a:custGeom>
              <a:avLst/>
              <a:gdLst/>
              <a:ahLst/>
              <a:cxnLst/>
              <a:rect l="l" t="t" r="r" b="b"/>
              <a:pathLst>
                <a:path w="4005" h="3421" extrusionOk="0">
                  <a:moveTo>
                    <a:pt x="2275" y="1"/>
                  </a:moveTo>
                  <a:cubicBezTo>
                    <a:pt x="1854" y="1"/>
                    <a:pt x="1425" y="157"/>
                    <a:pt x="1077" y="505"/>
                  </a:cubicBezTo>
                  <a:cubicBezTo>
                    <a:pt x="0" y="1581"/>
                    <a:pt x="762" y="3420"/>
                    <a:pt x="2286" y="3420"/>
                  </a:cubicBezTo>
                  <a:cubicBezTo>
                    <a:pt x="3230" y="3420"/>
                    <a:pt x="3992" y="2658"/>
                    <a:pt x="4004" y="1714"/>
                  </a:cubicBezTo>
                  <a:cubicBezTo>
                    <a:pt x="4004" y="683"/>
                    <a:pt x="3157" y="1"/>
                    <a:pt x="2275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77" name="Google Shape;3877;p65"/>
            <p:cNvSpPr/>
            <p:nvPr/>
          </p:nvSpPr>
          <p:spPr>
            <a:xfrm>
              <a:off x="1139625" y="1293375"/>
              <a:ext cx="24225" cy="24225"/>
            </a:xfrm>
            <a:custGeom>
              <a:avLst/>
              <a:gdLst/>
              <a:ahLst/>
              <a:cxnLst/>
              <a:rect l="l" t="t" r="r" b="b"/>
              <a:pathLst>
                <a:path w="969" h="969" extrusionOk="0">
                  <a:moveTo>
                    <a:pt x="484" y="1"/>
                  </a:moveTo>
                  <a:cubicBezTo>
                    <a:pt x="218" y="1"/>
                    <a:pt x="0" y="218"/>
                    <a:pt x="0" y="484"/>
                  </a:cubicBezTo>
                  <a:cubicBezTo>
                    <a:pt x="0" y="751"/>
                    <a:pt x="218" y="968"/>
                    <a:pt x="484" y="968"/>
                  </a:cubicBezTo>
                  <a:cubicBezTo>
                    <a:pt x="750" y="968"/>
                    <a:pt x="968" y="751"/>
                    <a:pt x="968" y="484"/>
                  </a:cubicBezTo>
                  <a:cubicBezTo>
                    <a:pt x="968" y="218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78" name="Google Shape;3878;p65"/>
            <p:cNvSpPr/>
            <p:nvPr/>
          </p:nvSpPr>
          <p:spPr>
            <a:xfrm>
              <a:off x="2909075" y="1091475"/>
              <a:ext cx="100125" cy="85500"/>
            </a:xfrm>
            <a:custGeom>
              <a:avLst/>
              <a:gdLst/>
              <a:ahLst/>
              <a:cxnLst/>
              <a:rect l="l" t="t" r="r" b="b"/>
              <a:pathLst>
                <a:path w="4005" h="3420" extrusionOk="0">
                  <a:moveTo>
                    <a:pt x="2281" y="0"/>
                  </a:moveTo>
                  <a:cubicBezTo>
                    <a:pt x="1860" y="0"/>
                    <a:pt x="1429" y="156"/>
                    <a:pt x="1077" y="504"/>
                  </a:cubicBezTo>
                  <a:cubicBezTo>
                    <a:pt x="1" y="1581"/>
                    <a:pt x="763" y="3419"/>
                    <a:pt x="2287" y="3419"/>
                  </a:cubicBezTo>
                  <a:cubicBezTo>
                    <a:pt x="3231" y="3419"/>
                    <a:pt x="3993" y="2657"/>
                    <a:pt x="4005" y="1714"/>
                  </a:cubicBezTo>
                  <a:cubicBezTo>
                    <a:pt x="4005" y="682"/>
                    <a:pt x="3163" y="0"/>
                    <a:pt x="2281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79" name="Google Shape;3879;p65"/>
            <p:cNvSpPr/>
            <p:nvPr/>
          </p:nvSpPr>
          <p:spPr>
            <a:xfrm>
              <a:off x="2954150" y="1122200"/>
              <a:ext cx="24200" cy="24225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51"/>
                    <a:pt x="218" y="969"/>
                    <a:pt x="484" y="969"/>
                  </a:cubicBezTo>
                  <a:cubicBezTo>
                    <a:pt x="750" y="969"/>
                    <a:pt x="968" y="751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80" name="Google Shape;3880;p65"/>
            <p:cNvSpPr/>
            <p:nvPr/>
          </p:nvSpPr>
          <p:spPr>
            <a:xfrm>
              <a:off x="2623000" y="1027650"/>
              <a:ext cx="99825" cy="85825"/>
            </a:xfrm>
            <a:custGeom>
              <a:avLst/>
              <a:gdLst/>
              <a:ahLst/>
              <a:cxnLst/>
              <a:rect l="l" t="t" r="r" b="b"/>
              <a:pathLst>
                <a:path w="3993" h="3433" extrusionOk="0">
                  <a:moveTo>
                    <a:pt x="2272" y="1"/>
                  </a:moveTo>
                  <a:cubicBezTo>
                    <a:pt x="1853" y="1"/>
                    <a:pt x="1425" y="156"/>
                    <a:pt x="1077" y="505"/>
                  </a:cubicBezTo>
                  <a:cubicBezTo>
                    <a:pt x="0" y="1581"/>
                    <a:pt x="762" y="3432"/>
                    <a:pt x="2286" y="3432"/>
                  </a:cubicBezTo>
                  <a:cubicBezTo>
                    <a:pt x="3230" y="3420"/>
                    <a:pt x="3992" y="2658"/>
                    <a:pt x="3992" y="1714"/>
                  </a:cubicBezTo>
                  <a:cubicBezTo>
                    <a:pt x="3992" y="683"/>
                    <a:pt x="3150" y="1"/>
                    <a:pt x="2272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81" name="Google Shape;3881;p65"/>
            <p:cNvSpPr/>
            <p:nvPr/>
          </p:nvSpPr>
          <p:spPr>
            <a:xfrm>
              <a:off x="2668050" y="1058400"/>
              <a:ext cx="24225" cy="24225"/>
            </a:xfrm>
            <a:custGeom>
              <a:avLst/>
              <a:gdLst/>
              <a:ahLst/>
              <a:cxnLst/>
              <a:rect l="l" t="t" r="r" b="b"/>
              <a:pathLst>
                <a:path w="969" h="969" extrusionOk="0">
                  <a:moveTo>
                    <a:pt x="484" y="0"/>
                  </a:moveTo>
                  <a:cubicBezTo>
                    <a:pt x="218" y="0"/>
                    <a:pt x="1" y="218"/>
                    <a:pt x="1" y="484"/>
                  </a:cubicBezTo>
                  <a:cubicBezTo>
                    <a:pt x="1" y="750"/>
                    <a:pt x="218" y="968"/>
                    <a:pt x="484" y="968"/>
                  </a:cubicBezTo>
                  <a:cubicBezTo>
                    <a:pt x="751" y="968"/>
                    <a:pt x="968" y="750"/>
                    <a:pt x="968" y="484"/>
                  </a:cubicBezTo>
                  <a:cubicBezTo>
                    <a:pt x="968" y="218"/>
                    <a:pt x="751" y="0"/>
                    <a:pt x="484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82" name="Google Shape;3882;p65"/>
            <p:cNvSpPr/>
            <p:nvPr/>
          </p:nvSpPr>
          <p:spPr>
            <a:xfrm>
              <a:off x="1270875" y="2091250"/>
              <a:ext cx="99825" cy="85825"/>
            </a:xfrm>
            <a:custGeom>
              <a:avLst/>
              <a:gdLst/>
              <a:ahLst/>
              <a:cxnLst/>
              <a:rect l="l" t="t" r="r" b="b"/>
              <a:pathLst>
                <a:path w="3993" h="3433" extrusionOk="0">
                  <a:moveTo>
                    <a:pt x="2273" y="1"/>
                  </a:moveTo>
                  <a:cubicBezTo>
                    <a:pt x="1853" y="1"/>
                    <a:pt x="1425" y="157"/>
                    <a:pt x="1077" y="505"/>
                  </a:cubicBezTo>
                  <a:cubicBezTo>
                    <a:pt x="0" y="1582"/>
                    <a:pt x="763" y="3432"/>
                    <a:pt x="2287" y="3432"/>
                  </a:cubicBezTo>
                  <a:cubicBezTo>
                    <a:pt x="3230" y="3432"/>
                    <a:pt x="3992" y="2658"/>
                    <a:pt x="3992" y="1715"/>
                  </a:cubicBezTo>
                  <a:cubicBezTo>
                    <a:pt x="3992" y="683"/>
                    <a:pt x="3151" y="1"/>
                    <a:pt x="227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83" name="Google Shape;3883;p65"/>
            <p:cNvSpPr/>
            <p:nvPr/>
          </p:nvSpPr>
          <p:spPr>
            <a:xfrm>
              <a:off x="1315925" y="2122000"/>
              <a:ext cx="24225" cy="24225"/>
            </a:xfrm>
            <a:custGeom>
              <a:avLst/>
              <a:gdLst/>
              <a:ahLst/>
              <a:cxnLst/>
              <a:rect l="l" t="t" r="r" b="b"/>
              <a:pathLst>
                <a:path w="969" h="969" extrusionOk="0">
                  <a:moveTo>
                    <a:pt x="485" y="1"/>
                  </a:moveTo>
                  <a:cubicBezTo>
                    <a:pt x="219" y="1"/>
                    <a:pt x="1" y="218"/>
                    <a:pt x="1" y="485"/>
                  </a:cubicBezTo>
                  <a:cubicBezTo>
                    <a:pt x="1" y="751"/>
                    <a:pt x="219" y="968"/>
                    <a:pt x="485" y="968"/>
                  </a:cubicBezTo>
                  <a:cubicBezTo>
                    <a:pt x="751" y="968"/>
                    <a:pt x="969" y="751"/>
                    <a:pt x="969" y="485"/>
                  </a:cubicBezTo>
                  <a:cubicBezTo>
                    <a:pt x="969" y="218"/>
                    <a:pt x="751" y="1"/>
                    <a:pt x="485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84" name="Google Shape;3884;p65"/>
            <p:cNvSpPr/>
            <p:nvPr/>
          </p:nvSpPr>
          <p:spPr>
            <a:xfrm>
              <a:off x="2706150" y="1341250"/>
              <a:ext cx="99825" cy="85825"/>
            </a:xfrm>
            <a:custGeom>
              <a:avLst/>
              <a:gdLst/>
              <a:ahLst/>
              <a:cxnLst/>
              <a:rect l="l" t="t" r="r" b="b"/>
              <a:pathLst>
                <a:path w="3993" h="3433" extrusionOk="0">
                  <a:moveTo>
                    <a:pt x="2273" y="1"/>
                  </a:moveTo>
                  <a:cubicBezTo>
                    <a:pt x="1853" y="1"/>
                    <a:pt x="1426" y="157"/>
                    <a:pt x="1077" y="505"/>
                  </a:cubicBezTo>
                  <a:cubicBezTo>
                    <a:pt x="1" y="1582"/>
                    <a:pt x="763" y="3432"/>
                    <a:pt x="2287" y="3432"/>
                  </a:cubicBezTo>
                  <a:cubicBezTo>
                    <a:pt x="3231" y="3432"/>
                    <a:pt x="3993" y="2658"/>
                    <a:pt x="3993" y="1715"/>
                  </a:cubicBezTo>
                  <a:cubicBezTo>
                    <a:pt x="3993" y="683"/>
                    <a:pt x="3151" y="1"/>
                    <a:pt x="227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85" name="Google Shape;3885;p65"/>
            <p:cNvSpPr/>
            <p:nvPr/>
          </p:nvSpPr>
          <p:spPr>
            <a:xfrm>
              <a:off x="2751225" y="1372000"/>
              <a:ext cx="24200" cy="24225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51"/>
                    <a:pt x="218" y="969"/>
                    <a:pt x="484" y="969"/>
                  </a:cubicBezTo>
                  <a:cubicBezTo>
                    <a:pt x="750" y="969"/>
                    <a:pt x="968" y="751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86" name="Google Shape;3886;p65"/>
            <p:cNvSpPr/>
            <p:nvPr/>
          </p:nvSpPr>
          <p:spPr>
            <a:xfrm>
              <a:off x="2561900" y="1432150"/>
              <a:ext cx="99825" cy="85650"/>
            </a:xfrm>
            <a:custGeom>
              <a:avLst/>
              <a:gdLst/>
              <a:ahLst/>
              <a:cxnLst/>
              <a:rect l="l" t="t" r="r" b="b"/>
              <a:pathLst>
                <a:path w="3993" h="3426" extrusionOk="0">
                  <a:moveTo>
                    <a:pt x="2273" y="1"/>
                  </a:moveTo>
                  <a:cubicBezTo>
                    <a:pt x="1853" y="1"/>
                    <a:pt x="1425" y="158"/>
                    <a:pt x="1077" y="510"/>
                  </a:cubicBezTo>
                  <a:cubicBezTo>
                    <a:pt x="1" y="1587"/>
                    <a:pt x="763" y="3425"/>
                    <a:pt x="2287" y="3425"/>
                  </a:cubicBezTo>
                  <a:cubicBezTo>
                    <a:pt x="3230" y="3425"/>
                    <a:pt x="3993" y="2663"/>
                    <a:pt x="3993" y="1720"/>
                  </a:cubicBezTo>
                  <a:cubicBezTo>
                    <a:pt x="3993" y="689"/>
                    <a:pt x="3151" y="1"/>
                    <a:pt x="227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87" name="Google Shape;3887;p65"/>
            <p:cNvSpPr/>
            <p:nvPr/>
          </p:nvSpPr>
          <p:spPr>
            <a:xfrm>
              <a:off x="2606975" y="1462725"/>
              <a:ext cx="24200" cy="24225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63"/>
                    <a:pt x="218" y="969"/>
                    <a:pt x="484" y="969"/>
                  </a:cubicBezTo>
                  <a:cubicBezTo>
                    <a:pt x="750" y="969"/>
                    <a:pt x="968" y="763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88" name="Google Shape;3888;p65"/>
            <p:cNvSpPr/>
            <p:nvPr/>
          </p:nvSpPr>
          <p:spPr>
            <a:xfrm>
              <a:off x="2718250" y="739925"/>
              <a:ext cx="99825" cy="85625"/>
            </a:xfrm>
            <a:custGeom>
              <a:avLst/>
              <a:gdLst/>
              <a:ahLst/>
              <a:cxnLst/>
              <a:rect l="l" t="t" r="r" b="b"/>
              <a:pathLst>
                <a:path w="3993" h="3425" extrusionOk="0">
                  <a:moveTo>
                    <a:pt x="2273" y="0"/>
                  </a:moveTo>
                  <a:cubicBezTo>
                    <a:pt x="1853" y="0"/>
                    <a:pt x="1426" y="157"/>
                    <a:pt x="1077" y="510"/>
                  </a:cubicBezTo>
                  <a:cubicBezTo>
                    <a:pt x="1" y="1586"/>
                    <a:pt x="763" y="3425"/>
                    <a:pt x="2287" y="3425"/>
                  </a:cubicBezTo>
                  <a:cubicBezTo>
                    <a:pt x="3230" y="3425"/>
                    <a:pt x="3993" y="2663"/>
                    <a:pt x="3993" y="1719"/>
                  </a:cubicBezTo>
                  <a:cubicBezTo>
                    <a:pt x="3993" y="688"/>
                    <a:pt x="3151" y="0"/>
                    <a:pt x="2273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89" name="Google Shape;3889;p65"/>
            <p:cNvSpPr/>
            <p:nvPr/>
          </p:nvSpPr>
          <p:spPr>
            <a:xfrm>
              <a:off x="2759075" y="770500"/>
              <a:ext cx="28450" cy="24400"/>
            </a:xfrm>
            <a:custGeom>
              <a:avLst/>
              <a:gdLst/>
              <a:ahLst/>
              <a:cxnLst/>
              <a:rect l="l" t="t" r="r" b="b"/>
              <a:pathLst>
                <a:path w="1138" h="976" extrusionOk="0">
                  <a:moveTo>
                    <a:pt x="654" y="0"/>
                  </a:moveTo>
                  <a:cubicBezTo>
                    <a:pt x="218" y="0"/>
                    <a:pt x="1" y="521"/>
                    <a:pt x="303" y="835"/>
                  </a:cubicBezTo>
                  <a:cubicBezTo>
                    <a:pt x="401" y="932"/>
                    <a:pt x="522" y="976"/>
                    <a:pt x="641" y="976"/>
                  </a:cubicBezTo>
                  <a:cubicBezTo>
                    <a:pt x="893" y="976"/>
                    <a:pt x="1138" y="783"/>
                    <a:pt x="1138" y="496"/>
                  </a:cubicBezTo>
                  <a:cubicBezTo>
                    <a:pt x="1138" y="218"/>
                    <a:pt x="920" y="12"/>
                    <a:pt x="654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90" name="Google Shape;3890;p65"/>
            <p:cNvSpPr/>
            <p:nvPr/>
          </p:nvSpPr>
          <p:spPr>
            <a:xfrm>
              <a:off x="500625" y="1614350"/>
              <a:ext cx="99800" cy="85500"/>
            </a:xfrm>
            <a:custGeom>
              <a:avLst/>
              <a:gdLst/>
              <a:ahLst/>
              <a:cxnLst/>
              <a:rect l="l" t="t" r="r" b="b"/>
              <a:pathLst>
                <a:path w="3992" h="3420" extrusionOk="0">
                  <a:moveTo>
                    <a:pt x="2272" y="0"/>
                  </a:moveTo>
                  <a:cubicBezTo>
                    <a:pt x="1853" y="0"/>
                    <a:pt x="1425" y="156"/>
                    <a:pt x="1077" y="504"/>
                  </a:cubicBezTo>
                  <a:cubicBezTo>
                    <a:pt x="0" y="1581"/>
                    <a:pt x="762" y="3420"/>
                    <a:pt x="2286" y="3420"/>
                  </a:cubicBezTo>
                  <a:cubicBezTo>
                    <a:pt x="3230" y="3420"/>
                    <a:pt x="3992" y="2658"/>
                    <a:pt x="3992" y="1714"/>
                  </a:cubicBezTo>
                  <a:cubicBezTo>
                    <a:pt x="3992" y="683"/>
                    <a:pt x="3150" y="0"/>
                    <a:pt x="227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91" name="Google Shape;3891;p65"/>
            <p:cNvSpPr/>
            <p:nvPr/>
          </p:nvSpPr>
          <p:spPr>
            <a:xfrm>
              <a:off x="541750" y="1645100"/>
              <a:ext cx="28150" cy="24300"/>
            </a:xfrm>
            <a:custGeom>
              <a:avLst/>
              <a:gdLst/>
              <a:ahLst/>
              <a:cxnLst/>
              <a:rect l="l" t="t" r="r" b="b"/>
              <a:pathLst>
                <a:path w="1126" h="972" extrusionOk="0">
                  <a:moveTo>
                    <a:pt x="641" y="0"/>
                  </a:moveTo>
                  <a:cubicBezTo>
                    <a:pt x="206" y="0"/>
                    <a:pt x="0" y="520"/>
                    <a:pt x="303" y="823"/>
                  </a:cubicBezTo>
                  <a:cubicBezTo>
                    <a:pt x="401" y="926"/>
                    <a:pt x="524" y="972"/>
                    <a:pt x="643" y="972"/>
                  </a:cubicBezTo>
                  <a:cubicBezTo>
                    <a:pt x="890" y="972"/>
                    <a:pt x="1125" y="777"/>
                    <a:pt x="1125" y="484"/>
                  </a:cubicBezTo>
                  <a:cubicBezTo>
                    <a:pt x="1125" y="218"/>
                    <a:pt x="907" y="0"/>
                    <a:pt x="641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92" name="Google Shape;3892;p65"/>
            <p:cNvSpPr/>
            <p:nvPr/>
          </p:nvSpPr>
          <p:spPr>
            <a:xfrm>
              <a:off x="858375" y="1654875"/>
              <a:ext cx="100125" cy="85800"/>
            </a:xfrm>
            <a:custGeom>
              <a:avLst/>
              <a:gdLst/>
              <a:ahLst/>
              <a:cxnLst/>
              <a:rect l="l" t="t" r="r" b="b"/>
              <a:pathLst>
                <a:path w="4005" h="3432" extrusionOk="0">
                  <a:moveTo>
                    <a:pt x="2285" y="0"/>
                  </a:moveTo>
                  <a:cubicBezTo>
                    <a:pt x="1865" y="0"/>
                    <a:pt x="1437" y="156"/>
                    <a:pt x="1089" y="504"/>
                  </a:cubicBezTo>
                  <a:cubicBezTo>
                    <a:pt x="0" y="1581"/>
                    <a:pt x="775" y="3432"/>
                    <a:pt x="2299" y="3432"/>
                  </a:cubicBezTo>
                  <a:cubicBezTo>
                    <a:pt x="3242" y="3432"/>
                    <a:pt x="4005" y="2658"/>
                    <a:pt x="4005" y="1714"/>
                  </a:cubicBezTo>
                  <a:cubicBezTo>
                    <a:pt x="4005" y="683"/>
                    <a:pt x="3163" y="0"/>
                    <a:pt x="2285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93" name="Google Shape;3893;p65"/>
            <p:cNvSpPr/>
            <p:nvPr/>
          </p:nvSpPr>
          <p:spPr>
            <a:xfrm>
              <a:off x="903750" y="1685625"/>
              <a:ext cx="24200" cy="24200"/>
            </a:xfrm>
            <a:custGeom>
              <a:avLst/>
              <a:gdLst/>
              <a:ahLst/>
              <a:cxnLst/>
              <a:rect l="l" t="t" r="r" b="b"/>
              <a:pathLst>
                <a:path w="968" h="968" extrusionOk="0">
                  <a:moveTo>
                    <a:pt x="484" y="0"/>
                  </a:moveTo>
                  <a:cubicBezTo>
                    <a:pt x="206" y="0"/>
                    <a:pt x="0" y="218"/>
                    <a:pt x="0" y="484"/>
                  </a:cubicBezTo>
                  <a:cubicBezTo>
                    <a:pt x="0" y="750"/>
                    <a:pt x="206" y="968"/>
                    <a:pt x="484" y="968"/>
                  </a:cubicBezTo>
                  <a:cubicBezTo>
                    <a:pt x="750" y="968"/>
                    <a:pt x="968" y="750"/>
                    <a:pt x="968" y="484"/>
                  </a:cubicBezTo>
                  <a:cubicBezTo>
                    <a:pt x="968" y="218"/>
                    <a:pt x="750" y="0"/>
                    <a:pt x="484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94" name="Google Shape;3894;p65"/>
            <p:cNvSpPr/>
            <p:nvPr/>
          </p:nvSpPr>
          <p:spPr>
            <a:xfrm>
              <a:off x="2071075" y="4863700"/>
              <a:ext cx="123725" cy="105900"/>
            </a:xfrm>
            <a:custGeom>
              <a:avLst/>
              <a:gdLst/>
              <a:ahLst/>
              <a:cxnLst/>
              <a:rect l="l" t="t" r="r" b="b"/>
              <a:pathLst>
                <a:path w="4949" h="4236" extrusionOk="0">
                  <a:moveTo>
                    <a:pt x="2823" y="0"/>
                  </a:moveTo>
                  <a:cubicBezTo>
                    <a:pt x="2301" y="0"/>
                    <a:pt x="1767" y="195"/>
                    <a:pt x="1331" y="631"/>
                  </a:cubicBezTo>
                  <a:cubicBezTo>
                    <a:pt x="1" y="1961"/>
                    <a:pt x="944" y="4236"/>
                    <a:pt x="2831" y="4236"/>
                  </a:cubicBezTo>
                  <a:cubicBezTo>
                    <a:pt x="4005" y="4236"/>
                    <a:pt x="4948" y="3292"/>
                    <a:pt x="4948" y="2119"/>
                  </a:cubicBezTo>
                  <a:cubicBezTo>
                    <a:pt x="4948" y="844"/>
                    <a:pt x="3911" y="0"/>
                    <a:pt x="2823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95" name="Google Shape;3895;p65"/>
            <p:cNvSpPr/>
            <p:nvPr/>
          </p:nvSpPr>
          <p:spPr>
            <a:xfrm>
              <a:off x="2119775" y="4894575"/>
              <a:ext cx="44175" cy="44475"/>
            </a:xfrm>
            <a:custGeom>
              <a:avLst/>
              <a:gdLst/>
              <a:ahLst/>
              <a:cxnLst/>
              <a:rect l="l" t="t" r="r" b="b"/>
              <a:pathLst>
                <a:path w="1767" h="1779" extrusionOk="0">
                  <a:moveTo>
                    <a:pt x="883" y="1"/>
                  </a:moveTo>
                  <a:cubicBezTo>
                    <a:pt x="399" y="1"/>
                    <a:pt x="0" y="400"/>
                    <a:pt x="0" y="896"/>
                  </a:cubicBezTo>
                  <a:cubicBezTo>
                    <a:pt x="0" y="1380"/>
                    <a:pt x="399" y="1779"/>
                    <a:pt x="883" y="1779"/>
                  </a:cubicBezTo>
                  <a:cubicBezTo>
                    <a:pt x="1379" y="1779"/>
                    <a:pt x="1766" y="1380"/>
                    <a:pt x="1766" y="896"/>
                  </a:cubicBezTo>
                  <a:cubicBezTo>
                    <a:pt x="1766" y="400"/>
                    <a:pt x="1379" y="1"/>
                    <a:pt x="88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96" name="Google Shape;3896;p65"/>
            <p:cNvSpPr/>
            <p:nvPr/>
          </p:nvSpPr>
          <p:spPr>
            <a:xfrm>
              <a:off x="2227725" y="3733500"/>
              <a:ext cx="106675" cy="91450"/>
            </a:xfrm>
            <a:custGeom>
              <a:avLst/>
              <a:gdLst/>
              <a:ahLst/>
              <a:cxnLst/>
              <a:rect l="l" t="t" r="r" b="b"/>
              <a:pathLst>
                <a:path w="4267" h="3658" extrusionOk="0">
                  <a:moveTo>
                    <a:pt x="2427" y="1"/>
                  </a:moveTo>
                  <a:cubicBezTo>
                    <a:pt x="1980" y="1"/>
                    <a:pt x="1524" y="167"/>
                    <a:pt x="1150" y="537"/>
                  </a:cubicBezTo>
                  <a:cubicBezTo>
                    <a:pt x="1" y="1686"/>
                    <a:pt x="811" y="3645"/>
                    <a:pt x="2444" y="3658"/>
                  </a:cubicBezTo>
                  <a:cubicBezTo>
                    <a:pt x="3436" y="3645"/>
                    <a:pt x="4259" y="2835"/>
                    <a:pt x="4259" y="1843"/>
                  </a:cubicBezTo>
                  <a:cubicBezTo>
                    <a:pt x="4267" y="736"/>
                    <a:pt x="3369" y="1"/>
                    <a:pt x="2427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97" name="Google Shape;3897;p65"/>
            <p:cNvSpPr/>
            <p:nvPr/>
          </p:nvSpPr>
          <p:spPr>
            <a:xfrm>
              <a:off x="2268850" y="3764450"/>
              <a:ext cx="34800" cy="29825"/>
            </a:xfrm>
            <a:custGeom>
              <a:avLst/>
              <a:gdLst/>
              <a:ahLst/>
              <a:cxnLst/>
              <a:rect l="l" t="t" r="r" b="b"/>
              <a:pathLst>
                <a:path w="1392" h="1193" extrusionOk="0">
                  <a:moveTo>
                    <a:pt x="787" y="0"/>
                  </a:moveTo>
                  <a:cubicBezTo>
                    <a:pt x="267" y="0"/>
                    <a:pt x="1" y="641"/>
                    <a:pt x="376" y="1016"/>
                  </a:cubicBezTo>
                  <a:cubicBezTo>
                    <a:pt x="497" y="1138"/>
                    <a:pt x="647" y="1192"/>
                    <a:pt x="794" y="1192"/>
                  </a:cubicBezTo>
                  <a:cubicBezTo>
                    <a:pt x="1099" y="1192"/>
                    <a:pt x="1392" y="957"/>
                    <a:pt x="1392" y="605"/>
                  </a:cubicBezTo>
                  <a:cubicBezTo>
                    <a:pt x="1392" y="266"/>
                    <a:pt x="1126" y="0"/>
                    <a:pt x="787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98" name="Google Shape;3898;p65"/>
            <p:cNvSpPr/>
            <p:nvPr/>
          </p:nvSpPr>
          <p:spPr>
            <a:xfrm>
              <a:off x="230250" y="1729000"/>
              <a:ext cx="106775" cy="91225"/>
            </a:xfrm>
            <a:custGeom>
              <a:avLst/>
              <a:gdLst/>
              <a:ahLst/>
              <a:cxnLst/>
              <a:rect l="l" t="t" r="r" b="b"/>
              <a:pathLst>
                <a:path w="4271" h="3649" extrusionOk="0">
                  <a:moveTo>
                    <a:pt x="2428" y="0"/>
                  </a:moveTo>
                  <a:cubicBezTo>
                    <a:pt x="1979" y="0"/>
                    <a:pt x="1522" y="167"/>
                    <a:pt x="1150" y="539"/>
                  </a:cubicBezTo>
                  <a:cubicBezTo>
                    <a:pt x="0" y="1676"/>
                    <a:pt x="811" y="3648"/>
                    <a:pt x="2444" y="3648"/>
                  </a:cubicBezTo>
                  <a:cubicBezTo>
                    <a:pt x="3448" y="3648"/>
                    <a:pt x="4259" y="2826"/>
                    <a:pt x="4271" y="1822"/>
                  </a:cubicBezTo>
                  <a:cubicBezTo>
                    <a:pt x="4262" y="726"/>
                    <a:pt x="3364" y="0"/>
                    <a:pt x="2428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99" name="Google Shape;3899;p65"/>
            <p:cNvSpPr/>
            <p:nvPr/>
          </p:nvSpPr>
          <p:spPr>
            <a:xfrm>
              <a:off x="276525" y="1759700"/>
              <a:ext cx="29650" cy="29675"/>
            </a:xfrm>
            <a:custGeom>
              <a:avLst/>
              <a:gdLst/>
              <a:ahLst/>
              <a:cxnLst/>
              <a:rect l="l" t="t" r="r" b="b"/>
              <a:pathLst>
                <a:path w="1186" h="1187" extrusionOk="0">
                  <a:moveTo>
                    <a:pt x="593" y="1"/>
                  </a:moveTo>
                  <a:cubicBezTo>
                    <a:pt x="266" y="1"/>
                    <a:pt x="0" y="267"/>
                    <a:pt x="0" y="594"/>
                  </a:cubicBezTo>
                  <a:cubicBezTo>
                    <a:pt x="0" y="920"/>
                    <a:pt x="266" y="1186"/>
                    <a:pt x="593" y="1186"/>
                  </a:cubicBezTo>
                  <a:cubicBezTo>
                    <a:pt x="920" y="1186"/>
                    <a:pt x="1186" y="920"/>
                    <a:pt x="1186" y="594"/>
                  </a:cubicBezTo>
                  <a:cubicBezTo>
                    <a:pt x="1186" y="267"/>
                    <a:pt x="920" y="1"/>
                    <a:pt x="59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00" name="Google Shape;3900;p65"/>
            <p:cNvSpPr/>
            <p:nvPr/>
          </p:nvSpPr>
          <p:spPr>
            <a:xfrm>
              <a:off x="1152325" y="2659550"/>
              <a:ext cx="106775" cy="91200"/>
            </a:xfrm>
            <a:custGeom>
              <a:avLst/>
              <a:gdLst/>
              <a:ahLst/>
              <a:cxnLst/>
              <a:rect l="l" t="t" r="r" b="b"/>
              <a:pathLst>
                <a:path w="4271" h="3648" extrusionOk="0">
                  <a:moveTo>
                    <a:pt x="2431" y="0"/>
                  </a:moveTo>
                  <a:cubicBezTo>
                    <a:pt x="1981" y="0"/>
                    <a:pt x="1522" y="167"/>
                    <a:pt x="1150" y="539"/>
                  </a:cubicBezTo>
                  <a:cubicBezTo>
                    <a:pt x="1" y="1676"/>
                    <a:pt x="823" y="3648"/>
                    <a:pt x="2444" y="3648"/>
                  </a:cubicBezTo>
                  <a:cubicBezTo>
                    <a:pt x="3448" y="3648"/>
                    <a:pt x="4271" y="2825"/>
                    <a:pt x="4271" y="1821"/>
                  </a:cubicBezTo>
                  <a:cubicBezTo>
                    <a:pt x="4271" y="725"/>
                    <a:pt x="3370" y="0"/>
                    <a:pt x="2431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01" name="Google Shape;3901;p65"/>
            <p:cNvSpPr/>
            <p:nvPr/>
          </p:nvSpPr>
          <p:spPr>
            <a:xfrm>
              <a:off x="1198600" y="2690250"/>
              <a:ext cx="29950" cy="29650"/>
            </a:xfrm>
            <a:custGeom>
              <a:avLst/>
              <a:gdLst/>
              <a:ahLst/>
              <a:cxnLst/>
              <a:rect l="l" t="t" r="r" b="b"/>
              <a:pathLst>
                <a:path w="1198" h="1186" extrusionOk="0">
                  <a:moveTo>
                    <a:pt x="593" y="1"/>
                  </a:moveTo>
                  <a:cubicBezTo>
                    <a:pt x="266" y="1"/>
                    <a:pt x="0" y="267"/>
                    <a:pt x="0" y="593"/>
                  </a:cubicBezTo>
                  <a:cubicBezTo>
                    <a:pt x="0" y="920"/>
                    <a:pt x="266" y="1186"/>
                    <a:pt x="593" y="1186"/>
                  </a:cubicBezTo>
                  <a:cubicBezTo>
                    <a:pt x="932" y="1186"/>
                    <a:pt x="1198" y="920"/>
                    <a:pt x="1198" y="593"/>
                  </a:cubicBezTo>
                  <a:cubicBezTo>
                    <a:pt x="1198" y="267"/>
                    <a:pt x="932" y="1"/>
                    <a:pt x="59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02" name="Google Shape;3902;p65"/>
            <p:cNvSpPr/>
            <p:nvPr/>
          </p:nvSpPr>
          <p:spPr>
            <a:xfrm>
              <a:off x="931250" y="2061425"/>
              <a:ext cx="106475" cy="91450"/>
            </a:xfrm>
            <a:custGeom>
              <a:avLst/>
              <a:gdLst/>
              <a:ahLst/>
              <a:cxnLst/>
              <a:rect l="l" t="t" r="r" b="b"/>
              <a:pathLst>
                <a:path w="4259" h="3658" extrusionOk="0">
                  <a:moveTo>
                    <a:pt x="2421" y="1"/>
                  </a:moveTo>
                  <a:cubicBezTo>
                    <a:pt x="1975" y="1"/>
                    <a:pt x="1520" y="166"/>
                    <a:pt x="1150" y="537"/>
                  </a:cubicBezTo>
                  <a:cubicBezTo>
                    <a:pt x="1" y="1686"/>
                    <a:pt x="811" y="3658"/>
                    <a:pt x="2432" y="3658"/>
                  </a:cubicBezTo>
                  <a:cubicBezTo>
                    <a:pt x="3448" y="3658"/>
                    <a:pt x="4259" y="2835"/>
                    <a:pt x="4259" y="1831"/>
                  </a:cubicBezTo>
                  <a:cubicBezTo>
                    <a:pt x="4259" y="732"/>
                    <a:pt x="3359" y="1"/>
                    <a:pt x="2421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03" name="Google Shape;3903;p65"/>
            <p:cNvSpPr/>
            <p:nvPr/>
          </p:nvSpPr>
          <p:spPr>
            <a:xfrm>
              <a:off x="972375" y="2092375"/>
              <a:ext cx="34825" cy="29800"/>
            </a:xfrm>
            <a:custGeom>
              <a:avLst/>
              <a:gdLst/>
              <a:ahLst/>
              <a:cxnLst/>
              <a:rect l="l" t="t" r="r" b="b"/>
              <a:pathLst>
                <a:path w="1393" h="1192" extrusionOk="0">
                  <a:moveTo>
                    <a:pt x="787" y="0"/>
                  </a:moveTo>
                  <a:cubicBezTo>
                    <a:pt x="267" y="0"/>
                    <a:pt x="1" y="641"/>
                    <a:pt x="376" y="1016"/>
                  </a:cubicBezTo>
                  <a:cubicBezTo>
                    <a:pt x="497" y="1137"/>
                    <a:pt x="646" y="1192"/>
                    <a:pt x="792" y="1192"/>
                  </a:cubicBezTo>
                  <a:cubicBezTo>
                    <a:pt x="1098" y="1192"/>
                    <a:pt x="1392" y="953"/>
                    <a:pt x="1392" y="593"/>
                  </a:cubicBezTo>
                  <a:cubicBezTo>
                    <a:pt x="1392" y="266"/>
                    <a:pt x="1126" y="0"/>
                    <a:pt x="787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04" name="Google Shape;3904;p65"/>
            <p:cNvSpPr/>
            <p:nvPr/>
          </p:nvSpPr>
          <p:spPr>
            <a:xfrm>
              <a:off x="2392850" y="4093600"/>
              <a:ext cx="119175" cy="102125"/>
            </a:xfrm>
            <a:custGeom>
              <a:avLst/>
              <a:gdLst/>
              <a:ahLst/>
              <a:cxnLst/>
              <a:rect l="l" t="t" r="r" b="b"/>
              <a:pathLst>
                <a:path w="4767" h="4085" extrusionOk="0">
                  <a:moveTo>
                    <a:pt x="2708" y="0"/>
                  </a:moveTo>
                  <a:cubicBezTo>
                    <a:pt x="2207" y="0"/>
                    <a:pt x="1697" y="186"/>
                    <a:pt x="1283" y="600"/>
                  </a:cubicBezTo>
                  <a:cubicBezTo>
                    <a:pt x="1" y="1895"/>
                    <a:pt x="908" y="4084"/>
                    <a:pt x="2722" y="4084"/>
                  </a:cubicBezTo>
                  <a:cubicBezTo>
                    <a:pt x="3847" y="4084"/>
                    <a:pt x="4755" y="3177"/>
                    <a:pt x="4767" y="2052"/>
                  </a:cubicBezTo>
                  <a:cubicBezTo>
                    <a:pt x="4767" y="815"/>
                    <a:pt x="3758" y="0"/>
                    <a:pt x="2708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05" name="Google Shape;3905;p65"/>
            <p:cNvSpPr/>
            <p:nvPr/>
          </p:nvSpPr>
          <p:spPr>
            <a:xfrm>
              <a:off x="2433675" y="4124325"/>
              <a:ext cx="47500" cy="40725"/>
            </a:xfrm>
            <a:custGeom>
              <a:avLst/>
              <a:gdLst/>
              <a:ahLst/>
              <a:cxnLst/>
              <a:rect l="l" t="t" r="r" b="b"/>
              <a:pathLst>
                <a:path w="1900" h="1629" extrusionOk="0">
                  <a:moveTo>
                    <a:pt x="1089" y="0"/>
                  </a:moveTo>
                  <a:cubicBezTo>
                    <a:pt x="363" y="0"/>
                    <a:pt x="1" y="883"/>
                    <a:pt x="509" y="1391"/>
                  </a:cubicBezTo>
                  <a:cubicBezTo>
                    <a:pt x="673" y="1555"/>
                    <a:pt x="876" y="1629"/>
                    <a:pt x="1076" y="1629"/>
                  </a:cubicBezTo>
                  <a:cubicBezTo>
                    <a:pt x="1495" y="1629"/>
                    <a:pt x="1900" y="1306"/>
                    <a:pt x="1900" y="823"/>
                  </a:cubicBezTo>
                  <a:cubicBezTo>
                    <a:pt x="1900" y="363"/>
                    <a:pt x="1537" y="0"/>
                    <a:pt x="1089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06" name="Google Shape;3906;p65"/>
            <p:cNvSpPr/>
            <p:nvPr/>
          </p:nvSpPr>
          <p:spPr>
            <a:xfrm>
              <a:off x="2843450" y="3637275"/>
              <a:ext cx="106475" cy="91200"/>
            </a:xfrm>
            <a:custGeom>
              <a:avLst/>
              <a:gdLst/>
              <a:ahLst/>
              <a:cxnLst/>
              <a:rect l="l" t="t" r="r" b="b"/>
              <a:pathLst>
                <a:path w="4259" h="3648" extrusionOk="0">
                  <a:moveTo>
                    <a:pt x="2426" y="0"/>
                  </a:moveTo>
                  <a:cubicBezTo>
                    <a:pt x="1979" y="0"/>
                    <a:pt x="1522" y="167"/>
                    <a:pt x="1150" y="539"/>
                  </a:cubicBezTo>
                  <a:cubicBezTo>
                    <a:pt x="1" y="1688"/>
                    <a:pt x="811" y="3648"/>
                    <a:pt x="2432" y="3648"/>
                  </a:cubicBezTo>
                  <a:cubicBezTo>
                    <a:pt x="3448" y="3648"/>
                    <a:pt x="4259" y="2837"/>
                    <a:pt x="4259" y="1833"/>
                  </a:cubicBezTo>
                  <a:cubicBezTo>
                    <a:pt x="4259" y="729"/>
                    <a:pt x="3362" y="0"/>
                    <a:pt x="2426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07" name="Google Shape;3907;p65"/>
            <p:cNvSpPr/>
            <p:nvPr/>
          </p:nvSpPr>
          <p:spPr>
            <a:xfrm>
              <a:off x="2884275" y="3667975"/>
              <a:ext cx="35100" cy="29875"/>
            </a:xfrm>
            <a:custGeom>
              <a:avLst/>
              <a:gdLst/>
              <a:ahLst/>
              <a:cxnLst/>
              <a:rect l="l" t="t" r="r" b="b"/>
              <a:pathLst>
                <a:path w="1404" h="1195" extrusionOk="0">
                  <a:moveTo>
                    <a:pt x="799" y="0"/>
                  </a:moveTo>
                  <a:cubicBezTo>
                    <a:pt x="267" y="0"/>
                    <a:pt x="1" y="641"/>
                    <a:pt x="376" y="1016"/>
                  </a:cubicBezTo>
                  <a:cubicBezTo>
                    <a:pt x="499" y="1139"/>
                    <a:pt x="650" y="1195"/>
                    <a:pt x="799" y="1195"/>
                  </a:cubicBezTo>
                  <a:cubicBezTo>
                    <a:pt x="1104" y="1195"/>
                    <a:pt x="1396" y="963"/>
                    <a:pt x="1404" y="605"/>
                  </a:cubicBezTo>
                  <a:cubicBezTo>
                    <a:pt x="1404" y="266"/>
                    <a:pt x="1138" y="0"/>
                    <a:pt x="799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08" name="Google Shape;3908;p65"/>
            <p:cNvSpPr/>
            <p:nvPr/>
          </p:nvSpPr>
          <p:spPr>
            <a:xfrm>
              <a:off x="3285600" y="3235650"/>
              <a:ext cx="106775" cy="91225"/>
            </a:xfrm>
            <a:custGeom>
              <a:avLst/>
              <a:gdLst/>
              <a:ahLst/>
              <a:cxnLst/>
              <a:rect l="l" t="t" r="r" b="b"/>
              <a:pathLst>
                <a:path w="4271" h="3649" extrusionOk="0">
                  <a:moveTo>
                    <a:pt x="2430" y="0"/>
                  </a:moveTo>
                  <a:cubicBezTo>
                    <a:pt x="1980" y="0"/>
                    <a:pt x="1522" y="167"/>
                    <a:pt x="1149" y="539"/>
                  </a:cubicBezTo>
                  <a:cubicBezTo>
                    <a:pt x="0" y="1688"/>
                    <a:pt x="823" y="3648"/>
                    <a:pt x="2444" y="3648"/>
                  </a:cubicBezTo>
                  <a:cubicBezTo>
                    <a:pt x="3448" y="3648"/>
                    <a:pt x="4270" y="2838"/>
                    <a:pt x="4270" y="1822"/>
                  </a:cubicBezTo>
                  <a:cubicBezTo>
                    <a:pt x="4270" y="726"/>
                    <a:pt x="3369" y="0"/>
                    <a:pt x="2430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09" name="Google Shape;3909;p65"/>
            <p:cNvSpPr/>
            <p:nvPr/>
          </p:nvSpPr>
          <p:spPr>
            <a:xfrm>
              <a:off x="3331875" y="3266350"/>
              <a:ext cx="29650" cy="29975"/>
            </a:xfrm>
            <a:custGeom>
              <a:avLst/>
              <a:gdLst/>
              <a:ahLst/>
              <a:cxnLst/>
              <a:rect l="l" t="t" r="r" b="b"/>
              <a:pathLst>
                <a:path w="1186" h="1199" extrusionOk="0">
                  <a:moveTo>
                    <a:pt x="593" y="1"/>
                  </a:moveTo>
                  <a:cubicBezTo>
                    <a:pt x="266" y="1"/>
                    <a:pt x="0" y="267"/>
                    <a:pt x="0" y="594"/>
                  </a:cubicBezTo>
                  <a:cubicBezTo>
                    <a:pt x="0" y="932"/>
                    <a:pt x="266" y="1198"/>
                    <a:pt x="593" y="1198"/>
                  </a:cubicBezTo>
                  <a:cubicBezTo>
                    <a:pt x="919" y="1198"/>
                    <a:pt x="1185" y="932"/>
                    <a:pt x="1185" y="594"/>
                  </a:cubicBezTo>
                  <a:cubicBezTo>
                    <a:pt x="1185" y="267"/>
                    <a:pt x="919" y="1"/>
                    <a:pt x="59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10" name="Google Shape;3910;p65"/>
            <p:cNvSpPr/>
            <p:nvPr/>
          </p:nvSpPr>
          <p:spPr>
            <a:xfrm>
              <a:off x="3723500" y="2560350"/>
              <a:ext cx="106775" cy="91525"/>
            </a:xfrm>
            <a:custGeom>
              <a:avLst/>
              <a:gdLst/>
              <a:ahLst/>
              <a:cxnLst/>
              <a:rect l="l" t="t" r="r" b="b"/>
              <a:pathLst>
                <a:path w="4271" h="3661" extrusionOk="0">
                  <a:moveTo>
                    <a:pt x="2426" y="1"/>
                  </a:moveTo>
                  <a:cubicBezTo>
                    <a:pt x="1978" y="1"/>
                    <a:pt x="1521" y="167"/>
                    <a:pt x="1150" y="539"/>
                  </a:cubicBezTo>
                  <a:cubicBezTo>
                    <a:pt x="0" y="1688"/>
                    <a:pt x="823" y="3660"/>
                    <a:pt x="2444" y="3660"/>
                  </a:cubicBezTo>
                  <a:cubicBezTo>
                    <a:pt x="3448" y="3648"/>
                    <a:pt x="4258" y="2838"/>
                    <a:pt x="4270" y="1834"/>
                  </a:cubicBezTo>
                  <a:cubicBezTo>
                    <a:pt x="4262" y="729"/>
                    <a:pt x="3363" y="1"/>
                    <a:pt x="2426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11" name="Google Shape;3911;p65"/>
            <p:cNvSpPr/>
            <p:nvPr/>
          </p:nvSpPr>
          <p:spPr>
            <a:xfrm>
              <a:off x="3769775" y="2591050"/>
              <a:ext cx="29650" cy="29975"/>
            </a:xfrm>
            <a:custGeom>
              <a:avLst/>
              <a:gdLst/>
              <a:ahLst/>
              <a:cxnLst/>
              <a:rect l="l" t="t" r="r" b="b"/>
              <a:pathLst>
                <a:path w="1186" h="1199" extrusionOk="0">
                  <a:moveTo>
                    <a:pt x="593" y="1"/>
                  </a:moveTo>
                  <a:cubicBezTo>
                    <a:pt x="266" y="1"/>
                    <a:pt x="0" y="279"/>
                    <a:pt x="0" y="606"/>
                  </a:cubicBezTo>
                  <a:cubicBezTo>
                    <a:pt x="0" y="932"/>
                    <a:pt x="266" y="1198"/>
                    <a:pt x="593" y="1198"/>
                  </a:cubicBezTo>
                  <a:cubicBezTo>
                    <a:pt x="919" y="1198"/>
                    <a:pt x="1186" y="932"/>
                    <a:pt x="1186" y="606"/>
                  </a:cubicBezTo>
                  <a:cubicBezTo>
                    <a:pt x="1186" y="279"/>
                    <a:pt x="919" y="1"/>
                    <a:pt x="59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12" name="Google Shape;3912;p65"/>
            <p:cNvSpPr/>
            <p:nvPr/>
          </p:nvSpPr>
          <p:spPr>
            <a:xfrm>
              <a:off x="4463225" y="3515700"/>
              <a:ext cx="106475" cy="91200"/>
            </a:xfrm>
            <a:custGeom>
              <a:avLst/>
              <a:gdLst/>
              <a:ahLst/>
              <a:cxnLst/>
              <a:rect l="l" t="t" r="r" b="b"/>
              <a:pathLst>
                <a:path w="4259" h="3648" extrusionOk="0">
                  <a:moveTo>
                    <a:pt x="2426" y="0"/>
                  </a:moveTo>
                  <a:cubicBezTo>
                    <a:pt x="1978" y="0"/>
                    <a:pt x="1521" y="167"/>
                    <a:pt x="1149" y="539"/>
                  </a:cubicBezTo>
                  <a:cubicBezTo>
                    <a:pt x="0" y="1688"/>
                    <a:pt x="811" y="3648"/>
                    <a:pt x="2431" y="3648"/>
                  </a:cubicBezTo>
                  <a:cubicBezTo>
                    <a:pt x="3448" y="3648"/>
                    <a:pt x="4258" y="2837"/>
                    <a:pt x="4258" y="1833"/>
                  </a:cubicBezTo>
                  <a:cubicBezTo>
                    <a:pt x="4258" y="729"/>
                    <a:pt x="3361" y="0"/>
                    <a:pt x="2426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13" name="Google Shape;3913;p65"/>
            <p:cNvSpPr/>
            <p:nvPr/>
          </p:nvSpPr>
          <p:spPr>
            <a:xfrm>
              <a:off x="4509175" y="3546700"/>
              <a:ext cx="29975" cy="29650"/>
            </a:xfrm>
            <a:custGeom>
              <a:avLst/>
              <a:gdLst/>
              <a:ahLst/>
              <a:cxnLst/>
              <a:rect l="l" t="t" r="r" b="b"/>
              <a:pathLst>
                <a:path w="1199" h="1186" extrusionOk="0">
                  <a:moveTo>
                    <a:pt x="593" y="0"/>
                  </a:moveTo>
                  <a:cubicBezTo>
                    <a:pt x="267" y="0"/>
                    <a:pt x="1" y="267"/>
                    <a:pt x="1" y="593"/>
                  </a:cubicBezTo>
                  <a:cubicBezTo>
                    <a:pt x="1" y="920"/>
                    <a:pt x="267" y="1186"/>
                    <a:pt x="593" y="1186"/>
                  </a:cubicBezTo>
                  <a:cubicBezTo>
                    <a:pt x="932" y="1186"/>
                    <a:pt x="1198" y="920"/>
                    <a:pt x="1198" y="593"/>
                  </a:cubicBezTo>
                  <a:cubicBezTo>
                    <a:pt x="1198" y="267"/>
                    <a:pt x="932" y="0"/>
                    <a:pt x="593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14" name="Google Shape;3914;p65"/>
            <p:cNvSpPr/>
            <p:nvPr/>
          </p:nvSpPr>
          <p:spPr>
            <a:xfrm>
              <a:off x="4392150" y="3664775"/>
              <a:ext cx="106475" cy="91225"/>
            </a:xfrm>
            <a:custGeom>
              <a:avLst/>
              <a:gdLst/>
              <a:ahLst/>
              <a:cxnLst/>
              <a:rect l="l" t="t" r="r" b="b"/>
              <a:pathLst>
                <a:path w="4259" h="3649" extrusionOk="0">
                  <a:moveTo>
                    <a:pt x="2427" y="1"/>
                  </a:moveTo>
                  <a:cubicBezTo>
                    <a:pt x="1979" y="1"/>
                    <a:pt x="1522" y="167"/>
                    <a:pt x="1149" y="540"/>
                  </a:cubicBezTo>
                  <a:cubicBezTo>
                    <a:pt x="0" y="1689"/>
                    <a:pt x="811" y="3648"/>
                    <a:pt x="2444" y="3648"/>
                  </a:cubicBezTo>
                  <a:cubicBezTo>
                    <a:pt x="3448" y="3648"/>
                    <a:pt x="4258" y="2826"/>
                    <a:pt x="4258" y="1822"/>
                  </a:cubicBezTo>
                  <a:cubicBezTo>
                    <a:pt x="4258" y="726"/>
                    <a:pt x="3363" y="1"/>
                    <a:pt x="2427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15" name="Google Shape;3915;p65"/>
            <p:cNvSpPr/>
            <p:nvPr/>
          </p:nvSpPr>
          <p:spPr>
            <a:xfrm>
              <a:off x="4438125" y="3695500"/>
              <a:ext cx="29950" cy="29650"/>
            </a:xfrm>
            <a:custGeom>
              <a:avLst/>
              <a:gdLst/>
              <a:ahLst/>
              <a:cxnLst/>
              <a:rect l="l" t="t" r="r" b="b"/>
              <a:pathLst>
                <a:path w="1198" h="1186" extrusionOk="0">
                  <a:moveTo>
                    <a:pt x="605" y="0"/>
                  </a:moveTo>
                  <a:cubicBezTo>
                    <a:pt x="266" y="0"/>
                    <a:pt x="0" y="266"/>
                    <a:pt x="0" y="593"/>
                  </a:cubicBezTo>
                  <a:cubicBezTo>
                    <a:pt x="0" y="919"/>
                    <a:pt x="266" y="1186"/>
                    <a:pt x="605" y="1186"/>
                  </a:cubicBezTo>
                  <a:cubicBezTo>
                    <a:pt x="931" y="1186"/>
                    <a:pt x="1198" y="919"/>
                    <a:pt x="1198" y="593"/>
                  </a:cubicBezTo>
                  <a:cubicBezTo>
                    <a:pt x="1198" y="266"/>
                    <a:pt x="931" y="0"/>
                    <a:pt x="60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16" name="Google Shape;3916;p65"/>
            <p:cNvSpPr/>
            <p:nvPr/>
          </p:nvSpPr>
          <p:spPr>
            <a:xfrm>
              <a:off x="4406975" y="3862050"/>
              <a:ext cx="106775" cy="91425"/>
            </a:xfrm>
            <a:custGeom>
              <a:avLst/>
              <a:gdLst/>
              <a:ahLst/>
              <a:cxnLst/>
              <a:rect l="l" t="t" r="r" b="b"/>
              <a:pathLst>
                <a:path w="4271" h="3657" extrusionOk="0">
                  <a:moveTo>
                    <a:pt x="2422" y="0"/>
                  </a:moveTo>
                  <a:cubicBezTo>
                    <a:pt x="1974" y="0"/>
                    <a:pt x="1519" y="166"/>
                    <a:pt x="1149" y="536"/>
                  </a:cubicBezTo>
                  <a:cubicBezTo>
                    <a:pt x="0" y="1685"/>
                    <a:pt x="823" y="3657"/>
                    <a:pt x="2456" y="3657"/>
                  </a:cubicBezTo>
                  <a:cubicBezTo>
                    <a:pt x="3448" y="3645"/>
                    <a:pt x="4258" y="2834"/>
                    <a:pt x="4270" y="1842"/>
                  </a:cubicBezTo>
                  <a:cubicBezTo>
                    <a:pt x="4270" y="735"/>
                    <a:pt x="3364" y="0"/>
                    <a:pt x="242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17" name="Google Shape;3917;p65"/>
            <p:cNvSpPr/>
            <p:nvPr/>
          </p:nvSpPr>
          <p:spPr>
            <a:xfrm>
              <a:off x="4453225" y="3892975"/>
              <a:ext cx="29675" cy="29650"/>
            </a:xfrm>
            <a:custGeom>
              <a:avLst/>
              <a:gdLst/>
              <a:ahLst/>
              <a:cxnLst/>
              <a:rect l="l" t="t" r="r" b="b"/>
              <a:pathLst>
                <a:path w="1187" h="1186" extrusionOk="0">
                  <a:moveTo>
                    <a:pt x="594" y="0"/>
                  </a:moveTo>
                  <a:cubicBezTo>
                    <a:pt x="267" y="0"/>
                    <a:pt x="1" y="266"/>
                    <a:pt x="1" y="593"/>
                  </a:cubicBezTo>
                  <a:cubicBezTo>
                    <a:pt x="1" y="920"/>
                    <a:pt x="267" y="1186"/>
                    <a:pt x="594" y="1186"/>
                  </a:cubicBezTo>
                  <a:cubicBezTo>
                    <a:pt x="920" y="1186"/>
                    <a:pt x="1186" y="920"/>
                    <a:pt x="1186" y="593"/>
                  </a:cubicBezTo>
                  <a:cubicBezTo>
                    <a:pt x="1186" y="266"/>
                    <a:pt x="920" y="0"/>
                    <a:pt x="594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18" name="Google Shape;3918;p65"/>
            <p:cNvSpPr/>
            <p:nvPr/>
          </p:nvSpPr>
          <p:spPr>
            <a:xfrm>
              <a:off x="3776725" y="3500875"/>
              <a:ext cx="106475" cy="91200"/>
            </a:xfrm>
            <a:custGeom>
              <a:avLst/>
              <a:gdLst/>
              <a:ahLst/>
              <a:cxnLst/>
              <a:rect l="l" t="t" r="r" b="b"/>
              <a:pathLst>
                <a:path w="4259" h="3648" extrusionOk="0">
                  <a:moveTo>
                    <a:pt x="2422" y="0"/>
                  </a:moveTo>
                  <a:cubicBezTo>
                    <a:pt x="1974" y="0"/>
                    <a:pt x="1518" y="167"/>
                    <a:pt x="1150" y="539"/>
                  </a:cubicBezTo>
                  <a:cubicBezTo>
                    <a:pt x="0" y="1688"/>
                    <a:pt x="811" y="3648"/>
                    <a:pt x="2432" y="3648"/>
                  </a:cubicBezTo>
                  <a:cubicBezTo>
                    <a:pt x="3436" y="3648"/>
                    <a:pt x="4258" y="2838"/>
                    <a:pt x="4258" y="1821"/>
                  </a:cubicBezTo>
                  <a:cubicBezTo>
                    <a:pt x="4258" y="726"/>
                    <a:pt x="3357" y="0"/>
                    <a:pt x="242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19" name="Google Shape;3919;p65"/>
            <p:cNvSpPr/>
            <p:nvPr/>
          </p:nvSpPr>
          <p:spPr>
            <a:xfrm>
              <a:off x="3822700" y="3531575"/>
              <a:ext cx="29650" cy="29975"/>
            </a:xfrm>
            <a:custGeom>
              <a:avLst/>
              <a:gdLst/>
              <a:ahLst/>
              <a:cxnLst/>
              <a:rect l="l" t="t" r="r" b="b"/>
              <a:pathLst>
                <a:path w="1186" h="1199" extrusionOk="0">
                  <a:moveTo>
                    <a:pt x="593" y="1"/>
                  </a:moveTo>
                  <a:cubicBezTo>
                    <a:pt x="266" y="1"/>
                    <a:pt x="0" y="267"/>
                    <a:pt x="0" y="593"/>
                  </a:cubicBezTo>
                  <a:cubicBezTo>
                    <a:pt x="0" y="932"/>
                    <a:pt x="266" y="1198"/>
                    <a:pt x="593" y="1198"/>
                  </a:cubicBezTo>
                  <a:cubicBezTo>
                    <a:pt x="919" y="1198"/>
                    <a:pt x="1186" y="932"/>
                    <a:pt x="1186" y="593"/>
                  </a:cubicBezTo>
                  <a:cubicBezTo>
                    <a:pt x="1186" y="267"/>
                    <a:pt x="919" y="1"/>
                    <a:pt x="59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20" name="Google Shape;3920;p65"/>
            <p:cNvSpPr/>
            <p:nvPr/>
          </p:nvSpPr>
          <p:spPr>
            <a:xfrm>
              <a:off x="3932850" y="3193725"/>
              <a:ext cx="134825" cy="115300"/>
            </a:xfrm>
            <a:custGeom>
              <a:avLst/>
              <a:gdLst/>
              <a:ahLst/>
              <a:cxnLst/>
              <a:rect l="l" t="t" r="r" b="b"/>
              <a:pathLst>
                <a:path w="5393" h="4612" extrusionOk="0">
                  <a:moveTo>
                    <a:pt x="3064" y="1"/>
                  </a:moveTo>
                  <a:cubicBezTo>
                    <a:pt x="2496" y="1"/>
                    <a:pt x="1918" y="211"/>
                    <a:pt x="1449" y="680"/>
                  </a:cubicBezTo>
                  <a:cubicBezTo>
                    <a:pt x="1" y="2128"/>
                    <a:pt x="1033" y="4611"/>
                    <a:pt x="3067" y="4611"/>
                  </a:cubicBezTo>
                  <a:cubicBezTo>
                    <a:pt x="3072" y="4611"/>
                    <a:pt x="3077" y="4611"/>
                    <a:pt x="3082" y="4611"/>
                  </a:cubicBezTo>
                  <a:cubicBezTo>
                    <a:pt x="4352" y="4611"/>
                    <a:pt x="5380" y="3583"/>
                    <a:pt x="5392" y="2313"/>
                  </a:cubicBezTo>
                  <a:cubicBezTo>
                    <a:pt x="5392" y="921"/>
                    <a:pt x="4251" y="1"/>
                    <a:pt x="3064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21" name="Google Shape;3921;p65"/>
            <p:cNvSpPr/>
            <p:nvPr/>
          </p:nvSpPr>
          <p:spPr>
            <a:xfrm>
              <a:off x="3973900" y="3224625"/>
              <a:ext cx="62925" cy="53900"/>
            </a:xfrm>
            <a:custGeom>
              <a:avLst/>
              <a:gdLst/>
              <a:ahLst/>
              <a:cxnLst/>
              <a:rect l="l" t="t" r="r" b="b"/>
              <a:pathLst>
                <a:path w="2517" h="2156" extrusionOk="0">
                  <a:moveTo>
                    <a:pt x="1440" y="0"/>
                  </a:moveTo>
                  <a:cubicBezTo>
                    <a:pt x="484" y="0"/>
                    <a:pt x="0" y="1162"/>
                    <a:pt x="678" y="1839"/>
                  </a:cubicBezTo>
                  <a:cubicBezTo>
                    <a:pt x="896" y="2058"/>
                    <a:pt x="1165" y="2155"/>
                    <a:pt x="1429" y="2155"/>
                  </a:cubicBezTo>
                  <a:cubicBezTo>
                    <a:pt x="1984" y="2155"/>
                    <a:pt x="2517" y="1724"/>
                    <a:pt x="2517" y="1077"/>
                  </a:cubicBezTo>
                  <a:cubicBezTo>
                    <a:pt x="2517" y="484"/>
                    <a:pt x="2045" y="0"/>
                    <a:pt x="1440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22" name="Google Shape;3922;p65"/>
            <p:cNvSpPr/>
            <p:nvPr/>
          </p:nvSpPr>
          <p:spPr>
            <a:xfrm>
              <a:off x="3880150" y="4042800"/>
              <a:ext cx="106475" cy="91225"/>
            </a:xfrm>
            <a:custGeom>
              <a:avLst/>
              <a:gdLst/>
              <a:ahLst/>
              <a:cxnLst/>
              <a:rect l="l" t="t" r="r" b="b"/>
              <a:pathLst>
                <a:path w="4259" h="3649" extrusionOk="0">
                  <a:moveTo>
                    <a:pt x="2428" y="1"/>
                  </a:moveTo>
                  <a:cubicBezTo>
                    <a:pt x="1979" y="1"/>
                    <a:pt x="1522" y="167"/>
                    <a:pt x="1150" y="540"/>
                  </a:cubicBezTo>
                  <a:cubicBezTo>
                    <a:pt x="0" y="1677"/>
                    <a:pt x="811" y="3648"/>
                    <a:pt x="2432" y="3648"/>
                  </a:cubicBezTo>
                  <a:cubicBezTo>
                    <a:pt x="3436" y="3648"/>
                    <a:pt x="4259" y="2826"/>
                    <a:pt x="4259" y="1822"/>
                  </a:cubicBezTo>
                  <a:cubicBezTo>
                    <a:pt x="4259" y="726"/>
                    <a:pt x="3363" y="1"/>
                    <a:pt x="2428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23" name="Google Shape;3923;p65"/>
            <p:cNvSpPr/>
            <p:nvPr/>
          </p:nvSpPr>
          <p:spPr>
            <a:xfrm>
              <a:off x="3920975" y="4073525"/>
              <a:ext cx="35100" cy="29800"/>
            </a:xfrm>
            <a:custGeom>
              <a:avLst/>
              <a:gdLst/>
              <a:ahLst/>
              <a:cxnLst/>
              <a:rect l="l" t="t" r="r" b="b"/>
              <a:pathLst>
                <a:path w="1404" h="1192" extrusionOk="0">
                  <a:moveTo>
                    <a:pt x="799" y="0"/>
                  </a:moveTo>
                  <a:cubicBezTo>
                    <a:pt x="267" y="0"/>
                    <a:pt x="1" y="641"/>
                    <a:pt x="376" y="1016"/>
                  </a:cubicBezTo>
                  <a:cubicBezTo>
                    <a:pt x="497" y="1137"/>
                    <a:pt x="645" y="1191"/>
                    <a:pt x="792" y="1191"/>
                  </a:cubicBezTo>
                  <a:cubicBezTo>
                    <a:pt x="1099" y="1191"/>
                    <a:pt x="1396" y="953"/>
                    <a:pt x="1404" y="593"/>
                  </a:cubicBezTo>
                  <a:cubicBezTo>
                    <a:pt x="1404" y="266"/>
                    <a:pt x="1126" y="0"/>
                    <a:pt x="799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24" name="Google Shape;3924;p65"/>
            <p:cNvSpPr/>
            <p:nvPr/>
          </p:nvSpPr>
          <p:spPr>
            <a:xfrm>
              <a:off x="4241250" y="4225850"/>
              <a:ext cx="106775" cy="91425"/>
            </a:xfrm>
            <a:custGeom>
              <a:avLst/>
              <a:gdLst/>
              <a:ahLst/>
              <a:cxnLst/>
              <a:rect l="l" t="t" r="r" b="b"/>
              <a:pathLst>
                <a:path w="4271" h="3657" extrusionOk="0">
                  <a:moveTo>
                    <a:pt x="2423" y="0"/>
                  </a:moveTo>
                  <a:cubicBezTo>
                    <a:pt x="1975" y="0"/>
                    <a:pt x="1520" y="166"/>
                    <a:pt x="1149" y="536"/>
                  </a:cubicBezTo>
                  <a:cubicBezTo>
                    <a:pt x="0" y="1685"/>
                    <a:pt x="823" y="3657"/>
                    <a:pt x="2444" y="3657"/>
                  </a:cubicBezTo>
                  <a:cubicBezTo>
                    <a:pt x="3448" y="3657"/>
                    <a:pt x="4258" y="2834"/>
                    <a:pt x="4270" y="1830"/>
                  </a:cubicBezTo>
                  <a:cubicBezTo>
                    <a:pt x="4270" y="732"/>
                    <a:pt x="3365" y="0"/>
                    <a:pt x="2423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25" name="Google Shape;3925;p65"/>
            <p:cNvSpPr/>
            <p:nvPr/>
          </p:nvSpPr>
          <p:spPr>
            <a:xfrm>
              <a:off x="4287500" y="4256775"/>
              <a:ext cx="29675" cy="29675"/>
            </a:xfrm>
            <a:custGeom>
              <a:avLst/>
              <a:gdLst/>
              <a:ahLst/>
              <a:cxnLst/>
              <a:rect l="l" t="t" r="r" b="b"/>
              <a:pathLst>
                <a:path w="1187" h="1187" extrusionOk="0">
                  <a:moveTo>
                    <a:pt x="594" y="1"/>
                  </a:moveTo>
                  <a:cubicBezTo>
                    <a:pt x="267" y="1"/>
                    <a:pt x="1" y="267"/>
                    <a:pt x="1" y="593"/>
                  </a:cubicBezTo>
                  <a:cubicBezTo>
                    <a:pt x="1" y="920"/>
                    <a:pt x="267" y="1186"/>
                    <a:pt x="594" y="1186"/>
                  </a:cubicBezTo>
                  <a:cubicBezTo>
                    <a:pt x="920" y="1186"/>
                    <a:pt x="1186" y="920"/>
                    <a:pt x="1186" y="593"/>
                  </a:cubicBezTo>
                  <a:cubicBezTo>
                    <a:pt x="1186" y="267"/>
                    <a:pt x="920" y="1"/>
                    <a:pt x="59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26" name="Google Shape;3926;p65"/>
            <p:cNvSpPr/>
            <p:nvPr/>
          </p:nvSpPr>
          <p:spPr>
            <a:xfrm>
              <a:off x="2013925" y="3819400"/>
              <a:ext cx="106475" cy="91425"/>
            </a:xfrm>
            <a:custGeom>
              <a:avLst/>
              <a:gdLst/>
              <a:ahLst/>
              <a:cxnLst/>
              <a:rect l="l" t="t" r="r" b="b"/>
              <a:pathLst>
                <a:path w="4259" h="3657" extrusionOk="0">
                  <a:moveTo>
                    <a:pt x="2421" y="0"/>
                  </a:moveTo>
                  <a:cubicBezTo>
                    <a:pt x="1974" y="0"/>
                    <a:pt x="1520" y="166"/>
                    <a:pt x="1149" y="536"/>
                  </a:cubicBezTo>
                  <a:cubicBezTo>
                    <a:pt x="0" y="1685"/>
                    <a:pt x="811" y="3645"/>
                    <a:pt x="2432" y="3657"/>
                  </a:cubicBezTo>
                  <a:cubicBezTo>
                    <a:pt x="3436" y="3645"/>
                    <a:pt x="4258" y="2834"/>
                    <a:pt x="4258" y="1830"/>
                  </a:cubicBezTo>
                  <a:cubicBezTo>
                    <a:pt x="4258" y="732"/>
                    <a:pt x="3358" y="0"/>
                    <a:pt x="2421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27" name="Google Shape;3927;p65"/>
            <p:cNvSpPr/>
            <p:nvPr/>
          </p:nvSpPr>
          <p:spPr>
            <a:xfrm>
              <a:off x="2059875" y="3850025"/>
              <a:ext cx="29675" cy="29975"/>
            </a:xfrm>
            <a:custGeom>
              <a:avLst/>
              <a:gdLst/>
              <a:ahLst/>
              <a:cxnLst/>
              <a:rect l="l" t="t" r="r" b="b"/>
              <a:pathLst>
                <a:path w="1187" h="1199" extrusionOk="0">
                  <a:moveTo>
                    <a:pt x="594" y="1"/>
                  </a:moveTo>
                  <a:cubicBezTo>
                    <a:pt x="267" y="1"/>
                    <a:pt x="1" y="279"/>
                    <a:pt x="1" y="605"/>
                  </a:cubicBezTo>
                  <a:cubicBezTo>
                    <a:pt x="1" y="932"/>
                    <a:pt x="267" y="1198"/>
                    <a:pt x="594" y="1198"/>
                  </a:cubicBezTo>
                  <a:cubicBezTo>
                    <a:pt x="920" y="1198"/>
                    <a:pt x="1186" y="932"/>
                    <a:pt x="1186" y="605"/>
                  </a:cubicBezTo>
                  <a:cubicBezTo>
                    <a:pt x="1186" y="279"/>
                    <a:pt x="920" y="1"/>
                    <a:pt x="59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28" name="Google Shape;3928;p65"/>
            <p:cNvSpPr/>
            <p:nvPr/>
          </p:nvSpPr>
          <p:spPr>
            <a:xfrm>
              <a:off x="1937700" y="3572625"/>
              <a:ext cx="106475" cy="91450"/>
            </a:xfrm>
            <a:custGeom>
              <a:avLst/>
              <a:gdLst/>
              <a:ahLst/>
              <a:cxnLst/>
              <a:rect l="l" t="t" r="r" b="b"/>
              <a:pathLst>
                <a:path w="4259" h="3658" extrusionOk="0">
                  <a:moveTo>
                    <a:pt x="2421" y="0"/>
                  </a:moveTo>
                  <a:cubicBezTo>
                    <a:pt x="1975" y="0"/>
                    <a:pt x="1520" y="166"/>
                    <a:pt x="1150" y="536"/>
                  </a:cubicBezTo>
                  <a:cubicBezTo>
                    <a:pt x="1" y="1685"/>
                    <a:pt x="811" y="3657"/>
                    <a:pt x="2432" y="3657"/>
                  </a:cubicBezTo>
                  <a:cubicBezTo>
                    <a:pt x="3436" y="3657"/>
                    <a:pt x="4259" y="2834"/>
                    <a:pt x="4259" y="1830"/>
                  </a:cubicBezTo>
                  <a:cubicBezTo>
                    <a:pt x="4259" y="732"/>
                    <a:pt x="3359" y="0"/>
                    <a:pt x="2421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29" name="Google Shape;3929;p65"/>
            <p:cNvSpPr/>
            <p:nvPr/>
          </p:nvSpPr>
          <p:spPr>
            <a:xfrm>
              <a:off x="1978525" y="3603550"/>
              <a:ext cx="34825" cy="29825"/>
            </a:xfrm>
            <a:custGeom>
              <a:avLst/>
              <a:gdLst/>
              <a:ahLst/>
              <a:cxnLst/>
              <a:rect l="l" t="t" r="r" b="b"/>
              <a:pathLst>
                <a:path w="1393" h="1193" extrusionOk="0">
                  <a:moveTo>
                    <a:pt x="799" y="1"/>
                  </a:moveTo>
                  <a:cubicBezTo>
                    <a:pt x="267" y="1"/>
                    <a:pt x="1" y="642"/>
                    <a:pt x="376" y="1017"/>
                  </a:cubicBezTo>
                  <a:cubicBezTo>
                    <a:pt x="497" y="1138"/>
                    <a:pt x="646" y="1192"/>
                    <a:pt x="792" y="1192"/>
                  </a:cubicBezTo>
                  <a:cubicBezTo>
                    <a:pt x="1098" y="1192"/>
                    <a:pt x="1392" y="954"/>
                    <a:pt x="1392" y="593"/>
                  </a:cubicBezTo>
                  <a:cubicBezTo>
                    <a:pt x="1392" y="267"/>
                    <a:pt x="1126" y="1"/>
                    <a:pt x="799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30" name="Google Shape;3930;p65"/>
            <p:cNvSpPr/>
            <p:nvPr/>
          </p:nvSpPr>
          <p:spPr>
            <a:xfrm>
              <a:off x="2124300" y="4295300"/>
              <a:ext cx="138525" cy="118450"/>
            </a:xfrm>
            <a:custGeom>
              <a:avLst/>
              <a:gdLst/>
              <a:ahLst/>
              <a:cxnLst/>
              <a:rect l="l" t="t" r="r" b="b"/>
              <a:pathLst>
                <a:path w="5541" h="4738" extrusionOk="0">
                  <a:moveTo>
                    <a:pt x="3156" y="1"/>
                  </a:moveTo>
                  <a:cubicBezTo>
                    <a:pt x="2575" y="1"/>
                    <a:pt x="1982" y="216"/>
                    <a:pt x="1501" y="698"/>
                  </a:cubicBezTo>
                  <a:cubicBezTo>
                    <a:pt x="1" y="2185"/>
                    <a:pt x="1065" y="4738"/>
                    <a:pt x="3170" y="4738"/>
                  </a:cubicBezTo>
                  <a:cubicBezTo>
                    <a:pt x="4476" y="4738"/>
                    <a:pt x="5529" y="3673"/>
                    <a:pt x="5541" y="2367"/>
                  </a:cubicBezTo>
                  <a:cubicBezTo>
                    <a:pt x="5541" y="943"/>
                    <a:pt x="4373" y="1"/>
                    <a:pt x="3156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31" name="Google Shape;3931;p65"/>
            <p:cNvSpPr/>
            <p:nvPr/>
          </p:nvSpPr>
          <p:spPr>
            <a:xfrm>
              <a:off x="2165425" y="4326025"/>
              <a:ext cx="66575" cy="57050"/>
            </a:xfrm>
            <a:custGeom>
              <a:avLst/>
              <a:gdLst/>
              <a:ahLst/>
              <a:cxnLst/>
              <a:rect l="l" t="t" r="r" b="b"/>
              <a:pathLst>
                <a:path w="2663" h="2282" extrusionOk="0">
                  <a:moveTo>
                    <a:pt x="1525" y="1"/>
                  </a:moveTo>
                  <a:cubicBezTo>
                    <a:pt x="509" y="1"/>
                    <a:pt x="1" y="1223"/>
                    <a:pt x="714" y="1948"/>
                  </a:cubicBezTo>
                  <a:cubicBezTo>
                    <a:pt x="948" y="2179"/>
                    <a:pt x="1234" y="2282"/>
                    <a:pt x="1514" y="2282"/>
                  </a:cubicBezTo>
                  <a:cubicBezTo>
                    <a:pt x="2101" y="2282"/>
                    <a:pt x="2662" y="1826"/>
                    <a:pt x="2662" y="1138"/>
                  </a:cubicBezTo>
                  <a:cubicBezTo>
                    <a:pt x="2662" y="509"/>
                    <a:pt x="2154" y="1"/>
                    <a:pt x="1525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32" name="Google Shape;3932;p65"/>
            <p:cNvSpPr/>
            <p:nvPr/>
          </p:nvSpPr>
          <p:spPr>
            <a:xfrm>
              <a:off x="2600925" y="3530650"/>
              <a:ext cx="138525" cy="118600"/>
            </a:xfrm>
            <a:custGeom>
              <a:avLst/>
              <a:gdLst/>
              <a:ahLst/>
              <a:cxnLst/>
              <a:rect l="l" t="t" r="r" b="b"/>
              <a:pathLst>
                <a:path w="5541" h="4744" extrusionOk="0">
                  <a:moveTo>
                    <a:pt x="3156" y="1"/>
                  </a:moveTo>
                  <a:cubicBezTo>
                    <a:pt x="2574" y="1"/>
                    <a:pt x="1982" y="218"/>
                    <a:pt x="1500" y="703"/>
                  </a:cubicBezTo>
                  <a:cubicBezTo>
                    <a:pt x="0" y="2191"/>
                    <a:pt x="1065" y="4743"/>
                    <a:pt x="3169" y="4743"/>
                  </a:cubicBezTo>
                  <a:cubicBezTo>
                    <a:pt x="4476" y="4731"/>
                    <a:pt x="5528" y="3679"/>
                    <a:pt x="5540" y="2372"/>
                  </a:cubicBezTo>
                  <a:cubicBezTo>
                    <a:pt x="5540" y="949"/>
                    <a:pt x="4373" y="1"/>
                    <a:pt x="3156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33" name="Google Shape;3933;p65"/>
            <p:cNvSpPr/>
            <p:nvPr/>
          </p:nvSpPr>
          <p:spPr>
            <a:xfrm>
              <a:off x="2651725" y="3561525"/>
              <a:ext cx="56875" cy="56875"/>
            </a:xfrm>
            <a:custGeom>
              <a:avLst/>
              <a:gdLst/>
              <a:ahLst/>
              <a:cxnLst/>
              <a:rect l="l" t="t" r="r" b="b"/>
              <a:pathLst>
                <a:path w="2275" h="2275" extrusionOk="0">
                  <a:moveTo>
                    <a:pt x="1137" y="0"/>
                  </a:moveTo>
                  <a:cubicBezTo>
                    <a:pt x="508" y="0"/>
                    <a:pt x="0" y="508"/>
                    <a:pt x="0" y="1137"/>
                  </a:cubicBezTo>
                  <a:cubicBezTo>
                    <a:pt x="0" y="1766"/>
                    <a:pt x="508" y="2274"/>
                    <a:pt x="1137" y="2274"/>
                  </a:cubicBezTo>
                  <a:cubicBezTo>
                    <a:pt x="1766" y="2274"/>
                    <a:pt x="2275" y="1766"/>
                    <a:pt x="2275" y="1137"/>
                  </a:cubicBezTo>
                  <a:cubicBezTo>
                    <a:pt x="2275" y="508"/>
                    <a:pt x="1766" y="0"/>
                    <a:pt x="1137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3934" name="Google Shape;3934;p65"/>
          <p:cNvGrpSpPr/>
          <p:nvPr/>
        </p:nvGrpSpPr>
        <p:grpSpPr>
          <a:xfrm>
            <a:off x="4393167" y="1547852"/>
            <a:ext cx="1943130" cy="1035176"/>
            <a:chOff x="233350" y="949250"/>
            <a:chExt cx="7137300" cy="3802300"/>
          </a:xfrm>
        </p:grpSpPr>
        <p:sp>
          <p:nvSpPr>
            <p:cNvPr id="3935" name="Google Shape;3935;p65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36" name="Google Shape;3936;p65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37" name="Google Shape;3937;p65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38" name="Google Shape;3938;p65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39" name="Google Shape;3939;p65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40" name="Google Shape;3940;p65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41" name="Google Shape;3941;p65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42" name="Google Shape;3942;p65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43" name="Google Shape;3943;p65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44" name="Google Shape;3944;p65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45" name="Google Shape;3945;p65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46" name="Google Shape;3946;p65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47" name="Google Shape;3947;p65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48" name="Google Shape;3948;p65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49" name="Google Shape;3949;p65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50" name="Google Shape;3950;p65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51" name="Google Shape;3951;p65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52" name="Google Shape;3952;p65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53" name="Google Shape;3953;p65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54" name="Google Shape;3954;p65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55" name="Google Shape;3955;p65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56" name="Google Shape;3956;p65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57" name="Google Shape;3957;p65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58" name="Google Shape;3958;p65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59" name="Google Shape;3959;p65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60" name="Google Shape;3960;p65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61" name="Google Shape;3961;p65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62" name="Google Shape;3962;p65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63" name="Google Shape;3963;p65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64" name="Google Shape;3964;p65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65" name="Google Shape;3965;p65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66" name="Google Shape;3966;p65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67" name="Google Shape;3967;p65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68" name="Google Shape;3968;p65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69" name="Google Shape;3969;p65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70" name="Google Shape;3970;p65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71" name="Google Shape;3971;p65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72" name="Google Shape;3972;p65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73" name="Google Shape;3973;p65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74" name="Google Shape;3974;p65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75" name="Google Shape;3975;p65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76" name="Google Shape;3976;p65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77" name="Google Shape;3977;p65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78" name="Google Shape;3978;p65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79" name="Google Shape;3979;p65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80" name="Google Shape;3980;p65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81" name="Google Shape;3981;p65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82" name="Google Shape;3982;p65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83" name="Google Shape;3983;p65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84" name="Google Shape;3984;p65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85" name="Google Shape;3985;p65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3986" name="Google Shape;3986;p65"/>
          <p:cNvGrpSpPr/>
          <p:nvPr/>
        </p:nvGrpSpPr>
        <p:grpSpPr>
          <a:xfrm>
            <a:off x="5753989" y="3081431"/>
            <a:ext cx="78173" cy="240255"/>
            <a:chOff x="7564426" y="3224343"/>
            <a:chExt cx="119985" cy="368801"/>
          </a:xfrm>
        </p:grpSpPr>
        <p:sp>
          <p:nvSpPr>
            <p:cNvPr id="3987" name="Google Shape;3987;p65"/>
            <p:cNvSpPr/>
            <p:nvPr/>
          </p:nvSpPr>
          <p:spPr>
            <a:xfrm>
              <a:off x="7564426" y="3224379"/>
              <a:ext cx="119985" cy="368765"/>
            </a:xfrm>
            <a:custGeom>
              <a:avLst/>
              <a:gdLst/>
              <a:ahLst/>
              <a:cxnLst/>
              <a:rect l="l" t="t" r="r" b="b"/>
              <a:pathLst>
                <a:path w="13196" h="40557" extrusionOk="0">
                  <a:moveTo>
                    <a:pt x="2529" y="1"/>
                  </a:moveTo>
                  <a:lnTo>
                    <a:pt x="2547" y="1348"/>
                  </a:lnTo>
                  <a:lnTo>
                    <a:pt x="10244" y="1459"/>
                  </a:lnTo>
                  <a:lnTo>
                    <a:pt x="10227" y="108"/>
                  </a:lnTo>
                  <a:lnTo>
                    <a:pt x="2529" y="1"/>
                  </a:lnTo>
                  <a:close/>
                  <a:moveTo>
                    <a:pt x="3107" y="1850"/>
                  </a:moveTo>
                  <a:lnTo>
                    <a:pt x="556" y="15262"/>
                  </a:lnTo>
                  <a:lnTo>
                    <a:pt x="12617" y="15439"/>
                  </a:lnTo>
                  <a:lnTo>
                    <a:pt x="9489" y="1872"/>
                  </a:lnTo>
                  <a:lnTo>
                    <a:pt x="3107" y="1850"/>
                  </a:lnTo>
                  <a:close/>
                  <a:moveTo>
                    <a:pt x="1" y="15688"/>
                  </a:moveTo>
                  <a:lnTo>
                    <a:pt x="23" y="17035"/>
                  </a:lnTo>
                  <a:lnTo>
                    <a:pt x="13195" y="17226"/>
                  </a:lnTo>
                  <a:lnTo>
                    <a:pt x="13177" y="15879"/>
                  </a:lnTo>
                  <a:lnTo>
                    <a:pt x="1" y="15688"/>
                  </a:lnTo>
                  <a:close/>
                  <a:moveTo>
                    <a:pt x="4658" y="17528"/>
                  </a:moveTo>
                  <a:lnTo>
                    <a:pt x="4658" y="17528"/>
                  </a:lnTo>
                  <a:cubicBezTo>
                    <a:pt x="4685" y="21359"/>
                    <a:pt x="6027" y="32838"/>
                    <a:pt x="6902" y="40557"/>
                  </a:cubicBezTo>
                  <a:cubicBezTo>
                    <a:pt x="6902" y="40557"/>
                    <a:pt x="8813" y="21274"/>
                    <a:pt x="8560" y="17586"/>
                  </a:cubicBezTo>
                  <a:lnTo>
                    <a:pt x="4658" y="17528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88" name="Google Shape;3988;p65"/>
            <p:cNvSpPr/>
            <p:nvPr/>
          </p:nvSpPr>
          <p:spPr>
            <a:xfrm>
              <a:off x="7564426" y="3224343"/>
              <a:ext cx="119985" cy="368801"/>
            </a:xfrm>
            <a:custGeom>
              <a:avLst/>
              <a:gdLst/>
              <a:ahLst/>
              <a:cxnLst/>
              <a:rect l="l" t="t" r="r" b="b"/>
              <a:pathLst>
                <a:path w="13196" h="40561" extrusionOk="0">
                  <a:moveTo>
                    <a:pt x="2529" y="1"/>
                  </a:moveTo>
                  <a:lnTo>
                    <a:pt x="2529" y="5"/>
                  </a:lnTo>
                  <a:lnTo>
                    <a:pt x="2547" y="1352"/>
                  </a:lnTo>
                  <a:lnTo>
                    <a:pt x="10244" y="1463"/>
                  </a:lnTo>
                  <a:lnTo>
                    <a:pt x="10227" y="112"/>
                  </a:lnTo>
                  <a:lnTo>
                    <a:pt x="2529" y="1"/>
                  </a:lnTo>
                  <a:close/>
                  <a:moveTo>
                    <a:pt x="3107" y="1854"/>
                  </a:moveTo>
                  <a:lnTo>
                    <a:pt x="556" y="15266"/>
                  </a:lnTo>
                  <a:lnTo>
                    <a:pt x="12617" y="15443"/>
                  </a:lnTo>
                  <a:lnTo>
                    <a:pt x="9489" y="1876"/>
                  </a:lnTo>
                  <a:lnTo>
                    <a:pt x="3107" y="1854"/>
                  </a:lnTo>
                  <a:close/>
                  <a:moveTo>
                    <a:pt x="1" y="15692"/>
                  </a:moveTo>
                  <a:lnTo>
                    <a:pt x="23" y="17039"/>
                  </a:lnTo>
                  <a:lnTo>
                    <a:pt x="13195" y="17230"/>
                  </a:lnTo>
                  <a:lnTo>
                    <a:pt x="13177" y="15883"/>
                  </a:lnTo>
                  <a:lnTo>
                    <a:pt x="1" y="15692"/>
                  </a:lnTo>
                  <a:close/>
                  <a:moveTo>
                    <a:pt x="4658" y="17532"/>
                  </a:moveTo>
                  <a:lnTo>
                    <a:pt x="4658" y="17532"/>
                  </a:lnTo>
                  <a:cubicBezTo>
                    <a:pt x="4685" y="21363"/>
                    <a:pt x="6027" y="32842"/>
                    <a:pt x="6902" y="40561"/>
                  </a:cubicBezTo>
                  <a:cubicBezTo>
                    <a:pt x="6902" y="40561"/>
                    <a:pt x="8813" y="21278"/>
                    <a:pt x="8560" y="17590"/>
                  </a:cubicBezTo>
                  <a:lnTo>
                    <a:pt x="4658" y="17532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3989" name="Google Shape;3989;p65"/>
          <p:cNvGrpSpPr/>
          <p:nvPr/>
        </p:nvGrpSpPr>
        <p:grpSpPr>
          <a:xfrm>
            <a:off x="5528605" y="3077008"/>
            <a:ext cx="142117" cy="249099"/>
            <a:chOff x="8370831" y="3202002"/>
            <a:chExt cx="218129" cy="382376"/>
          </a:xfrm>
        </p:grpSpPr>
        <p:sp>
          <p:nvSpPr>
            <p:cNvPr id="3990" name="Google Shape;3990;p65"/>
            <p:cNvSpPr/>
            <p:nvPr/>
          </p:nvSpPr>
          <p:spPr>
            <a:xfrm>
              <a:off x="8370831" y="3202002"/>
              <a:ext cx="218129" cy="382376"/>
            </a:xfrm>
            <a:custGeom>
              <a:avLst/>
              <a:gdLst/>
              <a:ahLst/>
              <a:cxnLst/>
              <a:rect l="l" t="t" r="r" b="b"/>
              <a:pathLst>
                <a:path w="23990" h="42054" extrusionOk="0">
                  <a:moveTo>
                    <a:pt x="11991" y="0"/>
                  </a:moveTo>
                  <a:cubicBezTo>
                    <a:pt x="11992" y="0"/>
                    <a:pt x="11992" y="0"/>
                    <a:pt x="11993" y="0"/>
                  </a:cubicBezTo>
                  <a:lnTo>
                    <a:pt x="11993" y="0"/>
                  </a:lnTo>
                  <a:cubicBezTo>
                    <a:pt x="11994" y="0"/>
                    <a:pt x="11995" y="0"/>
                    <a:pt x="11995" y="0"/>
                  </a:cubicBezTo>
                  <a:close/>
                  <a:moveTo>
                    <a:pt x="11993" y="0"/>
                  </a:moveTo>
                  <a:cubicBezTo>
                    <a:pt x="5373" y="1"/>
                    <a:pt x="1" y="4974"/>
                    <a:pt x="1" y="11110"/>
                  </a:cubicBezTo>
                  <a:cubicBezTo>
                    <a:pt x="1" y="14754"/>
                    <a:pt x="1894" y="17985"/>
                    <a:pt x="4823" y="20011"/>
                  </a:cubicBezTo>
                  <a:lnTo>
                    <a:pt x="12062" y="42054"/>
                  </a:lnTo>
                  <a:lnTo>
                    <a:pt x="18950" y="20154"/>
                  </a:lnTo>
                  <a:cubicBezTo>
                    <a:pt x="21999" y="18136"/>
                    <a:pt x="23990" y="14843"/>
                    <a:pt x="23990" y="11110"/>
                  </a:cubicBezTo>
                  <a:cubicBezTo>
                    <a:pt x="23990" y="4978"/>
                    <a:pt x="18618" y="1"/>
                    <a:pt x="11993" y="0"/>
                  </a:cubicBezTo>
                  <a:close/>
                </a:path>
              </a:pathLst>
            </a:custGeom>
            <a:solidFill>
              <a:srgbClr val="92A9B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91" name="Google Shape;3991;p65"/>
            <p:cNvSpPr/>
            <p:nvPr/>
          </p:nvSpPr>
          <p:spPr>
            <a:xfrm>
              <a:off x="8397745" y="3226607"/>
              <a:ext cx="164347" cy="152181"/>
            </a:xfrm>
            <a:custGeom>
              <a:avLst/>
              <a:gdLst/>
              <a:ahLst/>
              <a:cxnLst/>
              <a:rect l="l" t="t" r="r" b="b"/>
              <a:pathLst>
                <a:path w="18075" h="16737" extrusionOk="0">
                  <a:moveTo>
                    <a:pt x="9035" y="0"/>
                  </a:moveTo>
                  <a:cubicBezTo>
                    <a:pt x="4045" y="0"/>
                    <a:pt x="1" y="3747"/>
                    <a:pt x="1" y="8368"/>
                  </a:cubicBezTo>
                  <a:cubicBezTo>
                    <a:pt x="1" y="12990"/>
                    <a:pt x="4045" y="16736"/>
                    <a:pt x="9035" y="16736"/>
                  </a:cubicBezTo>
                  <a:cubicBezTo>
                    <a:pt x="14026" y="16736"/>
                    <a:pt x="18075" y="12990"/>
                    <a:pt x="18075" y="8368"/>
                  </a:cubicBezTo>
                  <a:cubicBezTo>
                    <a:pt x="18075" y="3747"/>
                    <a:pt x="14030" y="0"/>
                    <a:pt x="90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3992" name="Google Shape;3992;p65"/>
          <p:cNvGrpSpPr/>
          <p:nvPr/>
        </p:nvGrpSpPr>
        <p:grpSpPr>
          <a:xfrm>
            <a:off x="6071148" y="3385357"/>
            <a:ext cx="232072" cy="200250"/>
            <a:chOff x="6742064" y="3750480"/>
            <a:chExt cx="399315" cy="344560"/>
          </a:xfrm>
        </p:grpSpPr>
        <p:sp>
          <p:nvSpPr>
            <p:cNvPr id="3993" name="Google Shape;3993;p65"/>
            <p:cNvSpPr/>
            <p:nvPr/>
          </p:nvSpPr>
          <p:spPr>
            <a:xfrm>
              <a:off x="6742064" y="3750480"/>
              <a:ext cx="399315" cy="344560"/>
            </a:xfrm>
            <a:custGeom>
              <a:avLst/>
              <a:gdLst/>
              <a:ahLst/>
              <a:cxnLst/>
              <a:rect l="l" t="t" r="r" b="b"/>
              <a:pathLst>
                <a:path w="43917" h="37895" extrusionOk="0">
                  <a:moveTo>
                    <a:pt x="37846" y="1"/>
                  </a:moveTo>
                  <a:lnTo>
                    <a:pt x="6071" y="1"/>
                  </a:lnTo>
                  <a:cubicBezTo>
                    <a:pt x="2729" y="1"/>
                    <a:pt x="0" y="2734"/>
                    <a:pt x="0" y="6071"/>
                  </a:cubicBezTo>
                  <a:lnTo>
                    <a:pt x="0" y="18212"/>
                  </a:lnTo>
                  <a:cubicBezTo>
                    <a:pt x="0" y="21550"/>
                    <a:pt x="2729" y="24278"/>
                    <a:pt x="6071" y="24278"/>
                  </a:cubicBezTo>
                  <a:lnTo>
                    <a:pt x="18927" y="24278"/>
                  </a:lnTo>
                  <a:cubicBezTo>
                    <a:pt x="19332" y="24278"/>
                    <a:pt x="19754" y="24705"/>
                    <a:pt x="19821" y="25105"/>
                  </a:cubicBezTo>
                  <a:lnTo>
                    <a:pt x="21958" y="37895"/>
                  </a:lnTo>
                  <a:lnTo>
                    <a:pt x="24096" y="25101"/>
                  </a:lnTo>
                  <a:cubicBezTo>
                    <a:pt x="24162" y="24687"/>
                    <a:pt x="24629" y="24278"/>
                    <a:pt x="25051" y="24278"/>
                  </a:cubicBezTo>
                  <a:lnTo>
                    <a:pt x="37846" y="24278"/>
                  </a:lnTo>
                  <a:cubicBezTo>
                    <a:pt x="41183" y="24278"/>
                    <a:pt x="43916" y="21550"/>
                    <a:pt x="43916" y="18212"/>
                  </a:cubicBezTo>
                  <a:lnTo>
                    <a:pt x="43916" y="6071"/>
                  </a:lnTo>
                  <a:cubicBezTo>
                    <a:pt x="43916" y="2734"/>
                    <a:pt x="41183" y="1"/>
                    <a:pt x="37846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94" name="Google Shape;3994;p65"/>
            <p:cNvSpPr/>
            <p:nvPr/>
          </p:nvSpPr>
          <p:spPr>
            <a:xfrm>
              <a:off x="6764168" y="3772584"/>
              <a:ext cx="355108" cy="176549"/>
            </a:xfrm>
            <a:custGeom>
              <a:avLst/>
              <a:gdLst/>
              <a:ahLst/>
              <a:cxnLst/>
              <a:rect l="l" t="t" r="r" b="b"/>
              <a:pathLst>
                <a:path w="39055" h="19417" extrusionOk="0">
                  <a:moveTo>
                    <a:pt x="3755" y="1"/>
                  </a:moveTo>
                  <a:lnTo>
                    <a:pt x="35295" y="1"/>
                  </a:lnTo>
                  <a:cubicBezTo>
                    <a:pt x="37370" y="10"/>
                    <a:pt x="39045" y="1685"/>
                    <a:pt x="39054" y="3756"/>
                  </a:cubicBezTo>
                  <a:lnTo>
                    <a:pt x="39054" y="15666"/>
                  </a:lnTo>
                  <a:cubicBezTo>
                    <a:pt x="39045" y="17737"/>
                    <a:pt x="37370" y="19412"/>
                    <a:pt x="35295" y="19417"/>
                  </a:cubicBezTo>
                  <a:lnTo>
                    <a:pt x="3755" y="19417"/>
                  </a:lnTo>
                  <a:cubicBezTo>
                    <a:pt x="1680" y="19412"/>
                    <a:pt x="5" y="17737"/>
                    <a:pt x="0" y="15666"/>
                  </a:cubicBezTo>
                  <a:lnTo>
                    <a:pt x="0" y="3756"/>
                  </a:lnTo>
                  <a:cubicBezTo>
                    <a:pt x="5" y="1685"/>
                    <a:pt x="1680" y="10"/>
                    <a:pt x="37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3995" name="Google Shape;3995;p65"/>
          <p:cNvGrpSpPr/>
          <p:nvPr/>
        </p:nvGrpSpPr>
        <p:grpSpPr>
          <a:xfrm>
            <a:off x="5725412" y="3648642"/>
            <a:ext cx="135328" cy="211206"/>
            <a:chOff x="7248525" y="3739696"/>
            <a:chExt cx="230531" cy="359790"/>
          </a:xfrm>
        </p:grpSpPr>
        <p:sp>
          <p:nvSpPr>
            <p:cNvPr id="3996" name="Google Shape;3996;p65"/>
            <p:cNvSpPr/>
            <p:nvPr/>
          </p:nvSpPr>
          <p:spPr>
            <a:xfrm>
              <a:off x="7248525" y="3739696"/>
              <a:ext cx="230531" cy="359790"/>
            </a:xfrm>
            <a:custGeom>
              <a:avLst/>
              <a:gdLst/>
              <a:ahLst/>
              <a:cxnLst/>
              <a:rect l="l" t="t" r="r" b="b"/>
              <a:pathLst>
                <a:path w="25354" h="39570" extrusionOk="0">
                  <a:moveTo>
                    <a:pt x="19434" y="18"/>
                  </a:moveTo>
                  <a:lnTo>
                    <a:pt x="6338" y="5"/>
                  </a:lnTo>
                  <a:cubicBezTo>
                    <a:pt x="2854" y="0"/>
                    <a:pt x="1" y="2858"/>
                    <a:pt x="1" y="6342"/>
                  </a:cubicBezTo>
                  <a:lnTo>
                    <a:pt x="1" y="19016"/>
                  </a:lnTo>
                  <a:cubicBezTo>
                    <a:pt x="1" y="29006"/>
                    <a:pt x="6280" y="22820"/>
                    <a:pt x="12679" y="39570"/>
                  </a:cubicBezTo>
                  <a:cubicBezTo>
                    <a:pt x="19074" y="22820"/>
                    <a:pt x="25354" y="29006"/>
                    <a:pt x="25354" y="19016"/>
                  </a:cubicBezTo>
                  <a:lnTo>
                    <a:pt x="25354" y="6342"/>
                  </a:lnTo>
                  <a:cubicBezTo>
                    <a:pt x="25354" y="2858"/>
                    <a:pt x="22923" y="18"/>
                    <a:pt x="19434" y="18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97" name="Google Shape;3997;p65"/>
            <p:cNvSpPr/>
            <p:nvPr/>
          </p:nvSpPr>
          <p:spPr>
            <a:xfrm>
              <a:off x="7271639" y="3762810"/>
              <a:ext cx="184350" cy="184387"/>
            </a:xfrm>
            <a:custGeom>
              <a:avLst/>
              <a:gdLst/>
              <a:ahLst/>
              <a:cxnLst/>
              <a:rect l="l" t="t" r="r" b="b"/>
              <a:pathLst>
                <a:path w="20275" h="20279" extrusionOk="0">
                  <a:moveTo>
                    <a:pt x="3738" y="0"/>
                  </a:moveTo>
                  <a:lnTo>
                    <a:pt x="16532" y="0"/>
                  </a:lnTo>
                  <a:cubicBezTo>
                    <a:pt x="18594" y="5"/>
                    <a:pt x="20270" y="1680"/>
                    <a:pt x="20274" y="3742"/>
                  </a:cubicBezTo>
                  <a:lnTo>
                    <a:pt x="20274" y="16536"/>
                  </a:lnTo>
                  <a:cubicBezTo>
                    <a:pt x="20270" y="18598"/>
                    <a:pt x="18594" y="20274"/>
                    <a:pt x="16532" y="20278"/>
                  </a:cubicBezTo>
                  <a:lnTo>
                    <a:pt x="3738" y="20278"/>
                  </a:lnTo>
                  <a:cubicBezTo>
                    <a:pt x="1676" y="20274"/>
                    <a:pt x="5" y="18598"/>
                    <a:pt x="1" y="16536"/>
                  </a:cubicBezTo>
                  <a:lnTo>
                    <a:pt x="1" y="3742"/>
                  </a:lnTo>
                  <a:cubicBezTo>
                    <a:pt x="5" y="1680"/>
                    <a:pt x="1676" y="5"/>
                    <a:pt x="37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3998" name="Google Shape;3998;p65"/>
          <p:cNvGrpSpPr/>
          <p:nvPr/>
        </p:nvGrpSpPr>
        <p:grpSpPr>
          <a:xfrm>
            <a:off x="5909851" y="3381060"/>
            <a:ext cx="122172" cy="209033"/>
            <a:chOff x="7601242" y="3729267"/>
            <a:chExt cx="222566" cy="380803"/>
          </a:xfrm>
        </p:grpSpPr>
        <p:sp>
          <p:nvSpPr>
            <p:cNvPr id="3999" name="Google Shape;3999;p65"/>
            <p:cNvSpPr/>
            <p:nvPr/>
          </p:nvSpPr>
          <p:spPr>
            <a:xfrm>
              <a:off x="7601242" y="3729267"/>
              <a:ext cx="222566" cy="380803"/>
            </a:xfrm>
            <a:custGeom>
              <a:avLst/>
              <a:gdLst/>
              <a:ahLst/>
              <a:cxnLst/>
              <a:rect l="l" t="t" r="r" b="b"/>
              <a:pathLst>
                <a:path w="24478" h="41881" extrusionOk="0">
                  <a:moveTo>
                    <a:pt x="12239" y="1"/>
                  </a:moveTo>
                  <a:cubicBezTo>
                    <a:pt x="5480" y="1"/>
                    <a:pt x="0" y="5320"/>
                    <a:pt x="0" y="11875"/>
                  </a:cubicBezTo>
                  <a:cubicBezTo>
                    <a:pt x="0" y="17537"/>
                    <a:pt x="4080" y="22270"/>
                    <a:pt x="9537" y="23461"/>
                  </a:cubicBezTo>
                  <a:cubicBezTo>
                    <a:pt x="10235" y="23616"/>
                    <a:pt x="10190" y="24114"/>
                    <a:pt x="10270" y="24825"/>
                  </a:cubicBezTo>
                  <a:lnTo>
                    <a:pt x="12239" y="41881"/>
                  </a:lnTo>
                  <a:lnTo>
                    <a:pt x="14181" y="25065"/>
                  </a:lnTo>
                  <a:cubicBezTo>
                    <a:pt x="14257" y="24385"/>
                    <a:pt x="14230" y="23612"/>
                    <a:pt x="14897" y="23469"/>
                  </a:cubicBezTo>
                  <a:cubicBezTo>
                    <a:pt x="20381" y="22296"/>
                    <a:pt x="24478" y="17550"/>
                    <a:pt x="24478" y="11875"/>
                  </a:cubicBezTo>
                  <a:cubicBezTo>
                    <a:pt x="24478" y="5320"/>
                    <a:pt x="18998" y="1"/>
                    <a:pt x="1223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000" name="Google Shape;4000;p65"/>
            <p:cNvSpPr/>
            <p:nvPr/>
          </p:nvSpPr>
          <p:spPr>
            <a:xfrm>
              <a:off x="7621200" y="3748625"/>
              <a:ext cx="182696" cy="177276"/>
            </a:xfrm>
            <a:custGeom>
              <a:avLst/>
              <a:gdLst/>
              <a:ahLst/>
              <a:cxnLst/>
              <a:rect l="l" t="t" r="r" b="b"/>
              <a:pathLst>
                <a:path w="20093" h="19497" extrusionOk="0">
                  <a:moveTo>
                    <a:pt x="10044" y="19496"/>
                  </a:moveTo>
                  <a:cubicBezTo>
                    <a:pt x="15577" y="19496"/>
                    <a:pt x="20092" y="15119"/>
                    <a:pt x="20092" y="9751"/>
                  </a:cubicBezTo>
                  <a:cubicBezTo>
                    <a:pt x="20092" y="4378"/>
                    <a:pt x="15577" y="0"/>
                    <a:pt x="10044" y="0"/>
                  </a:cubicBezTo>
                  <a:cubicBezTo>
                    <a:pt x="4511" y="0"/>
                    <a:pt x="1" y="4378"/>
                    <a:pt x="1" y="9751"/>
                  </a:cubicBezTo>
                  <a:cubicBezTo>
                    <a:pt x="1" y="15119"/>
                    <a:pt x="4511" y="19496"/>
                    <a:pt x="10044" y="194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4001" name="Google Shape;4001;p65"/>
          <p:cNvSpPr/>
          <p:nvPr/>
        </p:nvSpPr>
        <p:spPr>
          <a:xfrm>
            <a:off x="5884370" y="3090328"/>
            <a:ext cx="173133" cy="222431"/>
          </a:xfrm>
          <a:custGeom>
            <a:avLst/>
            <a:gdLst/>
            <a:ahLst/>
            <a:cxnLst/>
            <a:rect l="l" t="t" r="r" b="b"/>
            <a:pathLst>
              <a:path w="29230" h="37553" extrusionOk="0">
                <a:moveTo>
                  <a:pt x="9655" y="0"/>
                </a:moveTo>
                <a:cubicBezTo>
                  <a:pt x="7693" y="0"/>
                  <a:pt x="5983" y="1692"/>
                  <a:pt x="5974" y="3671"/>
                </a:cubicBezTo>
                <a:cubicBezTo>
                  <a:pt x="5974" y="4182"/>
                  <a:pt x="6085" y="4693"/>
                  <a:pt x="6245" y="5036"/>
                </a:cubicBezTo>
                <a:cubicBezTo>
                  <a:pt x="7169" y="7653"/>
                  <a:pt x="7369" y="9675"/>
                  <a:pt x="6863" y="11515"/>
                </a:cubicBezTo>
                <a:lnTo>
                  <a:pt x="6716" y="11933"/>
                </a:lnTo>
                <a:cubicBezTo>
                  <a:pt x="6089" y="13821"/>
                  <a:pt x="5018" y="16181"/>
                  <a:pt x="1850" y="19345"/>
                </a:cubicBezTo>
                <a:cubicBezTo>
                  <a:pt x="1" y="21194"/>
                  <a:pt x="623" y="24331"/>
                  <a:pt x="3041" y="25340"/>
                </a:cubicBezTo>
                <a:cubicBezTo>
                  <a:pt x="3475" y="25523"/>
                  <a:pt x="3948" y="25620"/>
                  <a:pt x="4422" y="25620"/>
                </a:cubicBezTo>
                <a:cubicBezTo>
                  <a:pt x="4433" y="25620"/>
                  <a:pt x="4443" y="25620"/>
                  <a:pt x="4454" y="25620"/>
                </a:cubicBezTo>
                <a:lnTo>
                  <a:pt x="12866" y="25620"/>
                </a:lnTo>
                <a:lnTo>
                  <a:pt x="14862" y="37552"/>
                </a:lnTo>
                <a:lnTo>
                  <a:pt x="16848" y="25625"/>
                </a:lnTo>
                <a:lnTo>
                  <a:pt x="25243" y="25625"/>
                </a:lnTo>
                <a:cubicBezTo>
                  <a:pt x="25254" y="25625"/>
                  <a:pt x="25264" y="25625"/>
                  <a:pt x="25275" y="25625"/>
                </a:cubicBezTo>
                <a:cubicBezTo>
                  <a:pt x="25753" y="25625"/>
                  <a:pt x="26230" y="25527"/>
                  <a:pt x="26669" y="25345"/>
                </a:cubicBezTo>
                <a:cubicBezTo>
                  <a:pt x="27576" y="24976"/>
                  <a:pt x="28292" y="24256"/>
                  <a:pt x="28660" y="23354"/>
                </a:cubicBezTo>
                <a:cubicBezTo>
                  <a:pt x="29229" y="21980"/>
                  <a:pt x="28914" y="20398"/>
                  <a:pt x="27865" y="19345"/>
                </a:cubicBezTo>
                <a:cubicBezTo>
                  <a:pt x="24701" y="16177"/>
                  <a:pt x="23630" y="13821"/>
                  <a:pt x="22999" y="11933"/>
                </a:cubicBezTo>
                <a:cubicBezTo>
                  <a:pt x="22354" y="9999"/>
                  <a:pt x="22505" y="7880"/>
                  <a:pt x="23443" y="5213"/>
                </a:cubicBezTo>
                <a:cubicBezTo>
                  <a:pt x="23661" y="4733"/>
                  <a:pt x="23772" y="4218"/>
                  <a:pt x="23772" y="3693"/>
                </a:cubicBezTo>
                <a:cubicBezTo>
                  <a:pt x="23759" y="1670"/>
                  <a:pt x="22105" y="27"/>
                  <a:pt x="20100" y="27"/>
                </a:cubicBezTo>
                <a:cubicBezTo>
                  <a:pt x="20098" y="27"/>
                  <a:pt x="20095" y="27"/>
                  <a:pt x="20092" y="27"/>
                </a:cubicBezTo>
                <a:lnTo>
                  <a:pt x="9662" y="0"/>
                </a:lnTo>
                <a:cubicBezTo>
                  <a:pt x="9660" y="0"/>
                  <a:pt x="9657" y="0"/>
                  <a:pt x="9655" y="0"/>
                </a:cubicBezTo>
                <a:close/>
              </a:path>
            </a:pathLst>
          </a:custGeom>
          <a:solidFill>
            <a:srgbClr val="A5B7C6">
              <a:alpha val="72320"/>
            </a:srgbClr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4002" name="Google Shape;4002;p65"/>
          <p:cNvGrpSpPr/>
          <p:nvPr/>
        </p:nvGrpSpPr>
        <p:grpSpPr>
          <a:xfrm>
            <a:off x="5527085" y="3381916"/>
            <a:ext cx="145157" cy="206993"/>
            <a:chOff x="8304647" y="3738687"/>
            <a:chExt cx="225076" cy="320956"/>
          </a:xfrm>
        </p:grpSpPr>
        <p:sp>
          <p:nvSpPr>
            <p:cNvPr id="4003" name="Google Shape;4003;p65"/>
            <p:cNvSpPr/>
            <p:nvPr/>
          </p:nvSpPr>
          <p:spPr>
            <a:xfrm>
              <a:off x="8335725" y="3738687"/>
              <a:ext cx="12248" cy="309245"/>
            </a:xfrm>
            <a:custGeom>
              <a:avLst/>
              <a:gdLst/>
              <a:ahLst/>
              <a:cxnLst/>
              <a:rect l="l" t="t" r="r" b="b"/>
              <a:pathLst>
                <a:path w="1347" h="34011" extrusionOk="0">
                  <a:moveTo>
                    <a:pt x="0" y="0"/>
                  </a:moveTo>
                  <a:lnTo>
                    <a:pt x="0" y="34010"/>
                  </a:lnTo>
                  <a:lnTo>
                    <a:pt x="1347" y="34010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004" name="Google Shape;4004;p65"/>
            <p:cNvSpPr/>
            <p:nvPr/>
          </p:nvSpPr>
          <p:spPr>
            <a:xfrm>
              <a:off x="8337943" y="3738687"/>
              <a:ext cx="191779" cy="86151"/>
            </a:xfrm>
            <a:custGeom>
              <a:avLst/>
              <a:gdLst/>
              <a:ahLst/>
              <a:cxnLst/>
              <a:rect l="l" t="t" r="r" b="b"/>
              <a:pathLst>
                <a:path w="21092" h="9475" extrusionOk="0">
                  <a:moveTo>
                    <a:pt x="1" y="0"/>
                  </a:moveTo>
                  <a:lnTo>
                    <a:pt x="432" y="9475"/>
                  </a:lnTo>
                  <a:lnTo>
                    <a:pt x="21092" y="9475"/>
                  </a:lnTo>
                  <a:lnTo>
                    <a:pt x="17648" y="4524"/>
                  </a:lnTo>
                  <a:lnTo>
                    <a:pt x="21092" y="0"/>
                  </a:ln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005" name="Google Shape;4005;p65"/>
            <p:cNvSpPr/>
            <p:nvPr/>
          </p:nvSpPr>
          <p:spPr>
            <a:xfrm>
              <a:off x="8304647" y="4044004"/>
              <a:ext cx="76341" cy="15639"/>
            </a:xfrm>
            <a:custGeom>
              <a:avLst/>
              <a:gdLst/>
              <a:ahLst/>
              <a:cxnLst/>
              <a:rect l="l" t="t" r="r" b="b"/>
              <a:pathLst>
                <a:path w="8396" h="1720" extrusionOk="0">
                  <a:moveTo>
                    <a:pt x="4200" y="0"/>
                  </a:moveTo>
                  <a:cubicBezTo>
                    <a:pt x="1881" y="0"/>
                    <a:pt x="1" y="382"/>
                    <a:pt x="1" y="862"/>
                  </a:cubicBezTo>
                  <a:cubicBezTo>
                    <a:pt x="1" y="1338"/>
                    <a:pt x="1881" y="1720"/>
                    <a:pt x="4200" y="1720"/>
                  </a:cubicBezTo>
                  <a:cubicBezTo>
                    <a:pt x="6516" y="1720"/>
                    <a:pt x="8395" y="1338"/>
                    <a:pt x="8395" y="862"/>
                  </a:cubicBezTo>
                  <a:cubicBezTo>
                    <a:pt x="8395" y="382"/>
                    <a:pt x="6516" y="0"/>
                    <a:pt x="4200" y="0"/>
                  </a:cubicBez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4006" name="Google Shape;4006;p65"/>
          <p:cNvGrpSpPr/>
          <p:nvPr/>
        </p:nvGrpSpPr>
        <p:grpSpPr>
          <a:xfrm>
            <a:off x="5731454" y="3381916"/>
            <a:ext cx="133869" cy="206993"/>
            <a:chOff x="8615101" y="3738687"/>
            <a:chExt cx="207573" cy="320956"/>
          </a:xfrm>
        </p:grpSpPr>
        <p:sp>
          <p:nvSpPr>
            <p:cNvPr id="4007" name="Google Shape;4007;p65"/>
            <p:cNvSpPr/>
            <p:nvPr/>
          </p:nvSpPr>
          <p:spPr>
            <a:xfrm>
              <a:off x="8646134" y="3738687"/>
              <a:ext cx="12248" cy="309245"/>
            </a:xfrm>
            <a:custGeom>
              <a:avLst/>
              <a:gdLst/>
              <a:ahLst/>
              <a:cxnLst/>
              <a:rect l="l" t="t" r="r" b="b"/>
              <a:pathLst>
                <a:path w="1347" h="34011" extrusionOk="0">
                  <a:moveTo>
                    <a:pt x="0" y="0"/>
                  </a:moveTo>
                  <a:lnTo>
                    <a:pt x="0" y="34010"/>
                  </a:lnTo>
                  <a:lnTo>
                    <a:pt x="1347" y="34010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008" name="Google Shape;4008;p65"/>
            <p:cNvSpPr/>
            <p:nvPr/>
          </p:nvSpPr>
          <p:spPr>
            <a:xfrm>
              <a:off x="8615101" y="4044004"/>
              <a:ext cx="76332" cy="15639"/>
            </a:xfrm>
            <a:custGeom>
              <a:avLst/>
              <a:gdLst/>
              <a:ahLst/>
              <a:cxnLst/>
              <a:rect l="l" t="t" r="r" b="b"/>
              <a:pathLst>
                <a:path w="8395" h="1720" extrusionOk="0">
                  <a:moveTo>
                    <a:pt x="4195" y="0"/>
                  </a:moveTo>
                  <a:cubicBezTo>
                    <a:pt x="1875" y="0"/>
                    <a:pt x="0" y="382"/>
                    <a:pt x="0" y="862"/>
                  </a:cubicBezTo>
                  <a:cubicBezTo>
                    <a:pt x="0" y="1338"/>
                    <a:pt x="1875" y="1720"/>
                    <a:pt x="4195" y="1720"/>
                  </a:cubicBezTo>
                  <a:cubicBezTo>
                    <a:pt x="6515" y="1720"/>
                    <a:pt x="8395" y="1338"/>
                    <a:pt x="8395" y="862"/>
                  </a:cubicBezTo>
                  <a:cubicBezTo>
                    <a:pt x="8395" y="382"/>
                    <a:pt x="6515" y="0"/>
                    <a:pt x="419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009" name="Google Shape;4009;p65"/>
            <p:cNvSpPr/>
            <p:nvPr/>
          </p:nvSpPr>
          <p:spPr>
            <a:xfrm>
              <a:off x="8651953" y="3738687"/>
              <a:ext cx="170721" cy="99808"/>
            </a:xfrm>
            <a:custGeom>
              <a:avLst/>
              <a:gdLst/>
              <a:ahLst/>
              <a:cxnLst/>
              <a:rect l="l" t="t" r="r" b="b"/>
              <a:pathLst>
                <a:path w="18776" h="10977" extrusionOk="0">
                  <a:moveTo>
                    <a:pt x="707" y="0"/>
                  </a:moveTo>
                  <a:lnTo>
                    <a:pt x="0" y="10977"/>
                  </a:lnTo>
                  <a:lnTo>
                    <a:pt x="18776" y="4360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4010" name="Google Shape;4010;p65"/>
          <p:cNvSpPr/>
          <p:nvPr/>
        </p:nvSpPr>
        <p:spPr>
          <a:xfrm>
            <a:off x="6103785" y="3074328"/>
            <a:ext cx="166798" cy="216521"/>
          </a:xfrm>
          <a:custGeom>
            <a:avLst/>
            <a:gdLst/>
            <a:ahLst/>
            <a:cxnLst/>
            <a:rect l="l" t="t" r="r" b="b"/>
            <a:pathLst>
              <a:path w="2810" h="3648" extrusionOk="0">
                <a:moveTo>
                  <a:pt x="1365" y="241"/>
                </a:moveTo>
                <a:cubicBezTo>
                  <a:pt x="1630" y="241"/>
                  <a:pt x="1899" y="338"/>
                  <a:pt x="2120" y="555"/>
                </a:cubicBezTo>
                <a:cubicBezTo>
                  <a:pt x="2810" y="1245"/>
                  <a:pt x="2329" y="2416"/>
                  <a:pt x="1356" y="2416"/>
                </a:cubicBezTo>
                <a:cubicBezTo>
                  <a:pt x="764" y="2416"/>
                  <a:pt x="272" y="1935"/>
                  <a:pt x="272" y="1344"/>
                </a:cubicBezTo>
                <a:cubicBezTo>
                  <a:pt x="263" y="681"/>
                  <a:pt x="802" y="241"/>
                  <a:pt x="1365" y="241"/>
                </a:cubicBezTo>
                <a:close/>
                <a:moveTo>
                  <a:pt x="1356" y="1"/>
                </a:moveTo>
                <a:cubicBezTo>
                  <a:pt x="604" y="1"/>
                  <a:pt x="0" y="604"/>
                  <a:pt x="0" y="1356"/>
                </a:cubicBezTo>
                <a:cubicBezTo>
                  <a:pt x="0" y="2391"/>
                  <a:pt x="1183" y="3512"/>
                  <a:pt x="1331" y="3648"/>
                </a:cubicBezTo>
                <a:lnTo>
                  <a:pt x="1368" y="3648"/>
                </a:lnTo>
                <a:cubicBezTo>
                  <a:pt x="1528" y="3512"/>
                  <a:pt x="2711" y="2453"/>
                  <a:pt x="2711" y="1356"/>
                </a:cubicBezTo>
                <a:cubicBezTo>
                  <a:pt x="2711" y="604"/>
                  <a:pt x="2095" y="1"/>
                  <a:pt x="1356" y="1"/>
                </a:cubicBezTo>
                <a:close/>
              </a:path>
            </a:pathLst>
          </a:custGeom>
          <a:solidFill>
            <a:srgbClr val="E3E9ED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4011" name="Google Shape;4011;p65"/>
          <p:cNvGrpSpPr/>
          <p:nvPr/>
        </p:nvGrpSpPr>
        <p:grpSpPr>
          <a:xfrm>
            <a:off x="4527483" y="3473032"/>
            <a:ext cx="418253" cy="383462"/>
            <a:chOff x="6015419" y="3716859"/>
            <a:chExt cx="557671" cy="511283"/>
          </a:xfrm>
        </p:grpSpPr>
        <p:sp>
          <p:nvSpPr>
            <p:cNvPr id="4012" name="Google Shape;4012;p65"/>
            <p:cNvSpPr/>
            <p:nvPr/>
          </p:nvSpPr>
          <p:spPr>
            <a:xfrm>
              <a:off x="6015419" y="3716859"/>
              <a:ext cx="557671" cy="511283"/>
            </a:xfrm>
            <a:custGeom>
              <a:avLst/>
              <a:gdLst/>
              <a:ahLst/>
              <a:cxnLst/>
              <a:rect l="l" t="t" r="r" b="b"/>
              <a:pathLst>
                <a:path w="96650" h="88649" extrusionOk="0">
                  <a:moveTo>
                    <a:pt x="48692" y="0"/>
                  </a:moveTo>
                  <a:cubicBezTo>
                    <a:pt x="46526" y="0"/>
                    <a:pt x="44332" y="152"/>
                    <a:pt x="42124" y="465"/>
                  </a:cubicBezTo>
                  <a:cubicBezTo>
                    <a:pt x="17336" y="3960"/>
                    <a:pt x="1" y="26441"/>
                    <a:pt x="3443" y="50679"/>
                  </a:cubicBezTo>
                  <a:cubicBezTo>
                    <a:pt x="6564" y="72751"/>
                    <a:pt x="25836" y="88649"/>
                    <a:pt x="48004" y="88649"/>
                  </a:cubicBezTo>
                  <a:cubicBezTo>
                    <a:pt x="50160" y="88649"/>
                    <a:pt x="52345" y="88498"/>
                    <a:pt x="54544" y="88188"/>
                  </a:cubicBezTo>
                  <a:cubicBezTo>
                    <a:pt x="79332" y="84675"/>
                    <a:pt x="96649" y="62194"/>
                    <a:pt x="93225" y="37975"/>
                  </a:cubicBezTo>
                  <a:cubicBezTo>
                    <a:pt x="90105" y="15895"/>
                    <a:pt x="70848" y="0"/>
                    <a:pt x="4869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grpSp>
          <p:nvGrpSpPr>
            <p:cNvPr id="4013" name="Google Shape;4013;p65"/>
            <p:cNvGrpSpPr/>
            <p:nvPr/>
          </p:nvGrpSpPr>
          <p:grpSpPr>
            <a:xfrm>
              <a:off x="6036094" y="3716980"/>
              <a:ext cx="529860" cy="510468"/>
              <a:chOff x="6036094" y="3716980"/>
              <a:chExt cx="529860" cy="510468"/>
            </a:xfrm>
          </p:grpSpPr>
          <p:sp>
            <p:nvSpPr>
              <p:cNvPr id="4014" name="Google Shape;4014;p65"/>
              <p:cNvSpPr/>
              <p:nvPr/>
            </p:nvSpPr>
            <p:spPr>
              <a:xfrm>
                <a:off x="6220140" y="3716980"/>
                <a:ext cx="80065" cy="64273"/>
              </a:xfrm>
              <a:custGeom>
                <a:avLst/>
                <a:gdLst/>
                <a:ahLst/>
                <a:cxnLst/>
                <a:rect l="l" t="t" r="r" b="b"/>
                <a:pathLst>
                  <a:path w="13876" h="11144" extrusionOk="0">
                    <a:moveTo>
                      <a:pt x="11055" y="0"/>
                    </a:moveTo>
                    <a:cubicBezTo>
                      <a:pt x="9600" y="71"/>
                      <a:pt x="8127" y="213"/>
                      <a:pt x="6654" y="426"/>
                    </a:cubicBezTo>
                    <a:cubicBezTo>
                      <a:pt x="4401" y="746"/>
                      <a:pt x="2165" y="1225"/>
                      <a:pt x="1" y="1863"/>
                    </a:cubicBezTo>
                    <a:lnTo>
                      <a:pt x="54" y="2307"/>
                    </a:lnTo>
                    <a:lnTo>
                      <a:pt x="2165" y="2396"/>
                    </a:lnTo>
                    <a:lnTo>
                      <a:pt x="1739" y="4117"/>
                    </a:lnTo>
                    <a:lnTo>
                      <a:pt x="3194" y="4401"/>
                    </a:lnTo>
                    <a:lnTo>
                      <a:pt x="1828" y="5146"/>
                    </a:lnTo>
                    <a:cubicBezTo>
                      <a:pt x="2893" y="6015"/>
                      <a:pt x="1207" y="7417"/>
                      <a:pt x="2538" y="8393"/>
                    </a:cubicBezTo>
                    <a:cubicBezTo>
                      <a:pt x="3088" y="8783"/>
                      <a:pt x="3088" y="9937"/>
                      <a:pt x="3301" y="10611"/>
                    </a:cubicBezTo>
                    <a:lnTo>
                      <a:pt x="6335" y="11143"/>
                    </a:lnTo>
                    <a:cubicBezTo>
                      <a:pt x="6583" y="10611"/>
                      <a:pt x="6832" y="10061"/>
                      <a:pt x="7098" y="9493"/>
                    </a:cubicBezTo>
                    <a:cubicBezTo>
                      <a:pt x="7670" y="8245"/>
                      <a:pt x="7649" y="6456"/>
                      <a:pt x="9632" y="6456"/>
                    </a:cubicBezTo>
                    <a:cubicBezTo>
                      <a:pt x="9679" y="6456"/>
                      <a:pt x="9728" y="6457"/>
                      <a:pt x="9777" y="6459"/>
                    </a:cubicBezTo>
                    <a:cubicBezTo>
                      <a:pt x="10380" y="5217"/>
                      <a:pt x="11410" y="4791"/>
                      <a:pt x="12723" y="4685"/>
                    </a:cubicBezTo>
                    <a:cubicBezTo>
                      <a:pt x="13113" y="4649"/>
                      <a:pt x="13450" y="3939"/>
                      <a:pt x="13876" y="3443"/>
                    </a:cubicBezTo>
                    <a:cubicBezTo>
                      <a:pt x="13166" y="2378"/>
                      <a:pt x="12687" y="1012"/>
                      <a:pt x="11729" y="391"/>
                    </a:cubicBezTo>
                    <a:cubicBezTo>
                      <a:pt x="11516" y="249"/>
                      <a:pt x="11285" y="125"/>
                      <a:pt x="11055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4015" name="Google Shape;4015;p65"/>
              <p:cNvSpPr/>
              <p:nvPr/>
            </p:nvSpPr>
            <p:spPr>
              <a:xfrm>
                <a:off x="6368562" y="3771936"/>
                <a:ext cx="39115" cy="36745"/>
              </a:xfrm>
              <a:custGeom>
                <a:avLst/>
                <a:gdLst/>
                <a:ahLst/>
                <a:cxnLst/>
                <a:rect l="l" t="t" r="r" b="b"/>
                <a:pathLst>
                  <a:path w="6779" h="6371" extrusionOk="0">
                    <a:moveTo>
                      <a:pt x="870" y="1"/>
                    </a:moveTo>
                    <a:lnTo>
                      <a:pt x="1" y="1154"/>
                    </a:lnTo>
                    <a:lnTo>
                      <a:pt x="1509" y="2698"/>
                    </a:lnTo>
                    <a:lnTo>
                      <a:pt x="2272" y="3283"/>
                    </a:lnTo>
                    <a:cubicBezTo>
                      <a:pt x="3567" y="3922"/>
                      <a:pt x="3301" y="5625"/>
                      <a:pt x="4436" y="6370"/>
                    </a:cubicBezTo>
                    <a:cubicBezTo>
                      <a:pt x="4880" y="5341"/>
                      <a:pt x="5838" y="5554"/>
                      <a:pt x="6654" y="5377"/>
                    </a:cubicBezTo>
                    <a:cubicBezTo>
                      <a:pt x="6778" y="4117"/>
                      <a:pt x="5732" y="3549"/>
                      <a:pt x="4933" y="3265"/>
                    </a:cubicBezTo>
                    <a:cubicBezTo>
                      <a:pt x="3762" y="2875"/>
                      <a:pt x="2928" y="2360"/>
                      <a:pt x="2325" y="1278"/>
                    </a:cubicBezTo>
                    <a:cubicBezTo>
                      <a:pt x="2023" y="746"/>
                      <a:pt x="1367" y="426"/>
                      <a:pt x="870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4016" name="Google Shape;4016;p65"/>
              <p:cNvSpPr/>
              <p:nvPr/>
            </p:nvSpPr>
            <p:spPr>
              <a:xfrm>
                <a:off x="6304793" y="3747169"/>
                <a:ext cx="25088" cy="13311"/>
              </a:xfrm>
              <a:custGeom>
                <a:avLst/>
                <a:gdLst/>
                <a:ahLst/>
                <a:cxnLst/>
                <a:rect l="l" t="t" r="r" b="b"/>
                <a:pathLst>
                  <a:path w="4348" h="2308" extrusionOk="0">
                    <a:moveTo>
                      <a:pt x="3957" y="1"/>
                    </a:moveTo>
                    <a:cubicBezTo>
                      <a:pt x="2680" y="355"/>
                      <a:pt x="1296" y="143"/>
                      <a:pt x="0" y="906"/>
                    </a:cubicBezTo>
                    <a:cubicBezTo>
                      <a:pt x="728" y="1651"/>
                      <a:pt x="728" y="1615"/>
                      <a:pt x="1544" y="1757"/>
                    </a:cubicBezTo>
                    <a:cubicBezTo>
                      <a:pt x="2147" y="1917"/>
                      <a:pt x="2733" y="2094"/>
                      <a:pt x="3318" y="2307"/>
                    </a:cubicBezTo>
                    <a:lnTo>
                      <a:pt x="4348" y="639"/>
                    </a:lnTo>
                    <a:lnTo>
                      <a:pt x="3957" y="1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4017" name="Google Shape;4017;p65"/>
              <p:cNvSpPr/>
              <p:nvPr/>
            </p:nvSpPr>
            <p:spPr>
              <a:xfrm>
                <a:off x="6365182" y="3787492"/>
                <a:ext cx="18025" cy="16582"/>
              </a:xfrm>
              <a:custGeom>
                <a:avLst/>
                <a:gdLst/>
                <a:ahLst/>
                <a:cxnLst/>
                <a:rect l="l" t="t" r="r" b="b"/>
                <a:pathLst>
                  <a:path w="3124" h="2875" extrusionOk="0">
                    <a:moveTo>
                      <a:pt x="2095" y="1"/>
                    </a:moveTo>
                    <a:lnTo>
                      <a:pt x="1" y="1030"/>
                    </a:lnTo>
                    <a:cubicBezTo>
                      <a:pt x="498" y="1455"/>
                      <a:pt x="782" y="1615"/>
                      <a:pt x="941" y="1864"/>
                    </a:cubicBezTo>
                    <a:cubicBezTo>
                      <a:pt x="1119" y="2112"/>
                      <a:pt x="1154" y="2449"/>
                      <a:pt x="1279" y="2875"/>
                    </a:cubicBezTo>
                    <a:lnTo>
                      <a:pt x="3124" y="2467"/>
                    </a:lnTo>
                    <a:lnTo>
                      <a:pt x="2858" y="586"/>
                    </a:lnTo>
                    <a:lnTo>
                      <a:pt x="2095" y="1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4018" name="Google Shape;4018;p65"/>
              <p:cNvSpPr/>
              <p:nvPr/>
            </p:nvSpPr>
            <p:spPr>
              <a:xfrm>
                <a:off x="6367131" y="3727108"/>
                <a:ext cx="198823" cy="438001"/>
              </a:xfrm>
              <a:custGeom>
                <a:avLst/>
                <a:gdLst/>
                <a:ahLst/>
                <a:cxnLst/>
                <a:rect l="l" t="t" r="r" b="b"/>
                <a:pathLst>
                  <a:path w="34458" h="75943" extrusionOk="0">
                    <a:moveTo>
                      <a:pt x="8836" y="6211"/>
                    </a:moveTo>
                    <a:cubicBezTo>
                      <a:pt x="10061" y="6371"/>
                      <a:pt x="10061" y="6371"/>
                      <a:pt x="12438" y="9352"/>
                    </a:cubicBezTo>
                    <a:lnTo>
                      <a:pt x="10930" y="10416"/>
                    </a:lnTo>
                    <a:cubicBezTo>
                      <a:pt x="10646" y="10044"/>
                      <a:pt x="9244" y="10079"/>
                      <a:pt x="10309" y="8997"/>
                    </a:cubicBezTo>
                    <a:lnTo>
                      <a:pt x="8836" y="6211"/>
                    </a:lnTo>
                    <a:close/>
                    <a:moveTo>
                      <a:pt x="13237" y="17585"/>
                    </a:moveTo>
                    <a:cubicBezTo>
                      <a:pt x="14213" y="18330"/>
                      <a:pt x="14976" y="19235"/>
                      <a:pt x="15951" y="19572"/>
                    </a:cubicBezTo>
                    <a:cubicBezTo>
                      <a:pt x="17034" y="19945"/>
                      <a:pt x="17548" y="20761"/>
                      <a:pt x="18294" y="21506"/>
                    </a:cubicBezTo>
                    <a:lnTo>
                      <a:pt x="16892" y="22216"/>
                    </a:lnTo>
                    <a:lnTo>
                      <a:pt x="19092" y="23440"/>
                    </a:lnTo>
                    <a:lnTo>
                      <a:pt x="18826" y="19359"/>
                    </a:lnTo>
                    <a:lnTo>
                      <a:pt x="18826" y="19359"/>
                    </a:lnTo>
                    <a:cubicBezTo>
                      <a:pt x="19500" y="20264"/>
                      <a:pt x="19890" y="20867"/>
                      <a:pt x="20352" y="21382"/>
                    </a:cubicBezTo>
                    <a:cubicBezTo>
                      <a:pt x="20813" y="21914"/>
                      <a:pt x="21328" y="22340"/>
                      <a:pt x="22091" y="23050"/>
                    </a:cubicBezTo>
                    <a:lnTo>
                      <a:pt x="22587" y="21346"/>
                    </a:lnTo>
                    <a:lnTo>
                      <a:pt x="25267" y="23742"/>
                    </a:lnTo>
                    <a:lnTo>
                      <a:pt x="26402" y="22713"/>
                    </a:lnTo>
                    <a:lnTo>
                      <a:pt x="27999" y="26261"/>
                    </a:lnTo>
                    <a:cubicBezTo>
                      <a:pt x="27384" y="26597"/>
                      <a:pt x="26823" y="26720"/>
                      <a:pt x="26292" y="26720"/>
                    </a:cubicBezTo>
                    <a:cubicBezTo>
                      <a:pt x="24969" y="26720"/>
                      <a:pt x="23833" y="25957"/>
                      <a:pt x="22516" y="25818"/>
                    </a:cubicBezTo>
                    <a:cubicBezTo>
                      <a:pt x="22516" y="26527"/>
                      <a:pt x="22499" y="27131"/>
                      <a:pt x="22499" y="27787"/>
                    </a:cubicBezTo>
                    <a:cubicBezTo>
                      <a:pt x="22392" y="27787"/>
                      <a:pt x="22270" y="27819"/>
                      <a:pt x="22169" y="27819"/>
                    </a:cubicBezTo>
                    <a:cubicBezTo>
                      <a:pt x="22118" y="27819"/>
                      <a:pt x="22073" y="27811"/>
                      <a:pt x="22037" y="27787"/>
                    </a:cubicBezTo>
                    <a:cubicBezTo>
                      <a:pt x="21133" y="27288"/>
                      <a:pt x="20502" y="26308"/>
                      <a:pt x="19338" y="26308"/>
                    </a:cubicBezTo>
                    <a:cubicBezTo>
                      <a:pt x="19178" y="26308"/>
                      <a:pt x="19008" y="26327"/>
                      <a:pt x="18826" y="26368"/>
                    </a:cubicBezTo>
                    <a:cubicBezTo>
                      <a:pt x="18808" y="26372"/>
                      <a:pt x="18788" y="26375"/>
                      <a:pt x="18768" y="26375"/>
                    </a:cubicBezTo>
                    <a:cubicBezTo>
                      <a:pt x="18417" y="26375"/>
                      <a:pt x="17797" y="25667"/>
                      <a:pt x="17495" y="25197"/>
                    </a:cubicBezTo>
                    <a:cubicBezTo>
                      <a:pt x="16998" y="24416"/>
                      <a:pt x="16661" y="23529"/>
                      <a:pt x="16360" y="22925"/>
                    </a:cubicBezTo>
                    <a:cubicBezTo>
                      <a:pt x="16129" y="22764"/>
                      <a:pt x="15928" y="22701"/>
                      <a:pt x="15748" y="22701"/>
                    </a:cubicBezTo>
                    <a:cubicBezTo>
                      <a:pt x="15114" y="22701"/>
                      <a:pt x="14724" y="23479"/>
                      <a:pt x="14110" y="23479"/>
                    </a:cubicBezTo>
                    <a:cubicBezTo>
                      <a:pt x="13959" y="23479"/>
                      <a:pt x="13794" y="23432"/>
                      <a:pt x="13609" y="23316"/>
                    </a:cubicBezTo>
                    <a:cubicBezTo>
                      <a:pt x="13398" y="23182"/>
                      <a:pt x="13213" y="23127"/>
                      <a:pt x="13048" y="23127"/>
                    </a:cubicBezTo>
                    <a:cubicBezTo>
                      <a:pt x="12310" y="23127"/>
                      <a:pt x="11952" y="24236"/>
                      <a:pt x="11285" y="24540"/>
                    </a:cubicBezTo>
                    <a:cubicBezTo>
                      <a:pt x="10309" y="24984"/>
                      <a:pt x="9475" y="24913"/>
                      <a:pt x="8357" y="25126"/>
                    </a:cubicBezTo>
                    <a:cubicBezTo>
                      <a:pt x="8712" y="23440"/>
                      <a:pt x="10007" y="23263"/>
                      <a:pt x="10877" y="22588"/>
                    </a:cubicBezTo>
                    <a:cubicBezTo>
                      <a:pt x="9333" y="21453"/>
                      <a:pt x="11161" y="20583"/>
                      <a:pt x="11107" y="19732"/>
                    </a:cubicBezTo>
                    <a:cubicBezTo>
                      <a:pt x="10966" y="17815"/>
                      <a:pt x="13183" y="19075"/>
                      <a:pt x="13237" y="17585"/>
                    </a:cubicBezTo>
                    <a:close/>
                    <a:moveTo>
                      <a:pt x="444" y="1"/>
                    </a:moveTo>
                    <a:lnTo>
                      <a:pt x="444" y="1"/>
                    </a:lnTo>
                    <a:cubicBezTo>
                      <a:pt x="373" y="746"/>
                      <a:pt x="0" y="1438"/>
                      <a:pt x="1278" y="1758"/>
                    </a:cubicBezTo>
                    <a:cubicBezTo>
                      <a:pt x="2147" y="1953"/>
                      <a:pt x="2662" y="2929"/>
                      <a:pt x="2857" y="3869"/>
                    </a:cubicBezTo>
                    <a:cubicBezTo>
                      <a:pt x="3034" y="4756"/>
                      <a:pt x="3123" y="5643"/>
                      <a:pt x="3247" y="6530"/>
                    </a:cubicBezTo>
                    <a:lnTo>
                      <a:pt x="3549" y="6140"/>
                    </a:lnTo>
                    <a:lnTo>
                      <a:pt x="5412" y="8145"/>
                    </a:lnTo>
                    <a:lnTo>
                      <a:pt x="6654" y="6903"/>
                    </a:lnTo>
                    <a:lnTo>
                      <a:pt x="8393" y="10505"/>
                    </a:lnTo>
                    <a:lnTo>
                      <a:pt x="6654" y="14426"/>
                    </a:lnTo>
                    <a:lnTo>
                      <a:pt x="5944" y="14036"/>
                    </a:lnTo>
                    <a:cubicBezTo>
                      <a:pt x="5678" y="14338"/>
                      <a:pt x="5447" y="14657"/>
                      <a:pt x="5252" y="14976"/>
                    </a:cubicBezTo>
                    <a:cubicBezTo>
                      <a:pt x="5163" y="15154"/>
                      <a:pt x="5217" y="15402"/>
                      <a:pt x="5199" y="15615"/>
                    </a:cubicBezTo>
                    <a:cubicBezTo>
                      <a:pt x="7346" y="16591"/>
                      <a:pt x="7701" y="17017"/>
                      <a:pt x="8162" y="19004"/>
                    </a:cubicBezTo>
                    <a:lnTo>
                      <a:pt x="4471" y="18827"/>
                    </a:lnTo>
                    <a:lnTo>
                      <a:pt x="4471" y="18827"/>
                    </a:lnTo>
                    <a:cubicBezTo>
                      <a:pt x="4755" y="21754"/>
                      <a:pt x="5057" y="22606"/>
                      <a:pt x="6193" y="24114"/>
                    </a:cubicBezTo>
                    <a:lnTo>
                      <a:pt x="7754" y="24061"/>
                    </a:lnTo>
                    <a:lnTo>
                      <a:pt x="7754" y="24061"/>
                    </a:lnTo>
                    <a:cubicBezTo>
                      <a:pt x="8073" y="25480"/>
                      <a:pt x="7914" y="26740"/>
                      <a:pt x="6920" y="27379"/>
                    </a:cubicBezTo>
                    <a:cubicBezTo>
                      <a:pt x="5518" y="28319"/>
                      <a:pt x="7026" y="29703"/>
                      <a:pt x="5962" y="30857"/>
                    </a:cubicBezTo>
                    <a:cubicBezTo>
                      <a:pt x="4241" y="32720"/>
                      <a:pt x="3850" y="35399"/>
                      <a:pt x="2644" y="37812"/>
                    </a:cubicBezTo>
                    <a:lnTo>
                      <a:pt x="4471" y="38380"/>
                    </a:lnTo>
                    <a:cubicBezTo>
                      <a:pt x="4400" y="39161"/>
                      <a:pt x="4436" y="40012"/>
                      <a:pt x="4259" y="40829"/>
                    </a:cubicBezTo>
                    <a:cubicBezTo>
                      <a:pt x="3939" y="42319"/>
                      <a:pt x="4329" y="43579"/>
                      <a:pt x="5252" y="44732"/>
                    </a:cubicBezTo>
                    <a:cubicBezTo>
                      <a:pt x="5838" y="45460"/>
                      <a:pt x="6370" y="46240"/>
                      <a:pt x="7026" y="46932"/>
                    </a:cubicBezTo>
                    <a:cubicBezTo>
                      <a:pt x="7789" y="47731"/>
                      <a:pt x="9209" y="47678"/>
                      <a:pt x="9670" y="48920"/>
                    </a:cubicBezTo>
                    <a:cubicBezTo>
                      <a:pt x="9723" y="49026"/>
                      <a:pt x="9812" y="49097"/>
                      <a:pt x="9919" y="49132"/>
                    </a:cubicBezTo>
                    <a:cubicBezTo>
                      <a:pt x="10191" y="49213"/>
                      <a:pt x="10478" y="49350"/>
                      <a:pt x="10740" y="49350"/>
                    </a:cubicBezTo>
                    <a:cubicBezTo>
                      <a:pt x="10768" y="49350"/>
                      <a:pt x="10796" y="49349"/>
                      <a:pt x="10824" y="49345"/>
                    </a:cubicBezTo>
                    <a:cubicBezTo>
                      <a:pt x="11569" y="49257"/>
                      <a:pt x="12279" y="49257"/>
                      <a:pt x="12917" y="48547"/>
                    </a:cubicBezTo>
                    <a:cubicBezTo>
                      <a:pt x="12958" y="48500"/>
                      <a:pt x="13033" y="48481"/>
                      <a:pt x="13131" y="48481"/>
                    </a:cubicBezTo>
                    <a:cubicBezTo>
                      <a:pt x="13526" y="48481"/>
                      <a:pt x="14291" y="48790"/>
                      <a:pt x="14670" y="48790"/>
                    </a:cubicBezTo>
                    <a:cubicBezTo>
                      <a:pt x="14764" y="48790"/>
                      <a:pt x="14834" y="48771"/>
                      <a:pt x="14869" y="48724"/>
                    </a:cubicBezTo>
                    <a:cubicBezTo>
                      <a:pt x="15721" y="47642"/>
                      <a:pt x="16892" y="47944"/>
                      <a:pt x="17921" y="47695"/>
                    </a:cubicBezTo>
                    <a:cubicBezTo>
                      <a:pt x="17948" y="47687"/>
                      <a:pt x="17976" y="47684"/>
                      <a:pt x="18005" y="47684"/>
                    </a:cubicBezTo>
                    <a:cubicBezTo>
                      <a:pt x="18165" y="47684"/>
                      <a:pt x="18357" y="47795"/>
                      <a:pt x="18613" y="47855"/>
                    </a:cubicBezTo>
                    <a:cubicBezTo>
                      <a:pt x="18550" y="48716"/>
                      <a:pt x="18847" y="48890"/>
                      <a:pt x="19260" y="48890"/>
                    </a:cubicBezTo>
                    <a:cubicBezTo>
                      <a:pt x="19540" y="48890"/>
                      <a:pt x="19874" y="48810"/>
                      <a:pt x="20185" y="48810"/>
                    </a:cubicBezTo>
                    <a:cubicBezTo>
                      <a:pt x="20457" y="48810"/>
                      <a:pt x="20713" y="48871"/>
                      <a:pt x="20902" y="49097"/>
                    </a:cubicBezTo>
                    <a:cubicBezTo>
                      <a:pt x="20831" y="49558"/>
                      <a:pt x="20902" y="50233"/>
                      <a:pt x="20636" y="50765"/>
                    </a:cubicBezTo>
                    <a:cubicBezTo>
                      <a:pt x="20228" y="51546"/>
                      <a:pt x="21150" y="52592"/>
                      <a:pt x="20068" y="53178"/>
                    </a:cubicBezTo>
                    <a:cubicBezTo>
                      <a:pt x="21771" y="55112"/>
                      <a:pt x="20955" y="57649"/>
                      <a:pt x="21594" y="59424"/>
                    </a:cubicBezTo>
                    <a:cubicBezTo>
                      <a:pt x="20742" y="61713"/>
                      <a:pt x="19589" y="63327"/>
                      <a:pt x="19624" y="65776"/>
                    </a:cubicBezTo>
                    <a:cubicBezTo>
                      <a:pt x="19678" y="68597"/>
                      <a:pt x="18453" y="71436"/>
                      <a:pt x="17406" y="74168"/>
                    </a:cubicBezTo>
                    <a:cubicBezTo>
                      <a:pt x="17247" y="74577"/>
                      <a:pt x="17158" y="75002"/>
                      <a:pt x="16910" y="75943"/>
                    </a:cubicBezTo>
                    <a:cubicBezTo>
                      <a:pt x="28177" y="66379"/>
                      <a:pt x="34458" y="51617"/>
                      <a:pt x="32258" y="36144"/>
                    </a:cubicBezTo>
                    <a:cubicBezTo>
                      <a:pt x="29756" y="18472"/>
                      <a:pt x="16874" y="4756"/>
                      <a:pt x="444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4019" name="Google Shape;4019;p65"/>
              <p:cNvSpPr/>
              <p:nvPr/>
            </p:nvSpPr>
            <p:spPr>
              <a:xfrm>
                <a:off x="6036094" y="3734681"/>
                <a:ext cx="181628" cy="303024"/>
              </a:xfrm>
              <a:custGeom>
                <a:avLst/>
                <a:gdLst/>
                <a:ahLst/>
                <a:cxnLst/>
                <a:rect l="l" t="t" r="r" b="b"/>
                <a:pathLst>
                  <a:path w="31478" h="52540" extrusionOk="0">
                    <a:moveTo>
                      <a:pt x="28337" y="1"/>
                    </a:moveTo>
                    <a:cubicBezTo>
                      <a:pt x="13326" y="5785"/>
                      <a:pt x="2556" y="18986"/>
                      <a:pt x="1" y="34405"/>
                    </a:cubicBezTo>
                    <a:cubicBezTo>
                      <a:pt x="516" y="36961"/>
                      <a:pt x="764" y="39569"/>
                      <a:pt x="1154" y="42159"/>
                    </a:cubicBezTo>
                    <a:cubicBezTo>
                      <a:pt x="1172" y="42266"/>
                      <a:pt x="1438" y="42355"/>
                      <a:pt x="1687" y="42496"/>
                    </a:cubicBezTo>
                    <a:cubicBezTo>
                      <a:pt x="1687" y="41574"/>
                      <a:pt x="1704" y="40704"/>
                      <a:pt x="1704" y="39835"/>
                    </a:cubicBezTo>
                    <a:lnTo>
                      <a:pt x="2112" y="39817"/>
                    </a:lnTo>
                    <a:lnTo>
                      <a:pt x="3905" y="45513"/>
                    </a:lnTo>
                    <a:cubicBezTo>
                      <a:pt x="4490" y="45956"/>
                      <a:pt x="5289" y="46595"/>
                      <a:pt x="6122" y="47145"/>
                    </a:cubicBezTo>
                    <a:cubicBezTo>
                      <a:pt x="6548" y="47465"/>
                      <a:pt x="7045" y="47678"/>
                      <a:pt x="7560" y="47784"/>
                    </a:cubicBezTo>
                    <a:cubicBezTo>
                      <a:pt x="9813" y="48068"/>
                      <a:pt x="12492" y="48884"/>
                      <a:pt x="13557" y="50481"/>
                    </a:cubicBezTo>
                    <a:cubicBezTo>
                      <a:pt x="14515" y="51971"/>
                      <a:pt x="15810" y="52202"/>
                      <a:pt x="16751" y="52539"/>
                    </a:cubicBezTo>
                    <a:lnTo>
                      <a:pt x="18827" y="51652"/>
                    </a:lnTo>
                    <a:cubicBezTo>
                      <a:pt x="18720" y="51475"/>
                      <a:pt x="18632" y="51155"/>
                      <a:pt x="18525" y="51138"/>
                    </a:cubicBezTo>
                    <a:cubicBezTo>
                      <a:pt x="15367" y="50960"/>
                      <a:pt x="15367" y="50978"/>
                      <a:pt x="14905" y="48015"/>
                    </a:cubicBezTo>
                    <a:cubicBezTo>
                      <a:pt x="14870" y="47695"/>
                      <a:pt x="14799" y="47376"/>
                      <a:pt x="14675" y="46755"/>
                    </a:cubicBezTo>
                    <a:lnTo>
                      <a:pt x="11818" y="46152"/>
                    </a:lnTo>
                    <a:lnTo>
                      <a:pt x="12031" y="42461"/>
                    </a:lnTo>
                    <a:cubicBezTo>
                      <a:pt x="12009" y="42460"/>
                      <a:pt x="11988" y="42460"/>
                      <a:pt x="11967" y="42460"/>
                    </a:cubicBezTo>
                    <a:cubicBezTo>
                      <a:pt x="9761" y="42460"/>
                      <a:pt x="10756" y="45214"/>
                      <a:pt x="9157" y="45531"/>
                    </a:cubicBezTo>
                    <a:cubicBezTo>
                      <a:pt x="7577" y="44537"/>
                      <a:pt x="7577" y="44537"/>
                      <a:pt x="6832" y="39036"/>
                    </a:cubicBezTo>
                    <a:cubicBezTo>
                      <a:pt x="7471" y="36162"/>
                      <a:pt x="10807" y="37120"/>
                      <a:pt x="11570" y="34867"/>
                    </a:cubicBezTo>
                    <a:lnTo>
                      <a:pt x="13876" y="35683"/>
                    </a:lnTo>
                    <a:cubicBezTo>
                      <a:pt x="13930" y="37014"/>
                      <a:pt x="14213" y="38274"/>
                      <a:pt x="15651" y="39090"/>
                    </a:cubicBezTo>
                    <a:lnTo>
                      <a:pt x="14870" y="33554"/>
                    </a:lnTo>
                    <a:cubicBezTo>
                      <a:pt x="15012" y="33305"/>
                      <a:pt x="15189" y="33092"/>
                      <a:pt x="15367" y="32880"/>
                    </a:cubicBezTo>
                    <a:cubicBezTo>
                      <a:pt x="16733" y="31584"/>
                      <a:pt x="18720" y="30662"/>
                      <a:pt x="18277" y="28231"/>
                    </a:cubicBezTo>
                    <a:cubicBezTo>
                      <a:pt x="19217" y="27148"/>
                      <a:pt x="19501" y="25569"/>
                      <a:pt x="20903" y="24824"/>
                    </a:cubicBezTo>
                    <a:cubicBezTo>
                      <a:pt x="21169" y="24664"/>
                      <a:pt x="21701" y="24540"/>
                      <a:pt x="21701" y="24416"/>
                    </a:cubicBezTo>
                    <a:cubicBezTo>
                      <a:pt x="21701" y="22606"/>
                      <a:pt x="23298" y="22375"/>
                      <a:pt x="24345" y="21453"/>
                    </a:cubicBezTo>
                    <a:cubicBezTo>
                      <a:pt x="24698" y="21969"/>
                      <a:pt x="25002" y="22149"/>
                      <a:pt x="25280" y="22149"/>
                    </a:cubicBezTo>
                    <a:cubicBezTo>
                      <a:pt x="25925" y="22149"/>
                      <a:pt x="26432" y="21185"/>
                      <a:pt x="27082" y="21185"/>
                    </a:cubicBezTo>
                    <a:cubicBezTo>
                      <a:pt x="27098" y="21185"/>
                      <a:pt x="27114" y="21185"/>
                      <a:pt x="27131" y="21187"/>
                    </a:cubicBezTo>
                    <a:cubicBezTo>
                      <a:pt x="27184" y="21187"/>
                      <a:pt x="27237" y="20867"/>
                      <a:pt x="27255" y="20832"/>
                    </a:cubicBezTo>
                    <a:lnTo>
                      <a:pt x="25250" y="19909"/>
                    </a:lnTo>
                    <a:lnTo>
                      <a:pt x="25835" y="18348"/>
                    </a:lnTo>
                    <a:lnTo>
                      <a:pt x="24274" y="17851"/>
                    </a:lnTo>
                    <a:cubicBezTo>
                      <a:pt x="25161" y="17514"/>
                      <a:pt x="26048" y="17727"/>
                      <a:pt x="26829" y="17531"/>
                    </a:cubicBezTo>
                    <a:cubicBezTo>
                      <a:pt x="27610" y="17336"/>
                      <a:pt x="28266" y="16751"/>
                      <a:pt x="28976" y="16325"/>
                    </a:cubicBezTo>
                    <a:cubicBezTo>
                      <a:pt x="29774" y="15846"/>
                      <a:pt x="30573" y="15349"/>
                      <a:pt x="31478" y="14781"/>
                    </a:cubicBezTo>
                    <a:cubicBezTo>
                      <a:pt x="30466" y="12723"/>
                      <a:pt x="27769" y="12049"/>
                      <a:pt x="27698" y="9565"/>
                    </a:cubicBezTo>
                    <a:lnTo>
                      <a:pt x="25143" y="11836"/>
                    </a:lnTo>
                    <a:cubicBezTo>
                      <a:pt x="25764" y="8571"/>
                      <a:pt x="23600" y="8908"/>
                      <a:pt x="22269" y="8465"/>
                    </a:cubicBezTo>
                    <a:cubicBezTo>
                      <a:pt x="21932" y="8855"/>
                      <a:pt x="21559" y="9032"/>
                      <a:pt x="21027" y="9316"/>
                    </a:cubicBezTo>
                    <a:lnTo>
                      <a:pt x="21825" y="10132"/>
                    </a:lnTo>
                    <a:lnTo>
                      <a:pt x="20353" y="11197"/>
                    </a:lnTo>
                    <a:cubicBezTo>
                      <a:pt x="21772" y="12244"/>
                      <a:pt x="20956" y="13628"/>
                      <a:pt x="20690" y="13734"/>
                    </a:cubicBezTo>
                    <a:cubicBezTo>
                      <a:pt x="18756" y="14444"/>
                      <a:pt x="19217" y="16396"/>
                      <a:pt x="18401" y="17620"/>
                    </a:cubicBezTo>
                    <a:lnTo>
                      <a:pt x="17460" y="16910"/>
                    </a:lnTo>
                    <a:cubicBezTo>
                      <a:pt x="17052" y="16502"/>
                      <a:pt x="17886" y="16360"/>
                      <a:pt x="17851" y="16023"/>
                    </a:cubicBezTo>
                    <a:cubicBezTo>
                      <a:pt x="17833" y="15580"/>
                      <a:pt x="17744" y="15136"/>
                      <a:pt x="17673" y="14639"/>
                    </a:cubicBezTo>
                    <a:lnTo>
                      <a:pt x="14781" y="13805"/>
                    </a:lnTo>
                    <a:cubicBezTo>
                      <a:pt x="14391" y="10558"/>
                      <a:pt x="17727" y="10026"/>
                      <a:pt x="19075" y="8056"/>
                    </a:cubicBezTo>
                    <a:cubicBezTo>
                      <a:pt x="19476" y="8451"/>
                      <a:pt x="19895" y="8555"/>
                      <a:pt x="20323" y="8555"/>
                    </a:cubicBezTo>
                    <a:cubicBezTo>
                      <a:pt x="20808" y="8555"/>
                      <a:pt x="21305" y="8420"/>
                      <a:pt x="21802" y="8420"/>
                    </a:cubicBezTo>
                    <a:cubicBezTo>
                      <a:pt x="21952" y="8420"/>
                      <a:pt x="22102" y="8433"/>
                      <a:pt x="22251" y="8465"/>
                    </a:cubicBezTo>
                    <a:cubicBezTo>
                      <a:pt x="22127" y="7702"/>
                      <a:pt x="22056" y="7152"/>
                      <a:pt x="21967" y="6495"/>
                    </a:cubicBezTo>
                    <a:cubicBezTo>
                      <a:pt x="23198" y="6481"/>
                      <a:pt x="23566" y="4540"/>
                      <a:pt x="24952" y="4540"/>
                    </a:cubicBezTo>
                    <a:cubicBezTo>
                      <a:pt x="25264" y="4540"/>
                      <a:pt x="25629" y="4639"/>
                      <a:pt x="26066" y="4880"/>
                    </a:cubicBezTo>
                    <a:cubicBezTo>
                      <a:pt x="25374" y="5963"/>
                      <a:pt x="24274" y="6335"/>
                      <a:pt x="23458" y="7010"/>
                    </a:cubicBezTo>
                    <a:lnTo>
                      <a:pt x="26243" y="8376"/>
                    </a:lnTo>
                    <a:lnTo>
                      <a:pt x="28089" y="7205"/>
                    </a:lnTo>
                    <a:lnTo>
                      <a:pt x="28160" y="5324"/>
                    </a:lnTo>
                    <a:cubicBezTo>
                      <a:pt x="28332" y="5383"/>
                      <a:pt x="28506" y="5414"/>
                      <a:pt x="28690" y="5414"/>
                    </a:cubicBezTo>
                    <a:cubicBezTo>
                      <a:pt x="29226" y="5414"/>
                      <a:pt x="29853" y="5151"/>
                      <a:pt x="30804" y="4543"/>
                    </a:cubicBezTo>
                    <a:lnTo>
                      <a:pt x="29029" y="3621"/>
                    </a:lnTo>
                    <a:lnTo>
                      <a:pt x="29561" y="2733"/>
                    </a:lnTo>
                    <a:lnTo>
                      <a:pt x="28231" y="1722"/>
                    </a:lnTo>
                    <a:cubicBezTo>
                      <a:pt x="28355" y="1190"/>
                      <a:pt x="28692" y="586"/>
                      <a:pt x="28515" y="232"/>
                    </a:cubicBezTo>
                    <a:cubicBezTo>
                      <a:pt x="28479" y="161"/>
                      <a:pt x="28408" y="72"/>
                      <a:pt x="28337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4020" name="Google Shape;4020;p65"/>
              <p:cNvSpPr/>
              <p:nvPr/>
            </p:nvSpPr>
            <p:spPr>
              <a:xfrm>
                <a:off x="6143575" y="4010833"/>
                <a:ext cx="186233" cy="216616"/>
              </a:xfrm>
              <a:custGeom>
                <a:avLst/>
                <a:gdLst/>
                <a:ahLst/>
                <a:cxnLst/>
                <a:rect l="l" t="t" r="r" b="b"/>
                <a:pathLst>
                  <a:path w="32276" h="37558" extrusionOk="0">
                    <a:moveTo>
                      <a:pt x="3376" y="1"/>
                    </a:moveTo>
                    <a:cubicBezTo>
                      <a:pt x="3358" y="1"/>
                      <a:pt x="3345" y="4"/>
                      <a:pt x="3336" y="12"/>
                    </a:cubicBezTo>
                    <a:cubicBezTo>
                      <a:pt x="905" y="2621"/>
                      <a:pt x="905" y="2621"/>
                      <a:pt x="1243" y="6400"/>
                    </a:cubicBezTo>
                    <a:cubicBezTo>
                      <a:pt x="1260" y="6595"/>
                      <a:pt x="1118" y="6790"/>
                      <a:pt x="1065" y="7003"/>
                    </a:cubicBezTo>
                    <a:cubicBezTo>
                      <a:pt x="693" y="8405"/>
                      <a:pt x="338" y="9807"/>
                      <a:pt x="1" y="11155"/>
                    </a:cubicBezTo>
                    <a:lnTo>
                      <a:pt x="1118" y="14012"/>
                    </a:lnTo>
                    <a:cubicBezTo>
                      <a:pt x="2147" y="15148"/>
                      <a:pt x="3106" y="16283"/>
                      <a:pt x="4188" y="17330"/>
                    </a:cubicBezTo>
                    <a:cubicBezTo>
                      <a:pt x="5271" y="18413"/>
                      <a:pt x="5677" y="20424"/>
                      <a:pt x="7592" y="20424"/>
                    </a:cubicBezTo>
                    <a:cubicBezTo>
                      <a:pt x="7779" y="20424"/>
                      <a:pt x="7980" y="20405"/>
                      <a:pt x="8198" y="20364"/>
                    </a:cubicBezTo>
                    <a:cubicBezTo>
                      <a:pt x="9263" y="21234"/>
                      <a:pt x="10735" y="21553"/>
                      <a:pt x="11179" y="23221"/>
                    </a:cubicBezTo>
                    <a:cubicBezTo>
                      <a:pt x="11587" y="24711"/>
                      <a:pt x="12669" y="26024"/>
                      <a:pt x="13024" y="27515"/>
                    </a:cubicBezTo>
                    <a:cubicBezTo>
                      <a:pt x="13361" y="28863"/>
                      <a:pt x="14461" y="29662"/>
                      <a:pt x="14834" y="30780"/>
                    </a:cubicBezTo>
                    <a:cubicBezTo>
                      <a:pt x="15278" y="32128"/>
                      <a:pt x="15970" y="33246"/>
                      <a:pt x="16573" y="34470"/>
                    </a:cubicBezTo>
                    <a:cubicBezTo>
                      <a:pt x="17070" y="35428"/>
                      <a:pt x="18223" y="35038"/>
                      <a:pt x="18525" y="36191"/>
                    </a:cubicBezTo>
                    <a:cubicBezTo>
                      <a:pt x="18631" y="36564"/>
                      <a:pt x="18844" y="36901"/>
                      <a:pt x="19146" y="37185"/>
                    </a:cubicBezTo>
                    <a:cubicBezTo>
                      <a:pt x="20299" y="37345"/>
                      <a:pt x="21470" y="37469"/>
                      <a:pt x="22659" y="37558"/>
                    </a:cubicBezTo>
                    <a:cubicBezTo>
                      <a:pt x="22559" y="37158"/>
                      <a:pt x="22490" y="36790"/>
                      <a:pt x="21808" y="36790"/>
                    </a:cubicBezTo>
                    <a:cubicBezTo>
                      <a:pt x="21763" y="36790"/>
                      <a:pt x="21716" y="36791"/>
                      <a:pt x="21665" y="36795"/>
                    </a:cubicBezTo>
                    <a:cubicBezTo>
                      <a:pt x="21645" y="36796"/>
                      <a:pt x="21626" y="36796"/>
                      <a:pt x="21608" y="36796"/>
                    </a:cubicBezTo>
                    <a:cubicBezTo>
                      <a:pt x="20725" y="36796"/>
                      <a:pt x="22437" y="35547"/>
                      <a:pt x="21115" y="35251"/>
                    </a:cubicBezTo>
                    <a:cubicBezTo>
                      <a:pt x="20388" y="35073"/>
                      <a:pt x="22109" y="33707"/>
                      <a:pt x="20725" y="33246"/>
                    </a:cubicBezTo>
                    <a:lnTo>
                      <a:pt x="20920" y="32980"/>
                    </a:lnTo>
                    <a:lnTo>
                      <a:pt x="22783" y="32394"/>
                    </a:lnTo>
                    <a:lnTo>
                      <a:pt x="21860" y="30017"/>
                    </a:lnTo>
                    <a:lnTo>
                      <a:pt x="23191" y="29839"/>
                    </a:lnTo>
                    <a:cubicBezTo>
                      <a:pt x="23599" y="29041"/>
                      <a:pt x="24007" y="28313"/>
                      <a:pt x="24380" y="27550"/>
                    </a:cubicBezTo>
                    <a:cubicBezTo>
                      <a:pt x="24646" y="26982"/>
                      <a:pt x="25178" y="26308"/>
                      <a:pt x="25036" y="25829"/>
                    </a:cubicBezTo>
                    <a:cubicBezTo>
                      <a:pt x="24451" y="23718"/>
                      <a:pt x="26083" y="22972"/>
                      <a:pt x="27343" y="22529"/>
                    </a:cubicBezTo>
                    <a:cubicBezTo>
                      <a:pt x="28603" y="22068"/>
                      <a:pt x="29082" y="21482"/>
                      <a:pt x="29242" y="20311"/>
                    </a:cubicBezTo>
                    <a:cubicBezTo>
                      <a:pt x="29419" y="19069"/>
                      <a:pt x="29809" y="17862"/>
                      <a:pt x="29898" y="16620"/>
                    </a:cubicBezTo>
                    <a:cubicBezTo>
                      <a:pt x="29987" y="15467"/>
                      <a:pt x="30005" y="14438"/>
                      <a:pt x="31087" y="13675"/>
                    </a:cubicBezTo>
                    <a:cubicBezTo>
                      <a:pt x="31442" y="13444"/>
                      <a:pt x="31531" y="12788"/>
                      <a:pt x="31655" y="12309"/>
                    </a:cubicBezTo>
                    <a:cubicBezTo>
                      <a:pt x="32276" y="10144"/>
                      <a:pt x="31868" y="9612"/>
                      <a:pt x="29490" y="9133"/>
                    </a:cubicBezTo>
                    <a:cubicBezTo>
                      <a:pt x="29100" y="9062"/>
                      <a:pt x="28816" y="8494"/>
                      <a:pt x="28266" y="7926"/>
                    </a:cubicBezTo>
                    <a:lnTo>
                      <a:pt x="24895" y="8778"/>
                    </a:lnTo>
                    <a:cubicBezTo>
                      <a:pt x="24522" y="7678"/>
                      <a:pt x="23315" y="7678"/>
                      <a:pt x="22215" y="7465"/>
                    </a:cubicBezTo>
                    <a:lnTo>
                      <a:pt x="21647" y="8157"/>
                    </a:lnTo>
                    <a:lnTo>
                      <a:pt x="18063" y="3597"/>
                    </a:lnTo>
                    <a:cubicBezTo>
                      <a:pt x="16840" y="3528"/>
                      <a:pt x="15905" y="3374"/>
                      <a:pt x="15067" y="3374"/>
                    </a:cubicBezTo>
                    <a:cubicBezTo>
                      <a:pt x="14823" y="3374"/>
                      <a:pt x="14587" y="3387"/>
                      <a:pt x="14355" y="3419"/>
                    </a:cubicBezTo>
                    <a:cubicBezTo>
                      <a:pt x="14295" y="3427"/>
                      <a:pt x="14238" y="3430"/>
                      <a:pt x="14183" y="3430"/>
                    </a:cubicBezTo>
                    <a:cubicBezTo>
                      <a:pt x="13092" y="3430"/>
                      <a:pt x="13035" y="1981"/>
                      <a:pt x="11835" y="1964"/>
                    </a:cubicBezTo>
                    <a:cubicBezTo>
                      <a:pt x="11108" y="1964"/>
                      <a:pt x="9901" y="1467"/>
                      <a:pt x="9582" y="438"/>
                    </a:cubicBezTo>
                    <a:cubicBezTo>
                      <a:pt x="8677" y="793"/>
                      <a:pt x="7914" y="1361"/>
                      <a:pt x="7133" y="1361"/>
                    </a:cubicBezTo>
                    <a:cubicBezTo>
                      <a:pt x="7119" y="1361"/>
                      <a:pt x="7105" y="1361"/>
                      <a:pt x="7091" y="1361"/>
                    </a:cubicBezTo>
                    <a:cubicBezTo>
                      <a:pt x="6288" y="1361"/>
                      <a:pt x="5470" y="877"/>
                      <a:pt x="4703" y="616"/>
                    </a:cubicBezTo>
                    <a:lnTo>
                      <a:pt x="4170" y="1184"/>
                    </a:lnTo>
                    <a:lnTo>
                      <a:pt x="3585" y="48"/>
                    </a:lnTo>
                    <a:cubicBezTo>
                      <a:pt x="3517" y="34"/>
                      <a:pt x="3429" y="1"/>
                      <a:pt x="3376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4021" name="Google Shape;4021;p65"/>
              <p:cNvSpPr/>
              <p:nvPr/>
            </p:nvSpPr>
            <p:spPr>
              <a:xfrm>
                <a:off x="6110513" y="3969114"/>
                <a:ext cx="33997" cy="13957"/>
              </a:xfrm>
              <a:custGeom>
                <a:avLst/>
                <a:gdLst/>
                <a:ahLst/>
                <a:cxnLst/>
                <a:rect l="l" t="t" r="r" b="b"/>
                <a:pathLst>
                  <a:path w="5892" h="2420" extrusionOk="0">
                    <a:moveTo>
                      <a:pt x="2076" y="1"/>
                    </a:moveTo>
                    <a:cubicBezTo>
                      <a:pt x="1454" y="1"/>
                      <a:pt x="791" y="230"/>
                      <a:pt x="0" y="592"/>
                    </a:cubicBezTo>
                    <a:cubicBezTo>
                      <a:pt x="564" y="957"/>
                      <a:pt x="1113" y="1415"/>
                      <a:pt x="1254" y="1415"/>
                    </a:cubicBezTo>
                    <a:cubicBezTo>
                      <a:pt x="1264" y="1415"/>
                      <a:pt x="1272" y="1412"/>
                      <a:pt x="1278" y="1408"/>
                    </a:cubicBezTo>
                    <a:cubicBezTo>
                      <a:pt x="1606" y="1108"/>
                      <a:pt x="1874" y="952"/>
                      <a:pt x="2167" y="952"/>
                    </a:cubicBezTo>
                    <a:cubicBezTo>
                      <a:pt x="2429" y="952"/>
                      <a:pt x="2710" y="1077"/>
                      <a:pt x="3070" y="1337"/>
                    </a:cubicBezTo>
                    <a:cubicBezTo>
                      <a:pt x="3815" y="1869"/>
                      <a:pt x="4773" y="2011"/>
                      <a:pt x="5838" y="2419"/>
                    </a:cubicBezTo>
                    <a:lnTo>
                      <a:pt x="5891" y="1071"/>
                    </a:lnTo>
                    <a:cubicBezTo>
                      <a:pt x="5040" y="893"/>
                      <a:pt x="4170" y="964"/>
                      <a:pt x="3656" y="574"/>
                    </a:cubicBezTo>
                    <a:cubicBezTo>
                      <a:pt x="3121" y="171"/>
                      <a:pt x="2614" y="1"/>
                      <a:pt x="2076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4022" name="Google Shape;4022;p65"/>
              <p:cNvSpPr/>
              <p:nvPr/>
            </p:nvSpPr>
            <p:spPr>
              <a:xfrm>
                <a:off x="6151865" y="3979381"/>
                <a:ext cx="35739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6194" h="2059" extrusionOk="0">
                    <a:moveTo>
                      <a:pt x="6193" y="0"/>
                    </a:moveTo>
                    <a:lnTo>
                      <a:pt x="6193" y="0"/>
                    </a:lnTo>
                    <a:cubicBezTo>
                      <a:pt x="4801" y="195"/>
                      <a:pt x="3970" y="433"/>
                      <a:pt x="3202" y="433"/>
                    </a:cubicBezTo>
                    <a:cubicBezTo>
                      <a:pt x="3128" y="433"/>
                      <a:pt x="3055" y="431"/>
                      <a:pt x="2982" y="426"/>
                    </a:cubicBezTo>
                    <a:cubicBezTo>
                      <a:pt x="2453" y="395"/>
                      <a:pt x="1944" y="74"/>
                      <a:pt x="1353" y="74"/>
                    </a:cubicBezTo>
                    <a:cubicBezTo>
                      <a:pt x="951" y="74"/>
                      <a:pt x="511" y="222"/>
                      <a:pt x="1" y="710"/>
                    </a:cubicBezTo>
                    <a:lnTo>
                      <a:pt x="1473" y="2059"/>
                    </a:lnTo>
                    <a:cubicBezTo>
                      <a:pt x="2432" y="409"/>
                      <a:pt x="4472" y="1526"/>
                      <a:pt x="6193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4023" name="Google Shape;4023;p65"/>
              <p:cNvSpPr/>
              <p:nvPr/>
            </p:nvSpPr>
            <p:spPr>
              <a:xfrm>
                <a:off x="6203762" y="3831292"/>
                <a:ext cx="19768" cy="12285"/>
              </a:xfrm>
              <a:custGeom>
                <a:avLst/>
                <a:gdLst/>
                <a:ahLst/>
                <a:cxnLst/>
                <a:rect l="l" t="t" r="r" b="b"/>
                <a:pathLst>
                  <a:path w="3426" h="2130" extrusionOk="0">
                    <a:moveTo>
                      <a:pt x="1473" y="1"/>
                    </a:moveTo>
                    <a:lnTo>
                      <a:pt x="1" y="1828"/>
                    </a:lnTo>
                    <a:lnTo>
                      <a:pt x="3372" y="2130"/>
                    </a:lnTo>
                    <a:cubicBezTo>
                      <a:pt x="3407" y="1917"/>
                      <a:pt x="3425" y="1704"/>
                      <a:pt x="3425" y="1509"/>
                    </a:cubicBezTo>
                    <a:cubicBezTo>
                      <a:pt x="3390" y="1172"/>
                      <a:pt x="3301" y="870"/>
                      <a:pt x="3248" y="586"/>
                    </a:cubicBezTo>
                    <a:lnTo>
                      <a:pt x="1473" y="1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</p:grpSp>
      </p:grpSp>
      <p:grpSp>
        <p:nvGrpSpPr>
          <p:cNvPr id="4024" name="Google Shape;4024;p65"/>
          <p:cNvGrpSpPr/>
          <p:nvPr/>
        </p:nvGrpSpPr>
        <p:grpSpPr>
          <a:xfrm>
            <a:off x="4999147" y="2990609"/>
            <a:ext cx="432227" cy="383903"/>
            <a:chOff x="6644304" y="3073628"/>
            <a:chExt cx="576302" cy="511871"/>
          </a:xfrm>
        </p:grpSpPr>
        <p:sp>
          <p:nvSpPr>
            <p:cNvPr id="4025" name="Google Shape;4025;p65"/>
            <p:cNvSpPr/>
            <p:nvPr/>
          </p:nvSpPr>
          <p:spPr>
            <a:xfrm>
              <a:off x="6644304" y="3073628"/>
              <a:ext cx="576302" cy="511871"/>
            </a:xfrm>
            <a:custGeom>
              <a:avLst/>
              <a:gdLst/>
              <a:ahLst/>
              <a:cxnLst/>
              <a:rect l="l" t="t" r="r" b="b"/>
              <a:pathLst>
                <a:path w="99879" h="88751" extrusionOk="0">
                  <a:moveTo>
                    <a:pt x="50483" y="1"/>
                  </a:moveTo>
                  <a:cubicBezTo>
                    <a:pt x="46751" y="1"/>
                    <a:pt x="42953" y="456"/>
                    <a:pt x="39160" y="1409"/>
                  </a:cubicBezTo>
                  <a:cubicBezTo>
                    <a:pt x="14870" y="7513"/>
                    <a:pt x="1" y="31697"/>
                    <a:pt x="5963" y="55420"/>
                  </a:cubicBezTo>
                  <a:cubicBezTo>
                    <a:pt x="10993" y="75452"/>
                    <a:pt x="29236" y="88750"/>
                    <a:pt x="49406" y="88750"/>
                  </a:cubicBezTo>
                  <a:cubicBezTo>
                    <a:pt x="53141" y="88750"/>
                    <a:pt x="56941" y="88294"/>
                    <a:pt x="60736" y="87341"/>
                  </a:cubicBezTo>
                  <a:cubicBezTo>
                    <a:pt x="85027" y="81237"/>
                    <a:pt x="99878" y="57053"/>
                    <a:pt x="93917" y="33330"/>
                  </a:cubicBezTo>
                  <a:cubicBezTo>
                    <a:pt x="88901" y="13311"/>
                    <a:pt x="70655" y="1"/>
                    <a:pt x="5048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grpSp>
          <p:nvGrpSpPr>
            <p:cNvPr id="4026" name="Google Shape;4026;p65"/>
            <p:cNvGrpSpPr/>
            <p:nvPr/>
          </p:nvGrpSpPr>
          <p:grpSpPr>
            <a:xfrm>
              <a:off x="6712169" y="3085440"/>
              <a:ext cx="481622" cy="494913"/>
              <a:chOff x="6712169" y="3085440"/>
              <a:chExt cx="481622" cy="494913"/>
            </a:xfrm>
          </p:grpSpPr>
          <p:sp>
            <p:nvSpPr>
              <p:cNvPr id="4027" name="Google Shape;4027;p65"/>
              <p:cNvSpPr/>
              <p:nvPr/>
            </p:nvSpPr>
            <p:spPr>
              <a:xfrm>
                <a:off x="6712169" y="3085440"/>
                <a:ext cx="238757" cy="315615"/>
              </a:xfrm>
              <a:custGeom>
                <a:avLst/>
                <a:gdLst/>
                <a:ahLst/>
                <a:cxnLst/>
                <a:rect l="l" t="t" r="r" b="b"/>
                <a:pathLst>
                  <a:path w="41379" h="54723" extrusionOk="0">
                    <a:moveTo>
                      <a:pt x="20938" y="3904"/>
                    </a:moveTo>
                    <a:lnTo>
                      <a:pt x="22677" y="6583"/>
                    </a:lnTo>
                    <a:lnTo>
                      <a:pt x="22091" y="7097"/>
                    </a:lnTo>
                    <a:lnTo>
                      <a:pt x="18951" y="4400"/>
                    </a:lnTo>
                    <a:lnTo>
                      <a:pt x="20938" y="3904"/>
                    </a:lnTo>
                    <a:close/>
                    <a:moveTo>
                      <a:pt x="25072" y="0"/>
                    </a:moveTo>
                    <a:lnTo>
                      <a:pt x="25072" y="0"/>
                    </a:lnTo>
                    <a:cubicBezTo>
                      <a:pt x="24433" y="195"/>
                      <a:pt x="23812" y="408"/>
                      <a:pt x="23191" y="621"/>
                    </a:cubicBezTo>
                    <a:lnTo>
                      <a:pt x="23493" y="1047"/>
                    </a:lnTo>
                    <a:lnTo>
                      <a:pt x="21861" y="1136"/>
                    </a:lnTo>
                    <a:cubicBezTo>
                      <a:pt x="20920" y="1491"/>
                      <a:pt x="19980" y="1899"/>
                      <a:pt x="19075" y="2307"/>
                    </a:cubicBezTo>
                    <a:lnTo>
                      <a:pt x="17709" y="4489"/>
                    </a:lnTo>
                    <a:lnTo>
                      <a:pt x="19341" y="6778"/>
                    </a:lnTo>
                    <a:lnTo>
                      <a:pt x="19341" y="6778"/>
                    </a:lnTo>
                    <a:lnTo>
                      <a:pt x="16697" y="6086"/>
                    </a:lnTo>
                    <a:lnTo>
                      <a:pt x="17017" y="4542"/>
                    </a:lnTo>
                    <a:lnTo>
                      <a:pt x="15473" y="4205"/>
                    </a:lnTo>
                    <a:cubicBezTo>
                      <a:pt x="14124" y="4968"/>
                      <a:pt x="12811" y="5820"/>
                      <a:pt x="11552" y="6725"/>
                    </a:cubicBezTo>
                    <a:lnTo>
                      <a:pt x="12581" y="6920"/>
                    </a:lnTo>
                    <a:lnTo>
                      <a:pt x="11836" y="8091"/>
                    </a:lnTo>
                    <a:cubicBezTo>
                      <a:pt x="11392" y="7967"/>
                      <a:pt x="10842" y="7772"/>
                      <a:pt x="10363" y="7612"/>
                    </a:cubicBezTo>
                    <a:cubicBezTo>
                      <a:pt x="6300" y="10753"/>
                      <a:pt x="2804" y="14567"/>
                      <a:pt x="1" y="18897"/>
                    </a:cubicBezTo>
                    <a:cubicBezTo>
                      <a:pt x="356" y="19536"/>
                      <a:pt x="498" y="20299"/>
                      <a:pt x="373" y="21026"/>
                    </a:cubicBezTo>
                    <a:cubicBezTo>
                      <a:pt x="285" y="21895"/>
                      <a:pt x="870" y="22800"/>
                      <a:pt x="977" y="23723"/>
                    </a:cubicBezTo>
                    <a:cubicBezTo>
                      <a:pt x="1101" y="24681"/>
                      <a:pt x="835" y="25710"/>
                      <a:pt x="1048" y="26633"/>
                    </a:cubicBezTo>
                    <a:cubicBezTo>
                      <a:pt x="1580" y="28922"/>
                      <a:pt x="1651" y="28904"/>
                      <a:pt x="1314" y="30696"/>
                    </a:cubicBezTo>
                    <a:cubicBezTo>
                      <a:pt x="1260" y="30998"/>
                      <a:pt x="1243" y="31335"/>
                      <a:pt x="1189" y="31654"/>
                    </a:cubicBezTo>
                    <a:cubicBezTo>
                      <a:pt x="906" y="33943"/>
                      <a:pt x="852" y="36090"/>
                      <a:pt x="2378" y="38184"/>
                    </a:cubicBezTo>
                    <a:cubicBezTo>
                      <a:pt x="3194" y="39302"/>
                      <a:pt x="4490" y="39461"/>
                      <a:pt x="5217" y="40473"/>
                    </a:cubicBezTo>
                    <a:cubicBezTo>
                      <a:pt x="5377" y="41147"/>
                      <a:pt x="5679" y="41821"/>
                      <a:pt x="5679" y="42496"/>
                    </a:cubicBezTo>
                    <a:cubicBezTo>
                      <a:pt x="5679" y="43170"/>
                      <a:pt x="7311" y="43347"/>
                      <a:pt x="6406" y="44146"/>
                    </a:cubicBezTo>
                    <a:lnTo>
                      <a:pt x="8429" y="45122"/>
                    </a:lnTo>
                    <a:lnTo>
                      <a:pt x="8429" y="45122"/>
                    </a:lnTo>
                    <a:lnTo>
                      <a:pt x="8269" y="43170"/>
                    </a:lnTo>
                    <a:lnTo>
                      <a:pt x="8269" y="43170"/>
                    </a:lnTo>
                    <a:cubicBezTo>
                      <a:pt x="8872" y="43613"/>
                      <a:pt x="9298" y="43826"/>
                      <a:pt x="9600" y="44146"/>
                    </a:cubicBezTo>
                    <a:cubicBezTo>
                      <a:pt x="10345" y="44909"/>
                      <a:pt x="10948" y="45849"/>
                      <a:pt x="11765" y="46523"/>
                    </a:cubicBezTo>
                    <a:cubicBezTo>
                      <a:pt x="12652" y="47251"/>
                      <a:pt x="13734" y="47730"/>
                      <a:pt x="13255" y="49167"/>
                    </a:cubicBezTo>
                    <a:cubicBezTo>
                      <a:pt x="15142" y="50239"/>
                      <a:pt x="17068" y="51273"/>
                      <a:pt x="19240" y="51273"/>
                    </a:cubicBezTo>
                    <a:cubicBezTo>
                      <a:pt x="19621" y="51273"/>
                      <a:pt x="20009" y="51241"/>
                      <a:pt x="20406" y="51172"/>
                    </a:cubicBezTo>
                    <a:cubicBezTo>
                      <a:pt x="21066" y="51051"/>
                      <a:pt x="21687" y="50867"/>
                      <a:pt x="22299" y="50867"/>
                    </a:cubicBezTo>
                    <a:cubicBezTo>
                      <a:pt x="22856" y="50867"/>
                      <a:pt x="23406" y="51019"/>
                      <a:pt x="23972" y="51509"/>
                    </a:cubicBezTo>
                    <a:cubicBezTo>
                      <a:pt x="24575" y="52042"/>
                      <a:pt x="25551" y="52219"/>
                      <a:pt x="26403" y="52414"/>
                    </a:cubicBezTo>
                    <a:cubicBezTo>
                      <a:pt x="26412" y="52417"/>
                      <a:pt x="26421" y="52418"/>
                      <a:pt x="26431" y="52418"/>
                    </a:cubicBezTo>
                    <a:cubicBezTo>
                      <a:pt x="26612" y="52418"/>
                      <a:pt x="26911" y="51958"/>
                      <a:pt x="27130" y="51722"/>
                    </a:cubicBezTo>
                    <a:cubicBezTo>
                      <a:pt x="29563" y="53875"/>
                      <a:pt x="30553" y="54722"/>
                      <a:pt x="31970" y="54722"/>
                    </a:cubicBezTo>
                    <a:cubicBezTo>
                      <a:pt x="32888" y="54722"/>
                      <a:pt x="33985" y="54367"/>
                      <a:pt x="35771" y="53780"/>
                    </a:cubicBezTo>
                    <a:cubicBezTo>
                      <a:pt x="35754" y="53674"/>
                      <a:pt x="35736" y="53568"/>
                      <a:pt x="35700" y="53461"/>
                    </a:cubicBezTo>
                    <a:cubicBezTo>
                      <a:pt x="35026" y="53479"/>
                      <a:pt x="34387" y="53550"/>
                      <a:pt x="33731" y="53568"/>
                    </a:cubicBezTo>
                    <a:cubicBezTo>
                      <a:pt x="33590" y="53572"/>
                      <a:pt x="33456" y="53574"/>
                      <a:pt x="33329" y="53574"/>
                    </a:cubicBezTo>
                    <a:cubicBezTo>
                      <a:pt x="31461" y="53574"/>
                      <a:pt x="31079" y="53047"/>
                      <a:pt x="30697" y="50871"/>
                    </a:cubicBezTo>
                    <a:cubicBezTo>
                      <a:pt x="30590" y="50179"/>
                      <a:pt x="30005" y="49575"/>
                      <a:pt x="29650" y="48972"/>
                    </a:cubicBezTo>
                    <a:lnTo>
                      <a:pt x="26030" y="49628"/>
                    </a:lnTo>
                    <a:lnTo>
                      <a:pt x="26030" y="49628"/>
                    </a:lnTo>
                    <a:lnTo>
                      <a:pt x="26385" y="45406"/>
                    </a:lnTo>
                    <a:lnTo>
                      <a:pt x="24167" y="45956"/>
                    </a:lnTo>
                    <a:cubicBezTo>
                      <a:pt x="23812" y="46931"/>
                      <a:pt x="24007" y="48085"/>
                      <a:pt x="22553" y="48564"/>
                    </a:cubicBezTo>
                    <a:cubicBezTo>
                      <a:pt x="22259" y="48659"/>
                      <a:pt x="21992" y="48700"/>
                      <a:pt x="21745" y="48700"/>
                    </a:cubicBezTo>
                    <a:cubicBezTo>
                      <a:pt x="20706" y="48700"/>
                      <a:pt x="20016" y="47976"/>
                      <a:pt x="19199" y="47517"/>
                    </a:cubicBezTo>
                    <a:lnTo>
                      <a:pt x="17851" y="42123"/>
                    </a:lnTo>
                    <a:cubicBezTo>
                      <a:pt x="19459" y="40109"/>
                      <a:pt x="19754" y="39740"/>
                      <a:pt x="21393" y="39740"/>
                    </a:cubicBezTo>
                    <a:cubicBezTo>
                      <a:pt x="21761" y="39740"/>
                      <a:pt x="22197" y="39758"/>
                      <a:pt x="22730" y="39781"/>
                    </a:cubicBezTo>
                    <a:lnTo>
                      <a:pt x="22890" y="38237"/>
                    </a:lnTo>
                    <a:lnTo>
                      <a:pt x="27042" y="38113"/>
                    </a:lnTo>
                    <a:lnTo>
                      <a:pt x="30324" y="41786"/>
                    </a:lnTo>
                    <a:cubicBezTo>
                      <a:pt x="30679" y="39550"/>
                      <a:pt x="29064" y="38290"/>
                      <a:pt x="28532" y="36374"/>
                    </a:cubicBezTo>
                    <a:cubicBezTo>
                      <a:pt x="29366" y="35363"/>
                      <a:pt x="30324" y="34280"/>
                      <a:pt x="31229" y="33163"/>
                    </a:cubicBezTo>
                    <a:cubicBezTo>
                      <a:pt x="32045" y="32133"/>
                      <a:pt x="31974" y="31885"/>
                      <a:pt x="30644" y="30359"/>
                    </a:cubicBezTo>
                    <a:cubicBezTo>
                      <a:pt x="31105" y="29916"/>
                      <a:pt x="31886" y="29490"/>
                      <a:pt x="31957" y="28993"/>
                    </a:cubicBezTo>
                    <a:cubicBezTo>
                      <a:pt x="32152" y="27378"/>
                      <a:pt x="33411" y="26757"/>
                      <a:pt x="34441" y="25906"/>
                    </a:cubicBezTo>
                    <a:lnTo>
                      <a:pt x="34245" y="24273"/>
                    </a:lnTo>
                    <a:lnTo>
                      <a:pt x="36588" y="22996"/>
                    </a:lnTo>
                    <a:lnTo>
                      <a:pt x="37120" y="24096"/>
                    </a:lnTo>
                    <a:lnTo>
                      <a:pt x="40438" y="20849"/>
                    </a:lnTo>
                    <a:lnTo>
                      <a:pt x="40048" y="20387"/>
                    </a:lnTo>
                    <a:lnTo>
                      <a:pt x="38184" y="21700"/>
                    </a:lnTo>
                    <a:lnTo>
                      <a:pt x="36410" y="20547"/>
                    </a:lnTo>
                    <a:cubicBezTo>
                      <a:pt x="37315" y="19429"/>
                      <a:pt x="38309" y="18631"/>
                      <a:pt x="38752" y="17584"/>
                    </a:cubicBezTo>
                    <a:cubicBezTo>
                      <a:pt x="39285" y="16377"/>
                      <a:pt x="40686" y="16271"/>
                      <a:pt x="41378" y="15295"/>
                    </a:cubicBezTo>
                    <a:cubicBezTo>
                      <a:pt x="40314" y="14177"/>
                      <a:pt x="39285" y="13663"/>
                      <a:pt x="37989" y="13521"/>
                    </a:cubicBezTo>
                    <a:cubicBezTo>
                      <a:pt x="37031" y="13467"/>
                      <a:pt x="36162" y="12971"/>
                      <a:pt x="35647" y="12154"/>
                    </a:cubicBezTo>
                    <a:cubicBezTo>
                      <a:pt x="35257" y="11622"/>
                      <a:pt x="34813" y="11161"/>
                      <a:pt x="34281" y="10770"/>
                    </a:cubicBezTo>
                    <a:cubicBezTo>
                      <a:pt x="34068" y="10593"/>
                      <a:pt x="33678" y="10628"/>
                      <a:pt x="33323" y="10557"/>
                    </a:cubicBezTo>
                    <a:lnTo>
                      <a:pt x="32773" y="12509"/>
                    </a:lnTo>
                    <a:cubicBezTo>
                      <a:pt x="31022" y="12013"/>
                      <a:pt x="29978" y="9739"/>
                      <a:pt x="28235" y="9739"/>
                    </a:cubicBezTo>
                    <a:cubicBezTo>
                      <a:pt x="27735" y="9739"/>
                      <a:pt x="27176" y="9927"/>
                      <a:pt x="26527" y="10398"/>
                    </a:cubicBezTo>
                    <a:cubicBezTo>
                      <a:pt x="26793" y="11711"/>
                      <a:pt x="25942" y="13290"/>
                      <a:pt x="27343" y="14479"/>
                    </a:cubicBezTo>
                    <a:cubicBezTo>
                      <a:pt x="27538" y="14638"/>
                      <a:pt x="27609" y="15295"/>
                      <a:pt x="27485" y="15419"/>
                    </a:cubicBezTo>
                    <a:cubicBezTo>
                      <a:pt x="26154" y="16590"/>
                      <a:pt x="27095" y="18169"/>
                      <a:pt x="26935" y="19447"/>
                    </a:cubicBezTo>
                    <a:cubicBezTo>
                      <a:pt x="26757" y="19471"/>
                      <a:pt x="26594" y="19483"/>
                      <a:pt x="26444" y="19483"/>
                    </a:cubicBezTo>
                    <a:cubicBezTo>
                      <a:pt x="24534" y="19483"/>
                      <a:pt x="24803" y="17604"/>
                      <a:pt x="24309" y="16732"/>
                    </a:cubicBezTo>
                    <a:cubicBezTo>
                      <a:pt x="23538" y="16756"/>
                      <a:pt x="22881" y="16829"/>
                      <a:pt x="22272" y="16829"/>
                    </a:cubicBezTo>
                    <a:cubicBezTo>
                      <a:pt x="21985" y="16829"/>
                      <a:pt x="21708" y="16813"/>
                      <a:pt x="21435" y="16768"/>
                    </a:cubicBezTo>
                    <a:cubicBezTo>
                      <a:pt x="20583" y="16626"/>
                      <a:pt x="19767" y="16235"/>
                      <a:pt x="18968" y="15880"/>
                    </a:cubicBezTo>
                    <a:cubicBezTo>
                      <a:pt x="18099" y="15508"/>
                      <a:pt x="17904" y="14745"/>
                      <a:pt x="18117" y="13929"/>
                    </a:cubicBezTo>
                    <a:cubicBezTo>
                      <a:pt x="18489" y="12562"/>
                      <a:pt x="19820" y="11799"/>
                      <a:pt x="20317" y="10433"/>
                    </a:cubicBezTo>
                    <a:cubicBezTo>
                      <a:pt x="20420" y="10159"/>
                      <a:pt x="20643" y="10069"/>
                      <a:pt x="20926" y="10069"/>
                    </a:cubicBezTo>
                    <a:cubicBezTo>
                      <a:pt x="21466" y="10069"/>
                      <a:pt x="22224" y="10398"/>
                      <a:pt x="22783" y="10398"/>
                    </a:cubicBezTo>
                    <a:cubicBezTo>
                      <a:pt x="23422" y="10398"/>
                      <a:pt x="24078" y="10114"/>
                      <a:pt x="25445" y="9777"/>
                    </a:cubicBezTo>
                    <a:lnTo>
                      <a:pt x="22925" y="8836"/>
                    </a:lnTo>
                    <a:cubicBezTo>
                      <a:pt x="23351" y="8002"/>
                      <a:pt x="23759" y="7435"/>
                      <a:pt x="23972" y="6796"/>
                    </a:cubicBezTo>
                    <a:cubicBezTo>
                      <a:pt x="24489" y="5333"/>
                      <a:pt x="24808" y="4715"/>
                      <a:pt x="25467" y="4715"/>
                    </a:cubicBezTo>
                    <a:cubicBezTo>
                      <a:pt x="25870" y="4715"/>
                      <a:pt x="26401" y="4947"/>
                      <a:pt x="27184" y="5359"/>
                    </a:cubicBezTo>
                    <a:cubicBezTo>
                      <a:pt x="27485" y="5518"/>
                      <a:pt x="27787" y="5713"/>
                      <a:pt x="28177" y="5944"/>
                    </a:cubicBezTo>
                    <a:lnTo>
                      <a:pt x="26012" y="8694"/>
                    </a:lnTo>
                    <a:cubicBezTo>
                      <a:pt x="26754" y="8600"/>
                      <a:pt x="27262" y="8535"/>
                      <a:pt x="27696" y="8535"/>
                    </a:cubicBezTo>
                    <a:cubicBezTo>
                      <a:pt x="28642" y="8535"/>
                      <a:pt x="29231" y="8844"/>
                      <a:pt x="31105" y="9830"/>
                    </a:cubicBezTo>
                    <a:lnTo>
                      <a:pt x="32844" y="8304"/>
                    </a:lnTo>
                    <a:lnTo>
                      <a:pt x="31886" y="7346"/>
                    </a:lnTo>
                    <a:lnTo>
                      <a:pt x="32861" y="5341"/>
                    </a:lnTo>
                    <a:lnTo>
                      <a:pt x="25232" y="2005"/>
                    </a:lnTo>
                    <a:lnTo>
                      <a:pt x="21577" y="2733"/>
                    </a:lnTo>
                    <a:lnTo>
                      <a:pt x="21452" y="2218"/>
                    </a:lnTo>
                    <a:lnTo>
                      <a:pt x="24540" y="1437"/>
                    </a:lnTo>
                    <a:lnTo>
                      <a:pt x="25072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4028" name="Google Shape;4028;p65"/>
              <p:cNvSpPr/>
              <p:nvPr/>
            </p:nvSpPr>
            <p:spPr>
              <a:xfrm>
                <a:off x="6913100" y="3367694"/>
                <a:ext cx="190537" cy="212659"/>
              </a:xfrm>
              <a:custGeom>
                <a:avLst/>
                <a:gdLst/>
                <a:ahLst/>
                <a:cxnLst/>
                <a:rect l="l" t="t" r="r" b="b"/>
                <a:pathLst>
                  <a:path w="33022" h="36872" extrusionOk="0">
                    <a:moveTo>
                      <a:pt x="11233" y="0"/>
                    </a:moveTo>
                    <a:cubicBezTo>
                      <a:pt x="10639" y="505"/>
                      <a:pt x="10418" y="1084"/>
                      <a:pt x="9687" y="1084"/>
                    </a:cubicBezTo>
                    <a:cubicBezTo>
                      <a:pt x="9544" y="1084"/>
                      <a:pt x="9381" y="1061"/>
                      <a:pt x="9192" y="1012"/>
                    </a:cubicBezTo>
                    <a:cubicBezTo>
                      <a:pt x="8542" y="845"/>
                      <a:pt x="7805" y="576"/>
                      <a:pt x="7089" y="576"/>
                    </a:cubicBezTo>
                    <a:cubicBezTo>
                      <a:pt x="6437" y="576"/>
                      <a:pt x="5804" y="799"/>
                      <a:pt x="5271" y="1526"/>
                    </a:cubicBezTo>
                    <a:lnTo>
                      <a:pt x="4632" y="231"/>
                    </a:lnTo>
                    <a:cubicBezTo>
                      <a:pt x="3940" y="1030"/>
                      <a:pt x="3780" y="2165"/>
                      <a:pt x="2591" y="2325"/>
                    </a:cubicBezTo>
                    <a:cubicBezTo>
                      <a:pt x="1208" y="2502"/>
                      <a:pt x="2538" y="4649"/>
                      <a:pt x="959" y="4844"/>
                    </a:cubicBezTo>
                    <a:lnTo>
                      <a:pt x="2006" y="8961"/>
                    </a:lnTo>
                    <a:lnTo>
                      <a:pt x="1" y="12190"/>
                    </a:lnTo>
                    <a:cubicBezTo>
                      <a:pt x="1190" y="12935"/>
                      <a:pt x="143" y="14302"/>
                      <a:pt x="640" y="15153"/>
                    </a:cubicBezTo>
                    <a:cubicBezTo>
                      <a:pt x="1882" y="15987"/>
                      <a:pt x="3071" y="16697"/>
                      <a:pt x="4135" y="17531"/>
                    </a:cubicBezTo>
                    <a:cubicBezTo>
                      <a:pt x="5058" y="18276"/>
                      <a:pt x="5732" y="19359"/>
                      <a:pt x="6726" y="19980"/>
                    </a:cubicBezTo>
                    <a:cubicBezTo>
                      <a:pt x="7808" y="20654"/>
                      <a:pt x="9121" y="20973"/>
                      <a:pt x="10044" y="21364"/>
                    </a:cubicBezTo>
                    <a:cubicBezTo>
                      <a:pt x="11250" y="25161"/>
                      <a:pt x="11587" y="28638"/>
                      <a:pt x="10878" y="32152"/>
                    </a:cubicBezTo>
                    <a:cubicBezTo>
                      <a:pt x="11091" y="32506"/>
                      <a:pt x="11623" y="32968"/>
                      <a:pt x="11605" y="33394"/>
                    </a:cubicBezTo>
                    <a:cubicBezTo>
                      <a:pt x="11552" y="34405"/>
                      <a:pt x="11605" y="35416"/>
                      <a:pt x="11783" y="36428"/>
                    </a:cubicBezTo>
                    <a:cubicBezTo>
                      <a:pt x="11800" y="36587"/>
                      <a:pt x="11836" y="36729"/>
                      <a:pt x="11871" y="36871"/>
                    </a:cubicBezTo>
                    <a:cubicBezTo>
                      <a:pt x="12634" y="36712"/>
                      <a:pt x="13379" y="36552"/>
                      <a:pt x="14125" y="36357"/>
                    </a:cubicBezTo>
                    <a:lnTo>
                      <a:pt x="14568" y="36233"/>
                    </a:lnTo>
                    <a:cubicBezTo>
                      <a:pt x="15172" y="34139"/>
                      <a:pt x="15828" y="32045"/>
                      <a:pt x="17798" y="30785"/>
                    </a:cubicBezTo>
                    <a:cubicBezTo>
                      <a:pt x="18543" y="30324"/>
                      <a:pt x="18951" y="29845"/>
                      <a:pt x="19235" y="29117"/>
                    </a:cubicBezTo>
                    <a:cubicBezTo>
                      <a:pt x="19377" y="28763"/>
                      <a:pt x="19465" y="28230"/>
                      <a:pt x="19732" y="28124"/>
                    </a:cubicBezTo>
                    <a:cubicBezTo>
                      <a:pt x="22233" y="27059"/>
                      <a:pt x="23334" y="24930"/>
                      <a:pt x="24008" y="22535"/>
                    </a:cubicBezTo>
                    <a:cubicBezTo>
                      <a:pt x="24345" y="21346"/>
                      <a:pt x="25232" y="20423"/>
                      <a:pt x="26403" y="20051"/>
                    </a:cubicBezTo>
                    <a:cubicBezTo>
                      <a:pt x="28550" y="19447"/>
                      <a:pt x="29065" y="17904"/>
                      <a:pt x="29615" y="16147"/>
                    </a:cubicBezTo>
                    <a:cubicBezTo>
                      <a:pt x="30449" y="13503"/>
                      <a:pt x="30999" y="10735"/>
                      <a:pt x="32844" y="8517"/>
                    </a:cubicBezTo>
                    <a:cubicBezTo>
                      <a:pt x="32933" y="8429"/>
                      <a:pt x="32986" y="8340"/>
                      <a:pt x="33021" y="8216"/>
                    </a:cubicBezTo>
                    <a:cubicBezTo>
                      <a:pt x="33021" y="7683"/>
                      <a:pt x="33021" y="7133"/>
                      <a:pt x="33021" y="6424"/>
                    </a:cubicBezTo>
                    <a:cubicBezTo>
                      <a:pt x="32898" y="6449"/>
                      <a:pt x="32778" y="6461"/>
                      <a:pt x="32662" y="6461"/>
                    </a:cubicBezTo>
                    <a:cubicBezTo>
                      <a:pt x="31610" y="6461"/>
                      <a:pt x="30838" y="5512"/>
                      <a:pt x="29835" y="5512"/>
                    </a:cubicBezTo>
                    <a:cubicBezTo>
                      <a:pt x="29647" y="5512"/>
                      <a:pt x="29450" y="5546"/>
                      <a:pt x="29242" y="5625"/>
                    </a:cubicBezTo>
                    <a:cubicBezTo>
                      <a:pt x="28763" y="5810"/>
                      <a:pt x="28295" y="5881"/>
                      <a:pt x="27833" y="5881"/>
                    </a:cubicBezTo>
                    <a:cubicBezTo>
                      <a:pt x="27010" y="5881"/>
                      <a:pt x="26203" y="5659"/>
                      <a:pt x="25374" y="5465"/>
                    </a:cubicBezTo>
                    <a:cubicBezTo>
                      <a:pt x="25322" y="5454"/>
                      <a:pt x="25270" y="5449"/>
                      <a:pt x="25215" y="5449"/>
                    </a:cubicBezTo>
                    <a:cubicBezTo>
                      <a:pt x="24767" y="5449"/>
                      <a:pt x="24231" y="5812"/>
                      <a:pt x="23582" y="6033"/>
                    </a:cubicBezTo>
                    <a:lnTo>
                      <a:pt x="20637" y="2112"/>
                    </a:lnTo>
                    <a:lnTo>
                      <a:pt x="16467" y="2201"/>
                    </a:lnTo>
                    <a:lnTo>
                      <a:pt x="11233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4029" name="Google Shape;4029;p65"/>
              <p:cNvSpPr/>
              <p:nvPr/>
            </p:nvSpPr>
            <p:spPr>
              <a:xfrm>
                <a:off x="7135734" y="3186037"/>
                <a:ext cx="58058" cy="152383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26421" extrusionOk="0">
                    <a:moveTo>
                      <a:pt x="2520" y="1"/>
                    </a:moveTo>
                    <a:lnTo>
                      <a:pt x="2254" y="19"/>
                    </a:lnTo>
                    <a:cubicBezTo>
                      <a:pt x="2077" y="515"/>
                      <a:pt x="2041" y="1474"/>
                      <a:pt x="1545" y="1864"/>
                    </a:cubicBezTo>
                    <a:cubicBezTo>
                      <a:pt x="107" y="3035"/>
                      <a:pt x="214" y="4401"/>
                      <a:pt x="586" y="5927"/>
                    </a:cubicBezTo>
                    <a:cubicBezTo>
                      <a:pt x="746" y="6566"/>
                      <a:pt x="1012" y="7311"/>
                      <a:pt x="835" y="7897"/>
                    </a:cubicBezTo>
                    <a:cubicBezTo>
                      <a:pt x="1" y="10523"/>
                      <a:pt x="799" y="13202"/>
                      <a:pt x="72" y="15917"/>
                    </a:cubicBezTo>
                    <a:lnTo>
                      <a:pt x="1686" y="15846"/>
                    </a:lnTo>
                    <a:cubicBezTo>
                      <a:pt x="1811" y="17177"/>
                      <a:pt x="2698" y="18241"/>
                      <a:pt x="1970" y="19590"/>
                    </a:cubicBezTo>
                    <a:cubicBezTo>
                      <a:pt x="1740" y="20051"/>
                      <a:pt x="2024" y="21293"/>
                      <a:pt x="2414" y="21506"/>
                    </a:cubicBezTo>
                    <a:cubicBezTo>
                      <a:pt x="4596" y="22642"/>
                      <a:pt x="4632" y="25587"/>
                      <a:pt x="6885" y="26421"/>
                    </a:cubicBezTo>
                    <a:lnTo>
                      <a:pt x="10061" y="24079"/>
                    </a:lnTo>
                    <a:cubicBezTo>
                      <a:pt x="9973" y="15491"/>
                      <a:pt x="7364" y="7098"/>
                      <a:pt x="2520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4030" name="Google Shape;4030;p65"/>
              <p:cNvSpPr/>
              <p:nvPr/>
            </p:nvSpPr>
            <p:spPr>
              <a:xfrm>
                <a:off x="6870416" y="3332822"/>
                <a:ext cx="47510" cy="11685"/>
              </a:xfrm>
              <a:custGeom>
                <a:avLst/>
                <a:gdLst/>
                <a:ahLst/>
                <a:cxnLst/>
                <a:rect l="l" t="t" r="r" b="b"/>
                <a:pathLst>
                  <a:path w="8234" h="2026" extrusionOk="0">
                    <a:moveTo>
                      <a:pt x="3405" y="1"/>
                    </a:moveTo>
                    <a:cubicBezTo>
                      <a:pt x="2255" y="1"/>
                      <a:pt x="1201" y="655"/>
                      <a:pt x="1" y="919"/>
                    </a:cubicBezTo>
                    <a:cubicBezTo>
                      <a:pt x="371" y="1711"/>
                      <a:pt x="675" y="1974"/>
                      <a:pt x="943" y="1974"/>
                    </a:cubicBezTo>
                    <a:cubicBezTo>
                      <a:pt x="1419" y="1974"/>
                      <a:pt x="1781" y="1142"/>
                      <a:pt x="2201" y="972"/>
                    </a:cubicBezTo>
                    <a:cubicBezTo>
                      <a:pt x="2266" y="967"/>
                      <a:pt x="2330" y="964"/>
                      <a:pt x="2394" y="964"/>
                    </a:cubicBezTo>
                    <a:cubicBezTo>
                      <a:pt x="3717" y="964"/>
                      <a:pt x="4976" y="2025"/>
                      <a:pt x="6356" y="2025"/>
                    </a:cubicBezTo>
                    <a:cubicBezTo>
                      <a:pt x="6954" y="2025"/>
                      <a:pt x="7575" y="1826"/>
                      <a:pt x="8234" y="1256"/>
                    </a:cubicBezTo>
                    <a:cubicBezTo>
                      <a:pt x="7932" y="936"/>
                      <a:pt x="7684" y="440"/>
                      <a:pt x="7400" y="422"/>
                    </a:cubicBezTo>
                    <a:cubicBezTo>
                      <a:pt x="7374" y="421"/>
                      <a:pt x="7348" y="420"/>
                      <a:pt x="7322" y="420"/>
                    </a:cubicBezTo>
                    <a:cubicBezTo>
                      <a:pt x="6763" y="420"/>
                      <a:pt x="6090" y="679"/>
                      <a:pt x="5591" y="679"/>
                    </a:cubicBezTo>
                    <a:cubicBezTo>
                      <a:pt x="5418" y="679"/>
                      <a:pt x="5266" y="648"/>
                      <a:pt x="5147" y="564"/>
                    </a:cubicBezTo>
                    <a:cubicBezTo>
                      <a:pt x="4527" y="150"/>
                      <a:pt x="3955" y="1"/>
                      <a:pt x="3405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4031" name="Google Shape;4031;p65"/>
              <p:cNvSpPr/>
              <p:nvPr/>
            </p:nvSpPr>
            <p:spPr>
              <a:xfrm>
                <a:off x="6925590" y="3336277"/>
                <a:ext cx="38094" cy="14228"/>
              </a:xfrm>
              <a:custGeom>
                <a:avLst/>
                <a:gdLst/>
                <a:ahLst/>
                <a:cxnLst/>
                <a:rect l="l" t="t" r="r" b="b"/>
                <a:pathLst>
                  <a:path w="6602" h="2467" extrusionOk="0">
                    <a:moveTo>
                      <a:pt x="6601" y="0"/>
                    </a:moveTo>
                    <a:cubicBezTo>
                      <a:pt x="4188" y="231"/>
                      <a:pt x="2254" y="391"/>
                      <a:pt x="338" y="604"/>
                    </a:cubicBezTo>
                    <a:cubicBezTo>
                      <a:pt x="231" y="621"/>
                      <a:pt x="160" y="976"/>
                      <a:pt x="1" y="1384"/>
                    </a:cubicBezTo>
                    <a:lnTo>
                      <a:pt x="1438" y="2467"/>
                    </a:lnTo>
                    <a:cubicBezTo>
                      <a:pt x="2573" y="621"/>
                      <a:pt x="4862" y="1491"/>
                      <a:pt x="6601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</p:grpSp>
        <p:sp>
          <p:nvSpPr>
            <p:cNvPr id="4032" name="Google Shape;4032;p65"/>
            <p:cNvSpPr/>
            <p:nvPr/>
          </p:nvSpPr>
          <p:spPr>
            <a:xfrm>
              <a:off x="6867451" y="3073651"/>
              <a:ext cx="102383" cy="56919"/>
            </a:xfrm>
            <a:custGeom>
              <a:avLst/>
              <a:gdLst/>
              <a:ahLst/>
              <a:cxnLst/>
              <a:rect l="l" t="t" r="r" b="b"/>
              <a:pathLst>
                <a:path w="17744" h="9869" extrusionOk="0">
                  <a:moveTo>
                    <a:pt x="11775" y="1"/>
                  </a:moveTo>
                  <a:cubicBezTo>
                    <a:pt x="7969" y="1"/>
                    <a:pt x="4175" y="474"/>
                    <a:pt x="479" y="1405"/>
                  </a:cubicBezTo>
                  <a:lnTo>
                    <a:pt x="0" y="1530"/>
                  </a:lnTo>
                  <a:cubicBezTo>
                    <a:pt x="266" y="1749"/>
                    <a:pt x="570" y="1886"/>
                    <a:pt x="955" y="1886"/>
                  </a:cubicBezTo>
                  <a:cubicBezTo>
                    <a:pt x="1161" y="1886"/>
                    <a:pt x="1391" y="1847"/>
                    <a:pt x="1651" y="1760"/>
                  </a:cubicBezTo>
                  <a:cubicBezTo>
                    <a:pt x="2029" y="1630"/>
                    <a:pt x="2392" y="1564"/>
                    <a:pt x="2739" y="1564"/>
                  </a:cubicBezTo>
                  <a:cubicBezTo>
                    <a:pt x="3580" y="1564"/>
                    <a:pt x="4337" y="1950"/>
                    <a:pt x="5040" y="2754"/>
                  </a:cubicBezTo>
                  <a:cubicBezTo>
                    <a:pt x="5749" y="3588"/>
                    <a:pt x="7204" y="3428"/>
                    <a:pt x="7967" y="4422"/>
                  </a:cubicBezTo>
                  <a:cubicBezTo>
                    <a:pt x="8017" y="4486"/>
                    <a:pt x="8125" y="4504"/>
                    <a:pt x="8257" y="4504"/>
                  </a:cubicBezTo>
                  <a:cubicBezTo>
                    <a:pt x="8429" y="4504"/>
                    <a:pt x="8642" y="4473"/>
                    <a:pt x="8821" y="4473"/>
                  </a:cubicBezTo>
                  <a:cubicBezTo>
                    <a:pt x="8844" y="4473"/>
                    <a:pt x="8868" y="4474"/>
                    <a:pt x="8890" y="4475"/>
                  </a:cubicBezTo>
                  <a:lnTo>
                    <a:pt x="8233" y="6054"/>
                  </a:lnTo>
                  <a:cubicBezTo>
                    <a:pt x="9475" y="6533"/>
                    <a:pt x="11019" y="6640"/>
                    <a:pt x="11605" y="7420"/>
                  </a:cubicBezTo>
                  <a:cubicBezTo>
                    <a:pt x="13095" y="9479"/>
                    <a:pt x="15065" y="9745"/>
                    <a:pt x="17744" y="9869"/>
                  </a:cubicBezTo>
                  <a:cubicBezTo>
                    <a:pt x="17105" y="8982"/>
                    <a:pt x="16271" y="8325"/>
                    <a:pt x="16342" y="7828"/>
                  </a:cubicBezTo>
                  <a:cubicBezTo>
                    <a:pt x="16502" y="6888"/>
                    <a:pt x="16892" y="6125"/>
                    <a:pt x="15632" y="5717"/>
                  </a:cubicBezTo>
                  <a:lnTo>
                    <a:pt x="16857" y="4706"/>
                  </a:lnTo>
                  <a:lnTo>
                    <a:pt x="16484" y="3215"/>
                  </a:lnTo>
                  <a:cubicBezTo>
                    <a:pt x="16786" y="3073"/>
                    <a:pt x="17123" y="3002"/>
                    <a:pt x="17336" y="2772"/>
                  </a:cubicBezTo>
                  <a:cubicBezTo>
                    <a:pt x="17531" y="2559"/>
                    <a:pt x="17549" y="2222"/>
                    <a:pt x="17744" y="1689"/>
                  </a:cubicBezTo>
                  <a:cubicBezTo>
                    <a:pt x="16928" y="1441"/>
                    <a:pt x="16218" y="1281"/>
                    <a:pt x="15579" y="660"/>
                  </a:cubicBezTo>
                  <a:cubicBezTo>
                    <a:pt x="15384" y="465"/>
                    <a:pt x="15171" y="270"/>
                    <a:pt x="14940" y="110"/>
                  </a:cubicBezTo>
                  <a:cubicBezTo>
                    <a:pt x="13885" y="37"/>
                    <a:pt x="12830" y="1"/>
                    <a:pt x="11775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033" name="Google Shape;4033;p65"/>
            <p:cNvSpPr/>
            <p:nvPr/>
          </p:nvSpPr>
          <p:spPr>
            <a:xfrm>
              <a:off x="7069097" y="3119476"/>
              <a:ext cx="78535" cy="76898"/>
            </a:xfrm>
            <a:custGeom>
              <a:avLst/>
              <a:gdLst/>
              <a:ahLst/>
              <a:cxnLst/>
              <a:rect l="l" t="t" r="r" b="b"/>
              <a:pathLst>
                <a:path w="13611" h="13333" extrusionOk="0">
                  <a:moveTo>
                    <a:pt x="1947" y="1"/>
                  </a:moveTo>
                  <a:cubicBezTo>
                    <a:pt x="1321" y="1"/>
                    <a:pt x="678" y="263"/>
                    <a:pt x="1" y="842"/>
                  </a:cubicBezTo>
                  <a:lnTo>
                    <a:pt x="1420" y="2634"/>
                  </a:lnTo>
                  <a:lnTo>
                    <a:pt x="5856" y="2829"/>
                  </a:lnTo>
                  <a:lnTo>
                    <a:pt x="5342" y="5224"/>
                  </a:lnTo>
                  <a:lnTo>
                    <a:pt x="8802" y="7105"/>
                  </a:lnTo>
                  <a:lnTo>
                    <a:pt x="7453" y="8702"/>
                  </a:lnTo>
                  <a:lnTo>
                    <a:pt x="9884" y="12925"/>
                  </a:lnTo>
                  <a:lnTo>
                    <a:pt x="12386" y="13333"/>
                  </a:lnTo>
                  <a:cubicBezTo>
                    <a:pt x="11889" y="12109"/>
                    <a:pt x="13610" y="10813"/>
                    <a:pt x="11694" y="9891"/>
                  </a:cubicBezTo>
                  <a:cubicBezTo>
                    <a:pt x="11605" y="9181"/>
                    <a:pt x="11232" y="8436"/>
                    <a:pt x="11179" y="7726"/>
                  </a:cubicBezTo>
                  <a:cubicBezTo>
                    <a:pt x="8713" y="4852"/>
                    <a:pt x="5892" y="2297"/>
                    <a:pt x="2769" y="150"/>
                  </a:cubicBezTo>
                  <a:cubicBezTo>
                    <a:pt x="2497" y="52"/>
                    <a:pt x="2224" y="1"/>
                    <a:pt x="1947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034" name="Google Shape;4034;p65"/>
            <p:cNvSpPr/>
            <p:nvPr/>
          </p:nvSpPr>
          <p:spPr>
            <a:xfrm>
              <a:off x="6946266" y="3181844"/>
              <a:ext cx="21095" cy="14742"/>
            </a:xfrm>
            <a:custGeom>
              <a:avLst/>
              <a:gdLst/>
              <a:ahLst/>
              <a:cxnLst/>
              <a:rect l="l" t="t" r="r" b="b"/>
              <a:pathLst>
                <a:path w="3656" h="2556" extrusionOk="0">
                  <a:moveTo>
                    <a:pt x="498" y="0"/>
                  </a:moveTo>
                  <a:cubicBezTo>
                    <a:pt x="444" y="426"/>
                    <a:pt x="373" y="852"/>
                    <a:pt x="302" y="1278"/>
                  </a:cubicBezTo>
                  <a:cubicBezTo>
                    <a:pt x="231" y="1686"/>
                    <a:pt x="107" y="2076"/>
                    <a:pt x="1" y="2555"/>
                  </a:cubicBezTo>
                  <a:lnTo>
                    <a:pt x="3656" y="2467"/>
                  </a:lnTo>
                  <a:lnTo>
                    <a:pt x="3319" y="1100"/>
                  </a:lnTo>
                  <a:lnTo>
                    <a:pt x="498" y="0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4035" name="Google Shape;4035;p65"/>
          <p:cNvSpPr/>
          <p:nvPr/>
        </p:nvSpPr>
        <p:spPr>
          <a:xfrm>
            <a:off x="5257173" y="3003080"/>
            <a:ext cx="18202" cy="8253"/>
          </a:xfrm>
          <a:custGeom>
            <a:avLst/>
            <a:gdLst/>
            <a:ahLst/>
            <a:cxnLst/>
            <a:rect l="l" t="t" r="r" b="b"/>
            <a:pathLst>
              <a:path w="4206" h="1908" extrusionOk="0">
                <a:moveTo>
                  <a:pt x="2533" y="1"/>
                </a:moveTo>
                <a:cubicBezTo>
                  <a:pt x="1985" y="1"/>
                  <a:pt x="1354" y="226"/>
                  <a:pt x="0" y="709"/>
                </a:cubicBezTo>
                <a:cubicBezTo>
                  <a:pt x="1204" y="1500"/>
                  <a:pt x="1825" y="1908"/>
                  <a:pt x="2340" y="1908"/>
                </a:cubicBezTo>
                <a:cubicBezTo>
                  <a:pt x="2889" y="1908"/>
                  <a:pt x="3319" y="1447"/>
                  <a:pt x="4206" y="496"/>
                </a:cubicBezTo>
                <a:cubicBezTo>
                  <a:pt x="3427" y="173"/>
                  <a:pt x="3012" y="1"/>
                  <a:pt x="2533" y="1"/>
                </a:cubicBezTo>
                <a:close/>
              </a:path>
            </a:pathLst>
          </a:custGeom>
          <a:solidFill>
            <a:srgbClr val="869FB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4036" name="Google Shape;4036;p65"/>
          <p:cNvGrpSpPr/>
          <p:nvPr/>
        </p:nvGrpSpPr>
        <p:grpSpPr>
          <a:xfrm>
            <a:off x="5005035" y="3472855"/>
            <a:ext cx="420473" cy="383514"/>
            <a:chOff x="6652154" y="3716623"/>
            <a:chExt cx="560631" cy="511352"/>
          </a:xfrm>
        </p:grpSpPr>
        <p:sp>
          <p:nvSpPr>
            <p:cNvPr id="4037" name="Google Shape;4037;p65"/>
            <p:cNvSpPr/>
            <p:nvPr/>
          </p:nvSpPr>
          <p:spPr>
            <a:xfrm>
              <a:off x="6652154" y="3716623"/>
              <a:ext cx="560631" cy="511352"/>
            </a:xfrm>
            <a:custGeom>
              <a:avLst/>
              <a:gdLst/>
              <a:ahLst/>
              <a:cxnLst/>
              <a:rect l="l" t="t" r="r" b="b"/>
              <a:pathLst>
                <a:path w="97163" h="88661" extrusionOk="0">
                  <a:moveTo>
                    <a:pt x="48942" y="1"/>
                  </a:moveTo>
                  <a:cubicBezTo>
                    <a:pt x="46560" y="1"/>
                    <a:pt x="44145" y="185"/>
                    <a:pt x="41715" y="565"/>
                  </a:cubicBezTo>
                  <a:cubicBezTo>
                    <a:pt x="16981" y="4433"/>
                    <a:pt x="0" y="27180"/>
                    <a:pt x="3779" y="51346"/>
                  </a:cubicBezTo>
                  <a:cubicBezTo>
                    <a:pt x="7187" y="73133"/>
                    <a:pt x="26312" y="88661"/>
                    <a:pt x="48182" y="88661"/>
                  </a:cubicBezTo>
                  <a:cubicBezTo>
                    <a:pt x="50571" y="88661"/>
                    <a:pt x="52993" y="88476"/>
                    <a:pt x="55431" y="88093"/>
                  </a:cubicBezTo>
                  <a:cubicBezTo>
                    <a:pt x="80165" y="84225"/>
                    <a:pt x="97163" y="61496"/>
                    <a:pt x="93366" y="37311"/>
                  </a:cubicBezTo>
                  <a:cubicBezTo>
                    <a:pt x="89958" y="15517"/>
                    <a:pt x="70820" y="1"/>
                    <a:pt x="48942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grpSp>
          <p:nvGrpSpPr>
            <p:cNvPr id="4038" name="Google Shape;4038;p65"/>
            <p:cNvGrpSpPr/>
            <p:nvPr/>
          </p:nvGrpSpPr>
          <p:grpSpPr>
            <a:xfrm>
              <a:off x="6669657" y="3716715"/>
              <a:ext cx="466779" cy="464290"/>
              <a:chOff x="6669657" y="3716715"/>
              <a:chExt cx="466779" cy="464290"/>
            </a:xfrm>
          </p:grpSpPr>
          <p:sp>
            <p:nvSpPr>
              <p:cNvPr id="4039" name="Google Shape;4039;p65"/>
              <p:cNvSpPr/>
              <p:nvPr/>
            </p:nvSpPr>
            <p:spPr>
              <a:xfrm>
                <a:off x="6669657" y="3716715"/>
                <a:ext cx="386382" cy="464290"/>
              </a:xfrm>
              <a:custGeom>
                <a:avLst/>
                <a:gdLst/>
                <a:ahLst/>
                <a:cxnLst/>
                <a:rect l="l" t="t" r="r" b="b"/>
                <a:pathLst>
                  <a:path w="66964" h="80501" extrusionOk="0">
                    <a:moveTo>
                      <a:pt x="45863" y="0"/>
                    </a:moveTo>
                    <a:cubicBezTo>
                      <a:pt x="43461" y="0"/>
                      <a:pt x="41054" y="188"/>
                      <a:pt x="38663" y="566"/>
                    </a:cubicBezTo>
                    <a:cubicBezTo>
                      <a:pt x="20352" y="3441"/>
                      <a:pt x="6281" y="16660"/>
                      <a:pt x="1757" y="33161"/>
                    </a:cubicBezTo>
                    <a:lnTo>
                      <a:pt x="4081" y="32487"/>
                    </a:lnTo>
                    <a:lnTo>
                      <a:pt x="4081" y="32487"/>
                    </a:lnTo>
                    <a:cubicBezTo>
                      <a:pt x="4756" y="33871"/>
                      <a:pt x="3939" y="34971"/>
                      <a:pt x="3496" y="36213"/>
                    </a:cubicBezTo>
                    <a:cubicBezTo>
                      <a:pt x="3088" y="37384"/>
                      <a:pt x="2129" y="37207"/>
                      <a:pt x="1384" y="37295"/>
                    </a:cubicBezTo>
                    <a:cubicBezTo>
                      <a:pt x="1207" y="37313"/>
                      <a:pt x="1012" y="37348"/>
                      <a:pt x="816" y="37366"/>
                    </a:cubicBezTo>
                    <a:cubicBezTo>
                      <a:pt x="36" y="41997"/>
                      <a:pt x="0" y="46717"/>
                      <a:pt x="728" y="51348"/>
                    </a:cubicBezTo>
                    <a:cubicBezTo>
                      <a:pt x="2644" y="63591"/>
                      <a:pt x="9528" y="73847"/>
                      <a:pt x="19057" y="80501"/>
                    </a:cubicBezTo>
                    <a:cubicBezTo>
                      <a:pt x="18897" y="80217"/>
                      <a:pt x="18737" y="79950"/>
                      <a:pt x="18560" y="79684"/>
                    </a:cubicBezTo>
                    <a:cubicBezTo>
                      <a:pt x="18099" y="79010"/>
                      <a:pt x="17069" y="77928"/>
                      <a:pt x="17194" y="77768"/>
                    </a:cubicBezTo>
                    <a:cubicBezTo>
                      <a:pt x="18081" y="76703"/>
                      <a:pt x="16094" y="76632"/>
                      <a:pt x="16626" y="75834"/>
                    </a:cubicBezTo>
                    <a:cubicBezTo>
                      <a:pt x="15206" y="74876"/>
                      <a:pt x="14816" y="73652"/>
                      <a:pt x="15277" y="71948"/>
                    </a:cubicBezTo>
                    <a:cubicBezTo>
                      <a:pt x="15455" y="71292"/>
                      <a:pt x="15100" y="70529"/>
                      <a:pt x="14426" y="69854"/>
                    </a:cubicBezTo>
                    <a:cubicBezTo>
                      <a:pt x="13468" y="68896"/>
                      <a:pt x="12811" y="67601"/>
                      <a:pt x="12101" y="66394"/>
                    </a:cubicBezTo>
                    <a:cubicBezTo>
                      <a:pt x="11782" y="65862"/>
                      <a:pt x="11338" y="65152"/>
                      <a:pt x="11463" y="64620"/>
                    </a:cubicBezTo>
                    <a:cubicBezTo>
                      <a:pt x="11871" y="62739"/>
                      <a:pt x="12172" y="60734"/>
                      <a:pt x="13095" y="59102"/>
                    </a:cubicBezTo>
                    <a:cubicBezTo>
                      <a:pt x="14337" y="56919"/>
                      <a:pt x="14284" y="54914"/>
                      <a:pt x="13343" y="51969"/>
                    </a:cubicBezTo>
                    <a:lnTo>
                      <a:pt x="13343" y="51969"/>
                    </a:lnTo>
                    <a:cubicBezTo>
                      <a:pt x="12811" y="53619"/>
                      <a:pt x="11888" y="53229"/>
                      <a:pt x="11090" y="53353"/>
                    </a:cubicBezTo>
                    <a:cubicBezTo>
                      <a:pt x="10814" y="53401"/>
                      <a:pt x="10612" y="53439"/>
                      <a:pt x="10447" y="53439"/>
                    </a:cubicBezTo>
                    <a:cubicBezTo>
                      <a:pt x="9997" y="53439"/>
                      <a:pt x="9823" y="53151"/>
                      <a:pt x="9174" y="51969"/>
                    </a:cubicBezTo>
                    <a:cubicBezTo>
                      <a:pt x="7861" y="50763"/>
                      <a:pt x="6619" y="49485"/>
                      <a:pt x="5447" y="48136"/>
                    </a:cubicBezTo>
                    <a:cubicBezTo>
                      <a:pt x="5270" y="47853"/>
                      <a:pt x="5146" y="47551"/>
                      <a:pt x="5110" y="47214"/>
                    </a:cubicBezTo>
                    <a:cubicBezTo>
                      <a:pt x="4862" y="45759"/>
                      <a:pt x="4649" y="44304"/>
                      <a:pt x="4773" y="42796"/>
                    </a:cubicBezTo>
                    <a:lnTo>
                      <a:pt x="4773" y="42796"/>
                    </a:lnTo>
                    <a:lnTo>
                      <a:pt x="9653" y="51756"/>
                    </a:lnTo>
                    <a:cubicBezTo>
                      <a:pt x="11924" y="50745"/>
                      <a:pt x="13680" y="49201"/>
                      <a:pt x="15650" y="47995"/>
                    </a:cubicBezTo>
                    <a:cubicBezTo>
                      <a:pt x="17034" y="47161"/>
                      <a:pt x="17584" y="45954"/>
                      <a:pt x="18045" y="44606"/>
                    </a:cubicBezTo>
                    <a:cubicBezTo>
                      <a:pt x="18205" y="44109"/>
                      <a:pt x="18329" y="43594"/>
                      <a:pt x="18436" y="43080"/>
                    </a:cubicBezTo>
                    <a:lnTo>
                      <a:pt x="15597" y="40542"/>
                    </a:lnTo>
                    <a:lnTo>
                      <a:pt x="15224" y="41749"/>
                    </a:lnTo>
                    <a:cubicBezTo>
                      <a:pt x="14000" y="41092"/>
                      <a:pt x="12793" y="40507"/>
                      <a:pt x="11640" y="39833"/>
                    </a:cubicBezTo>
                    <a:cubicBezTo>
                      <a:pt x="10593" y="39212"/>
                      <a:pt x="10433" y="38395"/>
                      <a:pt x="11374" y="37082"/>
                    </a:cubicBezTo>
                    <a:lnTo>
                      <a:pt x="11374" y="37082"/>
                    </a:lnTo>
                    <a:cubicBezTo>
                      <a:pt x="12448" y="38789"/>
                      <a:pt x="13681" y="39825"/>
                      <a:pt x="15346" y="39825"/>
                    </a:cubicBezTo>
                    <a:cubicBezTo>
                      <a:pt x="15689" y="39825"/>
                      <a:pt x="16049" y="39781"/>
                      <a:pt x="16431" y="39691"/>
                    </a:cubicBezTo>
                    <a:cubicBezTo>
                      <a:pt x="16437" y="39689"/>
                      <a:pt x="16444" y="39688"/>
                      <a:pt x="16450" y="39688"/>
                    </a:cubicBezTo>
                    <a:cubicBezTo>
                      <a:pt x="16592" y="39688"/>
                      <a:pt x="16795" y="40029"/>
                      <a:pt x="16998" y="40063"/>
                    </a:cubicBezTo>
                    <a:cubicBezTo>
                      <a:pt x="17810" y="40257"/>
                      <a:pt x="18605" y="40492"/>
                      <a:pt x="19428" y="40492"/>
                    </a:cubicBezTo>
                    <a:cubicBezTo>
                      <a:pt x="19811" y="40492"/>
                      <a:pt x="20200" y="40441"/>
                      <a:pt x="20600" y="40312"/>
                    </a:cubicBezTo>
                    <a:cubicBezTo>
                      <a:pt x="21150" y="40152"/>
                      <a:pt x="21718" y="40045"/>
                      <a:pt x="22304" y="40010"/>
                    </a:cubicBezTo>
                    <a:cubicBezTo>
                      <a:pt x="24003" y="41489"/>
                      <a:pt x="25144" y="42940"/>
                      <a:pt x="27015" y="42940"/>
                    </a:cubicBezTo>
                    <a:cubicBezTo>
                      <a:pt x="27253" y="42940"/>
                      <a:pt x="27504" y="42917"/>
                      <a:pt x="27769" y="42867"/>
                    </a:cubicBezTo>
                    <a:cubicBezTo>
                      <a:pt x="27999" y="44251"/>
                      <a:pt x="27875" y="45564"/>
                      <a:pt x="28407" y="46486"/>
                    </a:cubicBezTo>
                    <a:cubicBezTo>
                      <a:pt x="29614" y="48616"/>
                      <a:pt x="31158" y="50532"/>
                      <a:pt x="32701" y="52732"/>
                    </a:cubicBezTo>
                    <a:lnTo>
                      <a:pt x="34600" y="50425"/>
                    </a:lnTo>
                    <a:lnTo>
                      <a:pt x="34103" y="47196"/>
                    </a:lnTo>
                    <a:cubicBezTo>
                      <a:pt x="34972" y="46096"/>
                      <a:pt x="36268" y="45173"/>
                      <a:pt x="36286" y="44251"/>
                    </a:cubicBezTo>
                    <a:cubicBezTo>
                      <a:pt x="36303" y="42707"/>
                      <a:pt x="38503" y="42955"/>
                      <a:pt x="38202" y="41394"/>
                    </a:cubicBezTo>
                    <a:cubicBezTo>
                      <a:pt x="38184" y="41305"/>
                      <a:pt x="39604" y="40986"/>
                      <a:pt x="40313" y="40702"/>
                    </a:cubicBezTo>
                    <a:cubicBezTo>
                      <a:pt x="40650" y="40560"/>
                      <a:pt x="40899" y="40223"/>
                      <a:pt x="41378" y="39797"/>
                    </a:cubicBezTo>
                    <a:lnTo>
                      <a:pt x="44785" y="44978"/>
                    </a:lnTo>
                    <a:lnTo>
                      <a:pt x="46630" y="43914"/>
                    </a:lnTo>
                    <a:cubicBezTo>
                      <a:pt x="47553" y="45102"/>
                      <a:pt x="46754" y="46699"/>
                      <a:pt x="48067" y="47480"/>
                    </a:cubicBezTo>
                    <a:cubicBezTo>
                      <a:pt x="47020" y="50124"/>
                      <a:pt x="48741" y="51508"/>
                      <a:pt x="50445" y="52980"/>
                    </a:cubicBezTo>
                    <a:cubicBezTo>
                      <a:pt x="50764" y="53247"/>
                      <a:pt x="50640" y="54010"/>
                      <a:pt x="50746" y="54684"/>
                    </a:cubicBezTo>
                    <a:cubicBezTo>
                      <a:pt x="49546" y="54279"/>
                      <a:pt x="48739" y="53108"/>
                      <a:pt x="47515" y="53108"/>
                    </a:cubicBezTo>
                    <a:cubicBezTo>
                      <a:pt x="47074" y="53108"/>
                      <a:pt x="46579" y="53260"/>
                      <a:pt x="45991" y="53655"/>
                    </a:cubicBezTo>
                    <a:cubicBezTo>
                      <a:pt x="46130" y="53637"/>
                      <a:pt x="46261" y="53629"/>
                      <a:pt x="46385" y="53629"/>
                    </a:cubicBezTo>
                    <a:cubicBezTo>
                      <a:pt x="47902" y="53629"/>
                      <a:pt x="48314" y="54868"/>
                      <a:pt x="48954" y="55606"/>
                    </a:cubicBezTo>
                    <a:cubicBezTo>
                      <a:pt x="49646" y="56387"/>
                      <a:pt x="51119" y="56937"/>
                      <a:pt x="50782" y="58712"/>
                    </a:cubicBezTo>
                    <a:cubicBezTo>
                      <a:pt x="50925" y="58653"/>
                      <a:pt x="51063" y="58628"/>
                      <a:pt x="51196" y="58628"/>
                    </a:cubicBezTo>
                    <a:cubicBezTo>
                      <a:pt x="52116" y="58628"/>
                      <a:pt x="52822" y="59846"/>
                      <a:pt x="53828" y="59846"/>
                    </a:cubicBezTo>
                    <a:cubicBezTo>
                      <a:pt x="54135" y="59846"/>
                      <a:pt x="54469" y="59733"/>
                      <a:pt x="54845" y="59439"/>
                    </a:cubicBezTo>
                    <a:lnTo>
                      <a:pt x="55431" y="57026"/>
                    </a:lnTo>
                    <a:cubicBezTo>
                      <a:pt x="55147" y="56955"/>
                      <a:pt x="54863" y="56902"/>
                      <a:pt x="54579" y="56849"/>
                    </a:cubicBezTo>
                    <a:cubicBezTo>
                      <a:pt x="53053" y="56760"/>
                      <a:pt x="51385" y="55819"/>
                      <a:pt x="51793" y="55269"/>
                    </a:cubicBezTo>
                    <a:lnTo>
                      <a:pt x="52787" y="54844"/>
                    </a:lnTo>
                    <a:lnTo>
                      <a:pt x="52414" y="52501"/>
                    </a:lnTo>
                    <a:cubicBezTo>
                      <a:pt x="48866" y="49893"/>
                      <a:pt x="48440" y="48917"/>
                      <a:pt x="49770" y="46291"/>
                    </a:cubicBezTo>
                    <a:lnTo>
                      <a:pt x="49770" y="46291"/>
                    </a:lnTo>
                    <a:cubicBezTo>
                      <a:pt x="50462" y="46859"/>
                      <a:pt x="51208" y="47338"/>
                      <a:pt x="51775" y="47977"/>
                    </a:cubicBezTo>
                    <a:cubicBezTo>
                      <a:pt x="52326" y="48562"/>
                      <a:pt x="52698" y="49325"/>
                      <a:pt x="53088" y="49929"/>
                    </a:cubicBezTo>
                    <a:lnTo>
                      <a:pt x="55821" y="46948"/>
                    </a:lnTo>
                    <a:lnTo>
                      <a:pt x="55200" y="42955"/>
                    </a:lnTo>
                    <a:lnTo>
                      <a:pt x="52805" y="41447"/>
                    </a:lnTo>
                    <a:lnTo>
                      <a:pt x="53585" y="38253"/>
                    </a:lnTo>
                    <a:lnTo>
                      <a:pt x="55111" y="39229"/>
                    </a:lnTo>
                    <a:cubicBezTo>
                      <a:pt x="55111" y="40045"/>
                      <a:pt x="55111" y="40542"/>
                      <a:pt x="55111" y="41039"/>
                    </a:cubicBezTo>
                    <a:lnTo>
                      <a:pt x="56300" y="41021"/>
                    </a:lnTo>
                    <a:lnTo>
                      <a:pt x="56034" y="38466"/>
                    </a:lnTo>
                    <a:cubicBezTo>
                      <a:pt x="59778" y="37011"/>
                      <a:pt x="60754" y="35876"/>
                      <a:pt x="62546" y="30925"/>
                    </a:cubicBezTo>
                    <a:lnTo>
                      <a:pt x="59370" y="25407"/>
                    </a:lnTo>
                    <a:lnTo>
                      <a:pt x="60754" y="24609"/>
                    </a:lnTo>
                    <a:cubicBezTo>
                      <a:pt x="60620" y="24079"/>
                      <a:pt x="60336" y="23926"/>
                      <a:pt x="59999" y="23926"/>
                    </a:cubicBezTo>
                    <a:cubicBezTo>
                      <a:pt x="59536" y="23926"/>
                      <a:pt x="58975" y="24215"/>
                      <a:pt x="58567" y="24215"/>
                    </a:cubicBezTo>
                    <a:cubicBezTo>
                      <a:pt x="58326" y="24215"/>
                      <a:pt x="58138" y="24114"/>
                      <a:pt x="58057" y="23792"/>
                    </a:cubicBezTo>
                    <a:lnTo>
                      <a:pt x="59316" y="21344"/>
                    </a:lnTo>
                    <a:lnTo>
                      <a:pt x="60062" y="22692"/>
                    </a:lnTo>
                    <a:lnTo>
                      <a:pt x="61286" y="21858"/>
                    </a:lnTo>
                    <a:lnTo>
                      <a:pt x="63504" y="23775"/>
                    </a:lnTo>
                    <a:lnTo>
                      <a:pt x="64178" y="27040"/>
                    </a:lnTo>
                    <a:cubicBezTo>
                      <a:pt x="64959" y="25993"/>
                      <a:pt x="65598" y="25478"/>
                      <a:pt x="65775" y="24822"/>
                    </a:cubicBezTo>
                    <a:cubicBezTo>
                      <a:pt x="66201" y="23367"/>
                      <a:pt x="64356" y="23225"/>
                      <a:pt x="64089" y="22515"/>
                    </a:cubicBezTo>
                    <a:lnTo>
                      <a:pt x="64444" y="18647"/>
                    </a:lnTo>
                    <a:cubicBezTo>
                      <a:pt x="66520" y="17955"/>
                      <a:pt x="66538" y="17902"/>
                      <a:pt x="66609" y="16305"/>
                    </a:cubicBezTo>
                    <a:cubicBezTo>
                      <a:pt x="66698" y="14229"/>
                      <a:pt x="66840" y="12171"/>
                      <a:pt x="66964" y="10059"/>
                    </a:cubicBezTo>
                    <a:cubicBezTo>
                      <a:pt x="65951" y="8994"/>
                      <a:pt x="64617" y="8884"/>
                      <a:pt x="63235" y="8884"/>
                    </a:cubicBezTo>
                    <a:cubicBezTo>
                      <a:pt x="62876" y="8884"/>
                      <a:pt x="62514" y="8891"/>
                      <a:pt x="62153" y="8891"/>
                    </a:cubicBezTo>
                    <a:cubicBezTo>
                      <a:pt x="62029" y="8891"/>
                      <a:pt x="61906" y="8890"/>
                      <a:pt x="61783" y="8888"/>
                    </a:cubicBezTo>
                    <a:cubicBezTo>
                      <a:pt x="61978" y="8001"/>
                      <a:pt x="62209" y="7362"/>
                      <a:pt x="62262" y="6741"/>
                    </a:cubicBezTo>
                    <a:cubicBezTo>
                      <a:pt x="62297" y="6102"/>
                      <a:pt x="62173" y="5464"/>
                      <a:pt x="62120" y="4701"/>
                    </a:cubicBezTo>
                    <a:lnTo>
                      <a:pt x="65119" y="4239"/>
                    </a:lnTo>
                    <a:cubicBezTo>
                      <a:pt x="59052" y="1427"/>
                      <a:pt x="52479" y="0"/>
                      <a:pt x="45863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4040" name="Google Shape;4040;p65"/>
              <p:cNvSpPr/>
              <p:nvPr/>
            </p:nvSpPr>
            <p:spPr>
              <a:xfrm>
                <a:off x="7010819" y="4061082"/>
                <a:ext cx="117645" cy="102137"/>
              </a:xfrm>
              <a:custGeom>
                <a:avLst/>
                <a:gdLst/>
                <a:ahLst/>
                <a:cxnLst/>
                <a:rect l="l" t="t" r="r" b="b"/>
                <a:pathLst>
                  <a:path w="20389" h="17709" extrusionOk="0">
                    <a:moveTo>
                      <a:pt x="17567" y="0"/>
                    </a:moveTo>
                    <a:lnTo>
                      <a:pt x="17567" y="0"/>
                    </a:lnTo>
                    <a:cubicBezTo>
                      <a:pt x="17070" y="1331"/>
                      <a:pt x="16644" y="2697"/>
                      <a:pt x="16307" y="4081"/>
                    </a:cubicBezTo>
                    <a:cubicBezTo>
                      <a:pt x="16278" y="4199"/>
                      <a:pt x="16114" y="4268"/>
                      <a:pt x="16100" y="4268"/>
                    </a:cubicBezTo>
                    <a:cubicBezTo>
                      <a:pt x="16097" y="4268"/>
                      <a:pt x="16100" y="4265"/>
                      <a:pt x="16112" y="4259"/>
                    </a:cubicBezTo>
                    <a:lnTo>
                      <a:pt x="13912" y="3034"/>
                    </a:lnTo>
                    <a:lnTo>
                      <a:pt x="14391" y="1437"/>
                    </a:lnTo>
                    <a:lnTo>
                      <a:pt x="12617" y="337"/>
                    </a:lnTo>
                    <a:cubicBezTo>
                      <a:pt x="12563" y="2112"/>
                      <a:pt x="10416" y="1970"/>
                      <a:pt x="10523" y="3655"/>
                    </a:cubicBezTo>
                    <a:cubicBezTo>
                      <a:pt x="10523" y="3709"/>
                      <a:pt x="10239" y="3797"/>
                      <a:pt x="10079" y="3815"/>
                    </a:cubicBezTo>
                    <a:cubicBezTo>
                      <a:pt x="8287" y="4028"/>
                      <a:pt x="8553" y="4418"/>
                      <a:pt x="7276" y="5305"/>
                    </a:cubicBezTo>
                    <a:cubicBezTo>
                      <a:pt x="5785" y="6352"/>
                      <a:pt x="5466" y="8730"/>
                      <a:pt x="3017" y="8765"/>
                    </a:cubicBezTo>
                    <a:cubicBezTo>
                      <a:pt x="2166" y="8783"/>
                      <a:pt x="1154" y="9919"/>
                      <a:pt x="569" y="10770"/>
                    </a:cubicBezTo>
                    <a:cubicBezTo>
                      <a:pt x="178" y="11356"/>
                      <a:pt x="1" y="12705"/>
                      <a:pt x="374" y="13095"/>
                    </a:cubicBezTo>
                    <a:cubicBezTo>
                      <a:pt x="1687" y="14443"/>
                      <a:pt x="746" y="15810"/>
                      <a:pt x="569" y="17708"/>
                    </a:cubicBezTo>
                    <a:cubicBezTo>
                      <a:pt x="3337" y="16519"/>
                      <a:pt x="5839" y="15668"/>
                      <a:pt x="8074" y="14213"/>
                    </a:cubicBezTo>
                    <a:lnTo>
                      <a:pt x="10558" y="15934"/>
                    </a:lnTo>
                    <a:lnTo>
                      <a:pt x="9866" y="17336"/>
                    </a:lnTo>
                    <a:cubicBezTo>
                      <a:pt x="11960" y="17300"/>
                      <a:pt x="13592" y="16998"/>
                      <a:pt x="14710" y="15508"/>
                    </a:cubicBezTo>
                    <a:cubicBezTo>
                      <a:pt x="16094" y="13645"/>
                      <a:pt x="17585" y="11835"/>
                      <a:pt x="18773" y="9866"/>
                    </a:cubicBezTo>
                    <a:cubicBezTo>
                      <a:pt x="19590" y="8482"/>
                      <a:pt x="20388" y="6885"/>
                      <a:pt x="18862" y="5305"/>
                    </a:cubicBezTo>
                    <a:cubicBezTo>
                      <a:pt x="18596" y="5039"/>
                      <a:pt x="18330" y="4330"/>
                      <a:pt x="18472" y="4099"/>
                    </a:cubicBezTo>
                    <a:cubicBezTo>
                      <a:pt x="19732" y="2307"/>
                      <a:pt x="17372" y="1491"/>
                      <a:pt x="17567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4041" name="Google Shape;4041;p65"/>
              <p:cNvSpPr/>
              <p:nvPr/>
            </p:nvSpPr>
            <p:spPr>
              <a:xfrm>
                <a:off x="6995058" y="4000087"/>
                <a:ext cx="41059" cy="51071"/>
              </a:xfrm>
              <a:custGeom>
                <a:avLst/>
                <a:gdLst/>
                <a:ahLst/>
                <a:cxnLst/>
                <a:rect l="l" t="t" r="r" b="b"/>
                <a:pathLst>
                  <a:path w="7116" h="8855" extrusionOk="0">
                    <a:moveTo>
                      <a:pt x="5359" y="0"/>
                    </a:moveTo>
                    <a:cubicBezTo>
                      <a:pt x="4649" y="976"/>
                      <a:pt x="3993" y="1774"/>
                      <a:pt x="3460" y="2644"/>
                    </a:cubicBezTo>
                    <a:cubicBezTo>
                      <a:pt x="2910" y="3513"/>
                      <a:pt x="1455" y="3638"/>
                      <a:pt x="1828" y="5181"/>
                    </a:cubicBezTo>
                    <a:cubicBezTo>
                      <a:pt x="1354" y="4803"/>
                      <a:pt x="1037" y="4660"/>
                      <a:pt x="815" y="4660"/>
                    </a:cubicBezTo>
                    <a:cubicBezTo>
                      <a:pt x="256" y="4660"/>
                      <a:pt x="305" y="5571"/>
                      <a:pt x="1" y="5926"/>
                    </a:cubicBezTo>
                    <a:cubicBezTo>
                      <a:pt x="1136" y="7417"/>
                      <a:pt x="1438" y="7577"/>
                      <a:pt x="5412" y="8854"/>
                    </a:cubicBezTo>
                    <a:cubicBezTo>
                      <a:pt x="5590" y="7896"/>
                      <a:pt x="5625" y="7239"/>
                      <a:pt x="5820" y="6636"/>
                    </a:cubicBezTo>
                    <a:cubicBezTo>
                      <a:pt x="6033" y="6015"/>
                      <a:pt x="6335" y="5430"/>
                      <a:pt x="6708" y="4880"/>
                    </a:cubicBezTo>
                    <a:cubicBezTo>
                      <a:pt x="7116" y="4294"/>
                      <a:pt x="5696" y="4170"/>
                      <a:pt x="6459" y="3354"/>
                    </a:cubicBezTo>
                    <a:cubicBezTo>
                      <a:pt x="6849" y="2928"/>
                      <a:pt x="6637" y="1686"/>
                      <a:pt x="6778" y="1384"/>
                    </a:cubicBezTo>
                    <a:cubicBezTo>
                      <a:pt x="6832" y="1224"/>
                      <a:pt x="6867" y="1047"/>
                      <a:pt x="6885" y="870"/>
                    </a:cubicBezTo>
                    <a:lnTo>
                      <a:pt x="5359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4042" name="Google Shape;4042;p65"/>
              <p:cNvSpPr/>
              <p:nvPr/>
            </p:nvSpPr>
            <p:spPr>
              <a:xfrm>
                <a:off x="7078892" y="4018504"/>
                <a:ext cx="57544" cy="36030"/>
              </a:xfrm>
              <a:custGeom>
                <a:avLst/>
                <a:gdLst/>
                <a:ahLst/>
                <a:cxnLst/>
                <a:rect l="l" t="t" r="r" b="b"/>
                <a:pathLst>
                  <a:path w="9973" h="6247" extrusionOk="0">
                    <a:moveTo>
                      <a:pt x="0" y="1"/>
                    </a:moveTo>
                    <a:lnTo>
                      <a:pt x="266" y="1722"/>
                    </a:lnTo>
                    <a:lnTo>
                      <a:pt x="1668" y="1970"/>
                    </a:lnTo>
                    <a:lnTo>
                      <a:pt x="870" y="3177"/>
                    </a:lnTo>
                    <a:cubicBezTo>
                      <a:pt x="1300" y="3058"/>
                      <a:pt x="1704" y="3001"/>
                      <a:pt x="2079" y="3001"/>
                    </a:cubicBezTo>
                    <a:cubicBezTo>
                      <a:pt x="3221" y="3001"/>
                      <a:pt x="4106" y="3533"/>
                      <a:pt x="4720" y="4508"/>
                    </a:cubicBezTo>
                    <a:cubicBezTo>
                      <a:pt x="5319" y="5452"/>
                      <a:pt x="5558" y="5867"/>
                      <a:pt x="5945" y="5867"/>
                    </a:cubicBezTo>
                    <a:cubicBezTo>
                      <a:pt x="6235" y="5867"/>
                      <a:pt x="6607" y="5635"/>
                      <a:pt x="7275" y="5218"/>
                    </a:cubicBezTo>
                    <a:cubicBezTo>
                      <a:pt x="7453" y="5111"/>
                      <a:pt x="7648" y="5058"/>
                      <a:pt x="7861" y="5022"/>
                    </a:cubicBezTo>
                    <a:lnTo>
                      <a:pt x="9564" y="6247"/>
                    </a:lnTo>
                    <a:lnTo>
                      <a:pt x="9972" y="5679"/>
                    </a:lnTo>
                    <a:cubicBezTo>
                      <a:pt x="9582" y="4809"/>
                      <a:pt x="9262" y="3887"/>
                      <a:pt x="8819" y="3035"/>
                    </a:cubicBezTo>
                    <a:cubicBezTo>
                      <a:pt x="8151" y="1821"/>
                      <a:pt x="7070" y="1194"/>
                      <a:pt x="5857" y="1194"/>
                    </a:cubicBezTo>
                    <a:cubicBezTo>
                      <a:pt x="5138" y="1194"/>
                      <a:pt x="4373" y="1415"/>
                      <a:pt x="3620" y="1864"/>
                    </a:cubicBezTo>
                    <a:cubicBezTo>
                      <a:pt x="3336" y="2024"/>
                      <a:pt x="3052" y="2166"/>
                      <a:pt x="2644" y="2396"/>
                    </a:cubicBezTo>
                    <a:lnTo>
                      <a:pt x="1970" y="46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4043" name="Google Shape;4043;p65"/>
              <p:cNvSpPr/>
              <p:nvPr/>
            </p:nvSpPr>
            <p:spPr>
              <a:xfrm>
                <a:off x="7051663" y="3806456"/>
                <a:ext cx="38503" cy="70819"/>
              </a:xfrm>
              <a:custGeom>
                <a:avLst/>
                <a:gdLst/>
                <a:ahLst/>
                <a:cxnLst/>
                <a:rect l="l" t="t" r="r" b="b"/>
                <a:pathLst>
                  <a:path w="6673" h="12279" extrusionOk="0">
                    <a:moveTo>
                      <a:pt x="6672" y="1"/>
                    </a:moveTo>
                    <a:lnTo>
                      <a:pt x="6672" y="1"/>
                    </a:lnTo>
                    <a:cubicBezTo>
                      <a:pt x="6223" y="198"/>
                      <a:pt x="5784" y="260"/>
                      <a:pt x="5357" y="260"/>
                    </a:cubicBezTo>
                    <a:cubicBezTo>
                      <a:pt x="4670" y="260"/>
                      <a:pt x="4013" y="100"/>
                      <a:pt x="3390" y="89"/>
                    </a:cubicBezTo>
                    <a:lnTo>
                      <a:pt x="3088" y="2786"/>
                    </a:lnTo>
                    <a:lnTo>
                      <a:pt x="4809" y="5164"/>
                    </a:lnTo>
                    <a:lnTo>
                      <a:pt x="1" y="10771"/>
                    </a:lnTo>
                    <a:lnTo>
                      <a:pt x="1083" y="12279"/>
                    </a:lnTo>
                    <a:lnTo>
                      <a:pt x="6388" y="7772"/>
                    </a:lnTo>
                    <a:cubicBezTo>
                      <a:pt x="4454" y="6495"/>
                      <a:pt x="6175" y="3709"/>
                      <a:pt x="4383" y="2502"/>
                    </a:cubicBezTo>
                    <a:lnTo>
                      <a:pt x="6672" y="1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4044" name="Google Shape;4044;p65"/>
              <p:cNvSpPr/>
              <p:nvPr/>
            </p:nvSpPr>
            <p:spPr>
              <a:xfrm>
                <a:off x="6984824" y="4061618"/>
                <a:ext cx="42081" cy="8893"/>
              </a:xfrm>
              <a:custGeom>
                <a:avLst/>
                <a:gdLst/>
                <a:ahLst/>
                <a:cxnLst/>
                <a:rect l="l" t="t" r="r" b="b"/>
                <a:pathLst>
                  <a:path w="7293" h="1542" extrusionOk="0">
                    <a:moveTo>
                      <a:pt x="4286" y="0"/>
                    </a:moveTo>
                    <a:cubicBezTo>
                      <a:pt x="2949" y="0"/>
                      <a:pt x="1596" y="367"/>
                      <a:pt x="0" y="510"/>
                    </a:cubicBezTo>
                    <a:cubicBezTo>
                      <a:pt x="787" y="973"/>
                      <a:pt x="1302" y="1542"/>
                      <a:pt x="1738" y="1542"/>
                    </a:cubicBezTo>
                    <a:cubicBezTo>
                      <a:pt x="1970" y="1542"/>
                      <a:pt x="2179" y="1380"/>
                      <a:pt x="2396" y="954"/>
                    </a:cubicBezTo>
                    <a:cubicBezTo>
                      <a:pt x="2708" y="1325"/>
                      <a:pt x="3056" y="1432"/>
                      <a:pt x="3417" y="1432"/>
                    </a:cubicBezTo>
                    <a:cubicBezTo>
                      <a:pt x="3816" y="1432"/>
                      <a:pt x="4231" y="1302"/>
                      <a:pt x="4631" y="1256"/>
                    </a:cubicBezTo>
                    <a:cubicBezTo>
                      <a:pt x="5394" y="1149"/>
                      <a:pt x="6157" y="1025"/>
                      <a:pt x="7293" y="830"/>
                    </a:cubicBezTo>
                    <a:cubicBezTo>
                      <a:pt x="6240" y="198"/>
                      <a:pt x="5268" y="0"/>
                      <a:pt x="4286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4045" name="Google Shape;4045;p65"/>
              <p:cNvSpPr/>
              <p:nvPr/>
            </p:nvSpPr>
            <p:spPr>
              <a:xfrm>
                <a:off x="7035181" y="4030478"/>
                <a:ext cx="15469" cy="21703"/>
              </a:xfrm>
              <a:custGeom>
                <a:avLst/>
                <a:gdLst/>
                <a:ahLst/>
                <a:cxnLst/>
                <a:rect l="l" t="t" r="r" b="b"/>
                <a:pathLst>
                  <a:path w="2681" h="3763" extrusionOk="0">
                    <a:moveTo>
                      <a:pt x="2662" y="1"/>
                    </a:moveTo>
                    <a:cubicBezTo>
                      <a:pt x="19" y="675"/>
                      <a:pt x="1" y="764"/>
                      <a:pt x="1012" y="3763"/>
                    </a:cubicBezTo>
                    <a:lnTo>
                      <a:pt x="1491" y="2148"/>
                    </a:lnTo>
                    <a:lnTo>
                      <a:pt x="2201" y="3408"/>
                    </a:lnTo>
                    <a:lnTo>
                      <a:pt x="2680" y="3372"/>
                    </a:lnTo>
                    <a:cubicBezTo>
                      <a:pt x="2574" y="2840"/>
                      <a:pt x="2485" y="2308"/>
                      <a:pt x="2450" y="1758"/>
                    </a:cubicBezTo>
                    <a:cubicBezTo>
                      <a:pt x="2485" y="1172"/>
                      <a:pt x="2556" y="586"/>
                      <a:pt x="2662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4046" name="Google Shape;4046;p65"/>
              <p:cNvSpPr/>
              <p:nvPr/>
            </p:nvSpPr>
            <p:spPr>
              <a:xfrm>
                <a:off x="7045011" y="3983609"/>
                <a:ext cx="19047" cy="18121"/>
              </a:xfrm>
              <a:custGeom>
                <a:avLst/>
                <a:gdLst/>
                <a:ahLst/>
                <a:cxnLst/>
                <a:rect l="l" t="t" r="r" b="b"/>
                <a:pathLst>
                  <a:path w="3301" h="3142" extrusionOk="0">
                    <a:moveTo>
                      <a:pt x="3301" y="0"/>
                    </a:moveTo>
                    <a:lnTo>
                      <a:pt x="0" y="1455"/>
                    </a:lnTo>
                    <a:lnTo>
                      <a:pt x="550" y="2520"/>
                    </a:lnTo>
                    <a:lnTo>
                      <a:pt x="1154" y="1793"/>
                    </a:lnTo>
                    <a:lnTo>
                      <a:pt x="2804" y="3141"/>
                    </a:lnTo>
                    <a:lnTo>
                      <a:pt x="3301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4047" name="Google Shape;4047;p65"/>
              <p:cNvSpPr/>
              <p:nvPr/>
            </p:nvSpPr>
            <p:spPr>
              <a:xfrm>
                <a:off x="7034362" y="3943182"/>
                <a:ext cx="9734" cy="24570"/>
              </a:xfrm>
              <a:custGeom>
                <a:avLst/>
                <a:gdLst/>
                <a:ahLst/>
                <a:cxnLst/>
                <a:rect l="l" t="t" r="r" b="b"/>
                <a:pathLst>
                  <a:path w="1687" h="4260" extrusionOk="0">
                    <a:moveTo>
                      <a:pt x="249" y="1"/>
                    </a:moveTo>
                    <a:cubicBezTo>
                      <a:pt x="1" y="2627"/>
                      <a:pt x="1" y="2627"/>
                      <a:pt x="977" y="4259"/>
                    </a:cubicBezTo>
                    <a:cubicBezTo>
                      <a:pt x="1687" y="1261"/>
                      <a:pt x="1687" y="1261"/>
                      <a:pt x="249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4048" name="Google Shape;4048;p65"/>
              <p:cNvSpPr/>
              <p:nvPr/>
            </p:nvSpPr>
            <p:spPr>
              <a:xfrm>
                <a:off x="6724214" y="4015234"/>
                <a:ext cx="1131" cy="513"/>
              </a:xfrm>
              <a:custGeom>
                <a:avLst/>
                <a:gdLst/>
                <a:ahLst/>
                <a:cxnLst/>
                <a:rect l="l" t="t" r="r" b="b"/>
                <a:pathLst>
                  <a:path w="196" h="89" extrusionOk="0">
                    <a:moveTo>
                      <a:pt x="196" y="0"/>
                    </a:moveTo>
                    <a:lnTo>
                      <a:pt x="1" y="89"/>
                    </a:lnTo>
                    <a:lnTo>
                      <a:pt x="1" y="89"/>
                    </a:lnTo>
                    <a:lnTo>
                      <a:pt x="196" y="18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4049" name="Google Shape;4049;p65"/>
              <p:cNvSpPr/>
              <p:nvPr/>
            </p:nvSpPr>
            <p:spPr>
              <a:xfrm>
                <a:off x="7071623" y="3755083"/>
                <a:ext cx="16589" cy="16380"/>
              </a:xfrm>
              <a:custGeom>
                <a:avLst/>
                <a:gdLst/>
                <a:ahLst/>
                <a:cxnLst/>
                <a:rect l="l" t="t" r="r" b="b"/>
                <a:pathLst>
                  <a:path w="2875" h="2840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835" y="1029"/>
                      <a:pt x="1739" y="1970"/>
                      <a:pt x="2733" y="2839"/>
                    </a:cubicBezTo>
                    <a:cubicBezTo>
                      <a:pt x="2840" y="2520"/>
                      <a:pt x="2875" y="2201"/>
                      <a:pt x="2822" y="1881"/>
                    </a:cubicBezTo>
                    <a:cubicBezTo>
                      <a:pt x="1899" y="1225"/>
                      <a:pt x="959" y="604"/>
                      <a:pt x="1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4050" name="Google Shape;4050;p65"/>
              <p:cNvSpPr/>
              <p:nvPr/>
            </p:nvSpPr>
            <p:spPr>
              <a:xfrm>
                <a:off x="6722575" y="4015741"/>
                <a:ext cx="1541" cy="727"/>
              </a:xfrm>
              <a:custGeom>
                <a:avLst/>
                <a:gdLst/>
                <a:ahLst/>
                <a:cxnLst/>
                <a:rect l="l" t="t" r="r" b="b"/>
                <a:pathLst>
                  <a:path w="267" h="126" extrusionOk="0">
                    <a:moveTo>
                      <a:pt x="267" y="1"/>
                    </a:moveTo>
                    <a:cubicBezTo>
                      <a:pt x="178" y="36"/>
                      <a:pt x="89" y="72"/>
                      <a:pt x="1" y="125"/>
                    </a:cubicBezTo>
                    <a:cubicBezTo>
                      <a:pt x="107" y="90"/>
                      <a:pt x="178" y="36"/>
                      <a:pt x="267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4051" name="Google Shape;4051;p65"/>
              <p:cNvSpPr/>
              <p:nvPr/>
            </p:nvSpPr>
            <p:spPr>
              <a:xfrm>
                <a:off x="6772321" y="4116142"/>
                <a:ext cx="30927" cy="46769"/>
              </a:xfrm>
              <a:custGeom>
                <a:avLst/>
                <a:gdLst/>
                <a:ahLst/>
                <a:cxnLst/>
                <a:rect l="l" t="t" r="r" b="b"/>
                <a:pathLst>
                  <a:path w="5360" h="8109" extrusionOk="0">
                    <a:moveTo>
                      <a:pt x="1828" y="0"/>
                    </a:moveTo>
                    <a:lnTo>
                      <a:pt x="1" y="2946"/>
                    </a:lnTo>
                    <a:cubicBezTo>
                      <a:pt x="444" y="3762"/>
                      <a:pt x="1030" y="4738"/>
                      <a:pt x="1527" y="5785"/>
                    </a:cubicBezTo>
                    <a:cubicBezTo>
                      <a:pt x="2308" y="7328"/>
                      <a:pt x="3479" y="8091"/>
                      <a:pt x="5359" y="8109"/>
                    </a:cubicBezTo>
                    <a:cubicBezTo>
                      <a:pt x="4667" y="6689"/>
                      <a:pt x="3993" y="5625"/>
                      <a:pt x="3798" y="4205"/>
                    </a:cubicBezTo>
                    <a:cubicBezTo>
                      <a:pt x="3621" y="2768"/>
                      <a:pt x="2574" y="1491"/>
                      <a:pt x="1828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</p:grpSp>
      </p:grpSp>
      <p:grpSp>
        <p:nvGrpSpPr>
          <p:cNvPr id="4052" name="Google Shape;4052;p65"/>
          <p:cNvGrpSpPr/>
          <p:nvPr/>
        </p:nvGrpSpPr>
        <p:grpSpPr>
          <a:xfrm>
            <a:off x="5900603" y="3683911"/>
            <a:ext cx="140668" cy="140668"/>
            <a:chOff x="8565775" y="671075"/>
            <a:chExt cx="441000" cy="441000"/>
          </a:xfrm>
        </p:grpSpPr>
        <p:sp>
          <p:nvSpPr>
            <p:cNvPr id="4053" name="Google Shape;4053;p65"/>
            <p:cNvSpPr/>
            <p:nvPr/>
          </p:nvSpPr>
          <p:spPr>
            <a:xfrm>
              <a:off x="8565775" y="671075"/>
              <a:ext cx="441000" cy="441000"/>
            </a:xfrm>
            <a:prstGeom prst="ellipse">
              <a:avLst/>
            </a:prstGeom>
            <a:gradFill>
              <a:gsLst>
                <a:gs pos="0">
                  <a:srgbClr val="869FB1">
                    <a:alpha val="65920"/>
                  </a:srgbClr>
                </a:gs>
                <a:gs pos="100000">
                  <a:srgbClr val="FFFFFF">
                    <a:alpha val="0"/>
                    <a:alpha val="659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054" name="Google Shape;4054;p65"/>
            <p:cNvSpPr/>
            <p:nvPr/>
          </p:nvSpPr>
          <p:spPr>
            <a:xfrm>
              <a:off x="8706625" y="811925"/>
              <a:ext cx="159300" cy="159300"/>
            </a:xfrm>
            <a:prstGeom prst="ellipse">
              <a:avLst/>
            </a:prstGeom>
            <a:solidFill>
              <a:srgbClr val="D7DFE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4055" name="Google Shape;4055;p65"/>
          <p:cNvSpPr/>
          <p:nvPr/>
        </p:nvSpPr>
        <p:spPr>
          <a:xfrm>
            <a:off x="6126514" y="3680852"/>
            <a:ext cx="145262" cy="146787"/>
          </a:xfrm>
          <a:custGeom>
            <a:avLst/>
            <a:gdLst/>
            <a:ahLst/>
            <a:cxnLst/>
            <a:rect l="l" t="t" r="r" b="b"/>
            <a:pathLst>
              <a:path w="194168" h="196207" extrusionOk="0">
                <a:moveTo>
                  <a:pt x="11576" y="0"/>
                </a:moveTo>
                <a:cubicBezTo>
                  <a:pt x="8883" y="0"/>
                  <a:pt x="6181" y="987"/>
                  <a:pt x="4103" y="3065"/>
                </a:cubicBezTo>
                <a:cubicBezTo>
                  <a:pt x="1026" y="5799"/>
                  <a:pt x="1" y="10243"/>
                  <a:pt x="1368" y="14004"/>
                </a:cubicBezTo>
                <a:lnTo>
                  <a:pt x="65293" y="189369"/>
                </a:lnTo>
                <a:cubicBezTo>
                  <a:pt x="67002" y="193471"/>
                  <a:pt x="70762" y="196206"/>
                  <a:pt x="74864" y="196206"/>
                </a:cubicBezTo>
                <a:cubicBezTo>
                  <a:pt x="79308" y="196206"/>
                  <a:pt x="83410" y="193813"/>
                  <a:pt x="85120" y="190053"/>
                </a:cubicBezTo>
                <a:lnTo>
                  <a:pt x="114176" y="124077"/>
                </a:lnTo>
                <a:cubicBezTo>
                  <a:pt x="115202" y="121342"/>
                  <a:pt x="117595" y="119291"/>
                  <a:pt x="119988" y="118266"/>
                </a:cubicBezTo>
                <a:lnTo>
                  <a:pt x="187331" y="92286"/>
                </a:lnTo>
                <a:cubicBezTo>
                  <a:pt x="191433" y="90577"/>
                  <a:pt x="193826" y="86816"/>
                  <a:pt x="193826" y="82714"/>
                </a:cubicBezTo>
                <a:cubicBezTo>
                  <a:pt x="194168" y="78270"/>
                  <a:pt x="191433" y="74510"/>
                  <a:pt x="187673" y="72801"/>
                </a:cubicBezTo>
                <a:lnTo>
                  <a:pt x="15384" y="672"/>
                </a:lnTo>
                <a:cubicBezTo>
                  <a:pt x="14163" y="228"/>
                  <a:pt x="12871" y="0"/>
                  <a:pt x="11576" y="0"/>
                </a:cubicBezTo>
                <a:close/>
              </a:path>
            </a:pathLst>
          </a:custGeom>
          <a:solidFill>
            <a:srgbClr val="7994A9">
              <a:alpha val="64709"/>
            </a:srgbClr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4056" name="Google Shape;4056;p65"/>
          <p:cNvSpPr/>
          <p:nvPr/>
        </p:nvSpPr>
        <p:spPr>
          <a:xfrm flipH="1">
            <a:off x="5532693" y="3655693"/>
            <a:ext cx="133942" cy="197104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rgbClr val="C9D4DC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4057" name="Google Shape;4057;p65"/>
          <p:cNvGrpSpPr/>
          <p:nvPr/>
        </p:nvGrpSpPr>
        <p:grpSpPr>
          <a:xfrm>
            <a:off x="4515994" y="2992575"/>
            <a:ext cx="440903" cy="384280"/>
            <a:chOff x="6000100" y="3076250"/>
            <a:chExt cx="587871" cy="512373"/>
          </a:xfrm>
        </p:grpSpPr>
        <p:sp>
          <p:nvSpPr>
            <p:cNvPr id="4058" name="Google Shape;4058;p65"/>
            <p:cNvSpPr/>
            <p:nvPr/>
          </p:nvSpPr>
          <p:spPr>
            <a:xfrm>
              <a:off x="6000100" y="3076250"/>
              <a:ext cx="587871" cy="512373"/>
            </a:xfrm>
            <a:custGeom>
              <a:avLst/>
              <a:gdLst/>
              <a:ahLst/>
              <a:cxnLst/>
              <a:rect l="l" t="t" r="r" b="b"/>
              <a:pathLst>
                <a:path w="101884" h="88838" extrusionOk="0">
                  <a:moveTo>
                    <a:pt x="50272" y="0"/>
                  </a:moveTo>
                  <a:cubicBezTo>
                    <a:pt x="31897" y="0"/>
                    <a:pt x="14791" y="11087"/>
                    <a:pt x="8322" y="29000"/>
                  </a:cubicBezTo>
                  <a:cubicBezTo>
                    <a:pt x="1" y="51995"/>
                    <a:pt x="12332" y="77546"/>
                    <a:pt x="35878" y="86063"/>
                  </a:cubicBezTo>
                  <a:cubicBezTo>
                    <a:pt x="41078" y="87945"/>
                    <a:pt x="46391" y="88838"/>
                    <a:pt x="51602" y="88838"/>
                  </a:cubicBezTo>
                  <a:cubicBezTo>
                    <a:pt x="69970" y="88838"/>
                    <a:pt x="87079" y="77751"/>
                    <a:pt x="93562" y="59838"/>
                  </a:cubicBezTo>
                  <a:cubicBezTo>
                    <a:pt x="101883" y="36843"/>
                    <a:pt x="89534" y="11292"/>
                    <a:pt x="66006" y="2775"/>
                  </a:cubicBezTo>
                  <a:cubicBezTo>
                    <a:pt x="60802" y="893"/>
                    <a:pt x="55486" y="0"/>
                    <a:pt x="5027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grpSp>
          <p:nvGrpSpPr>
            <p:cNvPr id="4059" name="Google Shape;4059;p65"/>
            <p:cNvGrpSpPr/>
            <p:nvPr/>
          </p:nvGrpSpPr>
          <p:grpSpPr>
            <a:xfrm>
              <a:off x="6031360" y="3076713"/>
              <a:ext cx="539107" cy="480965"/>
              <a:chOff x="6031360" y="3076713"/>
              <a:chExt cx="539107" cy="480965"/>
            </a:xfrm>
          </p:grpSpPr>
          <p:sp>
            <p:nvSpPr>
              <p:cNvPr id="4060" name="Google Shape;4060;p65"/>
              <p:cNvSpPr/>
              <p:nvPr/>
            </p:nvSpPr>
            <p:spPr>
              <a:xfrm>
                <a:off x="6160232" y="3107767"/>
                <a:ext cx="410235" cy="449911"/>
              </a:xfrm>
              <a:custGeom>
                <a:avLst/>
                <a:gdLst/>
                <a:ahLst/>
                <a:cxnLst/>
                <a:rect l="l" t="t" r="r" b="b"/>
                <a:pathLst>
                  <a:path w="71098" h="78008" extrusionOk="0">
                    <a:moveTo>
                      <a:pt x="36108" y="3531"/>
                    </a:moveTo>
                    <a:lnTo>
                      <a:pt x="36835" y="4631"/>
                    </a:lnTo>
                    <a:cubicBezTo>
                      <a:pt x="36551" y="4826"/>
                      <a:pt x="36268" y="5039"/>
                      <a:pt x="35948" y="5217"/>
                    </a:cubicBezTo>
                    <a:cubicBezTo>
                      <a:pt x="35043" y="5749"/>
                      <a:pt x="34635" y="6459"/>
                      <a:pt x="35132" y="7488"/>
                    </a:cubicBezTo>
                    <a:cubicBezTo>
                      <a:pt x="35486" y="8208"/>
                      <a:pt x="35984" y="8561"/>
                      <a:pt x="36635" y="8561"/>
                    </a:cubicBezTo>
                    <a:cubicBezTo>
                      <a:pt x="36866" y="8561"/>
                      <a:pt x="37116" y="8517"/>
                      <a:pt x="37385" y="8428"/>
                    </a:cubicBezTo>
                    <a:cubicBezTo>
                      <a:pt x="37776" y="8304"/>
                      <a:pt x="38184" y="8198"/>
                      <a:pt x="38752" y="8056"/>
                    </a:cubicBezTo>
                    <a:lnTo>
                      <a:pt x="38752" y="8056"/>
                    </a:lnTo>
                    <a:cubicBezTo>
                      <a:pt x="38412" y="9075"/>
                      <a:pt x="37909" y="9331"/>
                      <a:pt x="37373" y="9331"/>
                    </a:cubicBezTo>
                    <a:cubicBezTo>
                      <a:pt x="36833" y="9331"/>
                      <a:pt x="36258" y="9072"/>
                      <a:pt x="35779" y="9072"/>
                    </a:cubicBezTo>
                    <a:cubicBezTo>
                      <a:pt x="35690" y="9072"/>
                      <a:pt x="35604" y="9081"/>
                      <a:pt x="35522" y="9102"/>
                    </a:cubicBezTo>
                    <a:lnTo>
                      <a:pt x="33162" y="11977"/>
                    </a:lnTo>
                    <a:lnTo>
                      <a:pt x="28585" y="11037"/>
                    </a:lnTo>
                    <a:lnTo>
                      <a:pt x="31832" y="10238"/>
                    </a:lnTo>
                    <a:cubicBezTo>
                      <a:pt x="32825" y="8162"/>
                      <a:pt x="33127" y="7062"/>
                      <a:pt x="32914" y="6228"/>
                    </a:cubicBezTo>
                    <a:lnTo>
                      <a:pt x="36108" y="3531"/>
                    </a:lnTo>
                    <a:close/>
                    <a:moveTo>
                      <a:pt x="38947" y="36232"/>
                    </a:moveTo>
                    <a:lnTo>
                      <a:pt x="38947" y="36232"/>
                    </a:lnTo>
                    <a:cubicBezTo>
                      <a:pt x="40402" y="36374"/>
                      <a:pt x="40561" y="37705"/>
                      <a:pt x="41253" y="38486"/>
                    </a:cubicBezTo>
                    <a:cubicBezTo>
                      <a:pt x="40278" y="40029"/>
                      <a:pt x="42194" y="41076"/>
                      <a:pt x="41963" y="42673"/>
                    </a:cubicBezTo>
                    <a:cubicBezTo>
                      <a:pt x="41786" y="43862"/>
                      <a:pt x="42833" y="45264"/>
                      <a:pt x="43241" y="46648"/>
                    </a:cubicBezTo>
                    <a:cubicBezTo>
                      <a:pt x="43560" y="47641"/>
                      <a:pt x="43507" y="48741"/>
                      <a:pt x="43046" y="49699"/>
                    </a:cubicBezTo>
                    <a:lnTo>
                      <a:pt x="40473" y="45760"/>
                    </a:lnTo>
                    <a:cubicBezTo>
                      <a:pt x="41449" y="42726"/>
                      <a:pt x="39160" y="39728"/>
                      <a:pt x="38947" y="36232"/>
                    </a:cubicBezTo>
                    <a:close/>
                    <a:moveTo>
                      <a:pt x="36430" y="1"/>
                    </a:moveTo>
                    <a:cubicBezTo>
                      <a:pt x="35873" y="1"/>
                      <a:pt x="35316" y="87"/>
                      <a:pt x="34759" y="284"/>
                    </a:cubicBezTo>
                    <a:cubicBezTo>
                      <a:pt x="33659" y="657"/>
                      <a:pt x="32346" y="870"/>
                      <a:pt x="31885" y="2005"/>
                    </a:cubicBezTo>
                    <a:cubicBezTo>
                      <a:pt x="31264" y="3567"/>
                      <a:pt x="29809" y="3549"/>
                      <a:pt x="28656" y="3992"/>
                    </a:cubicBezTo>
                    <a:cubicBezTo>
                      <a:pt x="26331" y="4826"/>
                      <a:pt x="26012" y="5465"/>
                      <a:pt x="27006" y="7683"/>
                    </a:cubicBezTo>
                    <a:lnTo>
                      <a:pt x="29791" y="7736"/>
                    </a:lnTo>
                    <a:lnTo>
                      <a:pt x="29046" y="10327"/>
                    </a:lnTo>
                    <a:lnTo>
                      <a:pt x="28425" y="7736"/>
                    </a:lnTo>
                    <a:lnTo>
                      <a:pt x="26633" y="11143"/>
                    </a:lnTo>
                    <a:cubicBezTo>
                      <a:pt x="25746" y="11374"/>
                      <a:pt x="24734" y="11391"/>
                      <a:pt x="24113" y="11870"/>
                    </a:cubicBezTo>
                    <a:cubicBezTo>
                      <a:pt x="22960" y="12775"/>
                      <a:pt x="21328" y="12509"/>
                      <a:pt x="20352" y="13680"/>
                    </a:cubicBezTo>
                    <a:lnTo>
                      <a:pt x="19695" y="12900"/>
                    </a:lnTo>
                    <a:lnTo>
                      <a:pt x="18808" y="14106"/>
                    </a:lnTo>
                    <a:cubicBezTo>
                      <a:pt x="18523" y="13971"/>
                      <a:pt x="18518" y="13452"/>
                      <a:pt x="18160" y="13452"/>
                    </a:cubicBezTo>
                    <a:cubicBezTo>
                      <a:pt x="18049" y="13452"/>
                      <a:pt x="17905" y="13501"/>
                      <a:pt x="17708" y="13627"/>
                    </a:cubicBezTo>
                    <a:lnTo>
                      <a:pt x="18560" y="17193"/>
                    </a:lnTo>
                    <a:cubicBezTo>
                      <a:pt x="17972" y="17718"/>
                      <a:pt x="17385" y="18062"/>
                      <a:pt x="16823" y="18062"/>
                    </a:cubicBezTo>
                    <a:cubicBezTo>
                      <a:pt x="16435" y="18062"/>
                      <a:pt x="16059" y="17897"/>
                      <a:pt x="15703" y="17513"/>
                    </a:cubicBezTo>
                    <a:cubicBezTo>
                      <a:pt x="14869" y="16626"/>
                      <a:pt x="13929" y="16750"/>
                      <a:pt x="13112" y="16643"/>
                    </a:cubicBezTo>
                    <a:lnTo>
                      <a:pt x="11196" y="21381"/>
                    </a:lnTo>
                    <a:cubicBezTo>
                      <a:pt x="11922" y="22616"/>
                      <a:pt x="12753" y="22986"/>
                      <a:pt x="13632" y="22986"/>
                    </a:cubicBezTo>
                    <a:cubicBezTo>
                      <a:pt x="14835" y="22986"/>
                      <a:pt x="16130" y="22292"/>
                      <a:pt x="17371" y="22179"/>
                    </a:cubicBezTo>
                    <a:lnTo>
                      <a:pt x="17868" y="20618"/>
                    </a:lnTo>
                    <a:cubicBezTo>
                      <a:pt x="19961" y="20600"/>
                      <a:pt x="19961" y="20600"/>
                      <a:pt x="21594" y="18879"/>
                    </a:cubicBezTo>
                    <a:lnTo>
                      <a:pt x="22587" y="19784"/>
                    </a:lnTo>
                    <a:lnTo>
                      <a:pt x="24646" y="19181"/>
                    </a:lnTo>
                    <a:lnTo>
                      <a:pt x="28762" y="24788"/>
                    </a:lnTo>
                    <a:lnTo>
                      <a:pt x="24930" y="23971"/>
                    </a:lnTo>
                    <a:lnTo>
                      <a:pt x="24930" y="23971"/>
                    </a:lnTo>
                    <a:lnTo>
                      <a:pt x="26544" y="25746"/>
                    </a:lnTo>
                    <a:cubicBezTo>
                      <a:pt x="28177" y="25604"/>
                      <a:pt x="29507" y="24930"/>
                      <a:pt x="30182" y="23209"/>
                    </a:cubicBezTo>
                    <a:cubicBezTo>
                      <a:pt x="29738" y="22747"/>
                      <a:pt x="29365" y="22321"/>
                      <a:pt x="28957" y="21949"/>
                    </a:cubicBezTo>
                    <a:cubicBezTo>
                      <a:pt x="28017" y="21150"/>
                      <a:pt x="27165" y="20352"/>
                      <a:pt x="27502" y="18400"/>
                    </a:cubicBezTo>
                    <a:lnTo>
                      <a:pt x="27502" y="18400"/>
                    </a:lnTo>
                    <a:cubicBezTo>
                      <a:pt x="28336" y="19678"/>
                      <a:pt x="28709" y="20902"/>
                      <a:pt x="29472" y="21239"/>
                    </a:cubicBezTo>
                    <a:cubicBezTo>
                      <a:pt x="30678" y="21771"/>
                      <a:pt x="30785" y="22641"/>
                      <a:pt x="30927" y="23617"/>
                    </a:cubicBezTo>
                    <a:cubicBezTo>
                      <a:pt x="31016" y="24255"/>
                      <a:pt x="30874" y="24965"/>
                      <a:pt x="31087" y="25551"/>
                    </a:cubicBezTo>
                    <a:cubicBezTo>
                      <a:pt x="31282" y="26083"/>
                      <a:pt x="31832" y="26473"/>
                      <a:pt x="32187" y="26952"/>
                    </a:cubicBezTo>
                    <a:cubicBezTo>
                      <a:pt x="32275" y="27077"/>
                      <a:pt x="32329" y="27236"/>
                      <a:pt x="32329" y="27396"/>
                    </a:cubicBezTo>
                    <a:lnTo>
                      <a:pt x="34369" y="26225"/>
                    </a:lnTo>
                    <a:cubicBezTo>
                      <a:pt x="33860" y="25322"/>
                      <a:pt x="33670" y="24632"/>
                      <a:pt x="34867" y="24632"/>
                    </a:cubicBezTo>
                    <a:cubicBezTo>
                      <a:pt x="34964" y="24632"/>
                      <a:pt x="35070" y="24636"/>
                      <a:pt x="35185" y="24646"/>
                    </a:cubicBezTo>
                    <a:cubicBezTo>
                      <a:pt x="35416" y="25462"/>
                      <a:pt x="35718" y="26189"/>
                      <a:pt x="35753" y="26917"/>
                    </a:cubicBezTo>
                    <a:cubicBezTo>
                      <a:pt x="35859" y="28390"/>
                      <a:pt x="37013" y="29011"/>
                      <a:pt x="38024" y="29224"/>
                    </a:cubicBezTo>
                    <a:cubicBezTo>
                      <a:pt x="38126" y="29247"/>
                      <a:pt x="38227" y="29254"/>
                      <a:pt x="38330" y="29254"/>
                    </a:cubicBezTo>
                    <a:cubicBezTo>
                      <a:pt x="38476" y="29254"/>
                      <a:pt x="38623" y="29240"/>
                      <a:pt x="38773" y="29240"/>
                    </a:cubicBezTo>
                    <a:cubicBezTo>
                      <a:pt x="39073" y="29240"/>
                      <a:pt x="39384" y="29296"/>
                      <a:pt x="39710" y="29632"/>
                    </a:cubicBezTo>
                    <a:cubicBezTo>
                      <a:pt x="39812" y="29734"/>
                      <a:pt x="39986" y="29769"/>
                      <a:pt x="40202" y="29769"/>
                    </a:cubicBezTo>
                    <a:cubicBezTo>
                      <a:pt x="40620" y="29769"/>
                      <a:pt x="41193" y="29637"/>
                      <a:pt x="41697" y="29614"/>
                    </a:cubicBezTo>
                    <a:lnTo>
                      <a:pt x="41697" y="29614"/>
                    </a:lnTo>
                    <a:cubicBezTo>
                      <a:pt x="41182" y="31175"/>
                      <a:pt x="41608" y="32825"/>
                      <a:pt x="39657" y="33517"/>
                    </a:cubicBezTo>
                    <a:cubicBezTo>
                      <a:pt x="37368" y="32683"/>
                      <a:pt x="34369" y="33198"/>
                      <a:pt x="32488" y="30608"/>
                    </a:cubicBezTo>
                    <a:cubicBezTo>
                      <a:pt x="32240" y="30253"/>
                      <a:pt x="31388" y="30306"/>
                      <a:pt x="30820" y="30217"/>
                    </a:cubicBezTo>
                    <a:cubicBezTo>
                      <a:pt x="30607" y="30217"/>
                      <a:pt x="30395" y="30270"/>
                      <a:pt x="30182" y="30324"/>
                    </a:cubicBezTo>
                    <a:lnTo>
                      <a:pt x="29507" y="32151"/>
                    </a:lnTo>
                    <a:cubicBezTo>
                      <a:pt x="27875" y="31246"/>
                      <a:pt x="26686" y="29969"/>
                      <a:pt x="25373" y="29259"/>
                    </a:cubicBezTo>
                    <a:cubicBezTo>
                      <a:pt x="23918" y="28496"/>
                      <a:pt x="23794" y="27431"/>
                      <a:pt x="23794" y="26456"/>
                    </a:cubicBezTo>
                    <a:cubicBezTo>
                      <a:pt x="23808" y="24745"/>
                      <a:pt x="23906" y="24354"/>
                      <a:pt x="23055" y="24354"/>
                    </a:cubicBezTo>
                    <a:cubicBezTo>
                      <a:pt x="22802" y="24354"/>
                      <a:pt x="22466" y="24388"/>
                      <a:pt x="22020" y="24433"/>
                    </a:cubicBezTo>
                    <a:cubicBezTo>
                      <a:pt x="21712" y="24458"/>
                      <a:pt x="21377" y="24558"/>
                      <a:pt x="21074" y="24558"/>
                    </a:cubicBezTo>
                    <a:cubicBezTo>
                      <a:pt x="20958" y="24558"/>
                      <a:pt x="20846" y="24543"/>
                      <a:pt x="20742" y="24504"/>
                    </a:cubicBezTo>
                    <a:cubicBezTo>
                      <a:pt x="20157" y="24291"/>
                      <a:pt x="19678" y="23670"/>
                      <a:pt x="19092" y="23546"/>
                    </a:cubicBezTo>
                    <a:cubicBezTo>
                      <a:pt x="19019" y="23530"/>
                      <a:pt x="18944" y="23524"/>
                      <a:pt x="18868" y="23524"/>
                    </a:cubicBezTo>
                    <a:cubicBezTo>
                      <a:pt x="18388" y="23524"/>
                      <a:pt x="17849" y="23788"/>
                      <a:pt x="17363" y="23788"/>
                    </a:cubicBezTo>
                    <a:cubicBezTo>
                      <a:pt x="17305" y="23788"/>
                      <a:pt x="17249" y="23784"/>
                      <a:pt x="17193" y="23776"/>
                    </a:cubicBezTo>
                    <a:cubicBezTo>
                      <a:pt x="17025" y="23751"/>
                      <a:pt x="16855" y="23741"/>
                      <a:pt x="16686" y="23741"/>
                    </a:cubicBezTo>
                    <a:cubicBezTo>
                      <a:pt x="15885" y="23741"/>
                      <a:pt x="15077" y="23971"/>
                      <a:pt x="14280" y="23971"/>
                    </a:cubicBezTo>
                    <a:cubicBezTo>
                      <a:pt x="13809" y="23971"/>
                      <a:pt x="13342" y="23890"/>
                      <a:pt x="12882" y="23634"/>
                    </a:cubicBezTo>
                    <a:cubicBezTo>
                      <a:pt x="12688" y="23891"/>
                      <a:pt x="12389" y="23939"/>
                      <a:pt x="12067" y="23939"/>
                    </a:cubicBezTo>
                    <a:cubicBezTo>
                      <a:pt x="11878" y="23939"/>
                      <a:pt x="11682" y="23923"/>
                      <a:pt x="11494" y="23923"/>
                    </a:cubicBezTo>
                    <a:cubicBezTo>
                      <a:pt x="11005" y="23923"/>
                      <a:pt x="10573" y="24032"/>
                      <a:pt x="10486" y="24823"/>
                    </a:cubicBezTo>
                    <a:cubicBezTo>
                      <a:pt x="8943" y="25125"/>
                      <a:pt x="8925" y="26935"/>
                      <a:pt x="7594" y="27644"/>
                    </a:cubicBezTo>
                    <a:cubicBezTo>
                      <a:pt x="6636" y="28159"/>
                      <a:pt x="5270" y="28461"/>
                      <a:pt x="4720" y="29365"/>
                    </a:cubicBezTo>
                    <a:cubicBezTo>
                      <a:pt x="3992" y="30554"/>
                      <a:pt x="2733" y="30874"/>
                      <a:pt x="1899" y="31779"/>
                    </a:cubicBezTo>
                    <a:cubicBezTo>
                      <a:pt x="1420" y="32311"/>
                      <a:pt x="1100" y="33021"/>
                      <a:pt x="692" y="33695"/>
                    </a:cubicBezTo>
                    <a:lnTo>
                      <a:pt x="2058" y="34529"/>
                    </a:lnTo>
                    <a:lnTo>
                      <a:pt x="0" y="40331"/>
                    </a:lnTo>
                    <a:cubicBezTo>
                      <a:pt x="568" y="41839"/>
                      <a:pt x="1828" y="42460"/>
                      <a:pt x="1579" y="43844"/>
                    </a:cubicBezTo>
                    <a:cubicBezTo>
                      <a:pt x="1526" y="44093"/>
                      <a:pt x="4542" y="47659"/>
                      <a:pt x="4720" y="47677"/>
                    </a:cubicBezTo>
                    <a:cubicBezTo>
                      <a:pt x="6407" y="47823"/>
                      <a:pt x="7973" y="48589"/>
                      <a:pt x="9698" y="48589"/>
                    </a:cubicBezTo>
                    <a:cubicBezTo>
                      <a:pt x="10059" y="48589"/>
                      <a:pt x="10428" y="48555"/>
                      <a:pt x="10806" y="48475"/>
                    </a:cubicBezTo>
                    <a:cubicBezTo>
                      <a:pt x="10987" y="48438"/>
                      <a:pt x="11194" y="48420"/>
                      <a:pt x="11413" y="48420"/>
                    </a:cubicBezTo>
                    <a:cubicBezTo>
                      <a:pt x="12352" y="48420"/>
                      <a:pt x="13516" y="48748"/>
                      <a:pt x="13875" y="49309"/>
                    </a:cubicBezTo>
                    <a:cubicBezTo>
                      <a:pt x="14692" y="50587"/>
                      <a:pt x="15916" y="50622"/>
                      <a:pt x="17140" y="51048"/>
                    </a:cubicBezTo>
                    <a:lnTo>
                      <a:pt x="16076" y="56140"/>
                    </a:lnTo>
                    <a:cubicBezTo>
                      <a:pt x="17477" y="57542"/>
                      <a:pt x="16874" y="59405"/>
                      <a:pt x="17513" y="60896"/>
                    </a:cubicBezTo>
                    <a:cubicBezTo>
                      <a:pt x="17939" y="61907"/>
                      <a:pt x="17566" y="62439"/>
                      <a:pt x="17105" y="63291"/>
                    </a:cubicBezTo>
                    <a:cubicBezTo>
                      <a:pt x="16484" y="64409"/>
                      <a:pt x="14922" y="65544"/>
                      <a:pt x="15526" y="66751"/>
                    </a:cubicBezTo>
                    <a:cubicBezTo>
                      <a:pt x="16359" y="68454"/>
                      <a:pt x="16218" y="70264"/>
                      <a:pt x="16218" y="71879"/>
                    </a:cubicBezTo>
                    <a:cubicBezTo>
                      <a:pt x="16218" y="73795"/>
                      <a:pt x="17726" y="75427"/>
                      <a:pt x="16697" y="77361"/>
                    </a:cubicBezTo>
                    <a:cubicBezTo>
                      <a:pt x="17566" y="77539"/>
                      <a:pt x="18134" y="77610"/>
                      <a:pt x="18684" y="77787"/>
                    </a:cubicBezTo>
                    <a:cubicBezTo>
                      <a:pt x="19160" y="77941"/>
                      <a:pt x="19615" y="78007"/>
                      <a:pt x="20054" y="78007"/>
                    </a:cubicBezTo>
                    <a:cubicBezTo>
                      <a:pt x="21942" y="78007"/>
                      <a:pt x="23543" y="76798"/>
                      <a:pt x="25284" y="76208"/>
                    </a:cubicBezTo>
                    <a:cubicBezTo>
                      <a:pt x="25497" y="74416"/>
                      <a:pt x="27183" y="74310"/>
                      <a:pt x="28336" y="73671"/>
                    </a:cubicBezTo>
                    <a:cubicBezTo>
                      <a:pt x="29472" y="73032"/>
                      <a:pt x="29064" y="71826"/>
                      <a:pt x="29436" y="71240"/>
                    </a:cubicBezTo>
                    <a:cubicBezTo>
                      <a:pt x="30359" y="70814"/>
                      <a:pt x="31051" y="70495"/>
                      <a:pt x="31761" y="70175"/>
                    </a:cubicBezTo>
                    <a:cubicBezTo>
                      <a:pt x="32701" y="69750"/>
                      <a:pt x="34032" y="69998"/>
                      <a:pt x="34351" y="68472"/>
                    </a:cubicBezTo>
                    <a:cubicBezTo>
                      <a:pt x="34564" y="67407"/>
                      <a:pt x="35593" y="66680"/>
                      <a:pt x="35682" y="65456"/>
                    </a:cubicBezTo>
                    <a:cubicBezTo>
                      <a:pt x="35789" y="64196"/>
                      <a:pt x="36179" y="62972"/>
                      <a:pt x="36427" y="61783"/>
                    </a:cubicBezTo>
                    <a:cubicBezTo>
                      <a:pt x="38255" y="60576"/>
                      <a:pt x="39869" y="58979"/>
                      <a:pt x="41786" y="58376"/>
                    </a:cubicBezTo>
                    <a:cubicBezTo>
                      <a:pt x="44997" y="57365"/>
                      <a:pt x="46843" y="55306"/>
                      <a:pt x="48156" y="52432"/>
                    </a:cubicBezTo>
                    <a:cubicBezTo>
                      <a:pt x="47847" y="52304"/>
                      <a:pt x="47534" y="52259"/>
                      <a:pt x="47221" y="52259"/>
                    </a:cubicBezTo>
                    <a:cubicBezTo>
                      <a:pt x="46487" y="52259"/>
                      <a:pt x="45750" y="52505"/>
                      <a:pt x="45050" y="52505"/>
                    </a:cubicBezTo>
                    <a:cubicBezTo>
                      <a:pt x="44519" y="52505"/>
                      <a:pt x="44011" y="52363"/>
                      <a:pt x="43542" y="51864"/>
                    </a:cubicBezTo>
                    <a:cubicBezTo>
                      <a:pt x="44838" y="50108"/>
                      <a:pt x="44909" y="50037"/>
                      <a:pt x="46293" y="49859"/>
                    </a:cubicBezTo>
                    <a:cubicBezTo>
                      <a:pt x="49646" y="49451"/>
                      <a:pt x="52822" y="48599"/>
                      <a:pt x="55395" y="46222"/>
                    </a:cubicBezTo>
                    <a:cubicBezTo>
                      <a:pt x="55484" y="45760"/>
                      <a:pt x="55697" y="45281"/>
                      <a:pt x="55643" y="44838"/>
                    </a:cubicBezTo>
                    <a:cubicBezTo>
                      <a:pt x="55519" y="44022"/>
                      <a:pt x="55359" y="43205"/>
                      <a:pt x="55164" y="42389"/>
                    </a:cubicBezTo>
                    <a:lnTo>
                      <a:pt x="54224" y="42886"/>
                    </a:lnTo>
                    <a:lnTo>
                      <a:pt x="53887" y="41254"/>
                    </a:lnTo>
                    <a:lnTo>
                      <a:pt x="53017" y="42655"/>
                    </a:lnTo>
                    <a:cubicBezTo>
                      <a:pt x="51775" y="40810"/>
                      <a:pt x="49327" y="39763"/>
                      <a:pt x="49735" y="36906"/>
                    </a:cubicBezTo>
                    <a:lnTo>
                      <a:pt x="49735" y="36906"/>
                    </a:lnTo>
                    <a:cubicBezTo>
                      <a:pt x="51738" y="37643"/>
                      <a:pt x="51709" y="40841"/>
                      <a:pt x="54224" y="40841"/>
                    </a:cubicBezTo>
                    <a:cubicBezTo>
                      <a:pt x="54315" y="40841"/>
                      <a:pt x="54410" y="40836"/>
                      <a:pt x="54508" y="40828"/>
                    </a:cubicBezTo>
                    <a:cubicBezTo>
                      <a:pt x="55927" y="42620"/>
                      <a:pt x="57968" y="43134"/>
                      <a:pt x="59831" y="43365"/>
                    </a:cubicBezTo>
                    <a:lnTo>
                      <a:pt x="61091" y="47286"/>
                    </a:lnTo>
                    <a:lnTo>
                      <a:pt x="62244" y="46683"/>
                    </a:lnTo>
                    <a:lnTo>
                      <a:pt x="61215" y="57010"/>
                    </a:lnTo>
                    <a:cubicBezTo>
                      <a:pt x="61641" y="57382"/>
                      <a:pt x="62102" y="57613"/>
                      <a:pt x="62208" y="57950"/>
                    </a:cubicBezTo>
                    <a:cubicBezTo>
                      <a:pt x="62350" y="58411"/>
                      <a:pt x="62226" y="58944"/>
                      <a:pt x="62226" y="59547"/>
                    </a:cubicBezTo>
                    <a:cubicBezTo>
                      <a:pt x="64054" y="58323"/>
                      <a:pt x="61783" y="56531"/>
                      <a:pt x="63397" y="55164"/>
                    </a:cubicBezTo>
                    <a:cubicBezTo>
                      <a:pt x="64338" y="54348"/>
                      <a:pt x="63894" y="52503"/>
                      <a:pt x="65420" y="51421"/>
                    </a:cubicBezTo>
                    <a:cubicBezTo>
                      <a:pt x="66236" y="50835"/>
                      <a:pt x="66627" y="49575"/>
                      <a:pt x="67407" y="48670"/>
                    </a:cubicBezTo>
                    <a:cubicBezTo>
                      <a:pt x="71098" y="31370"/>
                      <a:pt x="63805" y="13556"/>
                      <a:pt x="49451" y="3265"/>
                    </a:cubicBezTo>
                    <a:lnTo>
                      <a:pt x="47836" y="4223"/>
                    </a:lnTo>
                    <a:lnTo>
                      <a:pt x="47286" y="3425"/>
                    </a:lnTo>
                    <a:lnTo>
                      <a:pt x="45068" y="5465"/>
                    </a:lnTo>
                    <a:lnTo>
                      <a:pt x="44802" y="2963"/>
                    </a:lnTo>
                    <a:cubicBezTo>
                      <a:pt x="44483" y="4383"/>
                      <a:pt x="44412" y="5554"/>
                      <a:pt x="43383" y="6193"/>
                    </a:cubicBezTo>
                    <a:lnTo>
                      <a:pt x="41094" y="4844"/>
                    </a:lnTo>
                    <a:lnTo>
                      <a:pt x="41253" y="4702"/>
                    </a:lnTo>
                    <a:lnTo>
                      <a:pt x="43436" y="4525"/>
                    </a:lnTo>
                    <a:cubicBezTo>
                      <a:pt x="43312" y="3975"/>
                      <a:pt x="43329" y="3673"/>
                      <a:pt x="43205" y="3567"/>
                    </a:cubicBezTo>
                    <a:cubicBezTo>
                      <a:pt x="41857" y="2502"/>
                      <a:pt x="40153" y="1934"/>
                      <a:pt x="38929" y="657"/>
                    </a:cubicBezTo>
                    <a:cubicBezTo>
                      <a:pt x="38787" y="497"/>
                      <a:pt x="38592" y="390"/>
                      <a:pt x="38379" y="319"/>
                    </a:cubicBezTo>
                    <a:cubicBezTo>
                      <a:pt x="37729" y="119"/>
                      <a:pt x="37080" y="1"/>
                      <a:pt x="36430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4061" name="Google Shape;4061;p65"/>
              <p:cNvSpPr/>
              <p:nvPr/>
            </p:nvSpPr>
            <p:spPr>
              <a:xfrm>
                <a:off x="6031360" y="3319580"/>
                <a:ext cx="62149" cy="151155"/>
              </a:xfrm>
              <a:custGeom>
                <a:avLst/>
                <a:gdLst/>
                <a:ahLst/>
                <a:cxnLst/>
                <a:rect l="l" t="t" r="r" b="b"/>
                <a:pathLst>
                  <a:path w="10771" h="26208" extrusionOk="0">
                    <a:moveTo>
                      <a:pt x="266" y="1"/>
                    </a:moveTo>
                    <a:lnTo>
                      <a:pt x="266" y="1"/>
                    </a:lnTo>
                    <a:cubicBezTo>
                      <a:pt x="0" y="9316"/>
                      <a:pt x="2679" y="18489"/>
                      <a:pt x="7914" y="26208"/>
                    </a:cubicBezTo>
                    <a:lnTo>
                      <a:pt x="9014" y="25995"/>
                    </a:lnTo>
                    <a:cubicBezTo>
                      <a:pt x="9954" y="24078"/>
                      <a:pt x="9617" y="22073"/>
                      <a:pt x="9475" y="20068"/>
                    </a:cubicBezTo>
                    <a:cubicBezTo>
                      <a:pt x="9422" y="19412"/>
                      <a:pt x="9120" y="18347"/>
                      <a:pt x="9386" y="18188"/>
                    </a:cubicBezTo>
                    <a:cubicBezTo>
                      <a:pt x="10753" y="17336"/>
                      <a:pt x="10274" y="15881"/>
                      <a:pt x="10770" y="14834"/>
                    </a:cubicBezTo>
                    <a:cubicBezTo>
                      <a:pt x="9777" y="13415"/>
                      <a:pt x="8890" y="12137"/>
                      <a:pt x="7328" y="11161"/>
                    </a:cubicBezTo>
                    <a:cubicBezTo>
                      <a:pt x="5270" y="9901"/>
                      <a:pt x="3194" y="8216"/>
                      <a:pt x="3247" y="5235"/>
                    </a:cubicBezTo>
                    <a:cubicBezTo>
                      <a:pt x="3265" y="4649"/>
                      <a:pt x="2999" y="3709"/>
                      <a:pt x="2591" y="3514"/>
                    </a:cubicBezTo>
                    <a:cubicBezTo>
                      <a:pt x="1295" y="2893"/>
                      <a:pt x="479" y="1562"/>
                      <a:pt x="408" y="604"/>
                    </a:cubicBezTo>
                    <a:cubicBezTo>
                      <a:pt x="373" y="391"/>
                      <a:pt x="337" y="196"/>
                      <a:pt x="266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4062" name="Google Shape;4062;p65"/>
              <p:cNvSpPr/>
              <p:nvPr/>
            </p:nvSpPr>
            <p:spPr>
              <a:xfrm>
                <a:off x="6189159" y="3076713"/>
                <a:ext cx="117131" cy="35868"/>
              </a:xfrm>
              <a:custGeom>
                <a:avLst/>
                <a:gdLst/>
                <a:ahLst/>
                <a:cxnLst/>
                <a:rect l="l" t="t" r="r" b="b"/>
                <a:pathLst>
                  <a:path w="20300" h="6219" extrusionOk="0">
                    <a:moveTo>
                      <a:pt x="17629" y="0"/>
                    </a:moveTo>
                    <a:cubicBezTo>
                      <a:pt x="12187" y="0"/>
                      <a:pt x="6775" y="976"/>
                      <a:pt x="1651" y="2882"/>
                    </a:cubicBezTo>
                    <a:cubicBezTo>
                      <a:pt x="1207" y="3344"/>
                      <a:pt x="764" y="3823"/>
                      <a:pt x="302" y="4266"/>
                    </a:cubicBezTo>
                    <a:cubicBezTo>
                      <a:pt x="1" y="4568"/>
                      <a:pt x="231" y="5402"/>
                      <a:pt x="214" y="6218"/>
                    </a:cubicBezTo>
                    <a:cubicBezTo>
                      <a:pt x="1402" y="5473"/>
                      <a:pt x="2201" y="4834"/>
                      <a:pt x="3141" y="4408"/>
                    </a:cubicBezTo>
                    <a:cubicBezTo>
                      <a:pt x="5525" y="3347"/>
                      <a:pt x="8003" y="2632"/>
                      <a:pt x="10607" y="2632"/>
                    </a:cubicBezTo>
                    <a:cubicBezTo>
                      <a:pt x="11182" y="2632"/>
                      <a:pt x="11763" y="2666"/>
                      <a:pt x="12350" y="2740"/>
                    </a:cubicBezTo>
                    <a:cubicBezTo>
                      <a:pt x="12586" y="2362"/>
                      <a:pt x="12876" y="2257"/>
                      <a:pt x="13186" y="2257"/>
                    </a:cubicBezTo>
                    <a:cubicBezTo>
                      <a:pt x="13571" y="2257"/>
                      <a:pt x="13986" y="2419"/>
                      <a:pt x="14364" y="2419"/>
                    </a:cubicBezTo>
                    <a:cubicBezTo>
                      <a:pt x="14550" y="2419"/>
                      <a:pt x="14727" y="2379"/>
                      <a:pt x="14887" y="2261"/>
                    </a:cubicBezTo>
                    <a:cubicBezTo>
                      <a:pt x="16502" y="1072"/>
                      <a:pt x="18472" y="718"/>
                      <a:pt x="20299" y="79"/>
                    </a:cubicBezTo>
                    <a:cubicBezTo>
                      <a:pt x="19409" y="26"/>
                      <a:pt x="18519" y="0"/>
                      <a:pt x="17629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4063" name="Google Shape;4063;p65"/>
              <p:cNvSpPr/>
              <p:nvPr/>
            </p:nvSpPr>
            <p:spPr>
              <a:xfrm>
                <a:off x="6350006" y="3503923"/>
                <a:ext cx="45156" cy="42581"/>
              </a:xfrm>
              <a:custGeom>
                <a:avLst/>
                <a:gdLst/>
                <a:ahLst/>
                <a:cxnLst/>
                <a:rect l="l" t="t" r="r" b="b"/>
                <a:pathLst>
                  <a:path w="7826" h="7383" extrusionOk="0">
                    <a:moveTo>
                      <a:pt x="7648" y="1"/>
                    </a:moveTo>
                    <a:lnTo>
                      <a:pt x="7648" y="1"/>
                    </a:lnTo>
                    <a:cubicBezTo>
                      <a:pt x="6488" y="417"/>
                      <a:pt x="5728" y="1543"/>
                      <a:pt x="4541" y="1543"/>
                    </a:cubicBezTo>
                    <a:cubicBezTo>
                      <a:pt x="4311" y="1543"/>
                      <a:pt x="4065" y="1501"/>
                      <a:pt x="3797" y="1403"/>
                    </a:cubicBezTo>
                    <a:cubicBezTo>
                      <a:pt x="3766" y="1397"/>
                      <a:pt x="3735" y="1395"/>
                      <a:pt x="3704" y="1395"/>
                    </a:cubicBezTo>
                    <a:cubicBezTo>
                      <a:pt x="3523" y="1395"/>
                      <a:pt x="3348" y="1482"/>
                      <a:pt x="3212" y="1633"/>
                    </a:cubicBezTo>
                    <a:cubicBezTo>
                      <a:pt x="2520" y="3567"/>
                      <a:pt x="142" y="4490"/>
                      <a:pt x="0" y="7045"/>
                    </a:cubicBezTo>
                    <a:lnTo>
                      <a:pt x="1633" y="7382"/>
                    </a:lnTo>
                    <a:cubicBezTo>
                      <a:pt x="2662" y="6353"/>
                      <a:pt x="3655" y="5306"/>
                      <a:pt x="4844" y="4419"/>
                    </a:cubicBezTo>
                    <a:cubicBezTo>
                      <a:pt x="6211" y="3390"/>
                      <a:pt x="7825" y="2219"/>
                      <a:pt x="7648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4064" name="Google Shape;4064;p65"/>
              <p:cNvSpPr/>
              <p:nvPr/>
            </p:nvSpPr>
            <p:spPr>
              <a:xfrm>
                <a:off x="6262180" y="3141947"/>
                <a:ext cx="28469" cy="38688"/>
              </a:xfrm>
              <a:custGeom>
                <a:avLst/>
                <a:gdLst/>
                <a:ahLst/>
                <a:cxnLst/>
                <a:rect l="l" t="t" r="r" b="b"/>
                <a:pathLst>
                  <a:path w="4934" h="6708" extrusionOk="0">
                    <a:moveTo>
                      <a:pt x="2094" y="0"/>
                    </a:moveTo>
                    <a:lnTo>
                      <a:pt x="2094" y="0"/>
                    </a:lnTo>
                    <a:cubicBezTo>
                      <a:pt x="0" y="1420"/>
                      <a:pt x="3052" y="2467"/>
                      <a:pt x="1988" y="4454"/>
                    </a:cubicBezTo>
                    <a:lnTo>
                      <a:pt x="817" y="4756"/>
                    </a:lnTo>
                    <a:cubicBezTo>
                      <a:pt x="1243" y="6707"/>
                      <a:pt x="2822" y="6228"/>
                      <a:pt x="3851" y="6619"/>
                    </a:cubicBezTo>
                    <a:lnTo>
                      <a:pt x="4933" y="5430"/>
                    </a:lnTo>
                    <a:cubicBezTo>
                      <a:pt x="4685" y="3993"/>
                      <a:pt x="2768" y="2875"/>
                      <a:pt x="4206" y="1207"/>
                    </a:cubicBezTo>
                    <a:cubicBezTo>
                      <a:pt x="3883" y="979"/>
                      <a:pt x="3846" y="221"/>
                      <a:pt x="3400" y="221"/>
                    </a:cubicBezTo>
                    <a:cubicBezTo>
                      <a:pt x="3257" y="221"/>
                      <a:pt x="3072" y="299"/>
                      <a:pt x="2822" y="497"/>
                    </a:cubicBezTo>
                    <a:cubicBezTo>
                      <a:pt x="2815" y="502"/>
                      <a:pt x="2807" y="505"/>
                      <a:pt x="2796" y="505"/>
                    </a:cubicBezTo>
                    <a:cubicBezTo>
                      <a:pt x="2667" y="505"/>
                      <a:pt x="2259" y="115"/>
                      <a:pt x="2094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4065" name="Google Shape;4065;p65"/>
              <p:cNvSpPr/>
              <p:nvPr/>
            </p:nvSpPr>
            <p:spPr>
              <a:xfrm>
                <a:off x="6251907" y="3101042"/>
                <a:ext cx="26011" cy="13686"/>
              </a:xfrm>
              <a:custGeom>
                <a:avLst/>
                <a:gdLst/>
                <a:ahLst/>
                <a:cxnLst/>
                <a:rect l="l" t="t" r="r" b="b"/>
                <a:pathLst>
                  <a:path w="4508" h="2373" extrusionOk="0">
                    <a:moveTo>
                      <a:pt x="1606" y="0"/>
                    </a:moveTo>
                    <a:cubicBezTo>
                      <a:pt x="1091" y="0"/>
                      <a:pt x="558" y="171"/>
                      <a:pt x="0" y="723"/>
                    </a:cubicBezTo>
                    <a:cubicBezTo>
                      <a:pt x="430" y="1555"/>
                      <a:pt x="972" y="2195"/>
                      <a:pt x="1679" y="2195"/>
                    </a:cubicBezTo>
                    <a:cubicBezTo>
                      <a:pt x="1906" y="2195"/>
                      <a:pt x="2151" y="2129"/>
                      <a:pt x="2414" y="1982"/>
                    </a:cubicBezTo>
                    <a:cubicBezTo>
                      <a:pt x="2981" y="1663"/>
                      <a:pt x="4507" y="2373"/>
                      <a:pt x="4064" y="456"/>
                    </a:cubicBezTo>
                    <a:lnTo>
                      <a:pt x="4064" y="456"/>
                    </a:lnTo>
                    <a:cubicBezTo>
                      <a:pt x="4046" y="457"/>
                      <a:pt x="4028" y="457"/>
                      <a:pt x="4010" y="457"/>
                    </a:cubicBezTo>
                    <a:cubicBezTo>
                      <a:pt x="3239" y="457"/>
                      <a:pt x="2447" y="0"/>
                      <a:pt x="1606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  <p:sp>
            <p:nvSpPr>
              <p:cNvPr id="4066" name="Google Shape;4066;p65"/>
              <p:cNvSpPr/>
              <p:nvPr/>
            </p:nvSpPr>
            <p:spPr>
              <a:xfrm>
                <a:off x="6250613" y="3155645"/>
                <a:ext cx="21609" cy="17008"/>
              </a:xfrm>
              <a:custGeom>
                <a:avLst/>
                <a:gdLst/>
                <a:ahLst/>
                <a:cxnLst/>
                <a:rect l="l" t="t" r="r" b="b"/>
                <a:pathLst>
                  <a:path w="3745" h="2949" extrusionOk="0">
                    <a:moveTo>
                      <a:pt x="1345" y="1"/>
                    </a:moveTo>
                    <a:cubicBezTo>
                      <a:pt x="985" y="1"/>
                      <a:pt x="770" y="142"/>
                      <a:pt x="568" y="429"/>
                    </a:cubicBezTo>
                    <a:cubicBezTo>
                      <a:pt x="213" y="943"/>
                      <a:pt x="249" y="1706"/>
                      <a:pt x="0" y="2948"/>
                    </a:cubicBezTo>
                    <a:lnTo>
                      <a:pt x="3744" y="695"/>
                    </a:lnTo>
                    <a:cubicBezTo>
                      <a:pt x="2515" y="235"/>
                      <a:pt x="1810" y="1"/>
                      <a:pt x="1345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endParaRPr sz="1050"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5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9" name="Google Shape;5859;p71"/>
          <p:cNvSpPr txBox="1">
            <a:spLocks noGrp="1"/>
          </p:cNvSpPr>
          <p:nvPr>
            <p:ph type="title" idx="4294967295"/>
          </p:nvPr>
        </p:nvSpPr>
        <p:spPr>
          <a:xfrm>
            <a:off x="637256" y="1353881"/>
            <a:ext cx="2611575" cy="361800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Educational I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0" name="Google Shape;5860;p71"/>
          <p:cNvSpPr txBox="1">
            <a:spLocks noGrp="1"/>
          </p:cNvSpPr>
          <p:nvPr>
            <p:ph type="title" idx="4294967295"/>
          </p:nvPr>
        </p:nvSpPr>
        <p:spPr>
          <a:xfrm>
            <a:off x="3643800" y="1353881"/>
            <a:ext cx="2611575" cy="361800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Medical Icons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61" name="Google Shape;5861;p71"/>
          <p:cNvGrpSpPr/>
          <p:nvPr/>
        </p:nvGrpSpPr>
        <p:grpSpPr>
          <a:xfrm>
            <a:off x="657271" y="1793066"/>
            <a:ext cx="241574" cy="277897"/>
            <a:chOff x="-42971725" y="3217825"/>
            <a:chExt cx="275675" cy="317125"/>
          </a:xfrm>
        </p:grpSpPr>
        <p:sp>
          <p:nvSpPr>
            <p:cNvPr id="5862" name="Google Shape;5862;p71"/>
            <p:cNvSpPr/>
            <p:nvPr/>
          </p:nvSpPr>
          <p:spPr>
            <a:xfrm>
              <a:off x="-42951250" y="3279250"/>
              <a:ext cx="233950" cy="152050"/>
            </a:xfrm>
            <a:custGeom>
              <a:avLst/>
              <a:gdLst/>
              <a:ahLst/>
              <a:cxnLst/>
              <a:rect l="l" t="t" r="r" b="b"/>
              <a:pathLst>
                <a:path w="9358" h="6082" extrusionOk="0">
                  <a:moveTo>
                    <a:pt x="379" y="1"/>
                  </a:moveTo>
                  <a:cubicBezTo>
                    <a:pt x="158" y="1"/>
                    <a:pt x="1" y="221"/>
                    <a:pt x="1" y="410"/>
                  </a:cubicBezTo>
                  <a:lnTo>
                    <a:pt x="1" y="6081"/>
                  </a:lnTo>
                  <a:lnTo>
                    <a:pt x="9357" y="6081"/>
                  </a:lnTo>
                  <a:lnTo>
                    <a:pt x="9357" y="410"/>
                  </a:lnTo>
                  <a:cubicBezTo>
                    <a:pt x="9357" y="158"/>
                    <a:pt x="9168" y="1"/>
                    <a:pt x="89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63" name="Google Shape;5863;p71"/>
            <p:cNvSpPr/>
            <p:nvPr/>
          </p:nvSpPr>
          <p:spPr>
            <a:xfrm>
              <a:off x="-42971725" y="3451750"/>
              <a:ext cx="275675" cy="83200"/>
            </a:xfrm>
            <a:custGeom>
              <a:avLst/>
              <a:gdLst/>
              <a:ahLst/>
              <a:cxnLst/>
              <a:rect l="l" t="t" r="r" b="b"/>
              <a:pathLst>
                <a:path w="11027" h="3328" extrusionOk="0">
                  <a:moveTo>
                    <a:pt x="63" y="0"/>
                  </a:moveTo>
                  <a:cubicBezTo>
                    <a:pt x="32" y="126"/>
                    <a:pt x="0" y="284"/>
                    <a:pt x="0" y="410"/>
                  </a:cubicBezTo>
                  <a:cubicBezTo>
                    <a:pt x="0" y="1103"/>
                    <a:pt x="536" y="1670"/>
                    <a:pt x="1198" y="1670"/>
                  </a:cubicBezTo>
                  <a:lnTo>
                    <a:pt x="3151" y="1670"/>
                  </a:lnTo>
                  <a:lnTo>
                    <a:pt x="2615" y="2710"/>
                  </a:lnTo>
                  <a:cubicBezTo>
                    <a:pt x="2521" y="2930"/>
                    <a:pt x="2615" y="3182"/>
                    <a:pt x="2836" y="3277"/>
                  </a:cubicBezTo>
                  <a:cubicBezTo>
                    <a:pt x="2889" y="3312"/>
                    <a:pt x="2949" y="3328"/>
                    <a:pt x="3009" y="3328"/>
                  </a:cubicBezTo>
                  <a:cubicBezTo>
                    <a:pt x="3166" y="3328"/>
                    <a:pt x="3326" y="3224"/>
                    <a:pt x="3371" y="3088"/>
                  </a:cubicBezTo>
                  <a:lnTo>
                    <a:pt x="4096" y="1639"/>
                  </a:lnTo>
                  <a:lnTo>
                    <a:pt x="5073" y="1639"/>
                  </a:lnTo>
                  <a:lnTo>
                    <a:pt x="5073" y="2867"/>
                  </a:lnTo>
                  <a:cubicBezTo>
                    <a:pt x="5073" y="3119"/>
                    <a:pt x="5262" y="3308"/>
                    <a:pt x="5514" y="3308"/>
                  </a:cubicBezTo>
                  <a:cubicBezTo>
                    <a:pt x="5734" y="3308"/>
                    <a:pt x="5892" y="3119"/>
                    <a:pt x="5892" y="2867"/>
                  </a:cubicBezTo>
                  <a:lnTo>
                    <a:pt x="5892" y="1639"/>
                  </a:lnTo>
                  <a:lnTo>
                    <a:pt x="6868" y="1639"/>
                  </a:lnTo>
                  <a:lnTo>
                    <a:pt x="7593" y="3088"/>
                  </a:lnTo>
                  <a:cubicBezTo>
                    <a:pt x="7688" y="3230"/>
                    <a:pt x="7835" y="3301"/>
                    <a:pt x="7983" y="3301"/>
                  </a:cubicBezTo>
                  <a:cubicBezTo>
                    <a:pt x="8032" y="3301"/>
                    <a:pt x="8081" y="3293"/>
                    <a:pt x="8129" y="3277"/>
                  </a:cubicBezTo>
                  <a:cubicBezTo>
                    <a:pt x="8349" y="3151"/>
                    <a:pt x="8412" y="2930"/>
                    <a:pt x="8349" y="2710"/>
                  </a:cubicBezTo>
                  <a:lnTo>
                    <a:pt x="7814" y="1670"/>
                  </a:lnTo>
                  <a:lnTo>
                    <a:pt x="9767" y="1670"/>
                  </a:lnTo>
                  <a:cubicBezTo>
                    <a:pt x="10429" y="1670"/>
                    <a:pt x="11027" y="1103"/>
                    <a:pt x="11027" y="410"/>
                  </a:cubicBezTo>
                  <a:cubicBezTo>
                    <a:pt x="11027" y="252"/>
                    <a:pt x="10964" y="126"/>
                    <a:pt x="109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64" name="Google Shape;5864;p71"/>
            <p:cNvSpPr/>
            <p:nvPr/>
          </p:nvSpPr>
          <p:spPr>
            <a:xfrm>
              <a:off x="-42866975" y="3217825"/>
              <a:ext cx="63025" cy="40975"/>
            </a:xfrm>
            <a:custGeom>
              <a:avLst/>
              <a:gdLst/>
              <a:ahLst/>
              <a:cxnLst/>
              <a:rect l="l" t="t" r="r" b="b"/>
              <a:pathLst>
                <a:path w="2521" h="1639" extrusionOk="0">
                  <a:moveTo>
                    <a:pt x="442" y="0"/>
                  </a:moveTo>
                  <a:cubicBezTo>
                    <a:pt x="221" y="0"/>
                    <a:pt x="1" y="189"/>
                    <a:pt x="1" y="410"/>
                  </a:cubicBezTo>
                  <a:lnTo>
                    <a:pt x="1" y="1639"/>
                  </a:lnTo>
                  <a:lnTo>
                    <a:pt x="2489" y="1639"/>
                  </a:lnTo>
                  <a:lnTo>
                    <a:pt x="2489" y="410"/>
                  </a:lnTo>
                  <a:lnTo>
                    <a:pt x="2521" y="410"/>
                  </a:lnTo>
                  <a:cubicBezTo>
                    <a:pt x="2521" y="189"/>
                    <a:pt x="2332" y="0"/>
                    <a:pt x="211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5865" name="Google Shape;5865;p71"/>
          <p:cNvGrpSpPr/>
          <p:nvPr/>
        </p:nvGrpSpPr>
        <p:grpSpPr>
          <a:xfrm>
            <a:off x="636207" y="2144558"/>
            <a:ext cx="283703" cy="253163"/>
            <a:chOff x="-42996150" y="3612600"/>
            <a:chExt cx="323750" cy="288900"/>
          </a:xfrm>
        </p:grpSpPr>
        <p:sp>
          <p:nvSpPr>
            <p:cNvPr id="5866" name="Google Shape;5866;p71"/>
            <p:cNvSpPr/>
            <p:nvPr/>
          </p:nvSpPr>
          <p:spPr>
            <a:xfrm>
              <a:off x="-42914225" y="3612600"/>
              <a:ext cx="241825" cy="239275"/>
            </a:xfrm>
            <a:custGeom>
              <a:avLst/>
              <a:gdLst/>
              <a:ahLst/>
              <a:cxnLst/>
              <a:rect l="l" t="t" r="r" b="b"/>
              <a:pathLst>
                <a:path w="9673" h="9571" extrusionOk="0">
                  <a:moveTo>
                    <a:pt x="5963" y="1"/>
                  </a:moveTo>
                  <a:cubicBezTo>
                    <a:pt x="5661" y="1"/>
                    <a:pt x="5365" y="127"/>
                    <a:pt x="5136" y="371"/>
                  </a:cubicBezTo>
                  <a:lnTo>
                    <a:pt x="0" y="5507"/>
                  </a:lnTo>
                  <a:lnTo>
                    <a:pt x="4064" y="9571"/>
                  </a:lnTo>
                  <a:lnTo>
                    <a:pt x="9200" y="4436"/>
                  </a:lnTo>
                  <a:cubicBezTo>
                    <a:pt x="9672" y="3963"/>
                    <a:pt x="9672" y="3207"/>
                    <a:pt x="9200" y="2734"/>
                  </a:cubicBezTo>
                  <a:lnTo>
                    <a:pt x="6868" y="434"/>
                  </a:lnTo>
                  <a:cubicBezTo>
                    <a:pt x="6609" y="143"/>
                    <a:pt x="6283" y="1"/>
                    <a:pt x="596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67" name="Google Shape;5867;p71"/>
            <p:cNvSpPr/>
            <p:nvPr/>
          </p:nvSpPr>
          <p:spPr>
            <a:xfrm>
              <a:off x="-42946525" y="3762850"/>
              <a:ext cx="118950" cy="118950"/>
            </a:xfrm>
            <a:custGeom>
              <a:avLst/>
              <a:gdLst/>
              <a:ahLst/>
              <a:cxnLst/>
              <a:rect l="l" t="t" r="r" b="b"/>
              <a:pathLst>
                <a:path w="4758" h="4758" extrusionOk="0">
                  <a:moveTo>
                    <a:pt x="725" y="1"/>
                  </a:moveTo>
                  <a:lnTo>
                    <a:pt x="473" y="284"/>
                  </a:lnTo>
                  <a:cubicBezTo>
                    <a:pt x="253" y="505"/>
                    <a:pt x="95" y="820"/>
                    <a:pt x="95" y="1198"/>
                  </a:cubicBezTo>
                  <a:cubicBezTo>
                    <a:pt x="95" y="1450"/>
                    <a:pt x="190" y="1765"/>
                    <a:pt x="442" y="1986"/>
                  </a:cubicBezTo>
                  <a:cubicBezTo>
                    <a:pt x="631" y="2112"/>
                    <a:pt x="599" y="2458"/>
                    <a:pt x="442" y="2616"/>
                  </a:cubicBezTo>
                  <a:lnTo>
                    <a:pt x="1" y="3025"/>
                  </a:lnTo>
                  <a:lnTo>
                    <a:pt x="1733" y="4758"/>
                  </a:lnTo>
                  <a:lnTo>
                    <a:pt x="2174" y="4348"/>
                  </a:lnTo>
                  <a:cubicBezTo>
                    <a:pt x="2253" y="4270"/>
                    <a:pt x="2363" y="4230"/>
                    <a:pt x="2478" y="4230"/>
                  </a:cubicBezTo>
                  <a:cubicBezTo>
                    <a:pt x="2592" y="4230"/>
                    <a:pt x="2710" y="4270"/>
                    <a:pt x="2804" y="4348"/>
                  </a:cubicBezTo>
                  <a:cubicBezTo>
                    <a:pt x="3025" y="4569"/>
                    <a:pt x="3340" y="4695"/>
                    <a:pt x="3655" y="4695"/>
                  </a:cubicBezTo>
                  <a:cubicBezTo>
                    <a:pt x="3970" y="4695"/>
                    <a:pt x="4254" y="4569"/>
                    <a:pt x="4506" y="4348"/>
                  </a:cubicBezTo>
                  <a:lnTo>
                    <a:pt x="4758" y="4065"/>
                  </a:lnTo>
                  <a:lnTo>
                    <a:pt x="72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68" name="Google Shape;5868;p71"/>
            <p:cNvSpPr/>
            <p:nvPr/>
          </p:nvSpPr>
          <p:spPr>
            <a:xfrm>
              <a:off x="-42996150" y="3855800"/>
              <a:ext cx="78000" cy="45700"/>
            </a:xfrm>
            <a:custGeom>
              <a:avLst/>
              <a:gdLst/>
              <a:ahLst/>
              <a:cxnLst/>
              <a:rect l="l" t="t" r="r" b="b"/>
              <a:pathLst>
                <a:path w="3120" h="1828" extrusionOk="0">
                  <a:moveTo>
                    <a:pt x="1450" y="0"/>
                  </a:moveTo>
                  <a:lnTo>
                    <a:pt x="253" y="1166"/>
                  </a:lnTo>
                  <a:cubicBezTo>
                    <a:pt x="1" y="1355"/>
                    <a:pt x="190" y="1828"/>
                    <a:pt x="536" y="1828"/>
                  </a:cubicBezTo>
                  <a:lnTo>
                    <a:pt x="2773" y="1828"/>
                  </a:lnTo>
                  <a:cubicBezTo>
                    <a:pt x="2931" y="1828"/>
                    <a:pt x="3025" y="1765"/>
                    <a:pt x="3120" y="1670"/>
                  </a:cubicBezTo>
                  <a:lnTo>
                    <a:pt x="145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5869" name="Google Shape;5869;p71"/>
          <p:cNvGrpSpPr/>
          <p:nvPr/>
        </p:nvGrpSpPr>
        <p:grpSpPr>
          <a:xfrm>
            <a:off x="638277" y="2451585"/>
            <a:ext cx="279562" cy="278182"/>
            <a:chOff x="-42994575" y="3950300"/>
            <a:chExt cx="319025" cy="317450"/>
          </a:xfrm>
        </p:grpSpPr>
        <p:sp>
          <p:nvSpPr>
            <p:cNvPr id="5870" name="Google Shape;5870;p71"/>
            <p:cNvSpPr/>
            <p:nvPr/>
          </p:nvSpPr>
          <p:spPr>
            <a:xfrm>
              <a:off x="-42930775" y="4225200"/>
              <a:ext cx="191425" cy="42550"/>
            </a:xfrm>
            <a:custGeom>
              <a:avLst/>
              <a:gdLst/>
              <a:ahLst/>
              <a:cxnLst/>
              <a:rect l="l" t="t" r="r" b="b"/>
              <a:pathLst>
                <a:path w="7657" h="1702" extrusionOk="0">
                  <a:moveTo>
                    <a:pt x="442" y="0"/>
                  </a:moveTo>
                  <a:cubicBezTo>
                    <a:pt x="190" y="0"/>
                    <a:pt x="1" y="221"/>
                    <a:pt x="1" y="441"/>
                  </a:cubicBezTo>
                  <a:lnTo>
                    <a:pt x="1" y="1292"/>
                  </a:lnTo>
                  <a:cubicBezTo>
                    <a:pt x="1" y="1512"/>
                    <a:pt x="190" y="1701"/>
                    <a:pt x="442" y="1701"/>
                  </a:cubicBezTo>
                  <a:lnTo>
                    <a:pt x="7215" y="1701"/>
                  </a:lnTo>
                  <a:cubicBezTo>
                    <a:pt x="7499" y="1701"/>
                    <a:pt x="7656" y="1512"/>
                    <a:pt x="7656" y="1292"/>
                  </a:cubicBezTo>
                  <a:lnTo>
                    <a:pt x="7656" y="441"/>
                  </a:lnTo>
                  <a:cubicBezTo>
                    <a:pt x="7656" y="221"/>
                    <a:pt x="7436" y="0"/>
                    <a:pt x="72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71" name="Google Shape;5871;p71"/>
            <p:cNvSpPr/>
            <p:nvPr/>
          </p:nvSpPr>
          <p:spPr>
            <a:xfrm>
              <a:off x="-42908725" y="4163750"/>
              <a:ext cx="148900" cy="42550"/>
            </a:xfrm>
            <a:custGeom>
              <a:avLst/>
              <a:gdLst/>
              <a:ahLst/>
              <a:cxnLst/>
              <a:rect l="l" t="t" r="r" b="b"/>
              <a:pathLst>
                <a:path w="5956" h="1702" extrusionOk="0">
                  <a:moveTo>
                    <a:pt x="442" y="1"/>
                  </a:moveTo>
                  <a:cubicBezTo>
                    <a:pt x="190" y="1"/>
                    <a:pt x="1" y="190"/>
                    <a:pt x="1" y="410"/>
                  </a:cubicBezTo>
                  <a:lnTo>
                    <a:pt x="1" y="1261"/>
                  </a:lnTo>
                  <a:cubicBezTo>
                    <a:pt x="1" y="1481"/>
                    <a:pt x="190" y="1702"/>
                    <a:pt x="442" y="1702"/>
                  </a:cubicBezTo>
                  <a:lnTo>
                    <a:pt x="5514" y="1702"/>
                  </a:lnTo>
                  <a:cubicBezTo>
                    <a:pt x="5735" y="1702"/>
                    <a:pt x="5955" y="1481"/>
                    <a:pt x="5955" y="1261"/>
                  </a:cubicBezTo>
                  <a:lnTo>
                    <a:pt x="5955" y="410"/>
                  </a:lnTo>
                  <a:cubicBezTo>
                    <a:pt x="5955" y="190"/>
                    <a:pt x="5735" y="1"/>
                    <a:pt x="551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72" name="Google Shape;5872;p71"/>
            <p:cNvSpPr/>
            <p:nvPr/>
          </p:nvSpPr>
          <p:spPr>
            <a:xfrm>
              <a:off x="-42994575" y="3950300"/>
              <a:ext cx="319025" cy="211125"/>
            </a:xfrm>
            <a:custGeom>
              <a:avLst/>
              <a:gdLst/>
              <a:ahLst/>
              <a:cxnLst/>
              <a:rect l="l" t="t" r="r" b="b"/>
              <a:pathLst>
                <a:path w="12761" h="8445" extrusionOk="0">
                  <a:moveTo>
                    <a:pt x="6428" y="852"/>
                  </a:moveTo>
                  <a:cubicBezTo>
                    <a:pt x="6648" y="852"/>
                    <a:pt x="6806" y="1009"/>
                    <a:pt x="6869" y="1261"/>
                  </a:cubicBezTo>
                  <a:lnTo>
                    <a:pt x="6869" y="1324"/>
                  </a:lnTo>
                  <a:cubicBezTo>
                    <a:pt x="6806" y="1513"/>
                    <a:pt x="6648" y="1702"/>
                    <a:pt x="6428" y="1702"/>
                  </a:cubicBezTo>
                  <a:cubicBezTo>
                    <a:pt x="6176" y="1702"/>
                    <a:pt x="6018" y="1576"/>
                    <a:pt x="5987" y="1324"/>
                  </a:cubicBezTo>
                  <a:lnTo>
                    <a:pt x="5987" y="1261"/>
                  </a:lnTo>
                  <a:cubicBezTo>
                    <a:pt x="6018" y="1041"/>
                    <a:pt x="6176" y="852"/>
                    <a:pt x="6428" y="852"/>
                  </a:cubicBezTo>
                  <a:close/>
                  <a:moveTo>
                    <a:pt x="2112" y="2742"/>
                  </a:moveTo>
                  <a:lnTo>
                    <a:pt x="3340" y="6396"/>
                  </a:lnTo>
                  <a:lnTo>
                    <a:pt x="914" y="6396"/>
                  </a:lnTo>
                  <a:lnTo>
                    <a:pt x="2112" y="2742"/>
                  </a:lnTo>
                  <a:close/>
                  <a:moveTo>
                    <a:pt x="10681" y="2742"/>
                  </a:moveTo>
                  <a:lnTo>
                    <a:pt x="11878" y="6396"/>
                  </a:lnTo>
                  <a:lnTo>
                    <a:pt x="9452" y="6396"/>
                  </a:lnTo>
                  <a:lnTo>
                    <a:pt x="10681" y="2742"/>
                  </a:lnTo>
                  <a:close/>
                  <a:moveTo>
                    <a:pt x="6333" y="1"/>
                  </a:moveTo>
                  <a:cubicBezTo>
                    <a:pt x="5798" y="1"/>
                    <a:pt x="5325" y="347"/>
                    <a:pt x="5168" y="852"/>
                  </a:cubicBezTo>
                  <a:lnTo>
                    <a:pt x="1292" y="852"/>
                  </a:lnTo>
                  <a:cubicBezTo>
                    <a:pt x="1103" y="852"/>
                    <a:pt x="914" y="1009"/>
                    <a:pt x="883" y="1198"/>
                  </a:cubicBezTo>
                  <a:cubicBezTo>
                    <a:pt x="820" y="1482"/>
                    <a:pt x="1040" y="1702"/>
                    <a:pt x="1292" y="1702"/>
                  </a:cubicBezTo>
                  <a:lnTo>
                    <a:pt x="1576" y="1702"/>
                  </a:lnTo>
                  <a:cubicBezTo>
                    <a:pt x="1" y="6491"/>
                    <a:pt x="32" y="6333"/>
                    <a:pt x="32" y="6459"/>
                  </a:cubicBezTo>
                  <a:cubicBezTo>
                    <a:pt x="64" y="7562"/>
                    <a:pt x="1009" y="8444"/>
                    <a:pt x="2112" y="8444"/>
                  </a:cubicBezTo>
                  <a:cubicBezTo>
                    <a:pt x="3277" y="8444"/>
                    <a:pt x="4159" y="7562"/>
                    <a:pt x="4159" y="6459"/>
                  </a:cubicBezTo>
                  <a:cubicBezTo>
                    <a:pt x="4159" y="6333"/>
                    <a:pt x="4222" y="6491"/>
                    <a:pt x="2647" y="1702"/>
                  </a:cubicBezTo>
                  <a:lnTo>
                    <a:pt x="5105" y="1702"/>
                  </a:lnTo>
                  <a:lnTo>
                    <a:pt x="5105" y="7342"/>
                  </a:lnTo>
                  <a:cubicBezTo>
                    <a:pt x="5105" y="7594"/>
                    <a:pt x="5325" y="7783"/>
                    <a:pt x="5546" y="7783"/>
                  </a:cubicBezTo>
                  <a:lnTo>
                    <a:pt x="7247" y="7783"/>
                  </a:lnTo>
                  <a:cubicBezTo>
                    <a:pt x="7499" y="7783"/>
                    <a:pt x="7688" y="7594"/>
                    <a:pt x="7688" y="7342"/>
                  </a:cubicBezTo>
                  <a:lnTo>
                    <a:pt x="7688" y="1702"/>
                  </a:lnTo>
                  <a:lnTo>
                    <a:pt x="10177" y="1702"/>
                  </a:lnTo>
                  <a:cubicBezTo>
                    <a:pt x="8602" y="6491"/>
                    <a:pt x="8633" y="6333"/>
                    <a:pt x="8633" y="6459"/>
                  </a:cubicBezTo>
                  <a:cubicBezTo>
                    <a:pt x="8665" y="7562"/>
                    <a:pt x="9578" y="8444"/>
                    <a:pt x="10681" y="8444"/>
                  </a:cubicBezTo>
                  <a:cubicBezTo>
                    <a:pt x="11815" y="8444"/>
                    <a:pt x="12729" y="7562"/>
                    <a:pt x="12729" y="6459"/>
                  </a:cubicBezTo>
                  <a:cubicBezTo>
                    <a:pt x="12729" y="6333"/>
                    <a:pt x="12760" y="6491"/>
                    <a:pt x="11185" y="1702"/>
                  </a:cubicBezTo>
                  <a:lnTo>
                    <a:pt x="11437" y="1702"/>
                  </a:lnTo>
                  <a:cubicBezTo>
                    <a:pt x="11626" y="1702"/>
                    <a:pt x="11815" y="1576"/>
                    <a:pt x="11847" y="1356"/>
                  </a:cubicBezTo>
                  <a:cubicBezTo>
                    <a:pt x="11910" y="1104"/>
                    <a:pt x="11689" y="852"/>
                    <a:pt x="11437" y="852"/>
                  </a:cubicBezTo>
                  <a:lnTo>
                    <a:pt x="7530" y="852"/>
                  </a:lnTo>
                  <a:cubicBezTo>
                    <a:pt x="7373" y="347"/>
                    <a:pt x="6900" y="1"/>
                    <a:pt x="63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5873" name="Google Shape;5873;p71"/>
          <p:cNvGrpSpPr/>
          <p:nvPr/>
        </p:nvGrpSpPr>
        <p:grpSpPr>
          <a:xfrm>
            <a:off x="2253324" y="1811710"/>
            <a:ext cx="278839" cy="278159"/>
            <a:chOff x="-41111350" y="3239100"/>
            <a:chExt cx="318200" cy="317425"/>
          </a:xfrm>
        </p:grpSpPr>
        <p:sp>
          <p:nvSpPr>
            <p:cNvPr id="5874" name="Google Shape;5874;p71"/>
            <p:cNvSpPr/>
            <p:nvPr/>
          </p:nvSpPr>
          <p:spPr>
            <a:xfrm>
              <a:off x="-41111350" y="3239100"/>
              <a:ext cx="145725" cy="144925"/>
            </a:xfrm>
            <a:custGeom>
              <a:avLst/>
              <a:gdLst/>
              <a:ahLst/>
              <a:cxnLst/>
              <a:rect l="l" t="t" r="r" b="b"/>
              <a:pathLst>
                <a:path w="5829" h="5797" extrusionOk="0">
                  <a:moveTo>
                    <a:pt x="2930" y="1670"/>
                  </a:moveTo>
                  <a:cubicBezTo>
                    <a:pt x="3119" y="1670"/>
                    <a:pt x="3308" y="1859"/>
                    <a:pt x="3308" y="2048"/>
                  </a:cubicBezTo>
                  <a:lnTo>
                    <a:pt x="3308" y="2489"/>
                  </a:lnTo>
                  <a:lnTo>
                    <a:pt x="3749" y="2489"/>
                  </a:lnTo>
                  <a:cubicBezTo>
                    <a:pt x="4001" y="2489"/>
                    <a:pt x="4159" y="2678"/>
                    <a:pt x="4159" y="2930"/>
                  </a:cubicBezTo>
                  <a:cubicBezTo>
                    <a:pt x="4159" y="3151"/>
                    <a:pt x="3938" y="3340"/>
                    <a:pt x="3749" y="3340"/>
                  </a:cubicBezTo>
                  <a:lnTo>
                    <a:pt x="3308" y="3340"/>
                  </a:lnTo>
                  <a:lnTo>
                    <a:pt x="3308" y="3781"/>
                  </a:lnTo>
                  <a:cubicBezTo>
                    <a:pt x="3308" y="4001"/>
                    <a:pt x="3119" y="4159"/>
                    <a:pt x="2930" y="4159"/>
                  </a:cubicBezTo>
                  <a:cubicBezTo>
                    <a:pt x="2710" y="4159"/>
                    <a:pt x="2520" y="3970"/>
                    <a:pt x="2520" y="3781"/>
                  </a:cubicBezTo>
                  <a:lnTo>
                    <a:pt x="2520" y="3340"/>
                  </a:lnTo>
                  <a:lnTo>
                    <a:pt x="2079" y="3340"/>
                  </a:lnTo>
                  <a:cubicBezTo>
                    <a:pt x="1859" y="3340"/>
                    <a:pt x="1701" y="3151"/>
                    <a:pt x="1701" y="2930"/>
                  </a:cubicBezTo>
                  <a:cubicBezTo>
                    <a:pt x="1701" y="2678"/>
                    <a:pt x="1859" y="2489"/>
                    <a:pt x="2079" y="2489"/>
                  </a:cubicBezTo>
                  <a:lnTo>
                    <a:pt x="2520" y="2489"/>
                  </a:lnTo>
                  <a:lnTo>
                    <a:pt x="2520" y="2048"/>
                  </a:lnTo>
                  <a:cubicBezTo>
                    <a:pt x="2520" y="1827"/>
                    <a:pt x="2710" y="1670"/>
                    <a:pt x="2930" y="1670"/>
                  </a:cubicBezTo>
                  <a:close/>
                  <a:moveTo>
                    <a:pt x="441" y="0"/>
                  </a:moveTo>
                  <a:cubicBezTo>
                    <a:pt x="189" y="0"/>
                    <a:pt x="0" y="189"/>
                    <a:pt x="0" y="441"/>
                  </a:cubicBezTo>
                  <a:lnTo>
                    <a:pt x="0" y="5387"/>
                  </a:lnTo>
                  <a:cubicBezTo>
                    <a:pt x="32" y="5639"/>
                    <a:pt x="221" y="5797"/>
                    <a:pt x="441" y="5797"/>
                  </a:cubicBezTo>
                  <a:lnTo>
                    <a:pt x="5387" y="5797"/>
                  </a:lnTo>
                  <a:cubicBezTo>
                    <a:pt x="5639" y="5797"/>
                    <a:pt x="5829" y="5608"/>
                    <a:pt x="5829" y="5387"/>
                  </a:cubicBezTo>
                  <a:lnTo>
                    <a:pt x="5829" y="441"/>
                  </a:lnTo>
                  <a:cubicBezTo>
                    <a:pt x="5829" y="189"/>
                    <a:pt x="5639" y="0"/>
                    <a:pt x="538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75" name="Google Shape;5875;p71"/>
            <p:cNvSpPr/>
            <p:nvPr/>
          </p:nvSpPr>
          <p:spPr>
            <a:xfrm>
              <a:off x="-41110575" y="3412375"/>
              <a:ext cx="146525" cy="144150"/>
            </a:xfrm>
            <a:custGeom>
              <a:avLst/>
              <a:gdLst/>
              <a:ahLst/>
              <a:cxnLst/>
              <a:rect l="l" t="t" r="r" b="b"/>
              <a:pathLst>
                <a:path w="5861" h="5766" extrusionOk="0">
                  <a:moveTo>
                    <a:pt x="3450" y="1859"/>
                  </a:moveTo>
                  <a:cubicBezTo>
                    <a:pt x="3561" y="1859"/>
                    <a:pt x="3671" y="1890"/>
                    <a:pt x="3750" y="1953"/>
                  </a:cubicBezTo>
                  <a:cubicBezTo>
                    <a:pt x="3907" y="2111"/>
                    <a:pt x="3907" y="2395"/>
                    <a:pt x="3750" y="2552"/>
                  </a:cubicBezTo>
                  <a:lnTo>
                    <a:pt x="3466" y="2836"/>
                  </a:lnTo>
                  <a:lnTo>
                    <a:pt x="3750" y="3119"/>
                  </a:lnTo>
                  <a:cubicBezTo>
                    <a:pt x="3907" y="3277"/>
                    <a:pt x="3907" y="3529"/>
                    <a:pt x="3750" y="3686"/>
                  </a:cubicBezTo>
                  <a:cubicBezTo>
                    <a:pt x="3671" y="3765"/>
                    <a:pt x="3561" y="3804"/>
                    <a:pt x="3450" y="3804"/>
                  </a:cubicBezTo>
                  <a:cubicBezTo>
                    <a:pt x="3340" y="3804"/>
                    <a:pt x="3230" y="3765"/>
                    <a:pt x="3151" y="3686"/>
                  </a:cubicBezTo>
                  <a:lnTo>
                    <a:pt x="2899" y="3434"/>
                  </a:lnTo>
                  <a:lnTo>
                    <a:pt x="2616" y="3686"/>
                  </a:lnTo>
                  <a:cubicBezTo>
                    <a:pt x="2537" y="3765"/>
                    <a:pt x="2426" y="3804"/>
                    <a:pt x="2316" y="3804"/>
                  </a:cubicBezTo>
                  <a:cubicBezTo>
                    <a:pt x="2206" y="3804"/>
                    <a:pt x="2096" y="3765"/>
                    <a:pt x="2017" y="3686"/>
                  </a:cubicBezTo>
                  <a:cubicBezTo>
                    <a:pt x="1859" y="3529"/>
                    <a:pt x="1859" y="3277"/>
                    <a:pt x="2017" y="3119"/>
                  </a:cubicBezTo>
                  <a:lnTo>
                    <a:pt x="2300" y="2836"/>
                  </a:lnTo>
                  <a:lnTo>
                    <a:pt x="2017" y="2552"/>
                  </a:lnTo>
                  <a:cubicBezTo>
                    <a:pt x="1859" y="2395"/>
                    <a:pt x="1859" y="2111"/>
                    <a:pt x="2017" y="1953"/>
                  </a:cubicBezTo>
                  <a:cubicBezTo>
                    <a:pt x="2096" y="1890"/>
                    <a:pt x="2206" y="1859"/>
                    <a:pt x="2316" y="1859"/>
                  </a:cubicBezTo>
                  <a:cubicBezTo>
                    <a:pt x="2426" y="1859"/>
                    <a:pt x="2537" y="1890"/>
                    <a:pt x="2616" y="1953"/>
                  </a:cubicBezTo>
                  <a:lnTo>
                    <a:pt x="2899" y="2237"/>
                  </a:lnTo>
                  <a:lnTo>
                    <a:pt x="3151" y="1953"/>
                  </a:lnTo>
                  <a:cubicBezTo>
                    <a:pt x="3230" y="1890"/>
                    <a:pt x="3340" y="1859"/>
                    <a:pt x="3450" y="1859"/>
                  </a:cubicBezTo>
                  <a:close/>
                  <a:moveTo>
                    <a:pt x="442" y="0"/>
                  </a:moveTo>
                  <a:cubicBezTo>
                    <a:pt x="221" y="0"/>
                    <a:pt x="1" y="189"/>
                    <a:pt x="1" y="378"/>
                  </a:cubicBezTo>
                  <a:lnTo>
                    <a:pt x="1" y="5356"/>
                  </a:lnTo>
                  <a:cubicBezTo>
                    <a:pt x="1" y="5608"/>
                    <a:pt x="221" y="5766"/>
                    <a:pt x="442" y="5766"/>
                  </a:cubicBezTo>
                  <a:lnTo>
                    <a:pt x="5419" y="5766"/>
                  </a:lnTo>
                  <a:cubicBezTo>
                    <a:pt x="5640" y="5766"/>
                    <a:pt x="5861" y="5545"/>
                    <a:pt x="5861" y="5356"/>
                  </a:cubicBezTo>
                  <a:lnTo>
                    <a:pt x="5861" y="378"/>
                  </a:lnTo>
                  <a:cubicBezTo>
                    <a:pt x="5861" y="158"/>
                    <a:pt x="5640" y="0"/>
                    <a:pt x="541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76" name="Google Shape;5876;p71"/>
            <p:cNvSpPr/>
            <p:nvPr/>
          </p:nvSpPr>
          <p:spPr>
            <a:xfrm>
              <a:off x="-40938875" y="3239100"/>
              <a:ext cx="145725" cy="144925"/>
            </a:xfrm>
            <a:custGeom>
              <a:avLst/>
              <a:gdLst/>
              <a:ahLst/>
              <a:cxnLst/>
              <a:rect l="l" t="t" r="r" b="b"/>
              <a:pathLst>
                <a:path w="5829" h="5797" extrusionOk="0">
                  <a:moveTo>
                    <a:pt x="3750" y="2457"/>
                  </a:moveTo>
                  <a:cubicBezTo>
                    <a:pt x="3970" y="2457"/>
                    <a:pt x="4128" y="2646"/>
                    <a:pt x="4128" y="2867"/>
                  </a:cubicBezTo>
                  <a:cubicBezTo>
                    <a:pt x="4159" y="3151"/>
                    <a:pt x="3970" y="3308"/>
                    <a:pt x="3750" y="3308"/>
                  </a:cubicBezTo>
                  <a:lnTo>
                    <a:pt x="2080" y="3308"/>
                  </a:lnTo>
                  <a:cubicBezTo>
                    <a:pt x="1859" y="3308"/>
                    <a:pt x="1702" y="3119"/>
                    <a:pt x="1702" y="2867"/>
                  </a:cubicBezTo>
                  <a:cubicBezTo>
                    <a:pt x="1702" y="2646"/>
                    <a:pt x="1891" y="2457"/>
                    <a:pt x="2080" y="2457"/>
                  </a:cubicBezTo>
                  <a:close/>
                  <a:moveTo>
                    <a:pt x="442" y="0"/>
                  </a:moveTo>
                  <a:cubicBezTo>
                    <a:pt x="190" y="0"/>
                    <a:pt x="1" y="189"/>
                    <a:pt x="1" y="441"/>
                  </a:cubicBezTo>
                  <a:lnTo>
                    <a:pt x="1" y="5387"/>
                  </a:lnTo>
                  <a:cubicBezTo>
                    <a:pt x="1" y="5639"/>
                    <a:pt x="190" y="5797"/>
                    <a:pt x="442" y="5797"/>
                  </a:cubicBezTo>
                  <a:lnTo>
                    <a:pt x="5388" y="5797"/>
                  </a:lnTo>
                  <a:cubicBezTo>
                    <a:pt x="5640" y="5797"/>
                    <a:pt x="5829" y="5608"/>
                    <a:pt x="5829" y="5387"/>
                  </a:cubicBezTo>
                  <a:lnTo>
                    <a:pt x="5829" y="441"/>
                  </a:lnTo>
                  <a:cubicBezTo>
                    <a:pt x="5829" y="189"/>
                    <a:pt x="5640" y="0"/>
                    <a:pt x="538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77" name="Google Shape;5877;p71"/>
            <p:cNvSpPr/>
            <p:nvPr/>
          </p:nvSpPr>
          <p:spPr>
            <a:xfrm>
              <a:off x="-40938875" y="3411575"/>
              <a:ext cx="145725" cy="144950"/>
            </a:xfrm>
            <a:custGeom>
              <a:avLst/>
              <a:gdLst/>
              <a:ahLst/>
              <a:cxnLst/>
              <a:rect l="l" t="t" r="r" b="b"/>
              <a:pathLst>
                <a:path w="5829" h="5798" extrusionOk="0">
                  <a:moveTo>
                    <a:pt x="3750" y="1639"/>
                  </a:moveTo>
                  <a:cubicBezTo>
                    <a:pt x="3970" y="1639"/>
                    <a:pt x="4128" y="1859"/>
                    <a:pt x="4128" y="2080"/>
                  </a:cubicBezTo>
                  <a:cubicBezTo>
                    <a:pt x="4159" y="2332"/>
                    <a:pt x="3970" y="2490"/>
                    <a:pt x="3750" y="2490"/>
                  </a:cubicBezTo>
                  <a:lnTo>
                    <a:pt x="2080" y="2490"/>
                  </a:lnTo>
                  <a:cubicBezTo>
                    <a:pt x="1859" y="2490"/>
                    <a:pt x="1702" y="2269"/>
                    <a:pt x="1702" y="2080"/>
                  </a:cubicBezTo>
                  <a:cubicBezTo>
                    <a:pt x="1702" y="1859"/>
                    <a:pt x="1891" y="1639"/>
                    <a:pt x="2080" y="1639"/>
                  </a:cubicBezTo>
                  <a:close/>
                  <a:moveTo>
                    <a:pt x="3750" y="3309"/>
                  </a:moveTo>
                  <a:cubicBezTo>
                    <a:pt x="3970" y="3309"/>
                    <a:pt x="4128" y="3498"/>
                    <a:pt x="4128" y="3687"/>
                  </a:cubicBezTo>
                  <a:cubicBezTo>
                    <a:pt x="4159" y="3970"/>
                    <a:pt x="3970" y="4128"/>
                    <a:pt x="3750" y="4128"/>
                  </a:cubicBezTo>
                  <a:lnTo>
                    <a:pt x="2080" y="4128"/>
                  </a:lnTo>
                  <a:cubicBezTo>
                    <a:pt x="1859" y="4128"/>
                    <a:pt x="1702" y="3939"/>
                    <a:pt x="1702" y="3687"/>
                  </a:cubicBezTo>
                  <a:cubicBezTo>
                    <a:pt x="1702" y="3466"/>
                    <a:pt x="1891" y="3309"/>
                    <a:pt x="2080" y="3309"/>
                  </a:cubicBezTo>
                  <a:close/>
                  <a:moveTo>
                    <a:pt x="442" y="1"/>
                  </a:moveTo>
                  <a:cubicBezTo>
                    <a:pt x="190" y="1"/>
                    <a:pt x="1" y="190"/>
                    <a:pt x="1" y="379"/>
                  </a:cubicBezTo>
                  <a:lnTo>
                    <a:pt x="1" y="5388"/>
                  </a:lnTo>
                  <a:cubicBezTo>
                    <a:pt x="1" y="5640"/>
                    <a:pt x="190" y="5798"/>
                    <a:pt x="442" y="5798"/>
                  </a:cubicBezTo>
                  <a:lnTo>
                    <a:pt x="5388" y="5798"/>
                  </a:lnTo>
                  <a:cubicBezTo>
                    <a:pt x="5640" y="5798"/>
                    <a:pt x="5829" y="5577"/>
                    <a:pt x="5829" y="5388"/>
                  </a:cubicBezTo>
                  <a:lnTo>
                    <a:pt x="5829" y="410"/>
                  </a:lnTo>
                  <a:cubicBezTo>
                    <a:pt x="5829" y="190"/>
                    <a:pt x="5640" y="1"/>
                    <a:pt x="538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5878" name="Google Shape;5878;p71"/>
          <p:cNvGrpSpPr/>
          <p:nvPr/>
        </p:nvGrpSpPr>
        <p:grpSpPr>
          <a:xfrm>
            <a:off x="2250563" y="2138359"/>
            <a:ext cx="284360" cy="278225"/>
            <a:chOff x="-41117650" y="3605525"/>
            <a:chExt cx="324500" cy="317500"/>
          </a:xfrm>
        </p:grpSpPr>
        <p:sp>
          <p:nvSpPr>
            <p:cNvPr id="5879" name="Google Shape;5879;p71"/>
            <p:cNvSpPr/>
            <p:nvPr/>
          </p:nvSpPr>
          <p:spPr>
            <a:xfrm>
              <a:off x="-41016850" y="3605525"/>
              <a:ext cx="106350" cy="105375"/>
            </a:xfrm>
            <a:custGeom>
              <a:avLst/>
              <a:gdLst/>
              <a:ahLst/>
              <a:cxnLst/>
              <a:rect l="l" t="t" r="r" b="b"/>
              <a:pathLst>
                <a:path w="4254" h="4215" extrusionOk="0">
                  <a:moveTo>
                    <a:pt x="2064" y="1"/>
                  </a:moveTo>
                  <a:cubicBezTo>
                    <a:pt x="1954" y="1"/>
                    <a:pt x="1844" y="40"/>
                    <a:pt x="1765" y="119"/>
                  </a:cubicBezTo>
                  <a:lnTo>
                    <a:pt x="1" y="1883"/>
                  </a:lnTo>
                  <a:lnTo>
                    <a:pt x="2332" y="4214"/>
                  </a:lnTo>
                  <a:lnTo>
                    <a:pt x="4096" y="2450"/>
                  </a:lnTo>
                  <a:cubicBezTo>
                    <a:pt x="4254" y="2293"/>
                    <a:pt x="4254" y="2009"/>
                    <a:pt x="4096" y="1852"/>
                  </a:cubicBezTo>
                  <a:lnTo>
                    <a:pt x="2364" y="119"/>
                  </a:lnTo>
                  <a:cubicBezTo>
                    <a:pt x="2285" y="40"/>
                    <a:pt x="2175" y="1"/>
                    <a:pt x="206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80" name="Google Shape;5880;p71"/>
            <p:cNvSpPr/>
            <p:nvPr/>
          </p:nvSpPr>
          <p:spPr>
            <a:xfrm>
              <a:off x="-40900275" y="3721300"/>
              <a:ext cx="107125" cy="105375"/>
            </a:xfrm>
            <a:custGeom>
              <a:avLst/>
              <a:gdLst/>
              <a:ahLst/>
              <a:cxnLst/>
              <a:rect l="l" t="t" r="r" b="b"/>
              <a:pathLst>
                <a:path w="4285" h="4215" extrusionOk="0">
                  <a:moveTo>
                    <a:pt x="2064" y="1"/>
                  </a:moveTo>
                  <a:cubicBezTo>
                    <a:pt x="1954" y="1"/>
                    <a:pt x="1843" y="40"/>
                    <a:pt x="1765" y="119"/>
                  </a:cubicBezTo>
                  <a:lnTo>
                    <a:pt x="0" y="1915"/>
                  </a:lnTo>
                  <a:lnTo>
                    <a:pt x="2300" y="4215"/>
                  </a:lnTo>
                  <a:lnTo>
                    <a:pt x="4128" y="2482"/>
                  </a:lnTo>
                  <a:cubicBezTo>
                    <a:pt x="4285" y="2324"/>
                    <a:pt x="4285" y="2072"/>
                    <a:pt x="4128" y="1915"/>
                  </a:cubicBezTo>
                  <a:lnTo>
                    <a:pt x="2363" y="119"/>
                  </a:lnTo>
                  <a:cubicBezTo>
                    <a:pt x="2285" y="40"/>
                    <a:pt x="2174" y="1"/>
                    <a:pt x="206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81" name="Google Shape;5881;p71"/>
            <p:cNvSpPr/>
            <p:nvPr/>
          </p:nvSpPr>
          <p:spPr>
            <a:xfrm>
              <a:off x="-41117650" y="3668350"/>
              <a:ext cx="262300" cy="254675"/>
            </a:xfrm>
            <a:custGeom>
              <a:avLst/>
              <a:gdLst/>
              <a:ahLst/>
              <a:cxnLst/>
              <a:rect l="l" t="t" r="r" b="b"/>
              <a:pathLst>
                <a:path w="10492" h="10187" extrusionOk="0">
                  <a:moveTo>
                    <a:pt x="3497" y="0"/>
                  </a:moveTo>
                  <a:lnTo>
                    <a:pt x="1764" y="1733"/>
                  </a:lnTo>
                  <a:cubicBezTo>
                    <a:pt x="1166" y="2332"/>
                    <a:pt x="725" y="3088"/>
                    <a:pt x="504" y="3812"/>
                  </a:cubicBezTo>
                  <a:cubicBezTo>
                    <a:pt x="0" y="5514"/>
                    <a:pt x="410" y="7404"/>
                    <a:pt x="1764" y="8759"/>
                  </a:cubicBezTo>
                  <a:cubicBezTo>
                    <a:pt x="2667" y="9661"/>
                    <a:pt x="3919" y="10187"/>
                    <a:pt x="5273" y="10187"/>
                  </a:cubicBezTo>
                  <a:cubicBezTo>
                    <a:pt x="5384" y="10187"/>
                    <a:pt x="5496" y="10183"/>
                    <a:pt x="5608" y="10176"/>
                  </a:cubicBezTo>
                  <a:cubicBezTo>
                    <a:pt x="6679" y="10082"/>
                    <a:pt x="7876" y="9609"/>
                    <a:pt x="8758" y="8759"/>
                  </a:cubicBezTo>
                  <a:lnTo>
                    <a:pt x="10491" y="7026"/>
                  </a:lnTo>
                  <a:lnTo>
                    <a:pt x="8191" y="4694"/>
                  </a:lnTo>
                  <a:lnTo>
                    <a:pt x="6396" y="6396"/>
                  </a:lnTo>
                  <a:cubicBezTo>
                    <a:pt x="6077" y="6715"/>
                    <a:pt x="5645" y="6880"/>
                    <a:pt x="5214" y="6880"/>
                  </a:cubicBezTo>
                  <a:cubicBezTo>
                    <a:pt x="4794" y="6880"/>
                    <a:pt x="4375" y="6722"/>
                    <a:pt x="4064" y="6396"/>
                  </a:cubicBezTo>
                  <a:cubicBezTo>
                    <a:pt x="3434" y="5766"/>
                    <a:pt x="3434" y="4694"/>
                    <a:pt x="4064" y="4064"/>
                  </a:cubicBezTo>
                  <a:lnTo>
                    <a:pt x="5797" y="2332"/>
                  </a:lnTo>
                  <a:lnTo>
                    <a:pt x="349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5882" name="Google Shape;5882;p71"/>
          <p:cNvSpPr/>
          <p:nvPr/>
        </p:nvSpPr>
        <p:spPr>
          <a:xfrm>
            <a:off x="2255161" y="2475547"/>
            <a:ext cx="279540" cy="271259"/>
          </a:xfrm>
          <a:custGeom>
            <a:avLst/>
            <a:gdLst/>
            <a:ahLst/>
            <a:cxnLst/>
            <a:rect l="l" t="t" r="r" b="b"/>
            <a:pathLst>
              <a:path w="12760" h="12382" extrusionOk="0">
                <a:moveTo>
                  <a:pt x="2080" y="1"/>
                </a:moveTo>
                <a:cubicBezTo>
                  <a:pt x="946" y="1"/>
                  <a:pt x="32" y="946"/>
                  <a:pt x="1" y="2080"/>
                </a:cubicBezTo>
                <a:lnTo>
                  <a:pt x="1" y="9515"/>
                </a:lnTo>
                <a:cubicBezTo>
                  <a:pt x="1" y="11090"/>
                  <a:pt x="1261" y="12382"/>
                  <a:pt x="2899" y="12382"/>
                </a:cubicBezTo>
                <a:cubicBezTo>
                  <a:pt x="4537" y="12382"/>
                  <a:pt x="5798" y="11090"/>
                  <a:pt x="5829" y="9515"/>
                </a:cubicBezTo>
                <a:cubicBezTo>
                  <a:pt x="5829" y="9295"/>
                  <a:pt x="6144" y="9137"/>
                  <a:pt x="6365" y="9074"/>
                </a:cubicBezTo>
                <a:cubicBezTo>
                  <a:pt x="6617" y="9074"/>
                  <a:pt x="6932" y="9295"/>
                  <a:pt x="6932" y="9515"/>
                </a:cubicBezTo>
                <a:cubicBezTo>
                  <a:pt x="6932" y="11122"/>
                  <a:pt x="8223" y="12382"/>
                  <a:pt x="9830" y="12382"/>
                </a:cubicBezTo>
                <a:cubicBezTo>
                  <a:pt x="11374" y="12382"/>
                  <a:pt x="12760" y="11216"/>
                  <a:pt x="12760" y="9452"/>
                </a:cubicBezTo>
                <a:lnTo>
                  <a:pt x="12760" y="2080"/>
                </a:lnTo>
                <a:cubicBezTo>
                  <a:pt x="12760" y="946"/>
                  <a:pt x="11815" y="32"/>
                  <a:pt x="10681" y="1"/>
                </a:cubicBezTo>
                <a:cubicBezTo>
                  <a:pt x="10114" y="1"/>
                  <a:pt x="9578" y="221"/>
                  <a:pt x="9200" y="568"/>
                </a:cubicBezTo>
                <a:cubicBezTo>
                  <a:pt x="9043" y="725"/>
                  <a:pt x="9043" y="1009"/>
                  <a:pt x="9200" y="1166"/>
                </a:cubicBezTo>
                <a:cubicBezTo>
                  <a:pt x="9279" y="1245"/>
                  <a:pt x="9389" y="1284"/>
                  <a:pt x="9499" y="1284"/>
                </a:cubicBezTo>
                <a:cubicBezTo>
                  <a:pt x="9610" y="1284"/>
                  <a:pt x="9720" y="1245"/>
                  <a:pt x="9799" y="1166"/>
                </a:cubicBezTo>
                <a:cubicBezTo>
                  <a:pt x="10051" y="946"/>
                  <a:pt x="10366" y="820"/>
                  <a:pt x="10681" y="820"/>
                </a:cubicBezTo>
                <a:cubicBezTo>
                  <a:pt x="11342" y="820"/>
                  <a:pt x="11878" y="1355"/>
                  <a:pt x="11878" y="2080"/>
                </a:cubicBezTo>
                <a:lnTo>
                  <a:pt x="11878" y="7499"/>
                </a:lnTo>
                <a:cubicBezTo>
                  <a:pt x="11374" y="6963"/>
                  <a:pt x="10618" y="6648"/>
                  <a:pt x="9799" y="6648"/>
                </a:cubicBezTo>
                <a:cubicBezTo>
                  <a:pt x="8570" y="6648"/>
                  <a:pt x="7562" y="7404"/>
                  <a:pt x="7121" y="8444"/>
                </a:cubicBezTo>
                <a:cubicBezTo>
                  <a:pt x="6932" y="8349"/>
                  <a:pt x="6585" y="8286"/>
                  <a:pt x="6365" y="8286"/>
                </a:cubicBezTo>
                <a:cubicBezTo>
                  <a:pt x="6144" y="8286"/>
                  <a:pt x="5798" y="8381"/>
                  <a:pt x="5640" y="8444"/>
                </a:cubicBezTo>
                <a:cubicBezTo>
                  <a:pt x="5199" y="7404"/>
                  <a:pt x="4191" y="6648"/>
                  <a:pt x="2962" y="6648"/>
                </a:cubicBezTo>
                <a:cubicBezTo>
                  <a:pt x="2111" y="6648"/>
                  <a:pt x="1418" y="6995"/>
                  <a:pt x="851" y="7499"/>
                </a:cubicBezTo>
                <a:lnTo>
                  <a:pt x="851" y="2080"/>
                </a:lnTo>
                <a:cubicBezTo>
                  <a:pt x="851" y="1418"/>
                  <a:pt x="1418" y="851"/>
                  <a:pt x="2080" y="820"/>
                </a:cubicBezTo>
                <a:cubicBezTo>
                  <a:pt x="2426" y="820"/>
                  <a:pt x="2742" y="977"/>
                  <a:pt x="2962" y="1166"/>
                </a:cubicBezTo>
                <a:cubicBezTo>
                  <a:pt x="3041" y="1245"/>
                  <a:pt x="3151" y="1284"/>
                  <a:pt x="3257" y="1284"/>
                </a:cubicBezTo>
                <a:cubicBezTo>
                  <a:pt x="3364" y="1284"/>
                  <a:pt x="3466" y="1245"/>
                  <a:pt x="3529" y="1166"/>
                </a:cubicBezTo>
                <a:cubicBezTo>
                  <a:pt x="3687" y="1009"/>
                  <a:pt x="3687" y="725"/>
                  <a:pt x="3529" y="568"/>
                </a:cubicBezTo>
                <a:cubicBezTo>
                  <a:pt x="3183" y="221"/>
                  <a:pt x="2647" y="1"/>
                  <a:pt x="2080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5883" name="Google Shape;5883;p71"/>
          <p:cNvGrpSpPr/>
          <p:nvPr/>
        </p:nvGrpSpPr>
        <p:grpSpPr>
          <a:xfrm>
            <a:off x="1370254" y="2807000"/>
            <a:ext cx="162203" cy="278861"/>
            <a:chOff x="-39205300" y="3220175"/>
            <a:chExt cx="185100" cy="318225"/>
          </a:xfrm>
        </p:grpSpPr>
        <p:sp>
          <p:nvSpPr>
            <p:cNvPr id="5884" name="Google Shape;5884;p71"/>
            <p:cNvSpPr/>
            <p:nvPr/>
          </p:nvSpPr>
          <p:spPr>
            <a:xfrm>
              <a:off x="-39205300" y="3220175"/>
              <a:ext cx="185100" cy="111875"/>
            </a:xfrm>
            <a:custGeom>
              <a:avLst/>
              <a:gdLst/>
              <a:ahLst/>
              <a:cxnLst/>
              <a:rect l="l" t="t" r="r" b="b"/>
              <a:pathLst>
                <a:path w="7404" h="4475" extrusionOk="0">
                  <a:moveTo>
                    <a:pt x="1229" y="1"/>
                  </a:moveTo>
                  <a:cubicBezTo>
                    <a:pt x="567" y="1"/>
                    <a:pt x="0" y="568"/>
                    <a:pt x="0" y="1261"/>
                  </a:cubicBezTo>
                  <a:cubicBezTo>
                    <a:pt x="0" y="1797"/>
                    <a:pt x="315" y="2269"/>
                    <a:pt x="819" y="2458"/>
                  </a:cubicBezTo>
                  <a:lnTo>
                    <a:pt x="819" y="4475"/>
                  </a:lnTo>
                  <a:lnTo>
                    <a:pt x="6616" y="4475"/>
                  </a:lnTo>
                  <a:lnTo>
                    <a:pt x="6616" y="2458"/>
                  </a:lnTo>
                  <a:lnTo>
                    <a:pt x="6585" y="2458"/>
                  </a:lnTo>
                  <a:cubicBezTo>
                    <a:pt x="7057" y="2301"/>
                    <a:pt x="7404" y="1828"/>
                    <a:pt x="7404" y="1261"/>
                  </a:cubicBezTo>
                  <a:cubicBezTo>
                    <a:pt x="7404" y="600"/>
                    <a:pt x="6868" y="64"/>
                    <a:pt x="617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85" name="Google Shape;5885;p71"/>
            <p:cNvSpPr/>
            <p:nvPr/>
          </p:nvSpPr>
          <p:spPr>
            <a:xfrm>
              <a:off x="-39184825" y="3353300"/>
              <a:ext cx="144950" cy="185100"/>
            </a:xfrm>
            <a:custGeom>
              <a:avLst/>
              <a:gdLst/>
              <a:ahLst/>
              <a:cxnLst/>
              <a:rect l="l" t="t" r="r" b="b"/>
              <a:pathLst>
                <a:path w="5798" h="7404" extrusionOk="0">
                  <a:moveTo>
                    <a:pt x="0" y="0"/>
                  </a:moveTo>
                  <a:lnTo>
                    <a:pt x="0" y="819"/>
                  </a:lnTo>
                  <a:lnTo>
                    <a:pt x="2111" y="819"/>
                  </a:lnTo>
                  <a:cubicBezTo>
                    <a:pt x="2332" y="819"/>
                    <a:pt x="2489" y="1040"/>
                    <a:pt x="2489" y="1260"/>
                  </a:cubicBezTo>
                  <a:cubicBezTo>
                    <a:pt x="2489" y="1513"/>
                    <a:pt x="2300" y="1702"/>
                    <a:pt x="2111" y="1702"/>
                  </a:cubicBezTo>
                  <a:lnTo>
                    <a:pt x="0" y="1702"/>
                  </a:lnTo>
                  <a:lnTo>
                    <a:pt x="0" y="2521"/>
                  </a:lnTo>
                  <a:lnTo>
                    <a:pt x="2111" y="2521"/>
                  </a:lnTo>
                  <a:cubicBezTo>
                    <a:pt x="2332" y="2521"/>
                    <a:pt x="2489" y="2710"/>
                    <a:pt x="2489" y="2930"/>
                  </a:cubicBezTo>
                  <a:cubicBezTo>
                    <a:pt x="2489" y="3151"/>
                    <a:pt x="2300" y="3340"/>
                    <a:pt x="2111" y="3340"/>
                  </a:cubicBezTo>
                  <a:lnTo>
                    <a:pt x="0" y="3340"/>
                  </a:lnTo>
                  <a:lnTo>
                    <a:pt x="0" y="4190"/>
                  </a:lnTo>
                  <a:lnTo>
                    <a:pt x="2111" y="4190"/>
                  </a:lnTo>
                  <a:cubicBezTo>
                    <a:pt x="2332" y="4190"/>
                    <a:pt x="2489" y="4379"/>
                    <a:pt x="2489" y="4600"/>
                  </a:cubicBezTo>
                  <a:cubicBezTo>
                    <a:pt x="2458" y="4726"/>
                    <a:pt x="2300" y="4915"/>
                    <a:pt x="2048" y="4915"/>
                  </a:cubicBezTo>
                  <a:lnTo>
                    <a:pt x="63" y="4915"/>
                  </a:lnTo>
                  <a:cubicBezTo>
                    <a:pt x="252" y="6427"/>
                    <a:pt x="1512" y="7404"/>
                    <a:pt x="2899" y="7404"/>
                  </a:cubicBezTo>
                  <a:cubicBezTo>
                    <a:pt x="4474" y="7404"/>
                    <a:pt x="5797" y="6112"/>
                    <a:pt x="5797" y="4537"/>
                  </a:cubicBezTo>
                  <a:lnTo>
                    <a:pt x="579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5886" name="Google Shape;5886;p71"/>
          <p:cNvGrpSpPr/>
          <p:nvPr/>
        </p:nvGrpSpPr>
        <p:grpSpPr>
          <a:xfrm>
            <a:off x="1344400" y="3152054"/>
            <a:ext cx="225012" cy="276955"/>
            <a:chOff x="-39248625" y="3588600"/>
            <a:chExt cx="256775" cy="316050"/>
          </a:xfrm>
        </p:grpSpPr>
        <p:sp>
          <p:nvSpPr>
            <p:cNvPr id="5887" name="Google Shape;5887;p71"/>
            <p:cNvSpPr/>
            <p:nvPr/>
          </p:nvSpPr>
          <p:spPr>
            <a:xfrm>
              <a:off x="-39248625" y="3588600"/>
              <a:ext cx="256775" cy="316050"/>
            </a:xfrm>
            <a:custGeom>
              <a:avLst/>
              <a:gdLst/>
              <a:ahLst/>
              <a:cxnLst/>
              <a:rect l="l" t="t" r="r" b="b"/>
              <a:pathLst>
                <a:path w="10271" h="12642" extrusionOk="0">
                  <a:moveTo>
                    <a:pt x="5364" y="0"/>
                  </a:moveTo>
                  <a:cubicBezTo>
                    <a:pt x="5041" y="0"/>
                    <a:pt x="4710" y="118"/>
                    <a:pt x="4443" y="355"/>
                  </a:cubicBezTo>
                  <a:lnTo>
                    <a:pt x="3277" y="1552"/>
                  </a:lnTo>
                  <a:cubicBezTo>
                    <a:pt x="2804" y="2025"/>
                    <a:pt x="2804" y="2812"/>
                    <a:pt x="3277" y="3316"/>
                  </a:cubicBezTo>
                  <a:lnTo>
                    <a:pt x="3938" y="3978"/>
                  </a:lnTo>
                  <a:lnTo>
                    <a:pt x="1702" y="6215"/>
                  </a:lnTo>
                  <a:cubicBezTo>
                    <a:pt x="1544" y="6152"/>
                    <a:pt x="1355" y="6057"/>
                    <a:pt x="1135" y="6057"/>
                  </a:cubicBezTo>
                  <a:cubicBezTo>
                    <a:pt x="1119" y="6056"/>
                    <a:pt x="1104" y="6056"/>
                    <a:pt x="1089" y="6056"/>
                  </a:cubicBezTo>
                  <a:cubicBezTo>
                    <a:pt x="538" y="6056"/>
                    <a:pt x="0" y="6611"/>
                    <a:pt x="0" y="7286"/>
                  </a:cubicBezTo>
                  <a:cubicBezTo>
                    <a:pt x="0" y="7947"/>
                    <a:pt x="567" y="8515"/>
                    <a:pt x="1229" y="8515"/>
                  </a:cubicBezTo>
                  <a:cubicBezTo>
                    <a:pt x="1418" y="8515"/>
                    <a:pt x="1576" y="8483"/>
                    <a:pt x="1733" y="8388"/>
                  </a:cubicBezTo>
                  <a:lnTo>
                    <a:pt x="3560" y="10216"/>
                  </a:lnTo>
                  <a:cubicBezTo>
                    <a:pt x="2993" y="10720"/>
                    <a:pt x="2615" y="11381"/>
                    <a:pt x="2521" y="12169"/>
                  </a:cubicBezTo>
                  <a:cubicBezTo>
                    <a:pt x="2489" y="12421"/>
                    <a:pt x="2678" y="12642"/>
                    <a:pt x="2930" y="12642"/>
                  </a:cubicBezTo>
                  <a:lnTo>
                    <a:pt x="8633" y="12642"/>
                  </a:lnTo>
                  <a:cubicBezTo>
                    <a:pt x="8853" y="12642"/>
                    <a:pt x="9074" y="12421"/>
                    <a:pt x="9011" y="12169"/>
                  </a:cubicBezTo>
                  <a:cubicBezTo>
                    <a:pt x="8790" y="10562"/>
                    <a:pt x="7404" y="9334"/>
                    <a:pt x="5766" y="9334"/>
                  </a:cubicBezTo>
                  <a:cubicBezTo>
                    <a:pt x="5199" y="9334"/>
                    <a:pt x="4695" y="9491"/>
                    <a:pt x="4222" y="9743"/>
                  </a:cubicBezTo>
                  <a:lnTo>
                    <a:pt x="2300" y="7853"/>
                  </a:lnTo>
                  <a:cubicBezTo>
                    <a:pt x="2363" y="7695"/>
                    <a:pt x="2395" y="7475"/>
                    <a:pt x="2395" y="7286"/>
                  </a:cubicBezTo>
                  <a:cubicBezTo>
                    <a:pt x="2395" y="7097"/>
                    <a:pt x="2363" y="6939"/>
                    <a:pt x="2300" y="6782"/>
                  </a:cubicBezTo>
                  <a:lnTo>
                    <a:pt x="4285" y="4797"/>
                  </a:lnTo>
                  <a:lnTo>
                    <a:pt x="4285" y="4797"/>
                  </a:lnTo>
                  <a:cubicBezTo>
                    <a:pt x="4253" y="5742"/>
                    <a:pt x="4537" y="6624"/>
                    <a:pt x="5073" y="7317"/>
                  </a:cubicBezTo>
                  <a:lnTo>
                    <a:pt x="10271" y="2119"/>
                  </a:lnTo>
                  <a:cubicBezTo>
                    <a:pt x="9636" y="1606"/>
                    <a:pt x="8888" y="1321"/>
                    <a:pt x="8026" y="1321"/>
                  </a:cubicBezTo>
                  <a:cubicBezTo>
                    <a:pt x="7776" y="1321"/>
                    <a:pt x="7516" y="1345"/>
                    <a:pt x="7246" y="1394"/>
                  </a:cubicBezTo>
                  <a:lnTo>
                    <a:pt x="6238" y="355"/>
                  </a:lnTo>
                  <a:cubicBezTo>
                    <a:pt x="6002" y="118"/>
                    <a:pt x="5687" y="0"/>
                    <a:pt x="536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88" name="Google Shape;5888;p71"/>
            <p:cNvSpPr/>
            <p:nvPr/>
          </p:nvSpPr>
          <p:spPr>
            <a:xfrm>
              <a:off x="-39076150" y="3684875"/>
              <a:ext cx="84300" cy="80300"/>
            </a:xfrm>
            <a:custGeom>
              <a:avLst/>
              <a:gdLst/>
              <a:ahLst/>
              <a:cxnLst/>
              <a:rect l="l" t="t" r="r" b="b"/>
              <a:pathLst>
                <a:path w="3372" h="3212" extrusionOk="0">
                  <a:moveTo>
                    <a:pt x="2868" y="1"/>
                  </a:moveTo>
                  <a:lnTo>
                    <a:pt x="1" y="2868"/>
                  </a:lnTo>
                  <a:cubicBezTo>
                    <a:pt x="353" y="3098"/>
                    <a:pt x="757" y="3212"/>
                    <a:pt x="1156" y="3212"/>
                  </a:cubicBezTo>
                  <a:cubicBezTo>
                    <a:pt x="1686" y="3212"/>
                    <a:pt x="2207" y="3011"/>
                    <a:pt x="2584" y="2616"/>
                  </a:cubicBezTo>
                  <a:cubicBezTo>
                    <a:pt x="3309" y="1891"/>
                    <a:pt x="3372" y="851"/>
                    <a:pt x="286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5889" name="Google Shape;5889;p71"/>
          <p:cNvSpPr/>
          <p:nvPr/>
        </p:nvSpPr>
        <p:spPr>
          <a:xfrm>
            <a:off x="1322666" y="3493773"/>
            <a:ext cx="272661" cy="278182"/>
          </a:xfrm>
          <a:custGeom>
            <a:avLst/>
            <a:gdLst/>
            <a:ahLst/>
            <a:cxnLst/>
            <a:rect l="l" t="t" r="r" b="b"/>
            <a:pathLst>
              <a:path w="12446" h="12698" extrusionOk="0">
                <a:moveTo>
                  <a:pt x="6239" y="1"/>
                </a:moveTo>
                <a:cubicBezTo>
                  <a:pt x="5105" y="1"/>
                  <a:pt x="4191" y="915"/>
                  <a:pt x="4159" y="2112"/>
                </a:cubicBezTo>
                <a:cubicBezTo>
                  <a:pt x="4159" y="3088"/>
                  <a:pt x="4852" y="3939"/>
                  <a:pt x="5798" y="4097"/>
                </a:cubicBezTo>
                <a:lnTo>
                  <a:pt x="5798" y="5294"/>
                </a:lnTo>
                <a:cubicBezTo>
                  <a:pt x="4852" y="5483"/>
                  <a:pt x="4159" y="6333"/>
                  <a:pt x="4159" y="7310"/>
                </a:cubicBezTo>
                <a:cubicBezTo>
                  <a:pt x="4159" y="7657"/>
                  <a:pt x="4222" y="7972"/>
                  <a:pt x="4380" y="8255"/>
                </a:cubicBezTo>
                <a:lnTo>
                  <a:pt x="3403" y="9043"/>
                </a:lnTo>
                <a:cubicBezTo>
                  <a:pt x="3057" y="8728"/>
                  <a:pt x="2584" y="8570"/>
                  <a:pt x="2112" y="8570"/>
                </a:cubicBezTo>
                <a:cubicBezTo>
                  <a:pt x="946" y="8602"/>
                  <a:pt x="1" y="9515"/>
                  <a:pt x="1" y="10650"/>
                </a:cubicBezTo>
                <a:cubicBezTo>
                  <a:pt x="1" y="11784"/>
                  <a:pt x="946" y="12697"/>
                  <a:pt x="2112" y="12697"/>
                </a:cubicBezTo>
                <a:cubicBezTo>
                  <a:pt x="3246" y="12697"/>
                  <a:pt x="4128" y="11752"/>
                  <a:pt x="4191" y="10650"/>
                </a:cubicBezTo>
                <a:cubicBezTo>
                  <a:pt x="4191" y="10303"/>
                  <a:pt x="4096" y="9988"/>
                  <a:pt x="3939" y="9704"/>
                </a:cubicBezTo>
                <a:lnTo>
                  <a:pt x="4947" y="8917"/>
                </a:lnTo>
                <a:cubicBezTo>
                  <a:pt x="5294" y="9232"/>
                  <a:pt x="5766" y="9389"/>
                  <a:pt x="6239" y="9389"/>
                </a:cubicBezTo>
                <a:cubicBezTo>
                  <a:pt x="6743" y="9389"/>
                  <a:pt x="7184" y="9200"/>
                  <a:pt x="7530" y="8917"/>
                </a:cubicBezTo>
                <a:lnTo>
                  <a:pt x="8507" y="9704"/>
                </a:lnTo>
                <a:cubicBezTo>
                  <a:pt x="8350" y="9988"/>
                  <a:pt x="8287" y="10303"/>
                  <a:pt x="8287" y="10650"/>
                </a:cubicBezTo>
                <a:cubicBezTo>
                  <a:pt x="8287" y="11784"/>
                  <a:pt x="9232" y="12697"/>
                  <a:pt x="10366" y="12697"/>
                </a:cubicBezTo>
                <a:cubicBezTo>
                  <a:pt x="11500" y="12697"/>
                  <a:pt x="12414" y="11752"/>
                  <a:pt x="12445" y="10650"/>
                </a:cubicBezTo>
                <a:cubicBezTo>
                  <a:pt x="12445" y="9515"/>
                  <a:pt x="11563" y="8602"/>
                  <a:pt x="10366" y="8570"/>
                </a:cubicBezTo>
                <a:cubicBezTo>
                  <a:pt x="9862" y="8570"/>
                  <a:pt x="9421" y="8759"/>
                  <a:pt x="9074" y="9043"/>
                </a:cubicBezTo>
                <a:lnTo>
                  <a:pt x="8097" y="8255"/>
                </a:lnTo>
                <a:cubicBezTo>
                  <a:pt x="8255" y="7972"/>
                  <a:pt x="8318" y="7657"/>
                  <a:pt x="8318" y="7310"/>
                </a:cubicBezTo>
                <a:cubicBezTo>
                  <a:pt x="8318" y="6333"/>
                  <a:pt x="7625" y="5451"/>
                  <a:pt x="6680" y="5294"/>
                </a:cubicBezTo>
                <a:lnTo>
                  <a:pt x="6680" y="4097"/>
                </a:lnTo>
                <a:cubicBezTo>
                  <a:pt x="7625" y="3908"/>
                  <a:pt x="8318" y="3088"/>
                  <a:pt x="8318" y="2112"/>
                </a:cubicBezTo>
                <a:cubicBezTo>
                  <a:pt x="8318" y="946"/>
                  <a:pt x="7404" y="64"/>
                  <a:pt x="6239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5890" name="Google Shape;5890;p71"/>
          <p:cNvSpPr/>
          <p:nvPr/>
        </p:nvSpPr>
        <p:spPr>
          <a:xfrm>
            <a:off x="2964826" y="2797352"/>
            <a:ext cx="277481" cy="276451"/>
          </a:xfrm>
          <a:custGeom>
            <a:avLst/>
            <a:gdLst/>
            <a:ahLst/>
            <a:cxnLst/>
            <a:rect l="l" t="t" r="r" b="b"/>
            <a:pathLst>
              <a:path w="12666" h="12619" extrusionOk="0">
                <a:moveTo>
                  <a:pt x="9294" y="1"/>
                </a:moveTo>
                <a:cubicBezTo>
                  <a:pt x="9192" y="1"/>
                  <a:pt x="9089" y="40"/>
                  <a:pt x="9011" y="119"/>
                </a:cubicBezTo>
                <a:lnTo>
                  <a:pt x="7593" y="1537"/>
                </a:lnTo>
                <a:lnTo>
                  <a:pt x="9011" y="2954"/>
                </a:lnTo>
                <a:cubicBezTo>
                  <a:pt x="9168" y="3112"/>
                  <a:pt x="9168" y="3395"/>
                  <a:pt x="9011" y="3553"/>
                </a:cubicBezTo>
                <a:cubicBezTo>
                  <a:pt x="8932" y="3632"/>
                  <a:pt x="8822" y="3671"/>
                  <a:pt x="8711" y="3671"/>
                </a:cubicBezTo>
                <a:cubicBezTo>
                  <a:pt x="8601" y="3671"/>
                  <a:pt x="8491" y="3632"/>
                  <a:pt x="8412" y="3553"/>
                </a:cubicBezTo>
                <a:lnTo>
                  <a:pt x="6994" y="2135"/>
                </a:lnTo>
                <a:lnTo>
                  <a:pt x="5923" y="3206"/>
                </a:lnTo>
                <a:lnTo>
                  <a:pt x="7341" y="4624"/>
                </a:lnTo>
                <a:cubicBezTo>
                  <a:pt x="7498" y="4782"/>
                  <a:pt x="7498" y="5034"/>
                  <a:pt x="7341" y="5191"/>
                </a:cubicBezTo>
                <a:cubicBezTo>
                  <a:pt x="7262" y="5270"/>
                  <a:pt x="7160" y="5309"/>
                  <a:pt x="7053" y="5309"/>
                </a:cubicBezTo>
                <a:cubicBezTo>
                  <a:pt x="6947" y="5309"/>
                  <a:pt x="6837" y="5270"/>
                  <a:pt x="6742" y="5191"/>
                </a:cubicBezTo>
                <a:lnTo>
                  <a:pt x="5356" y="3773"/>
                </a:lnTo>
                <a:lnTo>
                  <a:pt x="4285" y="4845"/>
                </a:lnTo>
                <a:lnTo>
                  <a:pt x="5703" y="6262"/>
                </a:lnTo>
                <a:cubicBezTo>
                  <a:pt x="5860" y="6420"/>
                  <a:pt x="5860" y="6703"/>
                  <a:pt x="5703" y="6861"/>
                </a:cubicBezTo>
                <a:cubicBezTo>
                  <a:pt x="5624" y="6940"/>
                  <a:pt x="5514" y="6979"/>
                  <a:pt x="5403" y="6979"/>
                </a:cubicBezTo>
                <a:cubicBezTo>
                  <a:pt x="5293" y="6979"/>
                  <a:pt x="5183" y="6940"/>
                  <a:pt x="5104" y="6861"/>
                </a:cubicBezTo>
                <a:lnTo>
                  <a:pt x="3686" y="5443"/>
                </a:lnTo>
                <a:lnTo>
                  <a:pt x="2615" y="6514"/>
                </a:lnTo>
                <a:lnTo>
                  <a:pt x="4096" y="7932"/>
                </a:lnTo>
                <a:cubicBezTo>
                  <a:pt x="4253" y="8090"/>
                  <a:pt x="4253" y="8373"/>
                  <a:pt x="4096" y="8499"/>
                </a:cubicBezTo>
                <a:cubicBezTo>
                  <a:pt x="4017" y="8578"/>
                  <a:pt x="3907" y="8617"/>
                  <a:pt x="3797" y="8617"/>
                </a:cubicBezTo>
                <a:cubicBezTo>
                  <a:pt x="3686" y="8617"/>
                  <a:pt x="3576" y="8578"/>
                  <a:pt x="3497" y="8499"/>
                </a:cubicBezTo>
                <a:lnTo>
                  <a:pt x="2048" y="7081"/>
                </a:lnTo>
                <a:lnTo>
                  <a:pt x="158" y="8972"/>
                </a:lnTo>
                <a:cubicBezTo>
                  <a:pt x="0" y="9129"/>
                  <a:pt x="0" y="9413"/>
                  <a:pt x="158" y="9570"/>
                </a:cubicBezTo>
                <a:lnTo>
                  <a:pt x="3056" y="12500"/>
                </a:lnTo>
                <a:cubicBezTo>
                  <a:pt x="3135" y="12579"/>
                  <a:pt x="3245" y="12618"/>
                  <a:pt x="3356" y="12618"/>
                </a:cubicBezTo>
                <a:cubicBezTo>
                  <a:pt x="3466" y="12618"/>
                  <a:pt x="3576" y="12579"/>
                  <a:pt x="3655" y="12500"/>
                </a:cubicBezTo>
                <a:lnTo>
                  <a:pt x="12508" y="3616"/>
                </a:lnTo>
                <a:cubicBezTo>
                  <a:pt x="12665" y="3458"/>
                  <a:pt x="12665" y="3206"/>
                  <a:pt x="12508" y="3049"/>
                </a:cubicBezTo>
                <a:lnTo>
                  <a:pt x="9578" y="119"/>
                </a:lnTo>
                <a:cubicBezTo>
                  <a:pt x="9499" y="40"/>
                  <a:pt x="9397" y="1"/>
                  <a:pt x="9294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5891" name="Google Shape;5891;p71"/>
          <p:cNvGrpSpPr/>
          <p:nvPr/>
        </p:nvGrpSpPr>
        <p:grpSpPr>
          <a:xfrm>
            <a:off x="932435" y="1793066"/>
            <a:ext cx="322128" cy="278159"/>
            <a:chOff x="-42651700" y="3217825"/>
            <a:chExt cx="367600" cy="317425"/>
          </a:xfrm>
        </p:grpSpPr>
        <p:sp>
          <p:nvSpPr>
            <p:cNvPr id="5892" name="Google Shape;5892;p71"/>
            <p:cNvSpPr/>
            <p:nvPr/>
          </p:nvSpPr>
          <p:spPr>
            <a:xfrm>
              <a:off x="-42651700" y="3239075"/>
              <a:ext cx="367600" cy="296175"/>
            </a:xfrm>
            <a:custGeom>
              <a:avLst/>
              <a:gdLst/>
              <a:ahLst/>
              <a:cxnLst/>
              <a:rect l="l" t="t" r="r" b="b"/>
              <a:pathLst>
                <a:path w="14704" h="11847" extrusionOk="0">
                  <a:moveTo>
                    <a:pt x="7370" y="797"/>
                  </a:moveTo>
                  <a:cubicBezTo>
                    <a:pt x="8536" y="797"/>
                    <a:pt x="9694" y="1246"/>
                    <a:pt x="10576" y="2143"/>
                  </a:cubicBezTo>
                  <a:cubicBezTo>
                    <a:pt x="12340" y="3908"/>
                    <a:pt x="12340" y="6775"/>
                    <a:pt x="10576" y="8539"/>
                  </a:cubicBezTo>
                  <a:cubicBezTo>
                    <a:pt x="9757" y="9390"/>
                    <a:pt x="8623" y="9894"/>
                    <a:pt x="7363" y="9894"/>
                  </a:cubicBezTo>
                  <a:cubicBezTo>
                    <a:pt x="6102" y="9894"/>
                    <a:pt x="4937" y="9358"/>
                    <a:pt x="4118" y="8539"/>
                  </a:cubicBezTo>
                  <a:cubicBezTo>
                    <a:pt x="2353" y="6775"/>
                    <a:pt x="2353" y="3908"/>
                    <a:pt x="4118" y="2143"/>
                  </a:cubicBezTo>
                  <a:cubicBezTo>
                    <a:pt x="5031" y="1246"/>
                    <a:pt x="6205" y="797"/>
                    <a:pt x="7370" y="797"/>
                  </a:cubicBezTo>
                  <a:close/>
                  <a:moveTo>
                    <a:pt x="7326" y="1"/>
                  </a:moveTo>
                  <a:cubicBezTo>
                    <a:pt x="2091" y="1"/>
                    <a:pt x="0" y="6750"/>
                    <a:pt x="4275" y="9768"/>
                  </a:cubicBezTo>
                  <a:lnTo>
                    <a:pt x="3424" y="11280"/>
                  </a:lnTo>
                  <a:cubicBezTo>
                    <a:pt x="3298" y="11532"/>
                    <a:pt x="3487" y="11847"/>
                    <a:pt x="3771" y="11847"/>
                  </a:cubicBezTo>
                  <a:cubicBezTo>
                    <a:pt x="3929" y="11847"/>
                    <a:pt x="4086" y="11784"/>
                    <a:pt x="4118" y="11626"/>
                  </a:cubicBezTo>
                  <a:lnTo>
                    <a:pt x="5000" y="10209"/>
                  </a:lnTo>
                  <a:cubicBezTo>
                    <a:pt x="5740" y="10571"/>
                    <a:pt x="6543" y="10752"/>
                    <a:pt x="7351" y="10752"/>
                  </a:cubicBezTo>
                  <a:cubicBezTo>
                    <a:pt x="8158" y="10752"/>
                    <a:pt x="8969" y="10571"/>
                    <a:pt x="9725" y="10209"/>
                  </a:cubicBezTo>
                  <a:lnTo>
                    <a:pt x="10576" y="11626"/>
                  </a:lnTo>
                  <a:cubicBezTo>
                    <a:pt x="10671" y="11784"/>
                    <a:pt x="10828" y="11847"/>
                    <a:pt x="10923" y="11847"/>
                  </a:cubicBezTo>
                  <a:cubicBezTo>
                    <a:pt x="11238" y="11847"/>
                    <a:pt x="11458" y="11532"/>
                    <a:pt x="11301" y="11280"/>
                  </a:cubicBezTo>
                  <a:lnTo>
                    <a:pt x="10419" y="9768"/>
                  </a:lnTo>
                  <a:cubicBezTo>
                    <a:pt x="14703" y="6775"/>
                    <a:pt x="12592" y="1"/>
                    <a:pt x="7363" y="1"/>
                  </a:cubicBezTo>
                  <a:cubicBezTo>
                    <a:pt x="7350" y="1"/>
                    <a:pt x="7338" y="1"/>
                    <a:pt x="732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93" name="Google Shape;5893;p71"/>
            <p:cNvSpPr/>
            <p:nvPr/>
          </p:nvSpPr>
          <p:spPr>
            <a:xfrm>
              <a:off x="-42419600" y="3217825"/>
              <a:ext cx="106350" cy="106350"/>
            </a:xfrm>
            <a:custGeom>
              <a:avLst/>
              <a:gdLst/>
              <a:ahLst/>
              <a:cxnLst/>
              <a:rect l="l" t="t" r="r" b="b"/>
              <a:pathLst>
                <a:path w="4254" h="4254" extrusionOk="0">
                  <a:moveTo>
                    <a:pt x="1355" y="0"/>
                  </a:moveTo>
                  <a:cubicBezTo>
                    <a:pt x="882" y="0"/>
                    <a:pt x="410" y="95"/>
                    <a:pt x="0" y="315"/>
                  </a:cubicBezTo>
                  <a:cubicBezTo>
                    <a:pt x="1891" y="946"/>
                    <a:pt x="3340" y="2395"/>
                    <a:pt x="3938" y="4254"/>
                  </a:cubicBezTo>
                  <a:cubicBezTo>
                    <a:pt x="4128" y="3844"/>
                    <a:pt x="4254" y="3371"/>
                    <a:pt x="4254" y="2899"/>
                  </a:cubicBezTo>
                  <a:cubicBezTo>
                    <a:pt x="4254" y="1292"/>
                    <a:pt x="2962" y="0"/>
                    <a:pt x="135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94" name="Google Shape;5894;p71"/>
            <p:cNvSpPr/>
            <p:nvPr/>
          </p:nvSpPr>
          <p:spPr>
            <a:xfrm>
              <a:off x="-42623600" y="3218600"/>
              <a:ext cx="106350" cy="106375"/>
            </a:xfrm>
            <a:custGeom>
              <a:avLst/>
              <a:gdLst/>
              <a:ahLst/>
              <a:cxnLst/>
              <a:rect l="l" t="t" r="r" b="b"/>
              <a:pathLst>
                <a:path w="4254" h="4255" extrusionOk="0">
                  <a:moveTo>
                    <a:pt x="2931" y="1"/>
                  </a:moveTo>
                  <a:cubicBezTo>
                    <a:pt x="1292" y="1"/>
                    <a:pt x="1" y="1293"/>
                    <a:pt x="1" y="2899"/>
                  </a:cubicBezTo>
                  <a:cubicBezTo>
                    <a:pt x="1" y="3372"/>
                    <a:pt x="127" y="3845"/>
                    <a:pt x="316" y="4254"/>
                  </a:cubicBezTo>
                  <a:cubicBezTo>
                    <a:pt x="977" y="2364"/>
                    <a:pt x="2426" y="915"/>
                    <a:pt x="4254" y="316"/>
                  </a:cubicBezTo>
                  <a:cubicBezTo>
                    <a:pt x="3876" y="127"/>
                    <a:pt x="3403" y="1"/>
                    <a:pt x="293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95" name="Google Shape;5895;p71"/>
            <p:cNvSpPr/>
            <p:nvPr/>
          </p:nvSpPr>
          <p:spPr>
            <a:xfrm>
              <a:off x="-42561375" y="3279250"/>
              <a:ext cx="185900" cy="186700"/>
            </a:xfrm>
            <a:custGeom>
              <a:avLst/>
              <a:gdLst/>
              <a:ahLst/>
              <a:cxnLst/>
              <a:rect l="l" t="t" r="r" b="b"/>
              <a:pathLst>
                <a:path w="7436" h="7468" extrusionOk="0">
                  <a:moveTo>
                    <a:pt x="3781" y="1671"/>
                  </a:moveTo>
                  <a:cubicBezTo>
                    <a:pt x="4033" y="1671"/>
                    <a:pt x="4191" y="1860"/>
                    <a:pt x="4191" y="2112"/>
                  </a:cubicBezTo>
                  <a:lnTo>
                    <a:pt x="4191" y="3340"/>
                  </a:lnTo>
                  <a:lnTo>
                    <a:pt x="5388" y="3340"/>
                  </a:lnTo>
                  <a:cubicBezTo>
                    <a:pt x="5640" y="3340"/>
                    <a:pt x="5829" y="3529"/>
                    <a:pt x="5829" y="3750"/>
                  </a:cubicBezTo>
                  <a:cubicBezTo>
                    <a:pt x="5829" y="4002"/>
                    <a:pt x="5640" y="4128"/>
                    <a:pt x="5388" y="4128"/>
                  </a:cubicBezTo>
                  <a:lnTo>
                    <a:pt x="3750" y="4128"/>
                  </a:lnTo>
                  <a:cubicBezTo>
                    <a:pt x="3498" y="4128"/>
                    <a:pt x="3308" y="3939"/>
                    <a:pt x="3308" y="3750"/>
                  </a:cubicBezTo>
                  <a:lnTo>
                    <a:pt x="3308" y="2112"/>
                  </a:lnTo>
                  <a:lnTo>
                    <a:pt x="3340" y="2112"/>
                  </a:lnTo>
                  <a:cubicBezTo>
                    <a:pt x="3340" y="1860"/>
                    <a:pt x="3529" y="1671"/>
                    <a:pt x="3781" y="1671"/>
                  </a:cubicBezTo>
                  <a:close/>
                  <a:moveTo>
                    <a:pt x="3750" y="1"/>
                  </a:moveTo>
                  <a:cubicBezTo>
                    <a:pt x="1702" y="1"/>
                    <a:pt x="32" y="1671"/>
                    <a:pt x="0" y="3750"/>
                  </a:cubicBezTo>
                  <a:cubicBezTo>
                    <a:pt x="32" y="5798"/>
                    <a:pt x="1702" y="7467"/>
                    <a:pt x="3750" y="7467"/>
                  </a:cubicBezTo>
                  <a:cubicBezTo>
                    <a:pt x="5797" y="7467"/>
                    <a:pt x="7436" y="5798"/>
                    <a:pt x="7436" y="3750"/>
                  </a:cubicBezTo>
                  <a:cubicBezTo>
                    <a:pt x="7436" y="1702"/>
                    <a:pt x="5797" y="64"/>
                    <a:pt x="375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5896" name="Google Shape;5896;p71"/>
          <p:cNvGrpSpPr/>
          <p:nvPr/>
        </p:nvGrpSpPr>
        <p:grpSpPr>
          <a:xfrm>
            <a:off x="959009" y="2122803"/>
            <a:ext cx="268980" cy="272420"/>
            <a:chOff x="-42617300" y="3587775"/>
            <a:chExt cx="306950" cy="310875"/>
          </a:xfrm>
        </p:grpSpPr>
        <p:sp>
          <p:nvSpPr>
            <p:cNvPr id="5897" name="Google Shape;5897;p71"/>
            <p:cNvSpPr/>
            <p:nvPr/>
          </p:nvSpPr>
          <p:spPr>
            <a:xfrm>
              <a:off x="-42617300" y="3587775"/>
              <a:ext cx="306950" cy="310875"/>
            </a:xfrm>
            <a:custGeom>
              <a:avLst/>
              <a:gdLst/>
              <a:ahLst/>
              <a:cxnLst/>
              <a:rect l="l" t="t" r="r" b="b"/>
              <a:pathLst>
                <a:path w="12278" h="12435" extrusionOk="0">
                  <a:moveTo>
                    <a:pt x="5905" y="860"/>
                  </a:moveTo>
                  <a:cubicBezTo>
                    <a:pt x="6421" y="860"/>
                    <a:pt x="6926" y="1412"/>
                    <a:pt x="7341" y="2467"/>
                  </a:cubicBezTo>
                  <a:cubicBezTo>
                    <a:pt x="6837" y="2593"/>
                    <a:pt x="6365" y="2782"/>
                    <a:pt x="5892" y="3003"/>
                  </a:cubicBezTo>
                  <a:cubicBezTo>
                    <a:pt x="5419" y="2782"/>
                    <a:pt x="4947" y="2593"/>
                    <a:pt x="4443" y="2467"/>
                  </a:cubicBezTo>
                  <a:cubicBezTo>
                    <a:pt x="4893" y="1381"/>
                    <a:pt x="5404" y="860"/>
                    <a:pt x="5905" y="860"/>
                  </a:cubicBezTo>
                  <a:close/>
                  <a:moveTo>
                    <a:pt x="4191" y="3255"/>
                  </a:moveTo>
                  <a:cubicBezTo>
                    <a:pt x="4443" y="3349"/>
                    <a:pt x="4632" y="3381"/>
                    <a:pt x="4884" y="3475"/>
                  </a:cubicBezTo>
                  <a:cubicBezTo>
                    <a:pt x="4726" y="3538"/>
                    <a:pt x="4600" y="3601"/>
                    <a:pt x="4443" y="3696"/>
                  </a:cubicBezTo>
                  <a:cubicBezTo>
                    <a:pt x="4285" y="3790"/>
                    <a:pt x="4159" y="3853"/>
                    <a:pt x="4002" y="3948"/>
                  </a:cubicBezTo>
                  <a:cubicBezTo>
                    <a:pt x="4096" y="3727"/>
                    <a:pt x="4159" y="3507"/>
                    <a:pt x="4191" y="3255"/>
                  </a:cubicBezTo>
                  <a:close/>
                  <a:moveTo>
                    <a:pt x="7625" y="3318"/>
                  </a:moveTo>
                  <a:cubicBezTo>
                    <a:pt x="7688" y="3507"/>
                    <a:pt x="7751" y="3727"/>
                    <a:pt x="7782" y="3979"/>
                  </a:cubicBezTo>
                  <a:cubicBezTo>
                    <a:pt x="7499" y="3790"/>
                    <a:pt x="7247" y="3633"/>
                    <a:pt x="6963" y="3507"/>
                  </a:cubicBezTo>
                  <a:cubicBezTo>
                    <a:pt x="7184" y="3412"/>
                    <a:pt x="7404" y="3349"/>
                    <a:pt x="7625" y="3318"/>
                  </a:cubicBezTo>
                  <a:close/>
                  <a:moveTo>
                    <a:pt x="2611" y="3034"/>
                  </a:moveTo>
                  <a:cubicBezTo>
                    <a:pt x="2846" y="3034"/>
                    <a:pt x="3110" y="3054"/>
                    <a:pt x="3403" y="3097"/>
                  </a:cubicBezTo>
                  <a:cubicBezTo>
                    <a:pt x="3309" y="3570"/>
                    <a:pt x="3183" y="4042"/>
                    <a:pt x="3151" y="4609"/>
                  </a:cubicBezTo>
                  <a:cubicBezTo>
                    <a:pt x="2742" y="4924"/>
                    <a:pt x="2363" y="5240"/>
                    <a:pt x="1954" y="5586"/>
                  </a:cubicBezTo>
                  <a:cubicBezTo>
                    <a:pt x="712" y="4068"/>
                    <a:pt x="945" y="3034"/>
                    <a:pt x="2611" y="3034"/>
                  </a:cubicBezTo>
                  <a:close/>
                  <a:moveTo>
                    <a:pt x="9301" y="3075"/>
                  </a:moveTo>
                  <a:cubicBezTo>
                    <a:pt x="10879" y="3075"/>
                    <a:pt x="11079" y="4102"/>
                    <a:pt x="9862" y="5618"/>
                  </a:cubicBezTo>
                  <a:cubicBezTo>
                    <a:pt x="9515" y="5271"/>
                    <a:pt x="9137" y="4924"/>
                    <a:pt x="8696" y="4641"/>
                  </a:cubicBezTo>
                  <a:cubicBezTo>
                    <a:pt x="8601" y="4137"/>
                    <a:pt x="8538" y="3601"/>
                    <a:pt x="8412" y="3160"/>
                  </a:cubicBezTo>
                  <a:cubicBezTo>
                    <a:pt x="8746" y="3102"/>
                    <a:pt x="9042" y="3075"/>
                    <a:pt x="9301" y="3075"/>
                  </a:cubicBezTo>
                  <a:close/>
                  <a:moveTo>
                    <a:pt x="8822" y="5744"/>
                  </a:moveTo>
                  <a:cubicBezTo>
                    <a:pt x="9011" y="5901"/>
                    <a:pt x="9169" y="6059"/>
                    <a:pt x="9326" y="6216"/>
                  </a:cubicBezTo>
                  <a:cubicBezTo>
                    <a:pt x="9169" y="6374"/>
                    <a:pt x="8980" y="6531"/>
                    <a:pt x="8822" y="6689"/>
                  </a:cubicBezTo>
                  <a:lnTo>
                    <a:pt x="8822" y="5744"/>
                  </a:lnTo>
                  <a:close/>
                  <a:moveTo>
                    <a:pt x="3025" y="5775"/>
                  </a:moveTo>
                  <a:lnTo>
                    <a:pt x="3025" y="6720"/>
                  </a:lnTo>
                  <a:cubicBezTo>
                    <a:pt x="2836" y="6563"/>
                    <a:pt x="2679" y="6405"/>
                    <a:pt x="2521" y="6248"/>
                  </a:cubicBezTo>
                  <a:cubicBezTo>
                    <a:pt x="2679" y="6090"/>
                    <a:pt x="2868" y="5933"/>
                    <a:pt x="3025" y="5775"/>
                  </a:cubicBezTo>
                  <a:close/>
                  <a:moveTo>
                    <a:pt x="5892" y="3885"/>
                  </a:moveTo>
                  <a:cubicBezTo>
                    <a:pt x="6617" y="4200"/>
                    <a:pt x="7278" y="4609"/>
                    <a:pt x="7908" y="5082"/>
                  </a:cubicBezTo>
                  <a:cubicBezTo>
                    <a:pt x="8003" y="5838"/>
                    <a:pt x="8003" y="6626"/>
                    <a:pt x="7908" y="7413"/>
                  </a:cubicBezTo>
                  <a:cubicBezTo>
                    <a:pt x="7278" y="7823"/>
                    <a:pt x="6585" y="8232"/>
                    <a:pt x="5892" y="8579"/>
                  </a:cubicBezTo>
                  <a:cubicBezTo>
                    <a:pt x="5545" y="8421"/>
                    <a:pt x="5230" y="8232"/>
                    <a:pt x="4884" y="8043"/>
                  </a:cubicBezTo>
                  <a:cubicBezTo>
                    <a:pt x="4537" y="7823"/>
                    <a:pt x="4191" y="7634"/>
                    <a:pt x="3876" y="7413"/>
                  </a:cubicBezTo>
                  <a:cubicBezTo>
                    <a:pt x="3844" y="6657"/>
                    <a:pt x="3844" y="5870"/>
                    <a:pt x="3876" y="5082"/>
                  </a:cubicBezTo>
                  <a:cubicBezTo>
                    <a:pt x="4191" y="4830"/>
                    <a:pt x="4537" y="4641"/>
                    <a:pt x="4884" y="4452"/>
                  </a:cubicBezTo>
                  <a:cubicBezTo>
                    <a:pt x="5230" y="4263"/>
                    <a:pt x="5577" y="4042"/>
                    <a:pt x="5892" y="3885"/>
                  </a:cubicBezTo>
                  <a:close/>
                  <a:moveTo>
                    <a:pt x="4033" y="8516"/>
                  </a:moveTo>
                  <a:cubicBezTo>
                    <a:pt x="4159" y="8579"/>
                    <a:pt x="4317" y="8674"/>
                    <a:pt x="4474" y="8737"/>
                  </a:cubicBezTo>
                  <a:cubicBezTo>
                    <a:pt x="4632" y="8831"/>
                    <a:pt x="4758" y="8894"/>
                    <a:pt x="4915" y="8989"/>
                  </a:cubicBezTo>
                  <a:cubicBezTo>
                    <a:pt x="4663" y="9052"/>
                    <a:pt x="4474" y="9146"/>
                    <a:pt x="4254" y="9178"/>
                  </a:cubicBezTo>
                  <a:cubicBezTo>
                    <a:pt x="4159" y="8926"/>
                    <a:pt x="4096" y="8737"/>
                    <a:pt x="4033" y="8516"/>
                  </a:cubicBezTo>
                  <a:close/>
                  <a:moveTo>
                    <a:pt x="7782" y="8516"/>
                  </a:moveTo>
                  <a:cubicBezTo>
                    <a:pt x="7751" y="8737"/>
                    <a:pt x="7688" y="8989"/>
                    <a:pt x="7625" y="9178"/>
                  </a:cubicBezTo>
                  <a:cubicBezTo>
                    <a:pt x="7404" y="9083"/>
                    <a:pt x="7184" y="9052"/>
                    <a:pt x="6963" y="8989"/>
                  </a:cubicBezTo>
                  <a:cubicBezTo>
                    <a:pt x="7278" y="8831"/>
                    <a:pt x="7499" y="8674"/>
                    <a:pt x="7782" y="8516"/>
                  </a:cubicBezTo>
                  <a:close/>
                  <a:moveTo>
                    <a:pt x="1954" y="6846"/>
                  </a:moveTo>
                  <a:cubicBezTo>
                    <a:pt x="2300" y="7193"/>
                    <a:pt x="2710" y="7571"/>
                    <a:pt x="3151" y="7823"/>
                  </a:cubicBezTo>
                  <a:cubicBezTo>
                    <a:pt x="3214" y="8358"/>
                    <a:pt x="3309" y="8863"/>
                    <a:pt x="3403" y="9335"/>
                  </a:cubicBezTo>
                  <a:cubicBezTo>
                    <a:pt x="3090" y="9388"/>
                    <a:pt x="2806" y="9414"/>
                    <a:pt x="2555" y="9414"/>
                  </a:cubicBezTo>
                  <a:cubicBezTo>
                    <a:pt x="1015" y="9414"/>
                    <a:pt x="681" y="8445"/>
                    <a:pt x="1954" y="6846"/>
                  </a:cubicBezTo>
                  <a:close/>
                  <a:moveTo>
                    <a:pt x="9925" y="6846"/>
                  </a:moveTo>
                  <a:lnTo>
                    <a:pt x="9925" y="6846"/>
                  </a:lnTo>
                  <a:cubicBezTo>
                    <a:pt x="11167" y="8392"/>
                    <a:pt x="10934" y="9430"/>
                    <a:pt x="9267" y="9430"/>
                  </a:cubicBezTo>
                  <a:cubicBezTo>
                    <a:pt x="9032" y="9430"/>
                    <a:pt x="8768" y="9410"/>
                    <a:pt x="8475" y="9367"/>
                  </a:cubicBezTo>
                  <a:cubicBezTo>
                    <a:pt x="8538" y="8894"/>
                    <a:pt x="8664" y="8390"/>
                    <a:pt x="8727" y="7823"/>
                  </a:cubicBezTo>
                  <a:cubicBezTo>
                    <a:pt x="9137" y="7508"/>
                    <a:pt x="9515" y="7193"/>
                    <a:pt x="9925" y="6846"/>
                  </a:cubicBezTo>
                  <a:close/>
                  <a:moveTo>
                    <a:pt x="5924" y="9461"/>
                  </a:moveTo>
                  <a:cubicBezTo>
                    <a:pt x="6396" y="9650"/>
                    <a:pt x="6869" y="9839"/>
                    <a:pt x="7404" y="9965"/>
                  </a:cubicBezTo>
                  <a:cubicBezTo>
                    <a:pt x="6962" y="11056"/>
                    <a:pt x="6440" y="11607"/>
                    <a:pt x="5922" y="11607"/>
                  </a:cubicBezTo>
                  <a:cubicBezTo>
                    <a:pt x="5408" y="11607"/>
                    <a:pt x="4898" y="11064"/>
                    <a:pt x="4474" y="9965"/>
                  </a:cubicBezTo>
                  <a:cubicBezTo>
                    <a:pt x="4978" y="9839"/>
                    <a:pt x="5451" y="9650"/>
                    <a:pt x="5924" y="9461"/>
                  </a:cubicBezTo>
                  <a:close/>
                  <a:moveTo>
                    <a:pt x="5931" y="1"/>
                  </a:moveTo>
                  <a:cubicBezTo>
                    <a:pt x="5817" y="1"/>
                    <a:pt x="5699" y="14"/>
                    <a:pt x="5577" y="41"/>
                  </a:cubicBezTo>
                  <a:cubicBezTo>
                    <a:pt x="4632" y="262"/>
                    <a:pt x="4002" y="1333"/>
                    <a:pt x="3655" y="2278"/>
                  </a:cubicBezTo>
                  <a:cubicBezTo>
                    <a:pt x="3326" y="2223"/>
                    <a:pt x="2973" y="2187"/>
                    <a:pt x="2624" y="2187"/>
                  </a:cubicBezTo>
                  <a:cubicBezTo>
                    <a:pt x="1770" y="2187"/>
                    <a:pt x="939" y="2404"/>
                    <a:pt x="536" y="3097"/>
                  </a:cubicBezTo>
                  <a:cubicBezTo>
                    <a:pt x="1" y="4074"/>
                    <a:pt x="662" y="5334"/>
                    <a:pt x="1387" y="6216"/>
                  </a:cubicBezTo>
                  <a:cubicBezTo>
                    <a:pt x="788" y="6972"/>
                    <a:pt x="158" y="8043"/>
                    <a:pt x="379" y="8926"/>
                  </a:cubicBezTo>
                  <a:cubicBezTo>
                    <a:pt x="599" y="9650"/>
                    <a:pt x="1166" y="10028"/>
                    <a:pt x="1922" y="10186"/>
                  </a:cubicBezTo>
                  <a:cubicBezTo>
                    <a:pt x="2157" y="10241"/>
                    <a:pt x="2410" y="10266"/>
                    <a:pt x="2668" y="10266"/>
                  </a:cubicBezTo>
                  <a:cubicBezTo>
                    <a:pt x="2998" y="10266"/>
                    <a:pt x="3337" y="10225"/>
                    <a:pt x="3655" y="10154"/>
                  </a:cubicBezTo>
                  <a:cubicBezTo>
                    <a:pt x="4221" y="11678"/>
                    <a:pt x="5076" y="12434"/>
                    <a:pt x="5929" y="12434"/>
                  </a:cubicBezTo>
                  <a:cubicBezTo>
                    <a:pt x="6786" y="12434"/>
                    <a:pt x="7639" y="11670"/>
                    <a:pt x="8192" y="10154"/>
                  </a:cubicBezTo>
                  <a:cubicBezTo>
                    <a:pt x="8550" y="10215"/>
                    <a:pt x="8882" y="10243"/>
                    <a:pt x="9186" y="10243"/>
                  </a:cubicBezTo>
                  <a:cubicBezTo>
                    <a:pt x="11589" y="10243"/>
                    <a:pt x="12278" y="8453"/>
                    <a:pt x="10460" y="6216"/>
                  </a:cubicBezTo>
                  <a:cubicBezTo>
                    <a:pt x="12272" y="4014"/>
                    <a:pt x="11618" y="2182"/>
                    <a:pt x="9217" y="2182"/>
                  </a:cubicBezTo>
                  <a:cubicBezTo>
                    <a:pt x="8904" y="2182"/>
                    <a:pt x="8562" y="2213"/>
                    <a:pt x="8192" y="2278"/>
                  </a:cubicBezTo>
                  <a:cubicBezTo>
                    <a:pt x="7765" y="1139"/>
                    <a:pt x="7004" y="1"/>
                    <a:pt x="593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98" name="Google Shape;5898;p71"/>
            <p:cNvSpPr/>
            <p:nvPr/>
          </p:nvSpPr>
          <p:spPr>
            <a:xfrm>
              <a:off x="-42500725" y="3712425"/>
              <a:ext cx="63025" cy="62275"/>
            </a:xfrm>
            <a:custGeom>
              <a:avLst/>
              <a:gdLst/>
              <a:ahLst/>
              <a:cxnLst/>
              <a:rect l="l" t="t" r="r" b="b"/>
              <a:pathLst>
                <a:path w="2521" h="2491" extrusionOk="0">
                  <a:moveTo>
                    <a:pt x="1313" y="0"/>
                  </a:moveTo>
                  <a:cubicBezTo>
                    <a:pt x="1295" y="0"/>
                    <a:pt x="1278" y="1"/>
                    <a:pt x="1261" y="1"/>
                  </a:cubicBezTo>
                  <a:cubicBezTo>
                    <a:pt x="599" y="1"/>
                    <a:pt x="0" y="569"/>
                    <a:pt x="63" y="1230"/>
                  </a:cubicBezTo>
                  <a:cubicBezTo>
                    <a:pt x="0" y="1955"/>
                    <a:pt x="567" y="2490"/>
                    <a:pt x="1261" y="2490"/>
                  </a:cubicBezTo>
                  <a:cubicBezTo>
                    <a:pt x="1954" y="2490"/>
                    <a:pt x="2521" y="1955"/>
                    <a:pt x="2489" y="1230"/>
                  </a:cubicBezTo>
                  <a:cubicBezTo>
                    <a:pt x="2489" y="585"/>
                    <a:pt x="1980" y="0"/>
                    <a:pt x="131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5899" name="Google Shape;5899;p71"/>
          <p:cNvSpPr/>
          <p:nvPr/>
        </p:nvSpPr>
        <p:spPr>
          <a:xfrm>
            <a:off x="956349" y="2452085"/>
            <a:ext cx="278839" cy="277481"/>
          </a:xfrm>
          <a:custGeom>
            <a:avLst/>
            <a:gdLst/>
            <a:ahLst/>
            <a:cxnLst/>
            <a:rect l="l" t="t" r="r" b="b"/>
            <a:pathLst>
              <a:path w="12728" h="12666" extrusionOk="0">
                <a:moveTo>
                  <a:pt x="1859" y="3308"/>
                </a:moveTo>
                <a:lnTo>
                  <a:pt x="1859" y="5230"/>
                </a:lnTo>
                <a:lnTo>
                  <a:pt x="882" y="5230"/>
                </a:lnTo>
                <a:lnTo>
                  <a:pt x="882" y="3308"/>
                </a:lnTo>
                <a:close/>
                <a:moveTo>
                  <a:pt x="5765" y="2458"/>
                </a:moveTo>
                <a:cubicBezTo>
                  <a:pt x="5860" y="2458"/>
                  <a:pt x="5986" y="2584"/>
                  <a:pt x="5986" y="2710"/>
                </a:cubicBezTo>
                <a:lnTo>
                  <a:pt x="5986" y="5230"/>
                </a:lnTo>
                <a:lnTo>
                  <a:pt x="2678" y="5230"/>
                </a:lnTo>
                <a:lnTo>
                  <a:pt x="2678" y="2710"/>
                </a:lnTo>
                <a:cubicBezTo>
                  <a:pt x="2678" y="2584"/>
                  <a:pt x="2772" y="2458"/>
                  <a:pt x="2930" y="2458"/>
                </a:cubicBezTo>
                <a:close/>
                <a:moveTo>
                  <a:pt x="9893" y="2458"/>
                </a:moveTo>
                <a:cubicBezTo>
                  <a:pt x="10019" y="2458"/>
                  <a:pt x="10113" y="2584"/>
                  <a:pt x="10113" y="2710"/>
                </a:cubicBezTo>
                <a:lnTo>
                  <a:pt x="10113" y="5230"/>
                </a:lnTo>
                <a:lnTo>
                  <a:pt x="6837" y="5230"/>
                </a:lnTo>
                <a:lnTo>
                  <a:pt x="6837" y="2710"/>
                </a:lnTo>
                <a:cubicBezTo>
                  <a:pt x="6805" y="2584"/>
                  <a:pt x="6900" y="2458"/>
                  <a:pt x="7057" y="2458"/>
                </a:cubicBezTo>
                <a:close/>
                <a:moveTo>
                  <a:pt x="11940" y="3308"/>
                </a:moveTo>
                <a:lnTo>
                  <a:pt x="11940" y="5230"/>
                </a:lnTo>
                <a:lnTo>
                  <a:pt x="10964" y="5230"/>
                </a:lnTo>
                <a:lnTo>
                  <a:pt x="10964" y="3308"/>
                </a:lnTo>
                <a:close/>
                <a:moveTo>
                  <a:pt x="7215" y="6900"/>
                </a:moveTo>
                <a:cubicBezTo>
                  <a:pt x="7435" y="6900"/>
                  <a:pt x="7656" y="7089"/>
                  <a:pt x="7656" y="7278"/>
                </a:cubicBezTo>
                <a:cubicBezTo>
                  <a:pt x="7656" y="7530"/>
                  <a:pt x="7435" y="7719"/>
                  <a:pt x="7215" y="7719"/>
                </a:cubicBezTo>
                <a:lnTo>
                  <a:pt x="5545" y="7719"/>
                </a:lnTo>
                <a:cubicBezTo>
                  <a:pt x="5324" y="7719"/>
                  <a:pt x="5135" y="7530"/>
                  <a:pt x="5135" y="7278"/>
                </a:cubicBezTo>
                <a:cubicBezTo>
                  <a:pt x="5135" y="7026"/>
                  <a:pt x="5324" y="6900"/>
                  <a:pt x="5545" y="6900"/>
                </a:cubicBezTo>
                <a:close/>
                <a:moveTo>
                  <a:pt x="3088" y="6900"/>
                </a:moveTo>
                <a:cubicBezTo>
                  <a:pt x="3749" y="6900"/>
                  <a:pt x="4285" y="7436"/>
                  <a:pt x="4348" y="8097"/>
                </a:cubicBezTo>
                <a:cubicBezTo>
                  <a:pt x="4348" y="8790"/>
                  <a:pt x="3781" y="9326"/>
                  <a:pt x="3088" y="9326"/>
                </a:cubicBezTo>
                <a:cubicBezTo>
                  <a:pt x="2394" y="9326"/>
                  <a:pt x="1859" y="8790"/>
                  <a:pt x="1859" y="8097"/>
                </a:cubicBezTo>
                <a:cubicBezTo>
                  <a:pt x="1859" y="7436"/>
                  <a:pt x="2394" y="6900"/>
                  <a:pt x="3088" y="6900"/>
                </a:cubicBezTo>
                <a:close/>
                <a:moveTo>
                  <a:pt x="7215" y="8570"/>
                </a:moveTo>
                <a:cubicBezTo>
                  <a:pt x="7435" y="8570"/>
                  <a:pt x="7656" y="8790"/>
                  <a:pt x="7656" y="8979"/>
                </a:cubicBezTo>
                <a:cubicBezTo>
                  <a:pt x="7656" y="9168"/>
                  <a:pt x="7435" y="9357"/>
                  <a:pt x="7215" y="9357"/>
                </a:cubicBezTo>
                <a:lnTo>
                  <a:pt x="5545" y="9357"/>
                </a:lnTo>
                <a:cubicBezTo>
                  <a:pt x="5324" y="9357"/>
                  <a:pt x="5135" y="9168"/>
                  <a:pt x="5135" y="8979"/>
                </a:cubicBezTo>
                <a:cubicBezTo>
                  <a:pt x="5135" y="8727"/>
                  <a:pt x="5324" y="8570"/>
                  <a:pt x="5545" y="8570"/>
                </a:cubicBezTo>
                <a:close/>
                <a:moveTo>
                  <a:pt x="9790" y="6930"/>
                </a:moveTo>
                <a:cubicBezTo>
                  <a:pt x="10428" y="6930"/>
                  <a:pt x="10964" y="7456"/>
                  <a:pt x="10964" y="8160"/>
                </a:cubicBezTo>
                <a:cubicBezTo>
                  <a:pt x="10964" y="8822"/>
                  <a:pt x="10397" y="9357"/>
                  <a:pt x="9735" y="9357"/>
                </a:cubicBezTo>
                <a:cubicBezTo>
                  <a:pt x="9073" y="9357"/>
                  <a:pt x="8506" y="8822"/>
                  <a:pt x="8506" y="8160"/>
                </a:cubicBezTo>
                <a:cubicBezTo>
                  <a:pt x="8506" y="7467"/>
                  <a:pt x="9073" y="6931"/>
                  <a:pt x="9735" y="6931"/>
                </a:cubicBezTo>
                <a:cubicBezTo>
                  <a:pt x="9754" y="6931"/>
                  <a:pt x="9772" y="6930"/>
                  <a:pt x="9790" y="6930"/>
                </a:cubicBezTo>
                <a:close/>
                <a:moveTo>
                  <a:pt x="3875" y="0"/>
                </a:moveTo>
                <a:cubicBezTo>
                  <a:pt x="2709" y="0"/>
                  <a:pt x="1827" y="946"/>
                  <a:pt x="1764" y="2080"/>
                </a:cubicBezTo>
                <a:lnTo>
                  <a:pt x="1764" y="2458"/>
                </a:lnTo>
                <a:lnTo>
                  <a:pt x="410" y="2458"/>
                </a:lnTo>
                <a:cubicBezTo>
                  <a:pt x="158" y="2458"/>
                  <a:pt x="0" y="2678"/>
                  <a:pt x="0" y="2899"/>
                </a:cubicBezTo>
                <a:lnTo>
                  <a:pt x="0" y="5671"/>
                </a:lnTo>
                <a:cubicBezTo>
                  <a:pt x="32" y="5860"/>
                  <a:pt x="252" y="6049"/>
                  <a:pt x="473" y="6049"/>
                </a:cubicBezTo>
                <a:lnTo>
                  <a:pt x="1449" y="6049"/>
                </a:lnTo>
                <a:cubicBezTo>
                  <a:pt x="1197" y="6427"/>
                  <a:pt x="1040" y="6837"/>
                  <a:pt x="1040" y="7278"/>
                </a:cubicBezTo>
                <a:lnTo>
                  <a:pt x="1040" y="9767"/>
                </a:lnTo>
                <a:cubicBezTo>
                  <a:pt x="1040" y="10302"/>
                  <a:pt x="1386" y="10744"/>
                  <a:pt x="1859" y="10933"/>
                </a:cubicBezTo>
                <a:lnTo>
                  <a:pt x="1859" y="12256"/>
                </a:lnTo>
                <a:cubicBezTo>
                  <a:pt x="1859" y="12476"/>
                  <a:pt x="2048" y="12665"/>
                  <a:pt x="2300" y="12665"/>
                </a:cubicBezTo>
                <a:lnTo>
                  <a:pt x="3938" y="12665"/>
                </a:lnTo>
                <a:cubicBezTo>
                  <a:pt x="4190" y="12665"/>
                  <a:pt x="4348" y="12476"/>
                  <a:pt x="4348" y="12256"/>
                </a:cubicBezTo>
                <a:lnTo>
                  <a:pt x="4348" y="10996"/>
                </a:lnTo>
                <a:lnTo>
                  <a:pt x="8475" y="10996"/>
                </a:lnTo>
                <a:lnTo>
                  <a:pt x="8475" y="12256"/>
                </a:lnTo>
                <a:cubicBezTo>
                  <a:pt x="8475" y="12476"/>
                  <a:pt x="8664" y="12665"/>
                  <a:pt x="8884" y="12665"/>
                </a:cubicBezTo>
                <a:lnTo>
                  <a:pt x="10523" y="12665"/>
                </a:lnTo>
                <a:cubicBezTo>
                  <a:pt x="10775" y="12665"/>
                  <a:pt x="10901" y="12476"/>
                  <a:pt x="10901" y="12256"/>
                </a:cubicBezTo>
                <a:lnTo>
                  <a:pt x="10901" y="10933"/>
                </a:lnTo>
                <a:cubicBezTo>
                  <a:pt x="11373" y="10775"/>
                  <a:pt x="11751" y="10302"/>
                  <a:pt x="11751" y="9767"/>
                </a:cubicBezTo>
                <a:lnTo>
                  <a:pt x="11751" y="7278"/>
                </a:lnTo>
                <a:cubicBezTo>
                  <a:pt x="11751" y="6805"/>
                  <a:pt x="11594" y="6364"/>
                  <a:pt x="11310" y="6049"/>
                </a:cubicBezTo>
                <a:lnTo>
                  <a:pt x="12287" y="6049"/>
                </a:lnTo>
                <a:cubicBezTo>
                  <a:pt x="12539" y="6049"/>
                  <a:pt x="12728" y="5860"/>
                  <a:pt x="12728" y="5671"/>
                </a:cubicBezTo>
                <a:lnTo>
                  <a:pt x="12728" y="2899"/>
                </a:lnTo>
                <a:cubicBezTo>
                  <a:pt x="12728" y="2678"/>
                  <a:pt x="12539" y="2458"/>
                  <a:pt x="12287" y="2458"/>
                </a:cubicBezTo>
                <a:lnTo>
                  <a:pt x="10901" y="2458"/>
                </a:lnTo>
                <a:lnTo>
                  <a:pt x="10901" y="2080"/>
                </a:lnTo>
                <a:cubicBezTo>
                  <a:pt x="10901" y="946"/>
                  <a:pt x="9987" y="32"/>
                  <a:pt x="8821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5900" name="Google Shape;5900;p71"/>
          <p:cNvGrpSpPr/>
          <p:nvPr/>
        </p:nvGrpSpPr>
        <p:grpSpPr>
          <a:xfrm>
            <a:off x="2587879" y="1811359"/>
            <a:ext cx="282695" cy="277743"/>
            <a:chOff x="-40748275" y="3238700"/>
            <a:chExt cx="322600" cy="316950"/>
          </a:xfrm>
        </p:grpSpPr>
        <p:sp>
          <p:nvSpPr>
            <p:cNvPr id="5901" name="Google Shape;5901;p71"/>
            <p:cNvSpPr/>
            <p:nvPr/>
          </p:nvSpPr>
          <p:spPr>
            <a:xfrm>
              <a:off x="-40709675" y="3273750"/>
              <a:ext cx="84300" cy="84300"/>
            </a:xfrm>
            <a:custGeom>
              <a:avLst/>
              <a:gdLst/>
              <a:ahLst/>
              <a:cxnLst/>
              <a:rect l="l" t="t" r="r" b="b"/>
              <a:pathLst>
                <a:path w="3372" h="3372" extrusionOk="0">
                  <a:moveTo>
                    <a:pt x="2710" y="0"/>
                  </a:moveTo>
                  <a:lnTo>
                    <a:pt x="1" y="2710"/>
                  </a:lnTo>
                  <a:lnTo>
                    <a:pt x="694" y="3371"/>
                  </a:lnTo>
                  <a:lnTo>
                    <a:pt x="3372" y="662"/>
                  </a:lnTo>
                  <a:lnTo>
                    <a:pt x="271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02" name="Google Shape;5902;p71"/>
            <p:cNvSpPr/>
            <p:nvPr/>
          </p:nvSpPr>
          <p:spPr>
            <a:xfrm>
              <a:off x="-40578925" y="3247175"/>
              <a:ext cx="151250" cy="149475"/>
            </a:xfrm>
            <a:custGeom>
              <a:avLst/>
              <a:gdLst/>
              <a:ahLst/>
              <a:cxnLst/>
              <a:rect l="l" t="t" r="r" b="b"/>
              <a:pathLst>
                <a:path w="6050" h="5979" extrusionOk="0">
                  <a:moveTo>
                    <a:pt x="2663" y="0"/>
                  </a:moveTo>
                  <a:cubicBezTo>
                    <a:pt x="2552" y="0"/>
                    <a:pt x="2442" y="39"/>
                    <a:pt x="2363" y="118"/>
                  </a:cubicBezTo>
                  <a:lnTo>
                    <a:pt x="1261" y="1221"/>
                  </a:lnTo>
                  <a:lnTo>
                    <a:pt x="2678" y="2639"/>
                  </a:lnTo>
                  <a:cubicBezTo>
                    <a:pt x="2836" y="2796"/>
                    <a:pt x="2836" y="3080"/>
                    <a:pt x="2678" y="3237"/>
                  </a:cubicBezTo>
                  <a:cubicBezTo>
                    <a:pt x="2637" y="3278"/>
                    <a:pt x="2560" y="3302"/>
                    <a:pt x="2473" y="3302"/>
                  </a:cubicBezTo>
                  <a:cubicBezTo>
                    <a:pt x="2360" y="3302"/>
                    <a:pt x="2232" y="3263"/>
                    <a:pt x="2143" y="3174"/>
                  </a:cubicBezTo>
                  <a:lnTo>
                    <a:pt x="725" y="1756"/>
                  </a:lnTo>
                  <a:lnTo>
                    <a:pt x="0" y="2481"/>
                  </a:lnTo>
                  <a:lnTo>
                    <a:pt x="3529" y="5978"/>
                  </a:lnTo>
                  <a:lnTo>
                    <a:pt x="5892" y="3615"/>
                  </a:lnTo>
                  <a:cubicBezTo>
                    <a:pt x="6049" y="3458"/>
                    <a:pt x="6049" y="3174"/>
                    <a:pt x="5892" y="3017"/>
                  </a:cubicBezTo>
                  <a:lnTo>
                    <a:pt x="2962" y="118"/>
                  </a:lnTo>
                  <a:cubicBezTo>
                    <a:pt x="2883" y="39"/>
                    <a:pt x="2773" y="0"/>
                    <a:pt x="266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03" name="Google Shape;5903;p71"/>
            <p:cNvSpPr/>
            <p:nvPr/>
          </p:nvSpPr>
          <p:spPr>
            <a:xfrm>
              <a:off x="-40678175" y="3305250"/>
              <a:ext cx="213475" cy="213475"/>
            </a:xfrm>
            <a:custGeom>
              <a:avLst/>
              <a:gdLst/>
              <a:ahLst/>
              <a:cxnLst/>
              <a:rect l="l" t="t" r="r" b="b"/>
              <a:pathLst>
                <a:path w="8539" h="8539" extrusionOk="0">
                  <a:moveTo>
                    <a:pt x="2679" y="0"/>
                  </a:moveTo>
                  <a:lnTo>
                    <a:pt x="1" y="2678"/>
                  </a:lnTo>
                  <a:lnTo>
                    <a:pt x="5861" y="8538"/>
                  </a:lnTo>
                  <a:lnTo>
                    <a:pt x="8539" y="5860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04" name="Google Shape;5904;p71"/>
            <p:cNvSpPr/>
            <p:nvPr/>
          </p:nvSpPr>
          <p:spPr>
            <a:xfrm>
              <a:off x="-40513550" y="3469850"/>
              <a:ext cx="87875" cy="85800"/>
            </a:xfrm>
            <a:custGeom>
              <a:avLst/>
              <a:gdLst/>
              <a:ahLst/>
              <a:cxnLst/>
              <a:rect l="l" t="t" r="r" b="b"/>
              <a:pathLst>
                <a:path w="3515" h="3432" extrusionOk="0">
                  <a:moveTo>
                    <a:pt x="2426" y="1"/>
                  </a:moveTo>
                  <a:lnTo>
                    <a:pt x="0" y="2427"/>
                  </a:lnTo>
                  <a:lnTo>
                    <a:pt x="2899" y="3404"/>
                  </a:lnTo>
                  <a:cubicBezTo>
                    <a:pt x="2948" y="3423"/>
                    <a:pt x="2996" y="3432"/>
                    <a:pt x="3044" y="3432"/>
                  </a:cubicBezTo>
                  <a:cubicBezTo>
                    <a:pt x="3302" y="3432"/>
                    <a:pt x="3514" y="3166"/>
                    <a:pt x="3434" y="2899"/>
                  </a:cubicBezTo>
                  <a:lnTo>
                    <a:pt x="242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05" name="Google Shape;5905;p71"/>
            <p:cNvSpPr/>
            <p:nvPr/>
          </p:nvSpPr>
          <p:spPr>
            <a:xfrm>
              <a:off x="-40738025" y="3404500"/>
              <a:ext cx="150450" cy="149475"/>
            </a:xfrm>
            <a:custGeom>
              <a:avLst/>
              <a:gdLst/>
              <a:ahLst/>
              <a:cxnLst/>
              <a:rect l="l" t="t" r="r" b="b"/>
              <a:pathLst>
                <a:path w="6018" h="5979" extrusionOk="0">
                  <a:moveTo>
                    <a:pt x="2521" y="0"/>
                  </a:moveTo>
                  <a:lnTo>
                    <a:pt x="1796" y="725"/>
                  </a:lnTo>
                  <a:lnTo>
                    <a:pt x="3308" y="2205"/>
                  </a:lnTo>
                  <a:cubicBezTo>
                    <a:pt x="3466" y="2363"/>
                    <a:pt x="3466" y="2646"/>
                    <a:pt x="3308" y="2804"/>
                  </a:cubicBezTo>
                  <a:cubicBezTo>
                    <a:pt x="3230" y="2883"/>
                    <a:pt x="3119" y="2922"/>
                    <a:pt x="3009" y="2922"/>
                  </a:cubicBezTo>
                  <a:cubicBezTo>
                    <a:pt x="2899" y="2922"/>
                    <a:pt x="2789" y="2883"/>
                    <a:pt x="2710" y="2804"/>
                  </a:cubicBezTo>
                  <a:lnTo>
                    <a:pt x="1229" y="1292"/>
                  </a:lnTo>
                  <a:lnTo>
                    <a:pt x="158" y="2363"/>
                  </a:lnTo>
                  <a:cubicBezTo>
                    <a:pt x="0" y="2520"/>
                    <a:pt x="0" y="2804"/>
                    <a:pt x="158" y="2962"/>
                  </a:cubicBezTo>
                  <a:lnTo>
                    <a:pt x="3056" y="5860"/>
                  </a:lnTo>
                  <a:cubicBezTo>
                    <a:pt x="3135" y="5939"/>
                    <a:pt x="3245" y="5978"/>
                    <a:pt x="3356" y="5978"/>
                  </a:cubicBezTo>
                  <a:cubicBezTo>
                    <a:pt x="3466" y="5978"/>
                    <a:pt x="3576" y="5939"/>
                    <a:pt x="3655" y="5860"/>
                  </a:cubicBezTo>
                  <a:lnTo>
                    <a:pt x="6018" y="3497"/>
                  </a:lnTo>
                  <a:lnTo>
                    <a:pt x="252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06" name="Google Shape;5906;p71"/>
            <p:cNvSpPr/>
            <p:nvPr/>
          </p:nvSpPr>
          <p:spPr>
            <a:xfrm>
              <a:off x="-40748275" y="3238700"/>
              <a:ext cx="92175" cy="87850"/>
            </a:xfrm>
            <a:custGeom>
              <a:avLst/>
              <a:gdLst/>
              <a:ahLst/>
              <a:cxnLst/>
              <a:rect l="l" t="t" r="r" b="b"/>
              <a:pathLst>
                <a:path w="3687" h="3514" extrusionOk="0">
                  <a:moveTo>
                    <a:pt x="2281" y="0"/>
                  </a:moveTo>
                  <a:cubicBezTo>
                    <a:pt x="1915" y="0"/>
                    <a:pt x="1545" y="142"/>
                    <a:pt x="1261" y="426"/>
                  </a:cubicBezTo>
                  <a:lnTo>
                    <a:pt x="568" y="1119"/>
                  </a:lnTo>
                  <a:cubicBezTo>
                    <a:pt x="1" y="1686"/>
                    <a:pt x="1" y="2568"/>
                    <a:pt x="568" y="3135"/>
                  </a:cubicBezTo>
                  <a:lnTo>
                    <a:pt x="946" y="3513"/>
                  </a:lnTo>
                  <a:lnTo>
                    <a:pt x="3687" y="804"/>
                  </a:lnTo>
                  <a:lnTo>
                    <a:pt x="3277" y="426"/>
                  </a:lnTo>
                  <a:cubicBezTo>
                    <a:pt x="3010" y="142"/>
                    <a:pt x="2647" y="0"/>
                    <a:pt x="228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5907" name="Google Shape;5907;p71"/>
          <p:cNvGrpSpPr/>
          <p:nvPr/>
        </p:nvGrpSpPr>
        <p:grpSpPr>
          <a:xfrm>
            <a:off x="2589796" y="2162347"/>
            <a:ext cx="278861" cy="254018"/>
            <a:chOff x="-40745125" y="3632900"/>
            <a:chExt cx="318225" cy="289875"/>
          </a:xfrm>
        </p:grpSpPr>
        <p:sp>
          <p:nvSpPr>
            <p:cNvPr id="5908" name="Google Shape;5908;p71"/>
            <p:cNvSpPr/>
            <p:nvPr/>
          </p:nvSpPr>
          <p:spPr>
            <a:xfrm>
              <a:off x="-40745125" y="3632900"/>
              <a:ext cx="300125" cy="82725"/>
            </a:xfrm>
            <a:custGeom>
              <a:avLst/>
              <a:gdLst/>
              <a:ahLst/>
              <a:cxnLst/>
              <a:rect l="l" t="t" r="r" b="b"/>
              <a:pathLst>
                <a:path w="12005" h="3309" extrusionOk="0">
                  <a:moveTo>
                    <a:pt x="1671" y="0"/>
                  </a:moveTo>
                  <a:cubicBezTo>
                    <a:pt x="757" y="0"/>
                    <a:pt x="1" y="757"/>
                    <a:pt x="1" y="1670"/>
                  </a:cubicBezTo>
                  <a:cubicBezTo>
                    <a:pt x="1" y="2552"/>
                    <a:pt x="757" y="3308"/>
                    <a:pt x="1671" y="3308"/>
                  </a:cubicBezTo>
                  <a:lnTo>
                    <a:pt x="11469" y="3308"/>
                  </a:lnTo>
                  <a:cubicBezTo>
                    <a:pt x="11815" y="3308"/>
                    <a:pt x="12004" y="2930"/>
                    <a:pt x="11784" y="2647"/>
                  </a:cubicBezTo>
                  <a:cubicBezTo>
                    <a:pt x="11595" y="2363"/>
                    <a:pt x="11469" y="2017"/>
                    <a:pt x="11469" y="1670"/>
                  </a:cubicBezTo>
                  <a:cubicBezTo>
                    <a:pt x="11469" y="1292"/>
                    <a:pt x="11595" y="946"/>
                    <a:pt x="11784" y="662"/>
                  </a:cubicBezTo>
                  <a:cubicBezTo>
                    <a:pt x="11973" y="410"/>
                    <a:pt x="11784" y="0"/>
                    <a:pt x="1146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09" name="Google Shape;5909;p71"/>
            <p:cNvSpPr/>
            <p:nvPr/>
          </p:nvSpPr>
          <p:spPr>
            <a:xfrm>
              <a:off x="-40508050" y="3736075"/>
              <a:ext cx="21300" cy="82725"/>
            </a:xfrm>
            <a:custGeom>
              <a:avLst/>
              <a:gdLst/>
              <a:ahLst/>
              <a:cxnLst/>
              <a:rect l="l" t="t" r="r" b="b"/>
              <a:pathLst>
                <a:path w="852" h="3309" extrusionOk="0">
                  <a:moveTo>
                    <a:pt x="1" y="1"/>
                  </a:moveTo>
                  <a:lnTo>
                    <a:pt x="1" y="3309"/>
                  </a:lnTo>
                  <a:lnTo>
                    <a:pt x="852" y="3309"/>
                  </a:lnTo>
                  <a:lnTo>
                    <a:pt x="85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10" name="Google Shape;5910;p71"/>
            <p:cNvSpPr/>
            <p:nvPr/>
          </p:nvSpPr>
          <p:spPr>
            <a:xfrm>
              <a:off x="-40466300" y="3736875"/>
              <a:ext cx="39400" cy="82725"/>
            </a:xfrm>
            <a:custGeom>
              <a:avLst/>
              <a:gdLst/>
              <a:ahLst/>
              <a:cxnLst/>
              <a:rect l="l" t="t" r="r" b="b"/>
              <a:pathLst>
                <a:path w="1576" h="3309" extrusionOk="0">
                  <a:moveTo>
                    <a:pt x="1" y="0"/>
                  </a:moveTo>
                  <a:lnTo>
                    <a:pt x="1" y="3308"/>
                  </a:lnTo>
                  <a:lnTo>
                    <a:pt x="1198" y="3308"/>
                  </a:lnTo>
                  <a:cubicBezTo>
                    <a:pt x="1387" y="3277"/>
                    <a:pt x="1576" y="3088"/>
                    <a:pt x="1576" y="2899"/>
                  </a:cubicBezTo>
                  <a:lnTo>
                    <a:pt x="1576" y="410"/>
                  </a:lnTo>
                  <a:cubicBezTo>
                    <a:pt x="1576" y="158"/>
                    <a:pt x="1387" y="0"/>
                    <a:pt x="119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11" name="Google Shape;5911;p71"/>
            <p:cNvSpPr/>
            <p:nvPr/>
          </p:nvSpPr>
          <p:spPr>
            <a:xfrm>
              <a:off x="-40723050" y="3736075"/>
              <a:ext cx="194550" cy="82725"/>
            </a:xfrm>
            <a:custGeom>
              <a:avLst/>
              <a:gdLst/>
              <a:ahLst/>
              <a:cxnLst/>
              <a:rect l="l" t="t" r="r" b="b"/>
              <a:pathLst>
                <a:path w="7782" h="3309" extrusionOk="0">
                  <a:moveTo>
                    <a:pt x="441" y="1"/>
                  </a:moveTo>
                  <a:cubicBezTo>
                    <a:pt x="189" y="1"/>
                    <a:pt x="0" y="221"/>
                    <a:pt x="0" y="442"/>
                  </a:cubicBezTo>
                  <a:lnTo>
                    <a:pt x="0" y="2931"/>
                  </a:lnTo>
                  <a:cubicBezTo>
                    <a:pt x="0" y="3151"/>
                    <a:pt x="189" y="3309"/>
                    <a:pt x="441" y="3309"/>
                  </a:cubicBezTo>
                  <a:lnTo>
                    <a:pt x="7782" y="3309"/>
                  </a:lnTo>
                  <a:lnTo>
                    <a:pt x="778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12" name="Google Shape;5912;p71"/>
            <p:cNvSpPr/>
            <p:nvPr/>
          </p:nvSpPr>
          <p:spPr>
            <a:xfrm>
              <a:off x="-40681325" y="3839250"/>
              <a:ext cx="21300" cy="82725"/>
            </a:xfrm>
            <a:custGeom>
              <a:avLst/>
              <a:gdLst/>
              <a:ahLst/>
              <a:cxnLst/>
              <a:rect l="l" t="t" r="r" b="b"/>
              <a:pathLst>
                <a:path w="852" h="3309" extrusionOk="0">
                  <a:moveTo>
                    <a:pt x="1" y="1"/>
                  </a:moveTo>
                  <a:lnTo>
                    <a:pt x="1" y="3309"/>
                  </a:lnTo>
                  <a:lnTo>
                    <a:pt x="851" y="3309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13" name="Google Shape;5913;p71"/>
            <p:cNvSpPr/>
            <p:nvPr/>
          </p:nvSpPr>
          <p:spPr>
            <a:xfrm>
              <a:off x="-40639575" y="3840825"/>
              <a:ext cx="190625" cy="81950"/>
            </a:xfrm>
            <a:custGeom>
              <a:avLst/>
              <a:gdLst/>
              <a:ahLst/>
              <a:cxnLst/>
              <a:rect l="l" t="t" r="r" b="b"/>
              <a:pathLst>
                <a:path w="7625" h="3278" extrusionOk="0">
                  <a:moveTo>
                    <a:pt x="1" y="1"/>
                  </a:moveTo>
                  <a:lnTo>
                    <a:pt x="1" y="3277"/>
                  </a:lnTo>
                  <a:lnTo>
                    <a:pt x="7247" y="3277"/>
                  </a:lnTo>
                  <a:cubicBezTo>
                    <a:pt x="7467" y="3277"/>
                    <a:pt x="7625" y="3057"/>
                    <a:pt x="7625" y="2868"/>
                  </a:cubicBezTo>
                  <a:lnTo>
                    <a:pt x="7625" y="379"/>
                  </a:lnTo>
                  <a:cubicBezTo>
                    <a:pt x="7625" y="158"/>
                    <a:pt x="7436" y="1"/>
                    <a:pt x="72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14" name="Google Shape;5914;p71"/>
            <p:cNvSpPr/>
            <p:nvPr/>
          </p:nvSpPr>
          <p:spPr>
            <a:xfrm>
              <a:off x="-40745125" y="3840050"/>
              <a:ext cx="43350" cy="82725"/>
            </a:xfrm>
            <a:custGeom>
              <a:avLst/>
              <a:gdLst/>
              <a:ahLst/>
              <a:cxnLst/>
              <a:rect l="l" t="t" r="r" b="b"/>
              <a:pathLst>
                <a:path w="1734" h="3309" extrusionOk="0">
                  <a:moveTo>
                    <a:pt x="442" y="0"/>
                  </a:moveTo>
                  <a:cubicBezTo>
                    <a:pt x="190" y="0"/>
                    <a:pt x="1" y="189"/>
                    <a:pt x="1" y="378"/>
                  </a:cubicBezTo>
                  <a:lnTo>
                    <a:pt x="1" y="2867"/>
                  </a:lnTo>
                  <a:cubicBezTo>
                    <a:pt x="1" y="3088"/>
                    <a:pt x="190" y="3308"/>
                    <a:pt x="442" y="3308"/>
                  </a:cubicBezTo>
                  <a:lnTo>
                    <a:pt x="1734" y="3308"/>
                  </a:lnTo>
                  <a:lnTo>
                    <a:pt x="173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5915" name="Google Shape;5915;p71"/>
          <p:cNvGrpSpPr/>
          <p:nvPr/>
        </p:nvGrpSpPr>
        <p:grpSpPr>
          <a:xfrm>
            <a:off x="2592907" y="2470754"/>
            <a:ext cx="272639" cy="277634"/>
            <a:chOff x="-40742750" y="3972175"/>
            <a:chExt cx="311125" cy="316825"/>
          </a:xfrm>
        </p:grpSpPr>
        <p:sp>
          <p:nvSpPr>
            <p:cNvPr id="5916" name="Google Shape;5916;p71"/>
            <p:cNvSpPr/>
            <p:nvPr/>
          </p:nvSpPr>
          <p:spPr>
            <a:xfrm>
              <a:off x="-40699425" y="4118075"/>
              <a:ext cx="226850" cy="101625"/>
            </a:xfrm>
            <a:custGeom>
              <a:avLst/>
              <a:gdLst/>
              <a:ahLst/>
              <a:cxnLst/>
              <a:rect l="l" t="t" r="r" b="b"/>
              <a:pathLst>
                <a:path w="9074" h="4065" extrusionOk="0">
                  <a:moveTo>
                    <a:pt x="0" y="0"/>
                  </a:moveTo>
                  <a:lnTo>
                    <a:pt x="0" y="2017"/>
                  </a:lnTo>
                  <a:cubicBezTo>
                    <a:pt x="0" y="3529"/>
                    <a:pt x="2741" y="4065"/>
                    <a:pt x="4505" y="4065"/>
                  </a:cubicBezTo>
                  <a:cubicBezTo>
                    <a:pt x="6774" y="4065"/>
                    <a:pt x="9074" y="3371"/>
                    <a:pt x="9074" y="2017"/>
                  </a:cubicBezTo>
                  <a:lnTo>
                    <a:pt x="9074" y="0"/>
                  </a:lnTo>
                  <a:lnTo>
                    <a:pt x="5135" y="2237"/>
                  </a:lnTo>
                  <a:cubicBezTo>
                    <a:pt x="4953" y="2359"/>
                    <a:pt x="4748" y="2415"/>
                    <a:pt x="4546" y="2415"/>
                  </a:cubicBezTo>
                  <a:cubicBezTo>
                    <a:pt x="4330" y="2415"/>
                    <a:pt x="4117" y="2351"/>
                    <a:pt x="3938" y="2237"/>
                  </a:cubicBezTo>
                  <a:cubicBezTo>
                    <a:pt x="3623" y="2048"/>
                    <a:pt x="315" y="221"/>
                    <a:pt x="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17" name="Google Shape;5917;p71"/>
            <p:cNvSpPr/>
            <p:nvPr/>
          </p:nvSpPr>
          <p:spPr>
            <a:xfrm>
              <a:off x="-40742750" y="3972175"/>
              <a:ext cx="311125" cy="316825"/>
            </a:xfrm>
            <a:custGeom>
              <a:avLst/>
              <a:gdLst/>
              <a:ahLst/>
              <a:cxnLst/>
              <a:rect l="l" t="t" r="r" b="b"/>
              <a:pathLst>
                <a:path w="12445" h="12673" extrusionOk="0">
                  <a:moveTo>
                    <a:pt x="6254" y="0"/>
                  </a:moveTo>
                  <a:cubicBezTo>
                    <a:pt x="6183" y="0"/>
                    <a:pt x="6112" y="24"/>
                    <a:pt x="6049" y="71"/>
                  </a:cubicBezTo>
                  <a:lnTo>
                    <a:pt x="284" y="3379"/>
                  </a:lnTo>
                  <a:cubicBezTo>
                    <a:pt x="0" y="3537"/>
                    <a:pt x="0" y="3915"/>
                    <a:pt x="284" y="4072"/>
                  </a:cubicBezTo>
                  <a:lnTo>
                    <a:pt x="6049" y="7380"/>
                  </a:lnTo>
                  <a:cubicBezTo>
                    <a:pt x="6112" y="7427"/>
                    <a:pt x="6183" y="7451"/>
                    <a:pt x="6254" y="7451"/>
                  </a:cubicBezTo>
                  <a:cubicBezTo>
                    <a:pt x="6325" y="7451"/>
                    <a:pt x="6396" y="7427"/>
                    <a:pt x="6459" y="7380"/>
                  </a:cubicBezTo>
                  <a:cubicBezTo>
                    <a:pt x="11374" y="4545"/>
                    <a:pt x="11626" y="4419"/>
                    <a:pt x="11626" y="4419"/>
                  </a:cubicBezTo>
                  <a:lnTo>
                    <a:pt x="11626" y="12263"/>
                  </a:lnTo>
                  <a:cubicBezTo>
                    <a:pt x="11657" y="12515"/>
                    <a:pt x="11846" y="12673"/>
                    <a:pt x="12035" y="12673"/>
                  </a:cubicBezTo>
                  <a:cubicBezTo>
                    <a:pt x="12287" y="12673"/>
                    <a:pt x="12445" y="12452"/>
                    <a:pt x="12445" y="12263"/>
                  </a:cubicBezTo>
                  <a:lnTo>
                    <a:pt x="12445" y="3726"/>
                  </a:lnTo>
                  <a:cubicBezTo>
                    <a:pt x="12445" y="3568"/>
                    <a:pt x="12319" y="3411"/>
                    <a:pt x="12256" y="3379"/>
                  </a:cubicBezTo>
                  <a:lnTo>
                    <a:pt x="6459" y="71"/>
                  </a:lnTo>
                  <a:cubicBezTo>
                    <a:pt x="6396" y="24"/>
                    <a:pt x="6325" y="0"/>
                    <a:pt x="62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5918" name="Google Shape;5918;p71"/>
          <p:cNvGrpSpPr/>
          <p:nvPr/>
        </p:nvGrpSpPr>
        <p:grpSpPr>
          <a:xfrm>
            <a:off x="1679903" y="2808380"/>
            <a:ext cx="200169" cy="277481"/>
            <a:chOff x="-38860325" y="3221750"/>
            <a:chExt cx="228425" cy="316650"/>
          </a:xfrm>
        </p:grpSpPr>
        <p:sp>
          <p:nvSpPr>
            <p:cNvPr id="5919" name="Google Shape;5919;p71"/>
            <p:cNvSpPr/>
            <p:nvPr/>
          </p:nvSpPr>
          <p:spPr>
            <a:xfrm>
              <a:off x="-38735875" y="3222550"/>
              <a:ext cx="103975" cy="123675"/>
            </a:xfrm>
            <a:custGeom>
              <a:avLst/>
              <a:gdLst/>
              <a:ahLst/>
              <a:cxnLst/>
              <a:rect l="l" t="t" r="r" b="b"/>
              <a:pathLst>
                <a:path w="4159" h="4947" extrusionOk="0">
                  <a:moveTo>
                    <a:pt x="0" y="0"/>
                  </a:moveTo>
                  <a:lnTo>
                    <a:pt x="0" y="2552"/>
                  </a:lnTo>
                  <a:cubicBezTo>
                    <a:pt x="473" y="2710"/>
                    <a:pt x="851" y="3182"/>
                    <a:pt x="851" y="3750"/>
                  </a:cubicBezTo>
                  <a:lnTo>
                    <a:pt x="851" y="4947"/>
                  </a:lnTo>
                  <a:lnTo>
                    <a:pt x="4159" y="4947"/>
                  </a:lnTo>
                  <a:lnTo>
                    <a:pt x="4159" y="3687"/>
                  </a:lnTo>
                  <a:cubicBezTo>
                    <a:pt x="4159" y="1639"/>
                    <a:pt x="2489" y="0"/>
                    <a:pt x="44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20" name="Google Shape;5920;p71"/>
            <p:cNvSpPr/>
            <p:nvPr/>
          </p:nvSpPr>
          <p:spPr>
            <a:xfrm>
              <a:off x="-38756375" y="3302875"/>
              <a:ext cx="22075" cy="63050"/>
            </a:xfrm>
            <a:custGeom>
              <a:avLst/>
              <a:gdLst/>
              <a:ahLst/>
              <a:cxnLst/>
              <a:rect l="l" t="t" r="r" b="b"/>
              <a:pathLst>
                <a:path w="883" h="2522" extrusionOk="0">
                  <a:moveTo>
                    <a:pt x="474" y="1"/>
                  </a:moveTo>
                  <a:cubicBezTo>
                    <a:pt x="253" y="1"/>
                    <a:pt x="95" y="222"/>
                    <a:pt x="95" y="442"/>
                  </a:cubicBezTo>
                  <a:lnTo>
                    <a:pt x="95" y="2112"/>
                  </a:lnTo>
                  <a:cubicBezTo>
                    <a:pt x="1" y="2332"/>
                    <a:pt x="190" y="2521"/>
                    <a:pt x="442" y="2521"/>
                  </a:cubicBezTo>
                  <a:cubicBezTo>
                    <a:pt x="663" y="2521"/>
                    <a:pt x="820" y="2332"/>
                    <a:pt x="883" y="2112"/>
                  </a:cubicBezTo>
                  <a:lnTo>
                    <a:pt x="883" y="442"/>
                  </a:lnTo>
                  <a:cubicBezTo>
                    <a:pt x="883" y="222"/>
                    <a:pt x="663" y="64"/>
                    <a:pt x="47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21" name="Google Shape;5921;p71"/>
            <p:cNvSpPr/>
            <p:nvPr/>
          </p:nvSpPr>
          <p:spPr>
            <a:xfrm>
              <a:off x="-38859550" y="3221750"/>
              <a:ext cx="103200" cy="122900"/>
            </a:xfrm>
            <a:custGeom>
              <a:avLst/>
              <a:gdLst/>
              <a:ahLst/>
              <a:cxnLst/>
              <a:rect l="l" t="t" r="r" b="b"/>
              <a:pathLst>
                <a:path w="4128" h="4916" extrusionOk="0">
                  <a:moveTo>
                    <a:pt x="3687" y="1"/>
                  </a:moveTo>
                  <a:cubicBezTo>
                    <a:pt x="1671" y="1"/>
                    <a:pt x="1" y="1639"/>
                    <a:pt x="1" y="3687"/>
                  </a:cubicBezTo>
                  <a:lnTo>
                    <a:pt x="1" y="4916"/>
                  </a:lnTo>
                  <a:lnTo>
                    <a:pt x="3309" y="4916"/>
                  </a:lnTo>
                  <a:lnTo>
                    <a:pt x="3309" y="3687"/>
                  </a:lnTo>
                  <a:cubicBezTo>
                    <a:pt x="3309" y="3151"/>
                    <a:pt x="3655" y="2710"/>
                    <a:pt x="4128" y="2521"/>
                  </a:cubicBezTo>
                  <a:lnTo>
                    <a:pt x="412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22" name="Google Shape;5922;p71"/>
            <p:cNvSpPr/>
            <p:nvPr/>
          </p:nvSpPr>
          <p:spPr>
            <a:xfrm>
              <a:off x="-38860325" y="3367475"/>
              <a:ext cx="228425" cy="170925"/>
            </a:xfrm>
            <a:custGeom>
              <a:avLst/>
              <a:gdLst/>
              <a:ahLst/>
              <a:cxnLst/>
              <a:rect l="l" t="t" r="r" b="b"/>
              <a:pathLst>
                <a:path w="9137" h="6837" extrusionOk="0">
                  <a:moveTo>
                    <a:pt x="0" y="0"/>
                  </a:moveTo>
                  <a:lnTo>
                    <a:pt x="0" y="3151"/>
                  </a:lnTo>
                  <a:cubicBezTo>
                    <a:pt x="0" y="5199"/>
                    <a:pt x="1639" y="6837"/>
                    <a:pt x="3686" y="6837"/>
                  </a:cubicBezTo>
                  <a:lnTo>
                    <a:pt x="5356" y="6837"/>
                  </a:lnTo>
                  <a:cubicBezTo>
                    <a:pt x="7467" y="6837"/>
                    <a:pt x="9137" y="5199"/>
                    <a:pt x="9137" y="3151"/>
                  </a:cubicBezTo>
                  <a:lnTo>
                    <a:pt x="9137" y="0"/>
                  </a:lnTo>
                  <a:lnTo>
                    <a:pt x="5734" y="0"/>
                  </a:lnTo>
                  <a:cubicBezTo>
                    <a:pt x="5577" y="473"/>
                    <a:pt x="5104" y="819"/>
                    <a:pt x="4568" y="819"/>
                  </a:cubicBezTo>
                  <a:cubicBezTo>
                    <a:pt x="4001" y="819"/>
                    <a:pt x="3560" y="473"/>
                    <a:pt x="33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5923" name="Google Shape;5923;p71"/>
          <p:cNvGrpSpPr/>
          <p:nvPr/>
        </p:nvGrpSpPr>
        <p:grpSpPr>
          <a:xfrm>
            <a:off x="1643009" y="3154924"/>
            <a:ext cx="285061" cy="275333"/>
            <a:chOff x="-38905225" y="3591875"/>
            <a:chExt cx="325300" cy="314200"/>
          </a:xfrm>
        </p:grpSpPr>
        <p:sp>
          <p:nvSpPr>
            <p:cNvPr id="5924" name="Google Shape;5924;p71"/>
            <p:cNvSpPr/>
            <p:nvPr/>
          </p:nvSpPr>
          <p:spPr>
            <a:xfrm>
              <a:off x="-38716975" y="3591875"/>
              <a:ext cx="137050" cy="131625"/>
            </a:xfrm>
            <a:custGeom>
              <a:avLst/>
              <a:gdLst/>
              <a:ahLst/>
              <a:cxnLst/>
              <a:rect l="l" t="t" r="r" b="b"/>
              <a:pathLst>
                <a:path w="5482" h="5265" extrusionOk="0">
                  <a:moveTo>
                    <a:pt x="1543" y="1"/>
                  </a:moveTo>
                  <a:cubicBezTo>
                    <a:pt x="987" y="1"/>
                    <a:pt x="447" y="38"/>
                    <a:pt x="0" y="98"/>
                  </a:cubicBezTo>
                  <a:lnTo>
                    <a:pt x="5167" y="5265"/>
                  </a:lnTo>
                  <a:cubicBezTo>
                    <a:pt x="5482" y="3311"/>
                    <a:pt x="5198" y="1326"/>
                    <a:pt x="4568" y="696"/>
                  </a:cubicBezTo>
                  <a:cubicBezTo>
                    <a:pt x="4029" y="178"/>
                    <a:pt x="2751" y="1"/>
                    <a:pt x="154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25" name="Google Shape;5925;p71"/>
            <p:cNvSpPr/>
            <p:nvPr/>
          </p:nvSpPr>
          <p:spPr>
            <a:xfrm>
              <a:off x="-38905225" y="3774675"/>
              <a:ext cx="137075" cy="131400"/>
            </a:xfrm>
            <a:custGeom>
              <a:avLst/>
              <a:gdLst/>
              <a:ahLst/>
              <a:cxnLst/>
              <a:rect l="l" t="t" r="r" b="b"/>
              <a:pathLst>
                <a:path w="5483" h="5256" extrusionOk="0">
                  <a:moveTo>
                    <a:pt x="316" y="0"/>
                  </a:moveTo>
                  <a:lnTo>
                    <a:pt x="316" y="0"/>
                  </a:lnTo>
                  <a:cubicBezTo>
                    <a:pt x="0" y="1922"/>
                    <a:pt x="253" y="3907"/>
                    <a:pt x="914" y="4569"/>
                  </a:cubicBezTo>
                  <a:cubicBezTo>
                    <a:pt x="1376" y="5031"/>
                    <a:pt x="2601" y="5256"/>
                    <a:pt x="3967" y="5256"/>
                  </a:cubicBezTo>
                  <a:cubicBezTo>
                    <a:pt x="4464" y="5256"/>
                    <a:pt x="4979" y="5226"/>
                    <a:pt x="5482" y="5167"/>
                  </a:cubicBezTo>
                  <a:lnTo>
                    <a:pt x="31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26" name="Google Shape;5926;p71"/>
            <p:cNvSpPr/>
            <p:nvPr/>
          </p:nvSpPr>
          <p:spPr>
            <a:xfrm>
              <a:off x="-38891050" y="3599025"/>
              <a:ext cx="298525" cy="300900"/>
            </a:xfrm>
            <a:custGeom>
              <a:avLst/>
              <a:gdLst/>
              <a:ahLst/>
              <a:cxnLst/>
              <a:rect l="l" t="t" r="r" b="b"/>
              <a:pathLst>
                <a:path w="11941" h="12036" extrusionOk="0">
                  <a:moveTo>
                    <a:pt x="6349" y="2687"/>
                  </a:moveTo>
                  <a:cubicBezTo>
                    <a:pt x="6459" y="2687"/>
                    <a:pt x="6569" y="2726"/>
                    <a:pt x="6648" y="2805"/>
                  </a:cubicBezTo>
                  <a:lnTo>
                    <a:pt x="7593" y="3750"/>
                  </a:lnTo>
                  <a:lnTo>
                    <a:pt x="7719" y="3655"/>
                  </a:lnTo>
                  <a:cubicBezTo>
                    <a:pt x="7798" y="3577"/>
                    <a:pt x="7908" y="3537"/>
                    <a:pt x="8019" y="3537"/>
                  </a:cubicBezTo>
                  <a:cubicBezTo>
                    <a:pt x="8129" y="3537"/>
                    <a:pt x="8239" y="3577"/>
                    <a:pt x="8318" y="3655"/>
                  </a:cubicBezTo>
                  <a:cubicBezTo>
                    <a:pt x="8475" y="3813"/>
                    <a:pt x="8475" y="4065"/>
                    <a:pt x="8318" y="4222"/>
                  </a:cubicBezTo>
                  <a:lnTo>
                    <a:pt x="8192" y="4348"/>
                  </a:lnTo>
                  <a:lnTo>
                    <a:pt x="9137" y="5294"/>
                  </a:lnTo>
                  <a:cubicBezTo>
                    <a:pt x="9295" y="5451"/>
                    <a:pt x="9295" y="5735"/>
                    <a:pt x="9137" y="5892"/>
                  </a:cubicBezTo>
                  <a:cubicBezTo>
                    <a:pt x="9058" y="5971"/>
                    <a:pt x="8948" y="6010"/>
                    <a:pt x="8838" y="6010"/>
                  </a:cubicBezTo>
                  <a:cubicBezTo>
                    <a:pt x="8727" y="6010"/>
                    <a:pt x="8617" y="5971"/>
                    <a:pt x="8538" y="5892"/>
                  </a:cubicBezTo>
                  <a:lnTo>
                    <a:pt x="7593" y="4947"/>
                  </a:lnTo>
                  <a:lnTo>
                    <a:pt x="6522" y="6018"/>
                  </a:lnTo>
                  <a:lnTo>
                    <a:pt x="7467" y="6963"/>
                  </a:lnTo>
                  <a:cubicBezTo>
                    <a:pt x="7625" y="7089"/>
                    <a:pt x="7625" y="7373"/>
                    <a:pt x="7467" y="7530"/>
                  </a:cubicBezTo>
                  <a:cubicBezTo>
                    <a:pt x="7388" y="7609"/>
                    <a:pt x="7286" y="7649"/>
                    <a:pt x="7184" y="7649"/>
                  </a:cubicBezTo>
                  <a:cubicBezTo>
                    <a:pt x="7081" y="7649"/>
                    <a:pt x="6979" y="7609"/>
                    <a:pt x="6900" y="7530"/>
                  </a:cubicBezTo>
                  <a:lnTo>
                    <a:pt x="5955" y="6585"/>
                  </a:lnTo>
                  <a:lnTo>
                    <a:pt x="4884" y="7656"/>
                  </a:lnTo>
                  <a:lnTo>
                    <a:pt x="5829" y="8602"/>
                  </a:lnTo>
                  <a:cubicBezTo>
                    <a:pt x="5987" y="8759"/>
                    <a:pt x="5987" y="9043"/>
                    <a:pt x="5829" y="9200"/>
                  </a:cubicBezTo>
                  <a:cubicBezTo>
                    <a:pt x="5750" y="9279"/>
                    <a:pt x="5640" y="9318"/>
                    <a:pt x="5530" y="9318"/>
                  </a:cubicBezTo>
                  <a:cubicBezTo>
                    <a:pt x="5419" y="9318"/>
                    <a:pt x="5309" y="9279"/>
                    <a:pt x="5230" y="9200"/>
                  </a:cubicBezTo>
                  <a:lnTo>
                    <a:pt x="4285" y="8255"/>
                  </a:lnTo>
                  <a:lnTo>
                    <a:pt x="4159" y="8381"/>
                  </a:lnTo>
                  <a:cubicBezTo>
                    <a:pt x="4080" y="8460"/>
                    <a:pt x="3978" y="8499"/>
                    <a:pt x="3876" y="8499"/>
                  </a:cubicBezTo>
                  <a:cubicBezTo>
                    <a:pt x="3773" y="8499"/>
                    <a:pt x="3671" y="8460"/>
                    <a:pt x="3592" y="8381"/>
                  </a:cubicBezTo>
                  <a:cubicBezTo>
                    <a:pt x="3435" y="8224"/>
                    <a:pt x="3435" y="7940"/>
                    <a:pt x="3592" y="7782"/>
                  </a:cubicBezTo>
                  <a:lnTo>
                    <a:pt x="3687" y="7656"/>
                  </a:lnTo>
                  <a:lnTo>
                    <a:pt x="2742" y="6711"/>
                  </a:lnTo>
                  <a:cubicBezTo>
                    <a:pt x="2584" y="6554"/>
                    <a:pt x="2584" y="6270"/>
                    <a:pt x="2742" y="6113"/>
                  </a:cubicBezTo>
                  <a:cubicBezTo>
                    <a:pt x="2820" y="6034"/>
                    <a:pt x="2931" y="5995"/>
                    <a:pt x="3041" y="5995"/>
                  </a:cubicBezTo>
                  <a:cubicBezTo>
                    <a:pt x="3151" y="5995"/>
                    <a:pt x="3261" y="6034"/>
                    <a:pt x="3340" y="6113"/>
                  </a:cubicBezTo>
                  <a:lnTo>
                    <a:pt x="4285" y="7058"/>
                  </a:lnTo>
                  <a:lnTo>
                    <a:pt x="5356" y="6018"/>
                  </a:lnTo>
                  <a:lnTo>
                    <a:pt x="4411" y="5073"/>
                  </a:lnTo>
                  <a:cubicBezTo>
                    <a:pt x="4254" y="4916"/>
                    <a:pt x="4254" y="4632"/>
                    <a:pt x="4411" y="4474"/>
                  </a:cubicBezTo>
                  <a:cubicBezTo>
                    <a:pt x="4490" y="4396"/>
                    <a:pt x="4600" y="4356"/>
                    <a:pt x="4711" y="4356"/>
                  </a:cubicBezTo>
                  <a:cubicBezTo>
                    <a:pt x="4821" y="4356"/>
                    <a:pt x="4931" y="4396"/>
                    <a:pt x="5010" y="4474"/>
                  </a:cubicBezTo>
                  <a:lnTo>
                    <a:pt x="5955" y="5420"/>
                  </a:lnTo>
                  <a:lnTo>
                    <a:pt x="6995" y="4348"/>
                  </a:lnTo>
                  <a:lnTo>
                    <a:pt x="6050" y="3403"/>
                  </a:lnTo>
                  <a:cubicBezTo>
                    <a:pt x="5892" y="3246"/>
                    <a:pt x="5892" y="2962"/>
                    <a:pt x="6050" y="2805"/>
                  </a:cubicBezTo>
                  <a:cubicBezTo>
                    <a:pt x="6128" y="2726"/>
                    <a:pt x="6239" y="2687"/>
                    <a:pt x="6349" y="2687"/>
                  </a:cubicBezTo>
                  <a:close/>
                  <a:moveTo>
                    <a:pt x="5987" y="1"/>
                  </a:moveTo>
                  <a:cubicBezTo>
                    <a:pt x="2805" y="757"/>
                    <a:pt x="788" y="3025"/>
                    <a:pt x="1" y="6081"/>
                  </a:cubicBezTo>
                  <a:lnTo>
                    <a:pt x="5955" y="12036"/>
                  </a:lnTo>
                  <a:cubicBezTo>
                    <a:pt x="9106" y="11248"/>
                    <a:pt x="11153" y="9043"/>
                    <a:pt x="11941" y="5955"/>
                  </a:cubicBezTo>
                  <a:lnTo>
                    <a:pt x="598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5927" name="Google Shape;5927;p71"/>
          <p:cNvSpPr/>
          <p:nvPr/>
        </p:nvSpPr>
        <p:spPr>
          <a:xfrm>
            <a:off x="1648868" y="3537257"/>
            <a:ext cx="277481" cy="234695"/>
          </a:xfrm>
          <a:custGeom>
            <a:avLst/>
            <a:gdLst/>
            <a:ahLst/>
            <a:cxnLst/>
            <a:rect l="l" t="t" r="r" b="b"/>
            <a:pathLst>
              <a:path w="12666" h="10713" extrusionOk="0">
                <a:moveTo>
                  <a:pt x="1765" y="3309"/>
                </a:moveTo>
                <a:lnTo>
                  <a:pt x="1765" y="7058"/>
                </a:lnTo>
                <a:cubicBezTo>
                  <a:pt x="1765" y="7278"/>
                  <a:pt x="1954" y="7436"/>
                  <a:pt x="2206" y="7436"/>
                </a:cubicBezTo>
                <a:lnTo>
                  <a:pt x="2615" y="7436"/>
                </a:lnTo>
                <a:lnTo>
                  <a:pt x="2615" y="9925"/>
                </a:lnTo>
                <a:lnTo>
                  <a:pt x="788" y="9925"/>
                </a:lnTo>
                <a:lnTo>
                  <a:pt x="788" y="3309"/>
                </a:lnTo>
                <a:close/>
                <a:moveTo>
                  <a:pt x="5073" y="3309"/>
                </a:moveTo>
                <a:lnTo>
                  <a:pt x="5073" y="7058"/>
                </a:lnTo>
                <a:cubicBezTo>
                  <a:pt x="5073" y="7278"/>
                  <a:pt x="5262" y="7436"/>
                  <a:pt x="5514" y="7436"/>
                </a:cubicBezTo>
                <a:lnTo>
                  <a:pt x="5892" y="7436"/>
                </a:lnTo>
                <a:lnTo>
                  <a:pt x="5892" y="9925"/>
                </a:lnTo>
                <a:lnTo>
                  <a:pt x="3403" y="9925"/>
                </a:lnTo>
                <a:lnTo>
                  <a:pt x="3403" y="7436"/>
                </a:lnTo>
                <a:lnTo>
                  <a:pt x="3813" y="7436"/>
                </a:lnTo>
                <a:cubicBezTo>
                  <a:pt x="4033" y="7436"/>
                  <a:pt x="4254" y="7247"/>
                  <a:pt x="4254" y="7058"/>
                </a:cubicBezTo>
                <a:lnTo>
                  <a:pt x="4254" y="3309"/>
                </a:lnTo>
                <a:close/>
                <a:moveTo>
                  <a:pt x="8412" y="3309"/>
                </a:moveTo>
                <a:lnTo>
                  <a:pt x="8412" y="7058"/>
                </a:lnTo>
                <a:cubicBezTo>
                  <a:pt x="8412" y="7278"/>
                  <a:pt x="8601" y="7436"/>
                  <a:pt x="8853" y="7436"/>
                </a:cubicBezTo>
                <a:lnTo>
                  <a:pt x="9294" y="7436"/>
                </a:lnTo>
                <a:lnTo>
                  <a:pt x="9294" y="9925"/>
                </a:lnTo>
                <a:lnTo>
                  <a:pt x="6711" y="9925"/>
                </a:lnTo>
                <a:lnTo>
                  <a:pt x="6711" y="7436"/>
                </a:lnTo>
                <a:lnTo>
                  <a:pt x="7152" y="7436"/>
                </a:lnTo>
                <a:cubicBezTo>
                  <a:pt x="7404" y="7436"/>
                  <a:pt x="7593" y="7247"/>
                  <a:pt x="7593" y="7058"/>
                </a:cubicBezTo>
                <a:lnTo>
                  <a:pt x="7593" y="3309"/>
                </a:lnTo>
                <a:close/>
                <a:moveTo>
                  <a:pt x="11815" y="3309"/>
                </a:moveTo>
                <a:lnTo>
                  <a:pt x="11815" y="9925"/>
                </a:lnTo>
                <a:lnTo>
                  <a:pt x="9988" y="9925"/>
                </a:lnTo>
                <a:lnTo>
                  <a:pt x="9988" y="7436"/>
                </a:lnTo>
                <a:lnTo>
                  <a:pt x="10429" y="7436"/>
                </a:lnTo>
                <a:cubicBezTo>
                  <a:pt x="10649" y="7436"/>
                  <a:pt x="10870" y="7247"/>
                  <a:pt x="10870" y="7058"/>
                </a:cubicBezTo>
                <a:lnTo>
                  <a:pt x="10870" y="3309"/>
                </a:lnTo>
                <a:close/>
                <a:moveTo>
                  <a:pt x="379" y="1"/>
                </a:moveTo>
                <a:cubicBezTo>
                  <a:pt x="158" y="1"/>
                  <a:pt x="1" y="190"/>
                  <a:pt x="1" y="379"/>
                </a:cubicBezTo>
                <a:lnTo>
                  <a:pt x="1" y="10334"/>
                </a:lnTo>
                <a:cubicBezTo>
                  <a:pt x="1" y="10555"/>
                  <a:pt x="190" y="10712"/>
                  <a:pt x="379" y="10712"/>
                </a:cubicBezTo>
                <a:lnTo>
                  <a:pt x="12224" y="10712"/>
                </a:lnTo>
                <a:cubicBezTo>
                  <a:pt x="12476" y="10712"/>
                  <a:pt x="12665" y="10523"/>
                  <a:pt x="12665" y="10334"/>
                </a:cubicBezTo>
                <a:lnTo>
                  <a:pt x="12665" y="379"/>
                </a:lnTo>
                <a:cubicBezTo>
                  <a:pt x="12634" y="190"/>
                  <a:pt x="12445" y="1"/>
                  <a:pt x="12224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5928" name="Google Shape;5928;p71"/>
          <p:cNvGrpSpPr/>
          <p:nvPr/>
        </p:nvGrpSpPr>
        <p:grpSpPr>
          <a:xfrm>
            <a:off x="2998071" y="3143733"/>
            <a:ext cx="218111" cy="277305"/>
            <a:chOff x="-37370925" y="3579105"/>
            <a:chExt cx="248900" cy="316450"/>
          </a:xfrm>
        </p:grpSpPr>
        <p:sp>
          <p:nvSpPr>
            <p:cNvPr id="5929" name="Google Shape;5929;p71"/>
            <p:cNvSpPr/>
            <p:nvPr/>
          </p:nvSpPr>
          <p:spPr>
            <a:xfrm>
              <a:off x="-37268550" y="3671055"/>
              <a:ext cx="83525" cy="82525"/>
            </a:xfrm>
            <a:custGeom>
              <a:avLst/>
              <a:gdLst/>
              <a:ahLst/>
              <a:cxnLst/>
              <a:rect l="l" t="t" r="r" b="b"/>
              <a:pathLst>
                <a:path w="3341" h="3301" extrusionOk="0">
                  <a:moveTo>
                    <a:pt x="2238" y="1"/>
                  </a:moveTo>
                  <a:lnTo>
                    <a:pt x="1" y="2237"/>
                  </a:lnTo>
                  <a:lnTo>
                    <a:pt x="946" y="3183"/>
                  </a:lnTo>
                  <a:cubicBezTo>
                    <a:pt x="1040" y="3261"/>
                    <a:pt x="1151" y="3301"/>
                    <a:pt x="1257" y="3301"/>
                  </a:cubicBezTo>
                  <a:cubicBezTo>
                    <a:pt x="1363" y="3301"/>
                    <a:pt x="1466" y="3261"/>
                    <a:pt x="1545" y="3183"/>
                  </a:cubicBezTo>
                  <a:lnTo>
                    <a:pt x="3183" y="1544"/>
                  </a:lnTo>
                  <a:cubicBezTo>
                    <a:pt x="3340" y="1387"/>
                    <a:pt x="3340" y="1103"/>
                    <a:pt x="3183" y="946"/>
                  </a:cubicBezTo>
                  <a:lnTo>
                    <a:pt x="223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30" name="Google Shape;5930;p71"/>
            <p:cNvSpPr/>
            <p:nvPr/>
          </p:nvSpPr>
          <p:spPr>
            <a:xfrm>
              <a:off x="-37370925" y="3579105"/>
              <a:ext cx="248900" cy="316450"/>
            </a:xfrm>
            <a:custGeom>
              <a:avLst/>
              <a:gdLst/>
              <a:ahLst/>
              <a:cxnLst/>
              <a:rect l="l" t="t" r="r" b="b"/>
              <a:pathLst>
                <a:path w="9956" h="12658" extrusionOk="0">
                  <a:moveTo>
                    <a:pt x="4537" y="8625"/>
                  </a:moveTo>
                  <a:cubicBezTo>
                    <a:pt x="4757" y="8625"/>
                    <a:pt x="4946" y="8845"/>
                    <a:pt x="4946" y="9066"/>
                  </a:cubicBezTo>
                  <a:cubicBezTo>
                    <a:pt x="4915" y="9255"/>
                    <a:pt x="4757" y="9475"/>
                    <a:pt x="4537" y="9475"/>
                  </a:cubicBezTo>
                  <a:cubicBezTo>
                    <a:pt x="4285" y="9475"/>
                    <a:pt x="4096" y="9255"/>
                    <a:pt x="4096" y="9066"/>
                  </a:cubicBezTo>
                  <a:cubicBezTo>
                    <a:pt x="4096" y="8845"/>
                    <a:pt x="4285" y="8625"/>
                    <a:pt x="4537" y="8625"/>
                  </a:cubicBezTo>
                  <a:close/>
                  <a:moveTo>
                    <a:pt x="2615" y="0"/>
                  </a:moveTo>
                  <a:cubicBezTo>
                    <a:pt x="2513" y="0"/>
                    <a:pt x="2410" y="40"/>
                    <a:pt x="2332" y="119"/>
                  </a:cubicBezTo>
                  <a:lnTo>
                    <a:pt x="662" y="1788"/>
                  </a:lnTo>
                  <a:cubicBezTo>
                    <a:pt x="504" y="1946"/>
                    <a:pt x="504" y="2229"/>
                    <a:pt x="662" y="2355"/>
                  </a:cubicBezTo>
                  <a:lnTo>
                    <a:pt x="1764" y="3458"/>
                  </a:lnTo>
                  <a:cubicBezTo>
                    <a:pt x="1166" y="4183"/>
                    <a:pt x="819" y="5096"/>
                    <a:pt x="819" y="6073"/>
                  </a:cubicBezTo>
                  <a:cubicBezTo>
                    <a:pt x="819" y="7774"/>
                    <a:pt x="1859" y="9223"/>
                    <a:pt x="3308" y="9853"/>
                  </a:cubicBezTo>
                  <a:lnTo>
                    <a:pt x="3308" y="10200"/>
                  </a:lnTo>
                  <a:lnTo>
                    <a:pt x="1229" y="10200"/>
                  </a:lnTo>
                  <a:cubicBezTo>
                    <a:pt x="536" y="10200"/>
                    <a:pt x="0" y="10767"/>
                    <a:pt x="0" y="11429"/>
                  </a:cubicBezTo>
                  <a:lnTo>
                    <a:pt x="0" y="12248"/>
                  </a:lnTo>
                  <a:cubicBezTo>
                    <a:pt x="0" y="12500"/>
                    <a:pt x="189" y="12657"/>
                    <a:pt x="441" y="12657"/>
                  </a:cubicBezTo>
                  <a:lnTo>
                    <a:pt x="8696" y="12657"/>
                  </a:lnTo>
                  <a:cubicBezTo>
                    <a:pt x="8948" y="12657"/>
                    <a:pt x="9137" y="12468"/>
                    <a:pt x="9137" y="12248"/>
                  </a:cubicBezTo>
                  <a:lnTo>
                    <a:pt x="9137" y="11429"/>
                  </a:lnTo>
                  <a:cubicBezTo>
                    <a:pt x="9137" y="10767"/>
                    <a:pt x="8570" y="10200"/>
                    <a:pt x="7876" y="10200"/>
                  </a:cubicBezTo>
                  <a:lnTo>
                    <a:pt x="5797" y="10200"/>
                  </a:lnTo>
                  <a:lnTo>
                    <a:pt x="5797" y="10137"/>
                  </a:lnTo>
                  <a:cubicBezTo>
                    <a:pt x="7120" y="9853"/>
                    <a:pt x="8223" y="8940"/>
                    <a:pt x="8790" y="7743"/>
                  </a:cubicBezTo>
                  <a:lnTo>
                    <a:pt x="9515" y="7743"/>
                  </a:lnTo>
                  <a:cubicBezTo>
                    <a:pt x="9767" y="7743"/>
                    <a:pt x="9956" y="7522"/>
                    <a:pt x="9956" y="7333"/>
                  </a:cubicBezTo>
                  <a:cubicBezTo>
                    <a:pt x="9893" y="7176"/>
                    <a:pt x="9735" y="6987"/>
                    <a:pt x="9483" y="6987"/>
                  </a:cubicBezTo>
                  <a:lnTo>
                    <a:pt x="6994" y="6987"/>
                  </a:lnTo>
                  <a:cubicBezTo>
                    <a:pt x="6774" y="6987"/>
                    <a:pt x="6585" y="7176"/>
                    <a:pt x="6585" y="7365"/>
                  </a:cubicBezTo>
                  <a:cubicBezTo>
                    <a:pt x="6585" y="7617"/>
                    <a:pt x="6774" y="7774"/>
                    <a:pt x="6994" y="7774"/>
                  </a:cubicBezTo>
                  <a:lnTo>
                    <a:pt x="7845" y="7774"/>
                  </a:lnTo>
                  <a:cubicBezTo>
                    <a:pt x="7404" y="8530"/>
                    <a:pt x="6648" y="9097"/>
                    <a:pt x="5734" y="9318"/>
                  </a:cubicBezTo>
                  <a:lnTo>
                    <a:pt x="5734" y="8971"/>
                  </a:lnTo>
                  <a:cubicBezTo>
                    <a:pt x="5734" y="8310"/>
                    <a:pt x="5198" y="7774"/>
                    <a:pt x="4537" y="7743"/>
                  </a:cubicBezTo>
                  <a:cubicBezTo>
                    <a:pt x="3844" y="7743"/>
                    <a:pt x="3308" y="8278"/>
                    <a:pt x="3308" y="8940"/>
                  </a:cubicBezTo>
                  <a:cubicBezTo>
                    <a:pt x="2332" y="8373"/>
                    <a:pt x="1638" y="7302"/>
                    <a:pt x="1638" y="6073"/>
                  </a:cubicBezTo>
                  <a:cubicBezTo>
                    <a:pt x="1638" y="5285"/>
                    <a:pt x="1922" y="4624"/>
                    <a:pt x="2363" y="4057"/>
                  </a:cubicBezTo>
                  <a:lnTo>
                    <a:pt x="3529" y="5254"/>
                  </a:lnTo>
                  <a:lnTo>
                    <a:pt x="5797" y="3017"/>
                  </a:lnTo>
                  <a:lnTo>
                    <a:pt x="2899" y="119"/>
                  </a:lnTo>
                  <a:cubicBezTo>
                    <a:pt x="2820" y="40"/>
                    <a:pt x="2717" y="0"/>
                    <a:pt x="26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5931" name="Google Shape;5931;p71"/>
          <p:cNvSpPr/>
          <p:nvPr/>
        </p:nvSpPr>
        <p:spPr>
          <a:xfrm>
            <a:off x="1273111" y="1793582"/>
            <a:ext cx="273340" cy="277064"/>
          </a:xfrm>
          <a:custGeom>
            <a:avLst/>
            <a:gdLst/>
            <a:ahLst/>
            <a:cxnLst/>
            <a:rect l="l" t="t" r="r" b="b"/>
            <a:pathLst>
              <a:path w="12477" h="12647" extrusionOk="0">
                <a:moveTo>
                  <a:pt x="3750" y="4538"/>
                </a:moveTo>
                <a:cubicBezTo>
                  <a:pt x="4223" y="4538"/>
                  <a:pt x="4601" y="4884"/>
                  <a:pt x="4601" y="5357"/>
                </a:cubicBezTo>
                <a:cubicBezTo>
                  <a:pt x="4601" y="5829"/>
                  <a:pt x="4223" y="6176"/>
                  <a:pt x="3750" y="6176"/>
                </a:cubicBezTo>
                <a:cubicBezTo>
                  <a:pt x="3277" y="6176"/>
                  <a:pt x="2931" y="5829"/>
                  <a:pt x="2931" y="5357"/>
                </a:cubicBezTo>
                <a:cubicBezTo>
                  <a:pt x="2931" y="4884"/>
                  <a:pt x="3277" y="4538"/>
                  <a:pt x="3750" y="4538"/>
                </a:cubicBezTo>
                <a:close/>
                <a:moveTo>
                  <a:pt x="6239" y="4538"/>
                </a:moveTo>
                <a:cubicBezTo>
                  <a:pt x="6711" y="4538"/>
                  <a:pt x="7058" y="4884"/>
                  <a:pt x="7058" y="5357"/>
                </a:cubicBezTo>
                <a:cubicBezTo>
                  <a:pt x="7058" y="5829"/>
                  <a:pt x="6711" y="6176"/>
                  <a:pt x="6239" y="6176"/>
                </a:cubicBezTo>
                <a:cubicBezTo>
                  <a:pt x="5766" y="6176"/>
                  <a:pt x="5420" y="5829"/>
                  <a:pt x="5420" y="5357"/>
                </a:cubicBezTo>
                <a:cubicBezTo>
                  <a:pt x="5420" y="4884"/>
                  <a:pt x="5766" y="4538"/>
                  <a:pt x="6239" y="4538"/>
                </a:cubicBezTo>
                <a:close/>
                <a:moveTo>
                  <a:pt x="8728" y="4538"/>
                </a:moveTo>
                <a:cubicBezTo>
                  <a:pt x="9200" y="4538"/>
                  <a:pt x="9547" y="4884"/>
                  <a:pt x="9547" y="5357"/>
                </a:cubicBezTo>
                <a:cubicBezTo>
                  <a:pt x="9547" y="5829"/>
                  <a:pt x="9200" y="6176"/>
                  <a:pt x="8728" y="6176"/>
                </a:cubicBezTo>
                <a:cubicBezTo>
                  <a:pt x="8255" y="6176"/>
                  <a:pt x="7877" y="5829"/>
                  <a:pt x="7877" y="5357"/>
                </a:cubicBezTo>
                <a:cubicBezTo>
                  <a:pt x="7877" y="4884"/>
                  <a:pt x="8255" y="4538"/>
                  <a:pt x="8728" y="4538"/>
                </a:cubicBezTo>
                <a:close/>
                <a:moveTo>
                  <a:pt x="6239" y="1"/>
                </a:moveTo>
                <a:cubicBezTo>
                  <a:pt x="2805" y="1"/>
                  <a:pt x="1" y="2395"/>
                  <a:pt x="1" y="5357"/>
                </a:cubicBezTo>
                <a:cubicBezTo>
                  <a:pt x="1" y="7436"/>
                  <a:pt x="1387" y="9200"/>
                  <a:pt x="3309" y="10082"/>
                </a:cubicBezTo>
                <a:lnTo>
                  <a:pt x="3309" y="12256"/>
                </a:lnTo>
                <a:cubicBezTo>
                  <a:pt x="3309" y="12486"/>
                  <a:pt x="3502" y="12646"/>
                  <a:pt x="3715" y="12646"/>
                </a:cubicBezTo>
                <a:cubicBezTo>
                  <a:pt x="3824" y="12646"/>
                  <a:pt x="3938" y="12604"/>
                  <a:pt x="4034" y="12508"/>
                </a:cubicBezTo>
                <a:lnTo>
                  <a:pt x="5609" y="10681"/>
                </a:lnTo>
                <a:cubicBezTo>
                  <a:pt x="5798" y="10681"/>
                  <a:pt x="5987" y="10713"/>
                  <a:pt x="6239" y="10713"/>
                </a:cubicBezTo>
                <a:cubicBezTo>
                  <a:pt x="9641" y="10713"/>
                  <a:pt x="12477" y="8350"/>
                  <a:pt x="12477" y="5357"/>
                </a:cubicBezTo>
                <a:cubicBezTo>
                  <a:pt x="12477" y="2395"/>
                  <a:pt x="9704" y="1"/>
                  <a:pt x="6239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5932" name="Google Shape;5932;p71"/>
          <p:cNvSpPr/>
          <p:nvPr/>
        </p:nvSpPr>
        <p:spPr>
          <a:xfrm>
            <a:off x="1291743" y="2120058"/>
            <a:ext cx="236075" cy="278861"/>
          </a:xfrm>
          <a:custGeom>
            <a:avLst/>
            <a:gdLst/>
            <a:ahLst/>
            <a:cxnLst/>
            <a:rect l="l" t="t" r="r" b="b"/>
            <a:pathLst>
              <a:path w="10776" h="12729" extrusionOk="0">
                <a:moveTo>
                  <a:pt x="1670" y="851"/>
                </a:moveTo>
                <a:lnTo>
                  <a:pt x="1670" y="9326"/>
                </a:lnTo>
                <a:cubicBezTo>
                  <a:pt x="1355" y="9326"/>
                  <a:pt x="1072" y="9421"/>
                  <a:pt x="851" y="9578"/>
                </a:cubicBezTo>
                <a:lnTo>
                  <a:pt x="851" y="2049"/>
                </a:lnTo>
                <a:cubicBezTo>
                  <a:pt x="851" y="1481"/>
                  <a:pt x="1198" y="1072"/>
                  <a:pt x="1670" y="851"/>
                </a:cubicBezTo>
                <a:close/>
                <a:moveTo>
                  <a:pt x="9925" y="10177"/>
                </a:moveTo>
                <a:lnTo>
                  <a:pt x="9925" y="10208"/>
                </a:lnTo>
                <a:lnTo>
                  <a:pt x="9925" y="11846"/>
                </a:lnTo>
                <a:lnTo>
                  <a:pt x="1670" y="11846"/>
                </a:lnTo>
                <a:cubicBezTo>
                  <a:pt x="1229" y="11846"/>
                  <a:pt x="851" y="11468"/>
                  <a:pt x="851" y="11027"/>
                </a:cubicBezTo>
                <a:cubicBezTo>
                  <a:pt x="851" y="10586"/>
                  <a:pt x="1229" y="10177"/>
                  <a:pt x="1670" y="10177"/>
                </a:cubicBezTo>
                <a:close/>
                <a:moveTo>
                  <a:pt x="2111" y="1"/>
                </a:moveTo>
                <a:cubicBezTo>
                  <a:pt x="914" y="1"/>
                  <a:pt x="1" y="946"/>
                  <a:pt x="1" y="2080"/>
                </a:cubicBezTo>
                <a:lnTo>
                  <a:pt x="1" y="11059"/>
                </a:lnTo>
                <a:cubicBezTo>
                  <a:pt x="1" y="11973"/>
                  <a:pt x="757" y="12729"/>
                  <a:pt x="1670" y="12729"/>
                </a:cubicBezTo>
                <a:lnTo>
                  <a:pt x="10334" y="12729"/>
                </a:lnTo>
                <a:cubicBezTo>
                  <a:pt x="10586" y="12729"/>
                  <a:pt x="10775" y="12508"/>
                  <a:pt x="10775" y="12319"/>
                </a:cubicBezTo>
                <a:lnTo>
                  <a:pt x="10775" y="473"/>
                </a:lnTo>
                <a:cubicBezTo>
                  <a:pt x="10775" y="221"/>
                  <a:pt x="10586" y="64"/>
                  <a:pt x="10334" y="64"/>
                </a:cubicBezTo>
                <a:lnTo>
                  <a:pt x="9105" y="64"/>
                </a:lnTo>
                <a:lnTo>
                  <a:pt x="9105" y="3781"/>
                </a:lnTo>
                <a:cubicBezTo>
                  <a:pt x="9105" y="4011"/>
                  <a:pt x="8912" y="4171"/>
                  <a:pt x="8708" y="4171"/>
                </a:cubicBezTo>
                <a:cubicBezTo>
                  <a:pt x="8604" y="4171"/>
                  <a:pt x="8498" y="4129"/>
                  <a:pt x="8412" y="4033"/>
                </a:cubicBezTo>
                <a:lnTo>
                  <a:pt x="7845" y="3498"/>
                </a:lnTo>
                <a:lnTo>
                  <a:pt x="7310" y="4033"/>
                </a:lnTo>
                <a:cubicBezTo>
                  <a:pt x="7214" y="4129"/>
                  <a:pt x="7100" y="4171"/>
                  <a:pt x="6991" y="4171"/>
                </a:cubicBezTo>
                <a:cubicBezTo>
                  <a:pt x="6778" y="4171"/>
                  <a:pt x="6585" y="4011"/>
                  <a:pt x="6585" y="3781"/>
                </a:cubicBezTo>
                <a:lnTo>
                  <a:pt x="6585" y="64"/>
                </a:lnTo>
                <a:lnTo>
                  <a:pt x="2111" y="64"/>
                </a:lnTo>
                <a:lnTo>
                  <a:pt x="2111" y="1"/>
                </a:ln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5933" name="Google Shape;5933;p71"/>
          <p:cNvGrpSpPr/>
          <p:nvPr/>
        </p:nvGrpSpPr>
        <p:grpSpPr>
          <a:xfrm>
            <a:off x="1268102" y="2452286"/>
            <a:ext cx="278861" cy="277481"/>
            <a:chOff x="-42259725" y="3951100"/>
            <a:chExt cx="318225" cy="316650"/>
          </a:xfrm>
        </p:grpSpPr>
        <p:sp>
          <p:nvSpPr>
            <p:cNvPr id="5934" name="Google Shape;5934;p71"/>
            <p:cNvSpPr/>
            <p:nvPr/>
          </p:nvSpPr>
          <p:spPr>
            <a:xfrm>
              <a:off x="-42258150" y="3951100"/>
              <a:ext cx="316650" cy="123675"/>
            </a:xfrm>
            <a:custGeom>
              <a:avLst/>
              <a:gdLst/>
              <a:ahLst/>
              <a:cxnLst/>
              <a:rect l="l" t="t" r="r" b="b"/>
              <a:pathLst>
                <a:path w="12666" h="4947" extrusionOk="0">
                  <a:moveTo>
                    <a:pt x="2868" y="820"/>
                  </a:moveTo>
                  <a:cubicBezTo>
                    <a:pt x="3120" y="820"/>
                    <a:pt x="3277" y="1009"/>
                    <a:pt x="3277" y="1261"/>
                  </a:cubicBezTo>
                  <a:lnTo>
                    <a:pt x="3277" y="2899"/>
                  </a:lnTo>
                  <a:cubicBezTo>
                    <a:pt x="3277" y="3151"/>
                    <a:pt x="3057" y="3308"/>
                    <a:pt x="2868" y="3308"/>
                  </a:cubicBezTo>
                  <a:cubicBezTo>
                    <a:pt x="2647" y="3308"/>
                    <a:pt x="2490" y="3119"/>
                    <a:pt x="2427" y="2899"/>
                  </a:cubicBezTo>
                  <a:lnTo>
                    <a:pt x="2427" y="1261"/>
                  </a:lnTo>
                  <a:cubicBezTo>
                    <a:pt x="2427" y="1009"/>
                    <a:pt x="2647" y="851"/>
                    <a:pt x="2868" y="820"/>
                  </a:cubicBezTo>
                  <a:close/>
                  <a:moveTo>
                    <a:pt x="9767" y="820"/>
                  </a:moveTo>
                  <a:cubicBezTo>
                    <a:pt x="9988" y="820"/>
                    <a:pt x="10145" y="1009"/>
                    <a:pt x="10145" y="1261"/>
                  </a:cubicBezTo>
                  <a:lnTo>
                    <a:pt x="10145" y="2899"/>
                  </a:lnTo>
                  <a:cubicBezTo>
                    <a:pt x="10145" y="3151"/>
                    <a:pt x="9956" y="3308"/>
                    <a:pt x="9767" y="3308"/>
                  </a:cubicBezTo>
                  <a:cubicBezTo>
                    <a:pt x="9515" y="3308"/>
                    <a:pt x="9358" y="3119"/>
                    <a:pt x="9326" y="2899"/>
                  </a:cubicBezTo>
                  <a:lnTo>
                    <a:pt x="9326" y="1261"/>
                  </a:lnTo>
                  <a:cubicBezTo>
                    <a:pt x="9326" y="1009"/>
                    <a:pt x="9515" y="851"/>
                    <a:pt x="9767" y="820"/>
                  </a:cubicBezTo>
                  <a:close/>
                  <a:moveTo>
                    <a:pt x="2868" y="0"/>
                  </a:moveTo>
                  <a:cubicBezTo>
                    <a:pt x="2206" y="0"/>
                    <a:pt x="1639" y="536"/>
                    <a:pt x="1608" y="1229"/>
                  </a:cubicBezTo>
                  <a:lnTo>
                    <a:pt x="1608" y="1639"/>
                  </a:lnTo>
                  <a:lnTo>
                    <a:pt x="1230" y="1639"/>
                  </a:lnTo>
                  <a:cubicBezTo>
                    <a:pt x="536" y="1639"/>
                    <a:pt x="1" y="2206"/>
                    <a:pt x="1" y="2867"/>
                  </a:cubicBezTo>
                  <a:lnTo>
                    <a:pt x="1" y="4947"/>
                  </a:lnTo>
                  <a:lnTo>
                    <a:pt x="12666" y="4947"/>
                  </a:lnTo>
                  <a:lnTo>
                    <a:pt x="12666" y="2867"/>
                  </a:lnTo>
                  <a:cubicBezTo>
                    <a:pt x="12634" y="2206"/>
                    <a:pt x="12036" y="1639"/>
                    <a:pt x="11374" y="1639"/>
                  </a:cubicBezTo>
                  <a:lnTo>
                    <a:pt x="10996" y="1639"/>
                  </a:lnTo>
                  <a:lnTo>
                    <a:pt x="10996" y="1229"/>
                  </a:lnTo>
                  <a:cubicBezTo>
                    <a:pt x="10996" y="536"/>
                    <a:pt x="10429" y="0"/>
                    <a:pt x="9767" y="0"/>
                  </a:cubicBezTo>
                  <a:cubicBezTo>
                    <a:pt x="9106" y="0"/>
                    <a:pt x="8539" y="536"/>
                    <a:pt x="8507" y="1229"/>
                  </a:cubicBezTo>
                  <a:lnTo>
                    <a:pt x="8507" y="1639"/>
                  </a:lnTo>
                  <a:lnTo>
                    <a:pt x="4097" y="1639"/>
                  </a:lnTo>
                  <a:lnTo>
                    <a:pt x="4097" y="1229"/>
                  </a:lnTo>
                  <a:cubicBezTo>
                    <a:pt x="4097" y="536"/>
                    <a:pt x="3561" y="0"/>
                    <a:pt x="286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35" name="Google Shape;5935;p71"/>
            <p:cNvSpPr/>
            <p:nvPr/>
          </p:nvSpPr>
          <p:spPr>
            <a:xfrm>
              <a:off x="-42259725" y="4096800"/>
              <a:ext cx="316650" cy="170950"/>
            </a:xfrm>
            <a:custGeom>
              <a:avLst/>
              <a:gdLst/>
              <a:ahLst/>
              <a:cxnLst/>
              <a:rect l="l" t="t" r="r" b="b"/>
              <a:pathLst>
                <a:path w="12666" h="6838" extrusionOk="0">
                  <a:moveTo>
                    <a:pt x="1" y="1"/>
                  </a:moveTo>
                  <a:lnTo>
                    <a:pt x="1" y="5640"/>
                  </a:lnTo>
                  <a:lnTo>
                    <a:pt x="32" y="5640"/>
                  </a:lnTo>
                  <a:cubicBezTo>
                    <a:pt x="32" y="6302"/>
                    <a:pt x="568" y="6837"/>
                    <a:pt x="1261" y="6837"/>
                  </a:cubicBezTo>
                  <a:lnTo>
                    <a:pt x="11437" y="6837"/>
                  </a:lnTo>
                  <a:cubicBezTo>
                    <a:pt x="12099" y="6837"/>
                    <a:pt x="12666" y="6302"/>
                    <a:pt x="12666" y="5640"/>
                  </a:cubicBezTo>
                  <a:lnTo>
                    <a:pt x="1266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5936" name="Google Shape;5936;p71"/>
          <p:cNvGrpSpPr/>
          <p:nvPr/>
        </p:nvGrpSpPr>
        <p:grpSpPr>
          <a:xfrm>
            <a:off x="2916874" y="1836553"/>
            <a:ext cx="278159" cy="253316"/>
            <a:chOff x="-40378075" y="3267450"/>
            <a:chExt cx="317425" cy="289075"/>
          </a:xfrm>
        </p:grpSpPr>
        <p:sp>
          <p:nvSpPr>
            <p:cNvPr id="5937" name="Google Shape;5937;p71"/>
            <p:cNvSpPr/>
            <p:nvPr/>
          </p:nvSpPr>
          <p:spPr>
            <a:xfrm>
              <a:off x="-40218975" y="3308400"/>
              <a:ext cx="158325" cy="248125"/>
            </a:xfrm>
            <a:custGeom>
              <a:avLst/>
              <a:gdLst/>
              <a:ahLst/>
              <a:cxnLst/>
              <a:rect l="l" t="t" r="r" b="b"/>
              <a:pathLst>
                <a:path w="6333" h="9925" extrusionOk="0">
                  <a:moveTo>
                    <a:pt x="4694" y="1"/>
                  </a:moveTo>
                  <a:lnTo>
                    <a:pt x="4694" y="7877"/>
                  </a:lnTo>
                  <a:cubicBezTo>
                    <a:pt x="4694" y="8097"/>
                    <a:pt x="4474" y="8255"/>
                    <a:pt x="4253" y="8255"/>
                  </a:cubicBezTo>
                  <a:cubicBezTo>
                    <a:pt x="2993" y="8255"/>
                    <a:pt x="1638" y="8696"/>
                    <a:pt x="693" y="9452"/>
                  </a:cubicBezTo>
                  <a:cubicBezTo>
                    <a:pt x="536" y="9546"/>
                    <a:pt x="189" y="9925"/>
                    <a:pt x="0" y="9925"/>
                  </a:cubicBezTo>
                  <a:lnTo>
                    <a:pt x="5073" y="9925"/>
                  </a:lnTo>
                  <a:cubicBezTo>
                    <a:pt x="5734" y="9925"/>
                    <a:pt x="6333" y="9357"/>
                    <a:pt x="6333" y="8696"/>
                  </a:cubicBezTo>
                  <a:lnTo>
                    <a:pt x="6333" y="1229"/>
                  </a:lnTo>
                  <a:cubicBezTo>
                    <a:pt x="6333" y="536"/>
                    <a:pt x="5766" y="1"/>
                    <a:pt x="507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38" name="Google Shape;5938;p71"/>
            <p:cNvSpPr/>
            <p:nvPr/>
          </p:nvSpPr>
          <p:spPr>
            <a:xfrm>
              <a:off x="-40316650" y="3267450"/>
              <a:ext cx="86675" cy="257575"/>
            </a:xfrm>
            <a:custGeom>
              <a:avLst/>
              <a:gdLst/>
              <a:ahLst/>
              <a:cxnLst/>
              <a:rect l="l" t="t" r="r" b="b"/>
              <a:pathLst>
                <a:path w="3467" h="10303" extrusionOk="0">
                  <a:moveTo>
                    <a:pt x="1" y="0"/>
                  </a:moveTo>
                  <a:lnTo>
                    <a:pt x="1" y="9105"/>
                  </a:lnTo>
                  <a:cubicBezTo>
                    <a:pt x="1166" y="9200"/>
                    <a:pt x="2489" y="9578"/>
                    <a:pt x="3466" y="10302"/>
                  </a:cubicBezTo>
                  <a:lnTo>
                    <a:pt x="3466" y="1197"/>
                  </a:lnTo>
                  <a:cubicBezTo>
                    <a:pt x="2489" y="473"/>
                    <a:pt x="1229" y="95"/>
                    <a:pt x="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39" name="Google Shape;5939;p71"/>
            <p:cNvSpPr/>
            <p:nvPr/>
          </p:nvSpPr>
          <p:spPr>
            <a:xfrm>
              <a:off x="-40209525" y="3267450"/>
              <a:ext cx="86650" cy="257575"/>
            </a:xfrm>
            <a:custGeom>
              <a:avLst/>
              <a:gdLst/>
              <a:ahLst/>
              <a:cxnLst/>
              <a:rect l="l" t="t" r="r" b="b"/>
              <a:pathLst>
                <a:path w="3466" h="10303" extrusionOk="0">
                  <a:moveTo>
                    <a:pt x="3466" y="0"/>
                  </a:moveTo>
                  <a:cubicBezTo>
                    <a:pt x="2300" y="95"/>
                    <a:pt x="977" y="473"/>
                    <a:pt x="0" y="1197"/>
                  </a:cubicBezTo>
                  <a:lnTo>
                    <a:pt x="0" y="10302"/>
                  </a:lnTo>
                  <a:cubicBezTo>
                    <a:pt x="977" y="9578"/>
                    <a:pt x="2237" y="9200"/>
                    <a:pt x="3466" y="9105"/>
                  </a:cubicBezTo>
                  <a:lnTo>
                    <a:pt x="346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40" name="Google Shape;5940;p71"/>
            <p:cNvSpPr/>
            <p:nvPr/>
          </p:nvSpPr>
          <p:spPr>
            <a:xfrm>
              <a:off x="-40378075" y="3308400"/>
              <a:ext cx="157550" cy="248125"/>
            </a:xfrm>
            <a:custGeom>
              <a:avLst/>
              <a:gdLst/>
              <a:ahLst/>
              <a:cxnLst/>
              <a:rect l="l" t="t" r="r" b="b"/>
              <a:pathLst>
                <a:path w="6302" h="9925" extrusionOk="0"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lnTo>
                    <a:pt x="0" y="8664"/>
                  </a:lnTo>
                  <a:cubicBezTo>
                    <a:pt x="32" y="9357"/>
                    <a:pt x="567" y="9925"/>
                    <a:pt x="1229" y="9925"/>
                  </a:cubicBezTo>
                  <a:lnTo>
                    <a:pt x="6301" y="9925"/>
                  </a:lnTo>
                  <a:cubicBezTo>
                    <a:pt x="6112" y="9925"/>
                    <a:pt x="5766" y="9609"/>
                    <a:pt x="5608" y="9452"/>
                  </a:cubicBezTo>
                  <a:cubicBezTo>
                    <a:pt x="4631" y="8664"/>
                    <a:pt x="3277" y="8255"/>
                    <a:pt x="2048" y="8255"/>
                  </a:cubicBezTo>
                  <a:cubicBezTo>
                    <a:pt x="1828" y="8255"/>
                    <a:pt x="1638" y="8066"/>
                    <a:pt x="1638" y="7877"/>
                  </a:cubicBezTo>
                  <a:lnTo>
                    <a:pt x="163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5941" name="Google Shape;5941;p71"/>
          <p:cNvGrpSpPr/>
          <p:nvPr/>
        </p:nvGrpSpPr>
        <p:grpSpPr>
          <a:xfrm>
            <a:off x="2919623" y="2137503"/>
            <a:ext cx="272661" cy="277481"/>
            <a:chOff x="-40372575" y="3604550"/>
            <a:chExt cx="311150" cy="316650"/>
          </a:xfrm>
        </p:grpSpPr>
        <p:sp>
          <p:nvSpPr>
            <p:cNvPr id="5942" name="Google Shape;5942;p71"/>
            <p:cNvSpPr/>
            <p:nvPr/>
          </p:nvSpPr>
          <p:spPr>
            <a:xfrm>
              <a:off x="-40372575" y="3604550"/>
              <a:ext cx="311150" cy="134475"/>
            </a:xfrm>
            <a:custGeom>
              <a:avLst/>
              <a:gdLst/>
              <a:ahLst/>
              <a:cxnLst/>
              <a:rect l="l" t="t" r="r" b="b"/>
              <a:pathLst>
                <a:path w="12446" h="5379" extrusionOk="0">
                  <a:moveTo>
                    <a:pt x="3088" y="0"/>
                  </a:moveTo>
                  <a:cubicBezTo>
                    <a:pt x="1639" y="0"/>
                    <a:pt x="316" y="1008"/>
                    <a:pt x="95" y="2489"/>
                  </a:cubicBezTo>
                  <a:cubicBezTo>
                    <a:pt x="1" y="3214"/>
                    <a:pt x="190" y="3938"/>
                    <a:pt x="568" y="4506"/>
                  </a:cubicBezTo>
                  <a:cubicBezTo>
                    <a:pt x="962" y="5071"/>
                    <a:pt x="1607" y="5366"/>
                    <a:pt x="2240" y="5366"/>
                  </a:cubicBezTo>
                  <a:cubicBezTo>
                    <a:pt x="2772" y="5366"/>
                    <a:pt x="3296" y="5157"/>
                    <a:pt x="3655" y="4726"/>
                  </a:cubicBezTo>
                  <a:cubicBezTo>
                    <a:pt x="4569" y="3655"/>
                    <a:pt x="3844" y="2489"/>
                    <a:pt x="2836" y="2489"/>
                  </a:cubicBezTo>
                  <a:cubicBezTo>
                    <a:pt x="2584" y="2489"/>
                    <a:pt x="2427" y="2678"/>
                    <a:pt x="2427" y="2899"/>
                  </a:cubicBezTo>
                  <a:cubicBezTo>
                    <a:pt x="2427" y="3151"/>
                    <a:pt x="2616" y="3308"/>
                    <a:pt x="2836" y="3340"/>
                  </a:cubicBezTo>
                  <a:cubicBezTo>
                    <a:pt x="3057" y="3340"/>
                    <a:pt x="3214" y="3529"/>
                    <a:pt x="3214" y="3749"/>
                  </a:cubicBezTo>
                  <a:cubicBezTo>
                    <a:pt x="3214" y="3970"/>
                    <a:pt x="3025" y="4127"/>
                    <a:pt x="2836" y="4127"/>
                  </a:cubicBezTo>
                  <a:cubicBezTo>
                    <a:pt x="2049" y="4127"/>
                    <a:pt x="1450" y="3434"/>
                    <a:pt x="1608" y="2584"/>
                  </a:cubicBezTo>
                  <a:cubicBezTo>
                    <a:pt x="1754" y="1999"/>
                    <a:pt x="2279" y="1632"/>
                    <a:pt x="2882" y="1632"/>
                  </a:cubicBezTo>
                  <a:cubicBezTo>
                    <a:pt x="2930" y="1632"/>
                    <a:pt x="2977" y="1634"/>
                    <a:pt x="3025" y="1639"/>
                  </a:cubicBezTo>
                  <a:cubicBezTo>
                    <a:pt x="3624" y="1733"/>
                    <a:pt x="4128" y="2048"/>
                    <a:pt x="4474" y="2489"/>
                  </a:cubicBezTo>
                  <a:lnTo>
                    <a:pt x="7908" y="2489"/>
                  </a:lnTo>
                  <a:cubicBezTo>
                    <a:pt x="8255" y="2017"/>
                    <a:pt x="8759" y="1702"/>
                    <a:pt x="9358" y="1639"/>
                  </a:cubicBezTo>
                  <a:cubicBezTo>
                    <a:pt x="9406" y="1634"/>
                    <a:pt x="9453" y="1632"/>
                    <a:pt x="9501" y="1632"/>
                  </a:cubicBezTo>
                  <a:cubicBezTo>
                    <a:pt x="10104" y="1632"/>
                    <a:pt x="10629" y="1999"/>
                    <a:pt x="10775" y="2584"/>
                  </a:cubicBezTo>
                  <a:cubicBezTo>
                    <a:pt x="10964" y="3434"/>
                    <a:pt x="10334" y="4127"/>
                    <a:pt x="9547" y="4127"/>
                  </a:cubicBezTo>
                  <a:cubicBezTo>
                    <a:pt x="9326" y="4127"/>
                    <a:pt x="9137" y="3938"/>
                    <a:pt x="9137" y="3749"/>
                  </a:cubicBezTo>
                  <a:cubicBezTo>
                    <a:pt x="9137" y="3497"/>
                    <a:pt x="9326" y="3340"/>
                    <a:pt x="9547" y="3340"/>
                  </a:cubicBezTo>
                  <a:cubicBezTo>
                    <a:pt x="9799" y="3340"/>
                    <a:pt x="9956" y="3151"/>
                    <a:pt x="9956" y="2899"/>
                  </a:cubicBezTo>
                  <a:cubicBezTo>
                    <a:pt x="9956" y="2678"/>
                    <a:pt x="9767" y="2521"/>
                    <a:pt x="9547" y="2489"/>
                  </a:cubicBezTo>
                  <a:cubicBezTo>
                    <a:pt x="8539" y="2489"/>
                    <a:pt x="7814" y="3686"/>
                    <a:pt x="8728" y="4726"/>
                  </a:cubicBezTo>
                  <a:cubicBezTo>
                    <a:pt x="9099" y="5169"/>
                    <a:pt x="9626" y="5379"/>
                    <a:pt x="10158" y="5379"/>
                  </a:cubicBezTo>
                  <a:cubicBezTo>
                    <a:pt x="10800" y="5379"/>
                    <a:pt x="11451" y="5074"/>
                    <a:pt x="11847" y="4506"/>
                  </a:cubicBezTo>
                  <a:cubicBezTo>
                    <a:pt x="12225" y="3970"/>
                    <a:pt x="12445" y="3277"/>
                    <a:pt x="12319" y="2489"/>
                  </a:cubicBezTo>
                  <a:cubicBezTo>
                    <a:pt x="12130" y="1008"/>
                    <a:pt x="10775" y="0"/>
                    <a:pt x="932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43" name="Google Shape;5943;p71"/>
            <p:cNvSpPr/>
            <p:nvPr/>
          </p:nvSpPr>
          <p:spPr>
            <a:xfrm>
              <a:off x="-40312700" y="3730575"/>
              <a:ext cx="185100" cy="190625"/>
            </a:xfrm>
            <a:custGeom>
              <a:avLst/>
              <a:gdLst/>
              <a:ahLst/>
              <a:cxnLst/>
              <a:rect l="l" t="t" r="r" b="b"/>
              <a:pathLst>
                <a:path w="7404" h="7625" extrusionOk="0">
                  <a:moveTo>
                    <a:pt x="2426" y="0"/>
                  </a:moveTo>
                  <a:lnTo>
                    <a:pt x="2426" y="5639"/>
                  </a:lnTo>
                  <a:cubicBezTo>
                    <a:pt x="2426" y="5860"/>
                    <a:pt x="2237" y="6017"/>
                    <a:pt x="2048" y="6017"/>
                  </a:cubicBezTo>
                  <a:cubicBezTo>
                    <a:pt x="1796" y="6017"/>
                    <a:pt x="1638" y="5828"/>
                    <a:pt x="1638" y="5639"/>
                  </a:cubicBezTo>
                  <a:lnTo>
                    <a:pt x="1638" y="473"/>
                  </a:lnTo>
                  <a:cubicBezTo>
                    <a:pt x="1229" y="851"/>
                    <a:pt x="630" y="1103"/>
                    <a:pt x="0" y="1134"/>
                  </a:cubicBezTo>
                  <a:lnTo>
                    <a:pt x="0" y="7246"/>
                  </a:lnTo>
                  <a:cubicBezTo>
                    <a:pt x="0" y="7467"/>
                    <a:pt x="189" y="7624"/>
                    <a:pt x="378" y="7624"/>
                  </a:cubicBezTo>
                  <a:lnTo>
                    <a:pt x="6994" y="7624"/>
                  </a:lnTo>
                  <a:cubicBezTo>
                    <a:pt x="7246" y="7624"/>
                    <a:pt x="7404" y="7435"/>
                    <a:pt x="7404" y="7246"/>
                  </a:cubicBezTo>
                  <a:lnTo>
                    <a:pt x="7404" y="1134"/>
                  </a:lnTo>
                  <a:cubicBezTo>
                    <a:pt x="6774" y="1071"/>
                    <a:pt x="6175" y="788"/>
                    <a:pt x="5734" y="315"/>
                  </a:cubicBezTo>
                  <a:lnTo>
                    <a:pt x="5734" y="5639"/>
                  </a:lnTo>
                  <a:cubicBezTo>
                    <a:pt x="5734" y="5860"/>
                    <a:pt x="5545" y="6017"/>
                    <a:pt x="5324" y="6017"/>
                  </a:cubicBezTo>
                  <a:cubicBezTo>
                    <a:pt x="5072" y="6017"/>
                    <a:pt x="4915" y="5828"/>
                    <a:pt x="4915" y="5639"/>
                  </a:cubicBezTo>
                  <a:lnTo>
                    <a:pt x="4915" y="0"/>
                  </a:lnTo>
                  <a:lnTo>
                    <a:pt x="4096" y="0"/>
                  </a:lnTo>
                  <a:lnTo>
                    <a:pt x="4096" y="5639"/>
                  </a:lnTo>
                  <a:cubicBezTo>
                    <a:pt x="4096" y="5860"/>
                    <a:pt x="3907" y="6017"/>
                    <a:pt x="3686" y="6017"/>
                  </a:cubicBezTo>
                  <a:cubicBezTo>
                    <a:pt x="3466" y="6017"/>
                    <a:pt x="3277" y="5828"/>
                    <a:pt x="3277" y="5639"/>
                  </a:cubicBezTo>
                  <a:lnTo>
                    <a:pt x="327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44" name="Google Shape;5944;p71"/>
            <p:cNvSpPr/>
            <p:nvPr/>
          </p:nvSpPr>
          <p:spPr>
            <a:xfrm>
              <a:off x="-40250475" y="3688025"/>
              <a:ext cx="66950" cy="20500"/>
            </a:xfrm>
            <a:custGeom>
              <a:avLst/>
              <a:gdLst/>
              <a:ahLst/>
              <a:cxnLst/>
              <a:rect l="l" t="t" r="r" b="b"/>
              <a:pathLst>
                <a:path w="2678" h="820" extrusionOk="0">
                  <a:moveTo>
                    <a:pt x="0" y="1"/>
                  </a:moveTo>
                  <a:cubicBezTo>
                    <a:pt x="32" y="127"/>
                    <a:pt x="32" y="284"/>
                    <a:pt x="32" y="379"/>
                  </a:cubicBezTo>
                  <a:cubicBezTo>
                    <a:pt x="32" y="536"/>
                    <a:pt x="32" y="662"/>
                    <a:pt x="0" y="788"/>
                  </a:cubicBezTo>
                  <a:lnTo>
                    <a:pt x="2666" y="788"/>
                  </a:lnTo>
                  <a:cubicBezTo>
                    <a:pt x="2615" y="649"/>
                    <a:pt x="2615" y="555"/>
                    <a:pt x="2615" y="379"/>
                  </a:cubicBezTo>
                  <a:cubicBezTo>
                    <a:pt x="2615" y="284"/>
                    <a:pt x="2615" y="127"/>
                    <a:pt x="2678" y="1"/>
                  </a:cubicBezTo>
                  <a:close/>
                  <a:moveTo>
                    <a:pt x="2666" y="788"/>
                  </a:moveTo>
                  <a:cubicBezTo>
                    <a:pt x="2670" y="799"/>
                    <a:pt x="2674" y="809"/>
                    <a:pt x="2678" y="820"/>
                  </a:cubicBezTo>
                  <a:lnTo>
                    <a:pt x="2678" y="788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5945" name="Google Shape;5945;p71"/>
          <p:cNvSpPr/>
          <p:nvPr/>
        </p:nvSpPr>
        <p:spPr>
          <a:xfrm>
            <a:off x="2922122" y="2469961"/>
            <a:ext cx="271960" cy="278927"/>
          </a:xfrm>
          <a:custGeom>
            <a:avLst/>
            <a:gdLst/>
            <a:ahLst/>
            <a:cxnLst/>
            <a:rect l="l" t="t" r="r" b="b"/>
            <a:pathLst>
              <a:path w="12414" h="12732" extrusionOk="0">
                <a:moveTo>
                  <a:pt x="11965" y="0"/>
                </a:moveTo>
                <a:cubicBezTo>
                  <a:pt x="11946" y="0"/>
                  <a:pt x="11928" y="1"/>
                  <a:pt x="11910" y="4"/>
                </a:cubicBezTo>
                <a:lnTo>
                  <a:pt x="4474" y="1642"/>
                </a:lnTo>
                <a:cubicBezTo>
                  <a:pt x="4254" y="1705"/>
                  <a:pt x="4128" y="1862"/>
                  <a:pt x="4128" y="2051"/>
                </a:cubicBezTo>
                <a:lnTo>
                  <a:pt x="4128" y="9108"/>
                </a:lnTo>
                <a:cubicBezTo>
                  <a:pt x="3718" y="8793"/>
                  <a:pt x="3120" y="8541"/>
                  <a:pt x="2490" y="8541"/>
                </a:cubicBezTo>
                <a:cubicBezTo>
                  <a:pt x="1103" y="8541"/>
                  <a:pt x="1" y="9486"/>
                  <a:pt x="1" y="10652"/>
                </a:cubicBezTo>
                <a:cubicBezTo>
                  <a:pt x="1" y="11786"/>
                  <a:pt x="1103" y="12731"/>
                  <a:pt x="2490" y="12731"/>
                </a:cubicBezTo>
                <a:cubicBezTo>
                  <a:pt x="3876" y="12731"/>
                  <a:pt x="4979" y="11786"/>
                  <a:pt x="4979" y="10652"/>
                </a:cubicBezTo>
                <a:lnTo>
                  <a:pt x="4979" y="4887"/>
                </a:lnTo>
                <a:lnTo>
                  <a:pt x="11595" y="3438"/>
                </a:lnTo>
                <a:lnTo>
                  <a:pt x="11595" y="7502"/>
                </a:lnTo>
                <a:cubicBezTo>
                  <a:pt x="11154" y="7187"/>
                  <a:pt x="10555" y="6935"/>
                  <a:pt x="9925" y="6935"/>
                </a:cubicBezTo>
                <a:cubicBezTo>
                  <a:pt x="8570" y="6935"/>
                  <a:pt x="7467" y="7880"/>
                  <a:pt x="7467" y="9014"/>
                </a:cubicBezTo>
                <a:cubicBezTo>
                  <a:pt x="7467" y="10180"/>
                  <a:pt x="8570" y="11125"/>
                  <a:pt x="9925" y="11125"/>
                </a:cubicBezTo>
                <a:cubicBezTo>
                  <a:pt x="11311" y="11125"/>
                  <a:pt x="12414" y="10180"/>
                  <a:pt x="12414" y="9014"/>
                </a:cubicBezTo>
                <a:lnTo>
                  <a:pt x="12414" y="445"/>
                </a:lnTo>
                <a:cubicBezTo>
                  <a:pt x="12414" y="182"/>
                  <a:pt x="12197" y="0"/>
                  <a:pt x="11965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5946" name="Google Shape;5946;p71"/>
          <p:cNvGrpSpPr/>
          <p:nvPr/>
        </p:nvGrpSpPr>
        <p:grpSpPr>
          <a:xfrm>
            <a:off x="1962585" y="2807001"/>
            <a:ext cx="299279" cy="279124"/>
            <a:chOff x="-38542250" y="3220175"/>
            <a:chExt cx="341525" cy="318525"/>
          </a:xfrm>
        </p:grpSpPr>
        <p:sp>
          <p:nvSpPr>
            <p:cNvPr id="5947" name="Google Shape;5947;p71"/>
            <p:cNvSpPr/>
            <p:nvPr/>
          </p:nvSpPr>
          <p:spPr>
            <a:xfrm>
              <a:off x="-38542250" y="3440725"/>
              <a:ext cx="101750" cy="97975"/>
            </a:xfrm>
            <a:custGeom>
              <a:avLst/>
              <a:gdLst/>
              <a:ahLst/>
              <a:cxnLst/>
              <a:rect l="l" t="t" r="r" b="b"/>
              <a:pathLst>
                <a:path w="4070" h="3919" extrusionOk="0">
                  <a:moveTo>
                    <a:pt x="1455" y="0"/>
                  </a:moveTo>
                  <a:lnTo>
                    <a:pt x="1013" y="2489"/>
                  </a:lnTo>
                  <a:lnTo>
                    <a:pt x="289" y="3214"/>
                  </a:lnTo>
                  <a:cubicBezTo>
                    <a:pt x="1" y="3502"/>
                    <a:pt x="280" y="3919"/>
                    <a:pt x="597" y="3919"/>
                  </a:cubicBezTo>
                  <a:cubicBezTo>
                    <a:pt x="695" y="3919"/>
                    <a:pt x="798" y="3878"/>
                    <a:pt x="887" y="3781"/>
                  </a:cubicBezTo>
                  <a:lnTo>
                    <a:pt x="1612" y="3088"/>
                  </a:lnTo>
                  <a:lnTo>
                    <a:pt x="4069" y="2647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48" name="Google Shape;5948;p71"/>
            <p:cNvSpPr/>
            <p:nvPr/>
          </p:nvSpPr>
          <p:spPr>
            <a:xfrm>
              <a:off x="-38494875" y="3354075"/>
              <a:ext cx="141800" cy="141025"/>
            </a:xfrm>
            <a:custGeom>
              <a:avLst/>
              <a:gdLst/>
              <a:ahLst/>
              <a:cxnLst/>
              <a:rect l="l" t="t" r="r" b="b"/>
              <a:pathLst>
                <a:path w="5672" h="5641" extrusionOk="0">
                  <a:moveTo>
                    <a:pt x="2742" y="1"/>
                  </a:moveTo>
                  <a:lnTo>
                    <a:pt x="1" y="2710"/>
                  </a:lnTo>
                  <a:lnTo>
                    <a:pt x="2931" y="5640"/>
                  </a:lnTo>
                  <a:lnTo>
                    <a:pt x="5671" y="2899"/>
                  </a:lnTo>
                  <a:lnTo>
                    <a:pt x="274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49" name="Google Shape;5949;p71"/>
            <p:cNvSpPr/>
            <p:nvPr/>
          </p:nvSpPr>
          <p:spPr>
            <a:xfrm>
              <a:off x="-38432050" y="3220175"/>
              <a:ext cx="231325" cy="192225"/>
            </a:xfrm>
            <a:custGeom>
              <a:avLst/>
              <a:gdLst/>
              <a:ahLst/>
              <a:cxnLst/>
              <a:rect l="l" t="t" r="r" b="b"/>
              <a:pathLst>
                <a:path w="9253" h="7689" extrusionOk="0">
                  <a:moveTo>
                    <a:pt x="3442" y="1"/>
                  </a:moveTo>
                  <a:cubicBezTo>
                    <a:pt x="3127" y="1"/>
                    <a:pt x="2812" y="127"/>
                    <a:pt x="2591" y="379"/>
                  </a:cubicBezTo>
                  <a:lnTo>
                    <a:pt x="292" y="2647"/>
                  </a:lnTo>
                  <a:cubicBezTo>
                    <a:pt x="1" y="2962"/>
                    <a:pt x="287" y="3370"/>
                    <a:pt x="607" y="3370"/>
                  </a:cubicBezTo>
                  <a:cubicBezTo>
                    <a:pt x="704" y="3370"/>
                    <a:pt x="803" y="3333"/>
                    <a:pt x="890" y="3246"/>
                  </a:cubicBezTo>
                  <a:lnTo>
                    <a:pt x="3190" y="946"/>
                  </a:lnTo>
                  <a:cubicBezTo>
                    <a:pt x="3269" y="867"/>
                    <a:pt x="3371" y="828"/>
                    <a:pt x="3474" y="828"/>
                  </a:cubicBezTo>
                  <a:cubicBezTo>
                    <a:pt x="3576" y="828"/>
                    <a:pt x="3678" y="867"/>
                    <a:pt x="3757" y="946"/>
                  </a:cubicBezTo>
                  <a:lnTo>
                    <a:pt x="4198" y="1387"/>
                  </a:lnTo>
                  <a:lnTo>
                    <a:pt x="827" y="4758"/>
                  </a:lnTo>
                  <a:lnTo>
                    <a:pt x="3726" y="7688"/>
                  </a:lnTo>
                  <a:lnTo>
                    <a:pt x="7821" y="3593"/>
                  </a:lnTo>
                  <a:cubicBezTo>
                    <a:pt x="9253" y="2161"/>
                    <a:pt x="8028" y="43"/>
                    <a:pt x="6392" y="43"/>
                  </a:cubicBezTo>
                  <a:cubicBezTo>
                    <a:pt x="5868" y="43"/>
                    <a:pt x="5301" y="261"/>
                    <a:pt x="4765" y="789"/>
                  </a:cubicBezTo>
                  <a:cubicBezTo>
                    <a:pt x="4324" y="379"/>
                    <a:pt x="4041" y="1"/>
                    <a:pt x="344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5950" name="Google Shape;5950;p71"/>
          <p:cNvGrpSpPr/>
          <p:nvPr/>
        </p:nvGrpSpPr>
        <p:grpSpPr>
          <a:xfrm>
            <a:off x="1979034" y="3151528"/>
            <a:ext cx="277481" cy="276801"/>
            <a:chOff x="-38537400" y="3588000"/>
            <a:chExt cx="316650" cy="315875"/>
          </a:xfrm>
        </p:grpSpPr>
        <p:sp>
          <p:nvSpPr>
            <p:cNvPr id="5951" name="Google Shape;5951;p71"/>
            <p:cNvSpPr/>
            <p:nvPr/>
          </p:nvSpPr>
          <p:spPr>
            <a:xfrm>
              <a:off x="-38327900" y="3719550"/>
              <a:ext cx="20500" cy="41750"/>
            </a:xfrm>
            <a:custGeom>
              <a:avLst/>
              <a:gdLst/>
              <a:ahLst/>
              <a:cxnLst/>
              <a:rect l="l" t="t" r="r" b="b"/>
              <a:pathLst>
                <a:path w="820" h="1670" extrusionOk="0">
                  <a:moveTo>
                    <a:pt x="1" y="0"/>
                  </a:moveTo>
                  <a:lnTo>
                    <a:pt x="1" y="1229"/>
                  </a:lnTo>
                  <a:cubicBezTo>
                    <a:pt x="1" y="1449"/>
                    <a:pt x="190" y="1607"/>
                    <a:pt x="442" y="1670"/>
                  </a:cubicBezTo>
                  <a:cubicBezTo>
                    <a:pt x="631" y="1607"/>
                    <a:pt x="820" y="1449"/>
                    <a:pt x="820" y="1229"/>
                  </a:cubicBezTo>
                  <a:lnTo>
                    <a:pt x="82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52" name="Google Shape;5952;p71"/>
            <p:cNvSpPr/>
            <p:nvPr/>
          </p:nvSpPr>
          <p:spPr>
            <a:xfrm>
              <a:off x="-38452350" y="3719550"/>
              <a:ext cx="21300" cy="41750"/>
            </a:xfrm>
            <a:custGeom>
              <a:avLst/>
              <a:gdLst/>
              <a:ahLst/>
              <a:cxnLst/>
              <a:rect l="l" t="t" r="r" b="b"/>
              <a:pathLst>
                <a:path w="852" h="1670" extrusionOk="0">
                  <a:moveTo>
                    <a:pt x="1" y="0"/>
                  </a:moveTo>
                  <a:lnTo>
                    <a:pt x="1" y="1229"/>
                  </a:lnTo>
                  <a:cubicBezTo>
                    <a:pt x="1" y="1449"/>
                    <a:pt x="221" y="1607"/>
                    <a:pt x="410" y="1670"/>
                  </a:cubicBezTo>
                  <a:cubicBezTo>
                    <a:pt x="631" y="1607"/>
                    <a:pt x="851" y="1449"/>
                    <a:pt x="851" y="1229"/>
                  </a:cubicBezTo>
                  <a:lnTo>
                    <a:pt x="85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53" name="Google Shape;5953;p71"/>
            <p:cNvSpPr/>
            <p:nvPr/>
          </p:nvSpPr>
          <p:spPr>
            <a:xfrm>
              <a:off x="-38516925" y="3759700"/>
              <a:ext cx="275700" cy="144175"/>
            </a:xfrm>
            <a:custGeom>
              <a:avLst/>
              <a:gdLst/>
              <a:ahLst/>
              <a:cxnLst/>
              <a:rect l="l" t="t" r="r" b="b"/>
              <a:pathLst>
                <a:path w="11028" h="5767" extrusionOk="0">
                  <a:moveTo>
                    <a:pt x="7152" y="1671"/>
                  </a:moveTo>
                  <a:cubicBezTo>
                    <a:pt x="7404" y="1671"/>
                    <a:pt x="7593" y="1860"/>
                    <a:pt x="7593" y="2112"/>
                  </a:cubicBezTo>
                  <a:lnTo>
                    <a:pt x="7593" y="3750"/>
                  </a:lnTo>
                  <a:cubicBezTo>
                    <a:pt x="7593" y="4002"/>
                    <a:pt x="7404" y="4159"/>
                    <a:pt x="7152" y="4159"/>
                  </a:cubicBezTo>
                  <a:lnTo>
                    <a:pt x="3844" y="4159"/>
                  </a:lnTo>
                  <a:cubicBezTo>
                    <a:pt x="3624" y="4159"/>
                    <a:pt x="3434" y="3939"/>
                    <a:pt x="3434" y="3750"/>
                  </a:cubicBezTo>
                  <a:lnTo>
                    <a:pt x="3434" y="2112"/>
                  </a:lnTo>
                  <a:cubicBezTo>
                    <a:pt x="3434" y="1860"/>
                    <a:pt x="3624" y="1671"/>
                    <a:pt x="3844" y="1671"/>
                  </a:cubicBezTo>
                  <a:close/>
                  <a:moveTo>
                    <a:pt x="0" y="1"/>
                  </a:moveTo>
                  <a:lnTo>
                    <a:pt x="0" y="4537"/>
                  </a:lnTo>
                  <a:cubicBezTo>
                    <a:pt x="0" y="5199"/>
                    <a:pt x="568" y="5766"/>
                    <a:pt x="1261" y="5766"/>
                  </a:cubicBezTo>
                  <a:lnTo>
                    <a:pt x="9798" y="5766"/>
                  </a:lnTo>
                  <a:cubicBezTo>
                    <a:pt x="10460" y="5766"/>
                    <a:pt x="11027" y="5199"/>
                    <a:pt x="11027" y="4537"/>
                  </a:cubicBezTo>
                  <a:lnTo>
                    <a:pt x="11027" y="1"/>
                  </a:lnTo>
                  <a:lnTo>
                    <a:pt x="9168" y="1"/>
                  </a:lnTo>
                  <a:cubicBezTo>
                    <a:pt x="9011" y="473"/>
                    <a:pt x="8538" y="851"/>
                    <a:pt x="8003" y="851"/>
                  </a:cubicBezTo>
                  <a:cubicBezTo>
                    <a:pt x="7436" y="851"/>
                    <a:pt x="6995" y="473"/>
                    <a:pt x="6806" y="1"/>
                  </a:cubicBezTo>
                  <a:lnTo>
                    <a:pt x="4159" y="1"/>
                  </a:lnTo>
                  <a:cubicBezTo>
                    <a:pt x="4002" y="473"/>
                    <a:pt x="3560" y="851"/>
                    <a:pt x="2993" y="851"/>
                  </a:cubicBezTo>
                  <a:cubicBezTo>
                    <a:pt x="2489" y="851"/>
                    <a:pt x="2017" y="536"/>
                    <a:pt x="185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54" name="Google Shape;5954;p71"/>
            <p:cNvSpPr/>
            <p:nvPr/>
          </p:nvSpPr>
          <p:spPr>
            <a:xfrm>
              <a:off x="-38537400" y="3588000"/>
              <a:ext cx="316650" cy="151250"/>
            </a:xfrm>
            <a:custGeom>
              <a:avLst/>
              <a:gdLst/>
              <a:ahLst/>
              <a:cxnLst/>
              <a:rect l="l" t="t" r="r" b="b"/>
              <a:pathLst>
                <a:path w="12666" h="6050" extrusionOk="0">
                  <a:moveTo>
                    <a:pt x="7971" y="820"/>
                  </a:moveTo>
                  <a:cubicBezTo>
                    <a:pt x="8223" y="820"/>
                    <a:pt x="8381" y="1009"/>
                    <a:pt x="8412" y="1229"/>
                  </a:cubicBezTo>
                  <a:lnTo>
                    <a:pt x="8412" y="1639"/>
                  </a:lnTo>
                  <a:lnTo>
                    <a:pt x="4253" y="1639"/>
                  </a:lnTo>
                  <a:lnTo>
                    <a:pt x="4253" y="1229"/>
                  </a:lnTo>
                  <a:cubicBezTo>
                    <a:pt x="4253" y="1009"/>
                    <a:pt x="4443" y="851"/>
                    <a:pt x="4663" y="820"/>
                  </a:cubicBezTo>
                  <a:close/>
                  <a:moveTo>
                    <a:pt x="4632" y="1"/>
                  </a:moveTo>
                  <a:cubicBezTo>
                    <a:pt x="3970" y="1"/>
                    <a:pt x="3403" y="536"/>
                    <a:pt x="3403" y="1229"/>
                  </a:cubicBezTo>
                  <a:lnTo>
                    <a:pt x="3403" y="1639"/>
                  </a:lnTo>
                  <a:lnTo>
                    <a:pt x="1229" y="1639"/>
                  </a:lnTo>
                  <a:cubicBezTo>
                    <a:pt x="536" y="1639"/>
                    <a:pt x="0" y="2175"/>
                    <a:pt x="0" y="2868"/>
                  </a:cubicBezTo>
                  <a:lnTo>
                    <a:pt x="0" y="5609"/>
                  </a:lnTo>
                  <a:cubicBezTo>
                    <a:pt x="0" y="5861"/>
                    <a:pt x="189" y="6050"/>
                    <a:pt x="378" y="6050"/>
                  </a:cubicBezTo>
                  <a:lnTo>
                    <a:pt x="2584" y="6050"/>
                  </a:lnTo>
                  <a:lnTo>
                    <a:pt x="2584" y="4821"/>
                  </a:lnTo>
                  <a:cubicBezTo>
                    <a:pt x="2584" y="4600"/>
                    <a:pt x="2804" y="4380"/>
                    <a:pt x="3025" y="4380"/>
                  </a:cubicBezTo>
                  <a:lnTo>
                    <a:pt x="4663" y="4380"/>
                  </a:lnTo>
                  <a:cubicBezTo>
                    <a:pt x="4915" y="4380"/>
                    <a:pt x="5104" y="4600"/>
                    <a:pt x="5104" y="4821"/>
                  </a:cubicBezTo>
                  <a:lnTo>
                    <a:pt x="5104" y="6050"/>
                  </a:lnTo>
                  <a:lnTo>
                    <a:pt x="7593" y="6050"/>
                  </a:lnTo>
                  <a:lnTo>
                    <a:pt x="7593" y="4821"/>
                  </a:lnTo>
                  <a:cubicBezTo>
                    <a:pt x="7593" y="4600"/>
                    <a:pt x="7782" y="4380"/>
                    <a:pt x="7971" y="4380"/>
                  </a:cubicBezTo>
                  <a:lnTo>
                    <a:pt x="9641" y="4380"/>
                  </a:lnTo>
                  <a:cubicBezTo>
                    <a:pt x="9861" y="4380"/>
                    <a:pt x="10019" y="4600"/>
                    <a:pt x="10019" y="4821"/>
                  </a:cubicBezTo>
                  <a:lnTo>
                    <a:pt x="10019" y="6050"/>
                  </a:lnTo>
                  <a:lnTo>
                    <a:pt x="12224" y="6050"/>
                  </a:lnTo>
                  <a:cubicBezTo>
                    <a:pt x="12476" y="6050"/>
                    <a:pt x="12665" y="5861"/>
                    <a:pt x="12665" y="5609"/>
                  </a:cubicBezTo>
                  <a:lnTo>
                    <a:pt x="12665" y="2868"/>
                  </a:lnTo>
                  <a:cubicBezTo>
                    <a:pt x="12665" y="2238"/>
                    <a:pt x="12067" y="1639"/>
                    <a:pt x="11405" y="1639"/>
                  </a:cubicBezTo>
                  <a:lnTo>
                    <a:pt x="9200" y="1639"/>
                  </a:lnTo>
                  <a:lnTo>
                    <a:pt x="9200" y="1229"/>
                  </a:lnTo>
                  <a:cubicBezTo>
                    <a:pt x="9200" y="568"/>
                    <a:pt x="8664" y="32"/>
                    <a:pt x="79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5955" name="Google Shape;5955;p71"/>
          <p:cNvGrpSpPr/>
          <p:nvPr/>
        </p:nvGrpSpPr>
        <p:grpSpPr>
          <a:xfrm>
            <a:off x="1978344" y="3494674"/>
            <a:ext cx="278861" cy="277481"/>
            <a:chOff x="-38538975" y="3954250"/>
            <a:chExt cx="318225" cy="316650"/>
          </a:xfrm>
        </p:grpSpPr>
        <p:sp>
          <p:nvSpPr>
            <p:cNvPr id="5956" name="Google Shape;5956;p71"/>
            <p:cNvSpPr/>
            <p:nvPr/>
          </p:nvSpPr>
          <p:spPr>
            <a:xfrm>
              <a:off x="-38538975" y="3954250"/>
              <a:ext cx="254425" cy="253625"/>
            </a:xfrm>
            <a:custGeom>
              <a:avLst/>
              <a:gdLst/>
              <a:ahLst/>
              <a:cxnLst/>
              <a:rect l="l" t="t" r="r" b="b"/>
              <a:pathLst>
                <a:path w="10177" h="10145" extrusionOk="0">
                  <a:moveTo>
                    <a:pt x="5104" y="3813"/>
                  </a:moveTo>
                  <a:cubicBezTo>
                    <a:pt x="5797" y="3813"/>
                    <a:pt x="6364" y="4348"/>
                    <a:pt x="6364" y="5073"/>
                  </a:cubicBezTo>
                  <a:cubicBezTo>
                    <a:pt x="6364" y="5766"/>
                    <a:pt x="5797" y="6333"/>
                    <a:pt x="5104" y="6333"/>
                  </a:cubicBezTo>
                  <a:cubicBezTo>
                    <a:pt x="4379" y="6333"/>
                    <a:pt x="3844" y="5766"/>
                    <a:pt x="3844" y="5073"/>
                  </a:cubicBezTo>
                  <a:cubicBezTo>
                    <a:pt x="3844" y="4411"/>
                    <a:pt x="4411" y="3813"/>
                    <a:pt x="5104" y="3813"/>
                  </a:cubicBezTo>
                  <a:close/>
                  <a:moveTo>
                    <a:pt x="5104" y="0"/>
                  </a:moveTo>
                  <a:cubicBezTo>
                    <a:pt x="2300" y="0"/>
                    <a:pt x="0" y="2269"/>
                    <a:pt x="0" y="5073"/>
                  </a:cubicBezTo>
                  <a:cubicBezTo>
                    <a:pt x="63" y="7908"/>
                    <a:pt x="2300" y="10145"/>
                    <a:pt x="5104" y="10145"/>
                  </a:cubicBezTo>
                  <a:cubicBezTo>
                    <a:pt x="7877" y="10145"/>
                    <a:pt x="10176" y="7877"/>
                    <a:pt x="10176" y="5073"/>
                  </a:cubicBezTo>
                  <a:cubicBezTo>
                    <a:pt x="10176" y="2269"/>
                    <a:pt x="7877" y="0"/>
                    <a:pt x="510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57" name="Google Shape;5957;p71"/>
            <p:cNvSpPr/>
            <p:nvPr/>
          </p:nvSpPr>
          <p:spPr>
            <a:xfrm>
              <a:off x="-38496450" y="4081725"/>
              <a:ext cx="275700" cy="189175"/>
            </a:xfrm>
            <a:custGeom>
              <a:avLst/>
              <a:gdLst/>
              <a:ahLst/>
              <a:cxnLst/>
              <a:rect l="l" t="t" r="r" b="b"/>
              <a:pathLst>
                <a:path w="11028" h="7567" extrusionOk="0">
                  <a:moveTo>
                    <a:pt x="9774" y="0"/>
                  </a:moveTo>
                  <a:cubicBezTo>
                    <a:pt x="9040" y="0"/>
                    <a:pt x="8444" y="548"/>
                    <a:pt x="8444" y="1265"/>
                  </a:cubicBezTo>
                  <a:cubicBezTo>
                    <a:pt x="8444" y="1801"/>
                    <a:pt x="8790" y="2305"/>
                    <a:pt x="9295" y="2463"/>
                  </a:cubicBezTo>
                  <a:lnTo>
                    <a:pt x="9295" y="2967"/>
                  </a:lnTo>
                  <a:cubicBezTo>
                    <a:pt x="9295" y="4416"/>
                    <a:pt x="8192" y="5645"/>
                    <a:pt x="6774" y="5834"/>
                  </a:cubicBezTo>
                  <a:lnTo>
                    <a:pt x="6774" y="4825"/>
                  </a:lnTo>
                  <a:cubicBezTo>
                    <a:pt x="5829" y="5487"/>
                    <a:pt x="4663" y="5865"/>
                    <a:pt x="3403" y="5865"/>
                  </a:cubicBezTo>
                  <a:cubicBezTo>
                    <a:pt x="2143" y="5865"/>
                    <a:pt x="977" y="5487"/>
                    <a:pt x="1" y="4825"/>
                  </a:cubicBezTo>
                  <a:lnTo>
                    <a:pt x="1" y="6306"/>
                  </a:lnTo>
                  <a:cubicBezTo>
                    <a:pt x="1" y="7031"/>
                    <a:pt x="568" y="7566"/>
                    <a:pt x="1261" y="7566"/>
                  </a:cubicBezTo>
                  <a:lnTo>
                    <a:pt x="5388" y="7566"/>
                  </a:lnTo>
                  <a:cubicBezTo>
                    <a:pt x="5955" y="7566"/>
                    <a:pt x="6459" y="7220"/>
                    <a:pt x="6617" y="6716"/>
                  </a:cubicBezTo>
                  <a:cubicBezTo>
                    <a:pt x="8601" y="6495"/>
                    <a:pt x="10082" y="4920"/>
                    <a:pt x="10114" y="2904"/>
                  </a:cubicBezTo>
                  <a:lnTo>
                    <a:pt x="10114" y="2400"/>
                  </a:lnTo>
                  <a:cubicBezTo>
                    <a:pt x="10649" y="2211"/>
                    <a:pt x="11027" y="1706"/>
                    <a:pt x="10996" y="1108"/>
                  </a:cubicBezTo>
                  <a:cubicBezTo>
                    <a:pt x="10964" y="572"/>
                    <a:pt x="10492" y="100"/>
                    <a:pt x="9893" y="5"/>
                  </a:cubicBezTo>
                  <a:cubicBezTo>
                    <a:pt x="9853" y="2"/>
                    <a:pt x="9813" y="0"/>
                    <a:pt x="977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5958" name="Google Shape;5958;p71"/>
          <p:cNvGrpSpPr/>
          <p:nvPr/>
        </p:nvGrpSpPr>
        <p:grpSpPr>
          <a:xfrm>
            <a:off x="2966328" y="3490870"/>
            <a:ext cx="281599" cy="278861"/>
            <a:chOff x="-37385100" y="3949908"/>
            <a:chExt cx="321350" cy="318225"/>
          </a:xfrm>
        </p:grpSpPr>
        <p:sp>
          <p:nvSpPr>
            <p:cNvPr id="5959" name="Google Shape;5959;p71"/>
            <p:cNvSpPr/>
            <p:nvPr/>
          </p:nvSpPr>
          <p:spPr>
            <a:xfrm>
              <a:off x="-37190575" y="4145233"/>
              <a:ext cx="126825" cy="122900"/>
            </a:xfrm>
            <a:custGeom>
              <a:avLst/>
              <a:gdLst/>
              <a:ahLst/>
              <a:cxnLst/>
              <a:rect l="l" t="t" r="r" b="b"/>
              <a:pathLst>
                <a:path w="5073" h="4916" extrusionOk="0">
                  <a:moveTo>
                    <a:pt x="2238" y="1"/>
                  </a:moveTo>
                  <a:cubicBezTo>
                    <a:pt x="1986" y="442"/>
                    <a:pt x="1671" y="820"/>
                    <a:pt x="1324" y="1229"/>
                  </a:cubicBezTo>
                  <a:cubicBezTo>
                    <a:pt x="946" y="1671"/>
                    <a:pt x="473" y="1986"/>
                    <a:pt x="1" y="2238"/>
                  </a:cubicBezTo>
                  <a:lnTo>
                    <a:pt x="2206" y="4443"/>
                  </a:lnTo>
                  <a:cubicBezTo>
                    <a:pt x="2521" y="4758"/>
                    <a:pt x="2923" y="4916"/>
                    <a:pt x="3325" y="4916"/>
                  </a:cubicBezTo>
                  <a:cubicBezTo>
                    <a:pt x="3726" y="4916"/>
                    <a:pt x="4128" y="4758"/>
                    <a:pt x="4443" y="4443"/>
                  </a:cubicBezTo>
                  <a:cubicBezTo>
                    <a:pt x="5073" y="3813"/>
                    <a:pt x="5073" y="2836"/>
                    <a:pt x="4443" y="2206"/>
                  </a:cubicBezTo>
                  <a:lnTo>
                    <a:pt x="223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60" name="Google Shape;5960;p71"/>
            <p:cNvSpPr/>
            <p:nvPr/>
          </p:nvSpPr>
          <p:spPr>
            <a:xfrm>
              <a:off x="-37385100" y="3949908"/>
              <a:ext cx="248125" cy="248950"/>
            </a:xfrm>
            <a:custGeom>
              <a:avLst/>
              <a:gdLst/>
              <a:ahLst/>
              <a:cxnLst/>
              <a:rect l="l" t="t" r="r" b="b"/>
              <a:pathLst>
                <a:path w="9925" h="9958" extrusionOk="0">
                  <a:moveTo>
                    <a:pt x="4978" y="1702"/>
                  </a:moveTo>
                  <a:cubicBezTo>
                    <a:pt x="6774" y="1702"/>
                    <a:pt x="8286" y="3214"/>
                    <a:pt x="8286" y="5010"/>
                  </a:cubicBezTo>
                  <a:cubicBezTo>
                    <a:pt x="8254" y="5892"/>
                    <a:pt x="7939" y="6711"/>
                    <a:pt x="7341" y="7310"/>
                  </a:cubicBezTo>
                  <a:cubicBezTo>
                    <a:pt x="6742" y="7908"/>
                    <a:pt x="5923" y="8318"/>
                    <a:pt x="4978" y="8318"/>
                  </a:cubicBezTo>
                  <a:cubicBezTo>
                    <a:pt x="3151" y="8318"/>
                    <a:pt x="1670" y="6837"/>
                    <a:pt x="1670" y="5010"/>
                  </a:cubicBezTo>
                  <a:cubicBezTo>
                    <a:pt x="1670" y="3214"/>
                    <a:pt x="3151" y="1702"/>
                    <a:pt x="4978" y="1702"/>
                  </a:cubicBezTo>
                  <a:close/>
                  <a:moveTo>
                    <a:pt x="4978" y="1"/>
                  </a:moveTo>
                  <a:cubicBezTo>
                    <a:pt x="2268" y="1"/>
                    <a:pt x="0" y="2269"/>
                    <a:pt x="0" y="4978"/>
                  </a:cubicBezTo>
                  <a:cubicBezTo>
                    <a:pt x="0" y="7688"/>
                    <a:pt x="2268" y="9956"/>
                    <a:pt x="4978" y="9956"/>
                  </a:cubicBezTo>
                  <a:cubicBezTo>
                    <a:pt x="5013" y="9957"/>
                    <a:pt x="5048" y="9957"/>
                    <a:pt x="5083" y="9957"/>
                  </a:cubicBezTo>
                  <a:cubicBezTo>
                    <a:pt x="6367" y="9957"/>
                    <a:pt x="7586" y="9395"/>
                    <a:pt x="8506" y="8444"/>
                  </a:cubicBezTo>
                  <a:cubicBezTo>
                    <a:pt x="9420" y="7499"/>
                    <a:pt x="9924" y="6270"/>
                    <a:pt x="9924" y="4978"/>
                  </a:cubicBezTo>
                  <a:cubicBezTo>
                    <a:pt x="9924" y="2269"/>
                    <a:pt x="7687" y="1"/>
                    <a:pt x="49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5961" name="Google Shape;5961;p71"/>
          <p:cNvGrpSpPr/>
          <p:nvPr/>
        </p:nvGrpSpPr>
        <p:grpSpPr>
          <a:xfrm>
            <a:off x="1598073" y="1792540"/>
            <a:ext cx="278182" cy="278006"/>
            <a:chOff x="-41895050" y="3217225"/>
            <a:chExt cx="317450" cy="317250"/>
          </a:xfrm>
        </p:grpSpPr>
        <p:sp>
          <p:nvSpPr>
            <p:cNvPr id="5962" name="Google Shape;5962;p71"/>
            <p:cNvSpPr/>
            <p:nvPr/>
          </p:nvSpPr>
          <p:spPr>
            <a:xfrm>
              <a:off x="-41895050" y="3273750"/>
              <a:ext cx="41775" cy="245750"/>
            </a:xfrm>
            <a:custGeom>
              <a:avLst/>
              <a:gdLst/>
              <a:ahLst/>
              <a:cxnLst/>
              <a:rect l="l" t="t" r="r" b="b"/>
              <a:pathLst>
                <a:path w="1671" h="9830" extrusionOk="0">
                  <a:moveTo>
                    <a:pt x="1" y="0"/>
                  </a:moveTo>
                  <a:lnTo>
                    <a:pt x="1" y="9830"/>
                  </a:lnTo>
                  <a:lnTo>
                    <a:pt x="1670" y="8192"/>
                  </a:lnTo>
                  <a:lnTo>
                    <a:pt x="1670" y="16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63" name="Google Shape;5963;p71"/>
            <p:cNvSpPr/>
            <p:nvPr/>
          </p:nvSpPr>
          <p:spPr>
            <a:xfrm>
              <a:off x="-41619375" y="3273750"/>
              <a:ext cx="41775" cy="245750"/>
            </a:xfrm>
            <a:custGeom>
              <a:avLst/>
              <a:gdLst/>
              <a:ahLst/>
              <a:cxnLst/>
              <a:rect l="l" t="t" r="r" b="b"/>
              <a:pathLst>
                <a:path w="1671" h="9830" extrusionOk="0">
                  <a:moveTo>
                    <a:pt x="1670" y="0"/>
                  </a:moveTo>
                  <a:lnTo>
                    <a:pt x="0" y="1639"/>
                  </a:lnTo>
                  <a:lnTo>
                    <a:pt x="0" y="8192"/>
                  </a:lnTo>
                  <a:lnTo>
                    <a:pt x="1670" y="9830"/>
                  </a:lnTo>
                  <a:lnTo>
                    <a:pt x="167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64" name="Google Shape;5964;p71"/>
            <p:cNvSpPr/>
            <p:nvPr/>
          </p:nvSpPr>
          <p:spPr>
            <a:xfrm>
              <a:off x="-41832825" y="3321000"/>
              <a:ext cx="193000" cy="151250"/>
            </a:xfrm>
            <a:custGeom>
              <a:avLst/>
              <a:gdLst/>
              <a:ahLst/>
              <a:cxnLst/>
              <a:rect l="l" t="t" r="r" b="b"/>
              <a:pathLst>
                <a:path w="7720" h="6050" extrusionOk="0">
                  <a:moveTo>
                    <a:pt x="1" y="1"/>
                  </a:moveTo>
                  <a:lnTo>
                    <a:pt x="1" y="6050"/>
                  </a:lnTo>
                  <a:lnTo>
                    <a:pt x="3592" y="6050"/>
                  </a:lnTo>
                  <a:lnTo>
                    <a:pt x="3592" y="4821"/>
                  </a:lnTo>
                  <a:cubicBezTo>
                    <a:pt x="3592" y="4600"/>
                    <a:pt x="3781" y="4411"/>
                    <a:pt x="4002" y="4411"/>
                  </a:cubicBezTo>
                  <a:lnTo>
                    <a:pt x="6491" y="4411"/>
                  </a:lnTo>
                  <a:cubicBezTo>
                    <a:pt x="6743" y="4411"/>
                    <a:pt x="6932" y="4600"/>
                    <a:pt x="6932" y="4821"/>
                  </a:cubicBezTo>
                  <a:lnTo>
                    <a:pt x="6932" y="6050"/>
                  </a:lnTo>
                  <a:lnTo>
                    <a:pt x="7719" y="6050"/>
                  </a:lnTo>
                  <a:lnTo>
                    <a:pt x="771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65" name="Google Shape;5965;p71"/>
            <p:cNvSpPr/>
            <p:nvPr/>
          </p:nvSpPr>
          <p:spPr>
            <a:xfrm>
              <a:off x="-41880075" y="3493500"/>
              <a:ext cx="287500" cy="40975"/>
            </a:xfrm>
            <a:custGeom>
              <a:avLst/>
              <a:gdLst/>
              <a:ahLst/>
              <a:cxnLst/>
              <a:rect l="l" t="t" r="r" b="b"/>
              <a:pathLst>
                <a:path w="11500" h="1639" extrusionOk="0">
                  <a:moveTo>
                    <a:pt x="1639" y="0"/>
                  </a:moveTo>
                  <a:lnTo>
                    <a:pt x="0" y="1638"/>
                  </a:lnTo>
                  <a:lnTo>
                    <a:pt x="11500" y="1638"/>
                  </a:lnTo>
                  <a:lnTo>
                    <a:pt x="983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66" name="Google Shape;5966;p71"/>
            <p:cNvSpPr/>
            <p:nvPr/>
          </p:nvSpPr>
          <p:spPr>
            <a:xfrm>
              <a:off x="-41880875" y="3217225"/>
              <a:ext cx="288300" cy="83325"/>
            </a:xfrm>
            <a:custGeom>
              <a:avLst/>
              <a:gdLst/>
              <a:ahLst/>
              <a:cxnLst/>
              <a:rect l="l" t="t" r="r" b="b"/>
              <a:pathLst>
                <a:path w="11532" h="3333" extrusionOk="0">
                  <a:moveTo>
                    <a:pt x="5798" y="1033"/>
                  </a:moveTo>
                  <a:lnTo>
                    <a:pt x="6459" y="1694"/>
                  </a:lnTo>
                  <a:lnTo>
                    <a:pt x="5136" y="1694"/>
                  </a:lnTo>
                  <a:lnTo>
                    <a:pt x="5798" y="1033"/>
                  </a:lnTo>
                  <a:close/>
                  <a:moveTo>
                    <a:pt x="5750" y="1"/>
                  </a:moveTo>
                  <a:cubicBezTo>
                    <a:pt x="5640" y="1"/>
                    <a:pt x="5530" y="40"/>
                    <a:pt x="5451" y="119"/>
                  </a:cubicBezTo>
                  <a:lnTo>
                    <a:pt x="3939" y="1663"/>
                  </a:lnTo>
                  <a:lnTo>
                    <a:pt x="1" y="1663"/>
                  </a:lnTo>
                  <a:lnTo>
                    <a:pt x="1639" y="3332"/>
                  </a:lnTo>
                  <a:lnTo>
                    <a:pt x="9862" y="3332"/>
                  </a:lnTo>
                  <a:lnTo>
                    <a:pt x="11532" y="1663"/>
                  </a:lnTo>
                  <a:lnTo>
                    <a:pt x="7593" y="1663"/>
                  </a:lnTo>
                  <a:lnTo>
                    <a:pt x="6050" y="119"/>
                  </a:lnTo>
                  <a:cubicBezTo>
                    <a:pt x="5971" y="40"/>
                    <a:pt x="5861" y="1"/>
                    <a:pt x="575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5967" name="Google Shape;5967;p71"/>
          <p:cNvGrpSpPr/>
          <p:nvPr/>
        </p:nvGrpSpPr>
        <p:grpSpPr>
          <a:xfrm>
            <a:off x="1597732" y="2120240"/>
            <a:ext cx="278861" cy="277481"/>
            <a:chOff x="-41893475" y="3584850"/>
            <a:chExt cx="318225" cy="316650"/>
          </a:xfrm>
        </p:grpSpPr>
        <p:sp>
          <p:nvSpPr>
            <p:cNvPr id="5968" name="Google Shape;5968;p71"/>
            <p:cNvSpPr/>
            <p:nvPr/>
          </p:nvSpPr>
          <p:spPr>
            <a:xfrm>
              <a:off x="-41827300" y="3715600"/>
              <a:ext cx="186675" cy="185900"/>
            </a:xfrm>
            <a:custGeom>
              <a:avLst/>
              <a:gdLst/>
              <a:ahLst/>
              <a:cxnLst/>
              <a:rect l="l" t="t" r="r" b="b"/>
              <a:pathLst>
                <a:path w="7467" h="7436" extrusionOk="0">
                  <a:moveTo>
                    <a:pt x="3686" y="1465"/>
                  </a:moveTo>
                  <a:cubicBezTo>
                    <a:pt x="3836" y="1465"/>
                    <a:pt x="3985" y="1544"/>
                    <a:pt x="4064" y="1702"/>
                  </a:cubicBezTo>
                  <a:lnTo>
                    <a:pt x="4537" y="2678"/>
                  </a:lnTo>
                  <a:lnTo>
                    <a:pt x="5608" y="2836"/>
                  </a:lnTo>
                  <a:cubicBezTo>
                    <a:pt x="5955" y="2867"/>
                    <a:pt x="6081" y="3308"/>
                    <a:pt x="5829" y="3561"/>
                  </a:cubicBezTo>
                  <a:lnTo>
                    <a:pt x="5041" y="4285"/>
                  </a:lnTo>
                  <a:lnTo>
                    <a:pt x="5261" y="5356"/>
                  </a:lnTo>
                  <a:cubicBezTo>
                    <a:pt x="5286" y="5630"/>
                    <a:pt x="5075" y="5845"/>
                    <a:pt x="4845" y="5845"/>
                  </a:cubicBezTo>
                  <a:cubicBezTo>
                    <a:pt x="4784" y="5845"/>
                    <a:pt x="4722" y="5830"/>
                    <a:pt x="4663" y="5797"/>
                  </a:cubicBezTo>
                  <a:lnTo>
                    <a:pt x="3686" y="5262"/>
                  </a:lnTo>
                  <a:lnTo>
                    <a:pt x="2678" y="5797"/>
                  </a:lnTo>
                  <a:cubicBezTo>
                    <a:pt x="2616" y="5828"/>
                    <a:pt x="2553" y="5842"/>
                    <a:pt x="2492" y="5842"/>
                  </a:cubicBezTo>
                  <a:cubicBezTo>
                    <a:pt x="2244" y="5842"/>
                    <a:pt x="2035" y="5609"/>
                    <a:pt x="2111" y="5356"/>
                  </a:cubicBezTo>
                  <a:lnTo>
                    <a:pt x="2300" y="4285"/>
                  </a:lnTo>
                  <a:lnTo>
                    <a:pt x="1512" y="3561"/>
                  </a:lnTo>
                  <a:cubicBezTo>
                    <a:pt x="1323" y="3308"/>
                    <a:pt x="1418" y="2867"/>
                    <a:pt x="1796" y="2836"/>
                  </a:cubicBezTo>
                  <a:lnTo>
                    <a:pt x="2836" y="2678"/>
                  </a:lnTo>
                  <a:lnTo>
                    <a:pt x="3308" y="1702"/>
                  </a:lnTo>
                  <a:cubicBezTo>
                    <a:pt x="3387" y="1544"/>
                    <a:pt x="3537" y="1465"/>
                    <a:pt x="3686" y="1465"/>
                  </a:cubicBezTo>
                  <a:close/>
                  <a:moveTo>
                    <a:pt x="3718" y="0"/>
                  </a:moveTo>
                  <a:cubicBezTo>
                    <a:pt x="1670" y="0"/>
                    <a:pt x="32" y="1670"/>
                    <a:pt x="32" y="3750"/>
                  </a:cubicBezTo>
                  <a:cubicBezTo>
                    <a:pt x="0" y="5766"/>
                    <a:pt x="1670" y="7436"/>
                    <a:pt x="3718" y="7436"/>
                  </a:cubicBezTo>
                  <a:cubicBezTo>
                    <a:pt x="5765" y="7436"/>
                    <a:pt x="7404" y="5797"/>
                    <a:pt x="7467" y="3750"/>
                  </a:cubicBezTo>
                  <a:cubicBezTo>
                    <a:pt x="7467" y="1702"/>
                    <a:pt x="5797" y="32"/>
                    <a:pt x="37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69" name="Google Shape;5969;p71"/>
            <p:cNvSpPr/>
            <p:nvPr/>
          </p:nvSpPr>
          <p:spPr>
            <a:xfrm>
              <a:off x="-41726500" y="3586725"/>
              <a:ext cx="151250" cy="147800"/>
            </a:xfrm>
            <a:custGeom>
              <a:avLst/>
              <a:gdLst/>
              <a:ahLst/>
              <a:cxnLst/>
              <a:rect l="l" t="t" r="r" b="b"/>
              <a:pathLst>
                <a:path w="6050" h="5912" extrusionOk="0">
                  <a:moveTo>
                    <a:pt x="3829" y="0"/>
                  </a:moveTo>
                  <a:cubicBezTo>
                    <a:pt x="3706" y="0"/>
                    <a:pt x="3580" y="47"/>
                    <a:pt x="3498" y="146"/>
                  </a:cubicBezTo>
                  <a:lnTo>
                    <a:pt x="1" y="4336"/>
                  </a:lnTo>
                  <a:cubicBezTo>
                    <a:pt x="1229" y="4399"/>
                    <a:pt x="2332" y="4998"/>
                    <a:pt x="3088" y="5912"/>
                  </a:cubicBezTo>
                  <a:lnTo>
                    <a:pt x="5861" y="2446"/>
                  </a:lnTo>
                  <a:cubicBezTo>
                    <a:pt x="6050" y="2289"/>
                    <a:pt x="6050" y="2037"/>
                    <a:pt x="5924" y="1879"/>
                  </a:cubicBezTo>
                  <a:lnTo>
                    <a:pt x="4128" y="115"/>
                  </a:lnTo>
                  <a:cubicBezTo>
                    <a:pt x="4053" y="40"/>
                    <a:pt x="3942" y="0"/>
                    <a:pt x="38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70" name="Google Shape;5970;p71"/>
            <p:cNvSpPr/>
            <p:nvPr/>
          </p:nvSpPr>
          <p:spPr>
            <a:xfrm>
              <a:off x="-41808400" y="3584850"/>
              <a:ext cx="148100" cy="89825"/>
            </a:xfrm>
            <a:custGeom>
              <a:avLst/>
              <a:gdLst/>
              <a:ahLst/>
              <a:cxnLst/>
              <a:rect l="l" t="t" r="r" b="b"/>
              <a:pathLst>
                <a:path w="5924" h="3593" extrusionOk="0">
                  <a:moveTo>
                    <a:pt x="0" y="1"/>
                  </a:moveTo>
                  <a:lnTo>
                    <a:pt x="2962" y="3592"/>
                  </a:lnTo>
                  <a:lnTo>
                    <a:pt x="592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71" name="Google Shape;5971;p71"/>
            <p:cNvSpPr/>
            <p:nvPr/>
          </p:nvSpPr>
          <p:spPr>
            <a:xfrm>
              <a:off x="-41893475" y="3586725"/>
              <a:ext cx="148875" cy="147025"/>
            </a:xfrm>
            <a:custGeom>
              <a:avLst/>
              <a:gdLst/>
              <a:ahLst/>
              <a:cxnLst/>
              <a:rect l="l" t="t" r="r" b="b"/>
              <a:pathLst>
                <a:path w="5955" h="5881" extrusionOk="0">
                  <a:moveTo>
                    <a:pt x="2194" y="0"/>
                  </a:moveTo>
                  <a:cubicBezTo>
                    <a:pt x="2084" y="0"/>
                    <a:pt x="1965" y="40"/>
                    <a:pt x="1859" y="115"/>
                  </a:cubicBezTo>
                  <a:lnTo>
                    <a:pt x="95" y="1879"/>
                  </a:lnTo>
                  <a:cubicBezTo>
                    <a:pt x="1" y="2037"/>
                    <a:pt x="1" y="2289"/>
                    <a:pt x="95" y="2446"/>
                  </a:cubicBezTo>
                  <a:lnTo>
                    <a:pt x="2899" y="5880"/>
                  </a:lnTo>
                  <a:cubicBezTo>
                    <a:pt x="3655" y="4998"/>
                    <a:pt x="4758" y="4399"/>
                    <a:pt x="5955" y="4305"/>
                  </a:cubicBezTo>
                  <a:lnTo>
                    <a:pt x="2490" y="146"/>
                  </a:lnTo>
                  <a:cubicBezTo>
                    <a:pt x="2424" y="47"/>
                    <a:pt x="2315" y="0"/>
                    <a:pt x="219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5972" name="Google Shape;5972;p71"/>
          <p:cNvSpPr/>
          <p:nvPr/>
        </p:nvSpPr>
        <p:spPr>
          <a:xfrm>
            <a:off x="1599962" y="2453465"/>
            <a:ext cx="278861" cy="276977"/>
          </a:xfrm>
          <a:custGeom>
            <a:avLst/>
            <a:gdLst/>
            <a:ahLst/>
            <a:cxnLst/>
            <a:rect l="l" t="t" r="r" b="b"/>
            <a:pathLst>
              <a:path w="12729" h="12643" extrusionOk="0">
                <a:moveTo>
                  <a:pt x="6365" y="2395"/>
                </a:moveTo>
                <a:cubicBezTo>
                  <a:pt x="7026" y="2395"/>
                  <a:pt x="7562" y="2962"/>
                  <a:pt x="7562" y="3655"/>
                </a:cubicBezTo>
                <a:cubicBezTo>
                  <a:pt x="7562" y="4348"/>
                  <a:pt x="7026" y="4884"/>
                  <a:pt x="6365" y="4884"/>
                </a:cubicBezTo>
                <a:cubicBezTo>
                  <a:pt x="5672" y="4884"/>
                  <a:pt x="5136" y="4348"/>
                  <a:pt x="5136" y="3655"/>
                </a:cubicBezTo>
                <a:cubicBezTo>
                  <a:pt x="5073" y="2962"/>
                  <a:pt x="5672" y="2395"/>
                  <a:pt x="6365" y="2395"/>
                </a:cubicBezTo>
                <a:close/>
                <a:moveTo>
                  <a:pt x="6806" y="5640"/>
                </a:moveTo>
                <a:lnTo>
                  <a:pt x="8349" y="8192"/>
                </a:lnTo>
                <a:lnTo>
                  <a:pt x="7530" y="8192"/>
                </a:lnTo>
                <a:cubicBezTo>
                  <a:pt x="7373" y="7719"/>
                  <a:pt x="6900" y="7373"/>
                  <a:pt x="6333" y="7373"/>
                </a:cubicBezTo>
                <a:cubicBezTo>
                  <a:pt x="5798" y="7373"/>
                  <a:pt x="5357" y="7719"/>
                  <a:pt x="5167" y="8192"/>
                </a:cubicBezTo>
                <a:lnTo>
                  <a:pt x="4285" y="8192"/>
                </a:lnTo>
                <a:lnTo>
                  <a:pt x="5829" y="5640"/>
                </a:lnTo>
                <a:cubicBezTo>
                  <a:pt x="5987" y="5671"/>
                  <a:pt x="6144" y="5734"/>
                  <a:pt x="6365" y="5734"/>
                </a:cubicBezTo>
                <a:cubicBezTo>
                  <a:pt x="6491" y="5734"/>
                  <a:pt x="6680" y="5671"/>
                  <a:pt x="6806" y="5640"/>
                </a:cubicBezTo>
                <a:close/>
                <a:moveTo>
                  <a:pt x="6365" y="8192"/>
                </a:moveTo>
                <a:cubicBezTo>
                  <a:pt x="6585" y="8192"/>
                  <a:pt x="6743" y="8412"/>
                  <a:pt x="6743" y="8633"/>
                </a:cubicBezTo>
                <a:cubicBezTo>
                  <a:pt x="6743" y="8822"/>
                  <a:pt x="6585" y="9042"/>
                  <a:pt x="6365" y="9042"/>
                </a:cubicBezTo>
                <a:cubicBezTo>
                  <a:pt x="6113" y="9042"/>
                  <a:pt x="5955" y="8822"/>
                  <a:pt x="5955" y="8633"/>
                </a:cubicBezTo>
                <a:cubicBezTo>
                  <a:pt x="5955" y="8412"/>
                  <a:pt x="6144" y="8255"/>
                  <a:pt x="6365" y="8192"/>
                </a:cubicBezTo>
                <a:close/>
                <a:moveTo>
                  <a:pt x="6428" y="0"/>
                </a:moveTo>
                <a:cubicBezTo>
                  <a:pt x="5766" y="0"/>
                  <a:pt x="5199" y="568"/>
                  <a:pt x="5199" y="1229"/>
                </a:cubicBezTo>
                <a:lnTo>
                  <a:pt x="5199" y="2080"/>
                </a:lnTo>
                <a:cubicBezTo>
                  <a:pt x="4695" y="2489"/>
                  <a:pt x="4380" y="3025"/>
                  <a:pt x="4380" y="3718"/>
                </a:cubicBezTo>
                <a:cubicBezTo>
                  <a:pt x="4380" y="4065"/>
                  <a:pt x="4443" y="4380"/>
                  <a:pt x="4600" y="4695"/>
                </a:cubicBezTo>
                <a:lnTo>
                  <a:pt x="2458" y="8286"/>
                </a:lnTo>
                <a:lnTo>
                  <a:pt x="505" y="8286"/>
                </a:lnTo>
                <a:cubicBezTo>
                  <a:pt x="284" y="8286"/>
                  <a:pt x="95" y="8475"/>
                  <a:pt x="95" y="8664"/>
                </a:cubicBezTo>
                <a:cubicBezTo>
                  <a:pt x="1" y="8822"/>
                  <a:pt x="190" y="9042"/>
                  <a:pt x="410" y="9042"/>
                </a:cubicBezTo>
                <a:lnTo>
                  <a:pt x="1859" y="9042"/>
                </a:lnTo>
                <a:cubicBezTo>
                  <a:pt x="1261" y="9987"/>
                  <a:pt x="631" y="10775"/>
                  <a:pt x="631" y="11437"/>
                </a:cubicBezTo>
                <a:cubicBezTo>
                  <a:pt x="631" y="12108"/>
                  <a:pt x="1021" y="12642"/>
                  <a:pt x="1366" y="12642"/>
                </a:cubicBezTo>
                <a:cubicBezTo>
                  <a:pt x="1491" y="12642"/>
                  <a:pt x="1610" y="12572"/>
                  <a:pt x="1702" y="12413"/>
                </a:cubicBezTo>
                <a:lnTo>
                  <a:pt x="3781" y="9074"/>
                </a:lnTo>
                <a:lnTo>
                  <a:pt x="5167" y="9074"/>
                </a:lnTo>
                <a:cubicBezTo>
                  <a:pt x="5325" y="9546"/>
                  <a:pt x="5798" y="9893"/>
                  <a:pt x="6333" y="9893"/>
                </a:cubicBezTo>
                <a:cubicBezTo>
                  <a:pt x="6900" y="9893"/>
                  <a:pt x="7341" y="9546"/>
                  <a:pt x="7530" y="9074"/>
                </a:cubicBezTo>
                <a:lnTo>
                  <a:pt x="8854" y="9074"/>
                </a:lnTo>
                <a:lnTo>
                  <a:pt x="10964" y="12413"/>
                </a:lnTo>
                <a:cubicBezTo>
                  <a:pt x="11056" y="12572"/>
                  <a:pt x="11173" y="12642"/>
                  <a:pt x="11295" y="12642"/>
                </a:cubicBezTo>
                <a:cubicBezTo>
                  <a:pt x="11630" y="12642"/>
                  <a:pt x="12004" y="12108"/>
                  <a:pt x="12004" y="11437"/>
                </a:cubicBezTo>
                <a:cubicBezTo>
                  <a:pt x="12004" y="10775"/>
                  <a:pt x="11374" y="9987"/>
                  <a:pt x="10807" y="9042"/>
                </a:cubicBezTo>
                <a:lnTo>
                  <a:pt x="12288" y="9042"/>
                </a:lnTo>
                <a:cubicBezTo>
                  <a:pt x="12540" y="9042"/>
                  <a:pt x="12729" y="8822"/>
                  <a:pt x="12729" y="8633"/>
                </a:cubicBezTo>
                <a:cubicBezTo>
                  <a:pt x="12729" y="8412"/>
                  <a:pt x="12540" y="8255"/>
                  <a:pt x="12288" y="8255"/>
                </a:cubicBezTo>
                <a:lnTo>
                  <a:pt x="10334" y="8255"/>
                </a:lnTo>
                <a:lnTo>
                  <a:pt x="8192" y="4695"/>
                </a:lnTo>
                <a:cubicBezTo>
                  <a:pt x="8349" y="4380"/>
                  <a:pt x="8475" y="4065"/>
                  <a:pt x="8475" y="3718"/>
                </a:cubicBezTo>
                <a:cubicBezTo>
                  <a:pt x="8475" y="3056"/>
                  <a:pt x="8160" y="2458"/>
                  <a:pt x="7656" y="2080"/>
                </a:cubicBezTo>
                <a:lnTo>
                  <a:pt x="7656" y="1229"/>
                </a:lnTo>
                <a:cubicBezTo>
                  <a:pt x="7656" y="568"/>
                  <a:pt x="7089" y="0"/>
                  <a:pt x="6428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5973" name="Google Shape;5973;p71"/>
          <p:cNvSpPr/>
          <p:nvPr/>
        </p:nvSpPr>
        <p:spPr>
          <a:xfrm>
            <a:off x="633781" y="2822719"/>
            <a:ext cx="329248" cy="276779"/>
          </a:xfrm>
          <a:custGeom>
            <a:avLst/>
            <a:gdLst/>
            <a:ahLst/>
            <a:cxnLst/>
            <a:rect l="l" t="t" r="r" b="b"/>
            <a:pathLst>
              <a:path w="15029" h="12634" extrusionOk="0">
                <a:moveTo>
                  <a:pt x="10155" y="885"/>
                </a:moveTo>
                <a:cubicBezTo>
                  <a:pt x="10393" y="885"/>
                  <a:pt x="10643" y="915"/>
                  <a:pt x="10901" y="977"/>
                </a:cubicBezTo>
                <a:cubicBezTo>
                  <a:pt x="10586" y="2332"/>
                  <a:pt x="9546" y="2994"/>
                  <a:pt x="8475" y="3025"/>
                </a:cubicBezTo>
                <a:lnTo>
                  <a:pt x="8444" y="3025"/>
                </a:lnTo>
                <a:cubicBezTo>
                  <a:pt x="8192" y="3025"/>
                  <a:pt x="7971" y="2994"/>
                  <a:pt x="7719" y="2899"/>
                </a:cubicBezTo>
                <a:cubicBezTo>
                  <a:pt x="8009" y="1661"/>
                  <a:pt x="8937" y="885"/>
                  <a:pt x="10155" y="885"/>
                </a:cubicBezTo>
                <a:close/>
                <a:moveTo>
                  <a:pt x="9924" y="4348"/>
                </a:moveTo>
                <a:cubicBezTo>
                  <a:pt x="10271" y="4443"/>
                  <a:pt x="11122" y="5262"/>
                  <a:pt x="11122" y="6648"/>
                </a:cubicBezTo>
                <a:cubicBezTo>
                  <a:pt x="11122" y="7247"/>
                  <a:pt x="10996" y="7845"/>
                  <a:pt x="10807" y="8381"/>
                </a:cubicBezTo>
                <a:cubicBezTo>
                  <a:pt x="10744" y="8538"/>
                  <a:pt x="10555" y="8664"/>
                  <a:pt x="10397" y="8664"/>
                </a:cubicBezTo>
                <a:cubicBezTo>
                  <a:pt x="10176" y="8664"/>
                  <a:pt x="9956" y="8475"/>
                  <a:pt x="9956" y="8223"/>
                </a:cubicBezTo>
                <a:cubicBezTo>
                  <a:pt x="9956" y="8066"/>
                  <a:pt x="10807" y="6050"/>
                  <a:pt x="9641" y="5136"/>
                </a:cubicBezTo>
                <a:cubicBezTo>
                  <a:pt x="9546" y="5073"/>
                  <a:pt x="9483" y="4947"/>
                  <a:pt x="9483" y="4789"/>
                </a:cubicBezTo>
                <a:cubicBezTo>
                  <a:pt x="9483" y="4569"/>
                  <a:pt x="9704" y="4348"/>
                  <a:pt x="9924" y="4348"/>
                </a:cubicBezTo>
                <a:close/>
                <a:moveTo>
                  <a:pt x="10176" y="1"/>
                </a:moveTo>
                <a:cubicBezTo>
                  <a:pt x="8948" y="1"/>
                  <a:pt x="7688" y="631"/>
                  <a:pt x="7089" y="2048"/>
                </a:cubicBezTo>
                <a:cubicBezTo>
                  <a:pt x="6711" y="1450"/>
                  <a:pt x="6270" y="1166"/>
                  <a:pt x="5734" y="914"/>
                </a:cubicBezTo>
                <a:cubicBezTo>
                  <a:pt x="5659" y="879"/>
                  <a:pt x="5588" y="863"/>
                  <a:pt x="5522" y="863"/>
                </a:cubicBezTo>
                <a:cubicBezTo>
                  <a:pt x="5118" y="863"/>
                  <a:pt x="4923" y="1449"/>
                  <a:pt x="5356" y="1639"/>
                </a:cubicBezTo>
                <a:cubicBezTo>
                  <a:pt x="5986" y="1954"/>
                  <a:pt x="6459" y="2363"/>
                  <a:pt x="6711" y="3151"/>
                </a:cubicBezTo>
                <a:cubicBezTo>
                  <a:pt x="6207" y="2836"/>
                  <a:pt x="5797" y="2489"/>
                  <a:pt x="5199" y="2489"/>
                </a:cubicBezTo>
                <a:cubicBezTo>
                  <a:pt x="4537" y="2521"/>
                  <a:pt x="3718" y="2868"/>
                  <a:pt x="2993" y="3529"/>
                </a:cubicBezTo>
                <a:cubicBezTo>
                  <a:pt x="0" y="6491"/>
                  <a:pt x="3182" y="12634"/>
                  <a:pt x="5514" y="12634"/>
                </a:cubicBezTo>
                <a:cubicBezTo>
                  <a:pt x="5829" y="12634"/>
                  <a:pt x="6144" y="12571"/>
                  <a:pt x="6427" y="12350"/>
                </a:cubicBezTo>
                <a:cubicBezTo>
                  <a:pt x="6821" y="12098"/>
                  <a:pt x="7050" y="11972"/>
                  <a:pt x="7278" y="11972"/>
                </a:cubicBezTo>
                <a:cubicBezTo>
                  <a:pt x="7506" y="11972"/>
                  <a:pt x="7735" y="12098"/>
                  <a:pt x="8129" y="12350"/>
                </a:cubicBezTo>
                <a:cubicBezTo>
                  <a:pt x="8412" y="12571"/>
                  <a:pt x="8727" y="12634"/>
                  <a:pt x="9042" y="12634"/>
                </a:cubicBezTo>
                <a:cubicBezTo>
                  <a:pt x="11594" y="12634"/>
                  <a:pt x="15028" y="5325"/>
                  <a:pt x="10712" y="2899"/>
                </a:cubicBezTo>
                <a:cubicBezTo>
                  <a:pt x="11405" y="2237"/>
                  <a:pt x="11815" y="1261"/>
                  <a:pt x="11815" y="662"/>
                </a:cubicBezTo>
                <a:cubicBezTo>
                  <a:pt x="11815" y="505"/>
                  <a:pt x="11720" y="347"/>
                  <a:pt x="11563" y="284"/>
                </a:cubicBezTo>
                <a:cubicBezTo>
                  <a:pt x="11090" y="127"/>
                  <a:pt x="10649" y="1"/>
                  <a:pt x="10176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5974" name="Google Shape;5974;p71"/>
          <p:cNvGrpSpPr/>
          <p:nvPr/>
        </p:nvGrpSpPr>
        <p:grpSpPr>
          <a:xfrm>
            <a:off x="675253" y="3166710"/>
            <a:ext cx="253142" cy="278182"/>
            <a:chOff x="-39998250" y="3605325"/>
            <a:chExt cx="288875" cy="317450"/>
          </a:xfrm>
        </p:grpSpPr>
        <p:sp>
          <p:nvSpPr>
            <p:cNvPr id="5975" name="Google Shape;5975;p71"/>
            <p:cNvSpPr/>
            <p:nvPr/>
          </p:nvSpPr>
          <p:spPr>
            <a:xfrm>
              <a:off x="-39998250" y="3799600"/>
              <a:ext cx="288875" cy="123175"/>
            </a:xfrm>
            <a:custGeom>
              <a:avLst/>
              <a:gdLst/>
              <a:ahLst/>
              <a:cxnLst/>
              <a:rect l="l" t="t" r="r" b="b"/>
              <a:pathLst>
                <a:path w="11555" h="4927" extrusionOk="0">
                  <a:moveTo>
                    <a:pt x="3679" y="2028"/>
                  </a:moveTo>
                  <a:cubicBezTo>
                    <a:pt x="3931" y="2028"/>
                    <a:pt x="4088" y="2217"/>
                    <a:pt x="4088" y="2469"/>
                  </a:cubicBezTo>
                  <a:cubicBezTo>
                    <a:pt x="4088" y="2721"/>
                    <a:pt x="3868" y="2878"/>
                    <a:pt x="3679" y="2878"/>
                  </a:cubicBezTo>
                  <a:cubicBezTo>
                    <a:pt x="3458" y="2878"/>
                    <a:pt x="3238" y="2658"/>
                    <a:pt x="3238" y="2469"/>
                  </a:cubicBezTo>
                  <a:cubicBezTo>
                    <a:pt x="3238" y="2185"/>
                    <a:pt x="3458" y="2028"/>
                    <a:pt x="3679" y="2028"/>
                  </a:cubicBezTo>
                  <a:close/>
                  <a:moveTo>
                    <a:pt x="7806" y="1618"/>
                  </a:moveTo>
                  <a:cubicBezTo>
                    <a:pt x="8278" y="1618"/>
                    <a:pt x="8656" y="1965"/>
                    <a:pt x="8656" y="2437"/>
                  </a:cubicBezTo>
                  <a:cubicBezTo>
                    <a:pt x="8656" y="2910"/>
                    <a:pt x="8278" y="3256"/>
                    <a:pt x="7806" y="3256"/>
                  </a:cubicBezTo>
                  <a:cubicBezTo>
                    <a:pt x="7333" y="3256"/>
                    <a:pt x="6987" y="2910"/>
                    <a:pt x="6987" y="2437"/>
                  </a:cubicBezTo>
                  <a:cubicBezTo>
                    <a:pt x="6987" y="1965"/>
                    <a:pt x="7333" y="1618"/>
                    <a:pt x="7806" y="1618"/>
                  </a:cubicBezTo>
                  <a:close/>
                  <a:moveTo>
                    <a:pt x="5348" y="2878"/>
                  </a:moveTo>
                  <a:cubicBezTo>
                    <a:pt x="5569" y="2878"/>
                    <a:pt x="5758" y="3067"/>
                    <a:pt x="5758" y="3256"/>
                  </a:cubicBezTo>
                  <a:cubicBezTo>
                    <a:pt x="5758" y="3509"/>
                    <a:pt x="5569" y="3698"/>
                    <a:pt x="5348" y="3698"/>
                  </a:cubicBezTo>
                  <a:cubicBezTo>
                    <a:pt x="5096" y="3698"/>
                    <a:pt x="4907" y="3509"/>
                    <a:pt x="4907" y="3256"/>
                  </a:cubicBezTo>
                  <a:cubicBezTo>
                    <a:pt x="4907" y="3004"/>
                    <a:pt x="5096" y="2878"/>
                    <a:pt x="5348" y="2878"/>
                  </a:cubicBezTo>
                  <a:close/>
                  <a:moveTo>
                    <a:pt x="8249" y="1"/>
                  </a:moveTo>
                  <a:cubicBezTo>
                    <a:pt x="6319" y="1"/>
                    <a:pt x="5400" y="1530"/>
                    <a:pt x="3381" y="1530"/>
                  </a:cubicBezTo>
                  <a:cubicBezTo>
                    <a:pt x="2909" y="1530"/>
                    <a:pt x="2377" y="1447"/>
                    <a:pt x="1757" y="1240"/>
                  </a:cubicBezTo>
                  <a:lnTo>
                    <a:pt x="560" y="2973"/>
                  </a:lnTo>
                  <a:cubicBezTo>
                    <a:pt x="0" y="3812"/>
                    <a:pt x="544" y="4927"/>
                    <a:pt x="1557" y="4927"/>
                  </a:cubicBezTo>
                  <a:cubicBezTo>
                    <a:pt x="1571" y="4927"/>
                    <a:pt x="1585" y="4927"/>
                    <a:pt x="1599" y="4926"/>
                  </a:cubicBezTo>
                  <a:lnTo>
                    <a:pt x="9980" y="4926"/>
                  </a:lnTo>
                  <a:cubicBezTo>
                    <a:pt x="10956" y="4926"/>
                    <a:pt x="11555" y="3761"/>
                    <a:pt x="11019" y="2941"/>
                  </a:cubicBezTo>
                  <a:lnTo>
                    <a:pt x="9003" y="75"/>
                  </a:lnTo>
                  <a:cubicBezTo>
                    <a:pt x="8734" y="24"/>
                    <a:pt x="8484" y="1"/>
                    <a:pt x="824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76" name="Google Shape;5976;p71"/>
            <p:cNvSpPr/>
            <p:nvPr/>
          </p:nvSpPr>
          <p:spPr>
            <a:xfrm>
              <a:off x="-39940950" y="3605325"/>
              <a:ext cx="160700" cy="212050"/>
            </a:xfrm>
            <a:custGeom>
              <a:avLst/>
              <a:gdLst/>
              <a:ahLst/>
              <a:cxnLst/>
              <a:rect l="l" t="t" r="r" b="b"/>
              <a:pathLst>
                <a:path w="6428" h="8482" extrusionOk="0">
                  <a:moveTo>
                    <a:pt x="1891" y="1"/>
                  </a:moveTo>
                  <a:cubicBezTo>
                    <a:pt x="1229" y="1"/>
                    <a:pt x="694" y="568"/>
                    <a:pt x="694" y="1261"/>
                  </a:cubicBezTo>
                  <a:cubicBezTo>
                    <a:pt x="694" y="1828"/>
                    <a:pt x="1040" y="2238"/>
                    <a:pt x="1513" y="2395"/>
                  </a:cubicBezTo>
                  <a:lnTo>
                    <a:pt x="1513" y="5829"/>
                  </a:lnTo>
                  <a:cubicBezTo>
                    <a:pt x="1481" y="6459"/>
                    <a:pt x="1072" y="6774"/>
                    <a:pt x="0" y="8318"/>
                  </a:cubicBezTo>
                  <a:cubicBezTo>
                    <a:pt x="441" y="8433"/>
                    <a:pt x="822" y="8482"/>
                    <a:pt x="1162" y="8482"/>
                  </a:cubicBezTo>
                  <a:cubicBezTo>
                    <a:pt x="3061" y="8482"/>
                    <a:pt x="3671" y="6963"/>
                    <a:pt x="6049" y="6963"/>
                  </a:cubicBezTo>
                  <a:lnTo>
                    <a:pt x="6112" y="6963"/>
                  </a:lnTo>
                  <a:cubicBezTo>
                    <a:pt x="5829" y="6585"/>
                    <a:pt x="5608" y="6333"/>
                    <a:pt x="5608" y="5861"/>
                  </a:cubicBezTo>
                  <a:lnTo>
                    <a:pt x="5608" y="2458"/>
                  </a:lnTo>
                  <a:cubicBezTo>
                    <a:pt x="6081" y="2301"/>
                    <a:pt x="6427" y="1828"/>
                    <a:pt x="6427" y="1261"/>
                  </a:cubicBezTo>
                  <a:cubicBezTo>
                    <a:pt x="6427" y="599"/>
                    <a:pt x="5892" y="1"/>
                    <a:pt x="519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5977" name="Google Shape;5977;p71"/>
          <p:cNvGrpSpPr/>
          <p:nvPr/>
        </p:nvGrpSpPr>
        <p:grpSpPr>
          <a:xfrm>
            <a:off x="663084" y="3510558"/>
            <a:ext cx="277481" cy="277459"/>
            <a:chOff x="-40011050" y="3972375"/>
            <a:chExt cx="316650" cy="316625"/>
          </a:xfrm>
        </p:grpSpPr>
        <p:sp>
          <p:nvSpPr>
            <p:cNvPr id="5978" name="Google Shape;5978;p71"/>
            <p:cNvSpPr/>
            <p:nvPr/>
          </p:nvSpPr>
          <p:spPr>
            <a:xfrm>
              <a:off x="-40011050" y="3972375"/>
              <a:ext cx="316650" cy="232350"/>
            </a:xfrm>
            <a:custGeom>
              <a:avLst/>
              <a:gdLst/>
              <a:ahLst/>
              <a:cxnLst/>
              <a:rect l="l" t="t" r="r" b="b"/>
              <a:pathLst>
                <a:path w="12666" h="9294" extrusionOk="0">
                  <a:moveTo>
                    <a:pt x="11405" y="1701"/>
                  </a:moveTo>
                  <a:cubicBezTo>
                    <a:pt x="11626" y="1701"/>
                    <a:pt x="11846" y="1890"/>
                    <a:pt x="11846" y="2142"/>
                  </a:cubicBezTo>
                  <a:cubicBezTo>
                    <a:pt x="11846" y="3749"/>
                    <a:pt x="11090" y="4663"/>
                    <a:pt x="9956" y="4978"/>
                  </a:cubicBezTo>
                  <a:cubicBezTo>
                    <a:pt x="10051" y="4631"/>
                    <a:pt x="10145" y="4222"/>
                    <a:pt x="10145" y="3844"/>
                  </a:cubicBezTo>
                  <a:lnTo>
                    <a:pt x="10145" y="1701"/>
                  </a:lnTo>
                  <a:close/>
                  <a:moveTo>
                    <a:pt x="2584" y="1701"/>
                  </a:moveTo>
                  <a:lnTo>
                    <a:pt x="2584" y="3812"/>
                  </a:lnTo>
                  <a:cubicBezTo>
                    <a:pt x="2584" y="4222"/>
                    <a:pt x="2647" y="4600"/>
                    <a:pt x="2773" y="5009"/>
                  </a:cubicBezTo>
                  <a:cubicBezTo>
                    <a:pt x="1639" y="4694"/>
                    <a:pt x="851" y="3781"/>
                    <a:pt x="851" y="2142"/>
                  </a:cubicBezTo>
                  <a:cubicBezTo>
                    <a:pt x="851" y="1890"/>
                    <a:pt x="1040" y="1701"/>
                    <a:pt x="1292" y="1701"/>
                  </a:cubicBezTo>
                  <a:close/>
                  <a:moveTo>
                    <a:pt x="4065" y="3655"/>
                  </a:moveTo>
                  <a:cubicBezTo>
                    <a:pt x="4317" y="3655"/>
                    <a:pt x="4506" y="3875"/>
                    <a:pt x="4506" y="4096"/>
                  </a:cubicBezTo>
                  <a:cubicBezTo>
                    <a:pt x="4506" y="4631"/>
                    <a:pt x="4821" y="5041"/>
                    <a:pt x="5262" y="5261"/>
                  </a:cubicBezTo>
                  <a:cubicBezTo>
                    <a:pt x="5451" y="5324"/>
                    <a:pt x="5577" y="5608"/>
                    <a:pt x="5482" y="5797"/>
                  </a:cubicBezTo>
                  <a:cubicBezTo>
                    <a:pt x="5431" y="5952"/>
                    <a:pt x="5229" y="6065"/>
                    <a:pt x="5054" y="6065"/>
                  </a:cubicBezTo>
                  <a:cubicBezTo>
                    <a:pt x="5017" y="6065"/>
                    <a:pt x="4980" y="6060"/>
                    <a:pt x="4947" y="6049"/>
                  </a:cubicBezTo>
                  <a:cubicBezTo>
                    <a:pt x="4128" y="5734"/>
                    <a:pt x="3655" y="4946"/>
                    <a:pt x="3655" y="4096"/>
                  </a:cubicBezTo>
                  <a:cubicBezTo>
                    <a:pt x="3655" y="3875"/>
                    <a:pt x="3844" y="3655"/>
                    <a:pt x="4065" y="3655"/>
                  </a:cubicBezTo>
                  <a:close/>
                  <a:moveTo>
                    <a:pt x="2993" y="0"/>
                  </a:moveTo>
                  <a:cubicBezTo>
                    <a:pt x="2741" y="0"/>
                    <a:pt x="2552" y="189"/>
                    <a:pt x="2552" y="441"/>
                  </a:cubicBezTo>
                  <a:lnTo>
                    <a:pt x="2552" y="882"/>
                  </a:lnTo>
                  <a:lnTo>
                    <a:pt x="1261" y="882"/>
                  </a:lnTo>
                  <a:cubicBezTo>
                    <a:pt x="536" y="882"/>
                    <a:pt x="1" y="1418"/>
                    <a:pt x="1" y="2142"/>
                  </a:cubicBezTo>
                  <a:cubicBezTo>
                    <a:pt x="1" y="4568"/>
                    <a:pt x="1513" y="5797"/>
                    <a:pt x="3183" y="5923"/>
                  </a:cubicBezTo>
                  <a:cubicBezTo>
                    <a:pt x="4159" y="7372"/>
                    <a:pt x="5073" y="7089"/>
                    <a:pt x="5073" y="7687"/>
                  </a:cubicBezTo>
                  <a:cubicBezTo>
                    <a:pt x="5073" y="8286"/>
                    <a:pt x="4821" y="8884"/>
                    <a:pt x="4443" y="9294"/>
                  </a:cubicBezTo>
                  <a:lnTo>
                    <a:pt x="8192" y="9294"/>
                  </a:lnTo>
                  <a:cubicBezTo>
                    <a:pt x="7782" y="8884"/>
                    <a:pt x="7562" y="8286"/>
                    <a:pt x="7562" y="7687"/>
                  </a:cubicBezTo>
                  <a:cubicBezTo>
                    <a:pt x="7562" y="7089"/>
                    <a:pt x="8507" y="7372"/>
                    <a:pt x="9484" y="5923"/>
                  </a:cubicBezTo>
                  <a:cubicBezTo>
                    <a:pt x="11216" y="5797"/>
                    <a:pt x="12666" y="4537"/>
                    <a:pt x="12666" y="2142"/>
                  </a:cubicBezTo>
                  <a:cubicBezTo>
                    <a:pt x="12666" y="1418"/>
                    <a:pt x="12098" y="882"/>
                    <a:pt x="11405" y="882"/>
                  </a:cubicBezTo>
                  <a:lnTo>
                    <a:pt x="10145" y="882"/>
                  </a:lnTo>
                  <a:lnTo>
                    <a:pt x="10145" y="441"/>
                  </a:lnTo>
                  <a:cubicBezTo>
                    <a:pt x="10145" y="189"/>
                    <a:pt x="9956" y="0"/>
                    <a:pt x="970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79" name="Google Shape;5979;p71"/>
            <p:cNvSpPr/>
            <p:nvPr/>
          </p:nvSpPr>
          <p:spPr>
            <a:xfrm>
              <a:off x="-39950400" y="4225975"/>
              <a:ext cx="194575" cy="63025"/>
            </a:xfrm>
            <a:custGeom>
              <a:avLst/>
              <a:gdLst/>
              <a:ahLst/>
              <a:cxnLst/>
              <a:rect l="l" t="t" r="r" b="b"/>
              <a:pathLst>
                <a:path w="7783" h="2521" extrusionOk="0">
                  <a:moveTo>
                    <a:pt x="757" y="1"/>
                  </a:moveTo>
                  <a:lnTo>
                    <a:pt x="63" y="1954"/>
                  </a:lnTo>
                  <a:cubicBezTo>
                    <a:pt x="0" y="2237"/>
                    <a:pt x="158" y="2521"/>
                    <a:pt x="473" y="2521"/>
                  </a:cubicBezTo>
                  <a:lnTo>
                    <a:pt x="7278" y="2521"/>
                  </a:lnTo>
                  <a:cubicBezTo>
                    <a:pt x="7593" y="2521"/>
                    <a:pt x="7782" y="2237"/>
                    <a:pt x="7688" y="1954"/>
                  </a:cubicBezTo>
                  <a:lnTo>
                    <a:pt x="699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5980" name="Google Shape;5980;p71"/>
          <p:cNvGrpSpPr/>
          <p:nvPr/>
        </p:nvGrpSpPr>
        <p:grpSpPr>
          <a:xfrm>
            <a:off x="2337033" y="2809082"/>
            <a:ext cx="200191" cy="276779"/>
            <a:chOff x="-38129425" y="3222550"/>
            <a:chExt cx="228450" cy="315850"/>
          </a:xfrm>
        </p:grpSpPr>
        <p:sp>
          <p:nvSpPr>
            <p:cNvPr id="5981" name="Google Shape;5981;p71"/>
            <p:cNvSpPr/>
            <p:nvPr/>
          </p:nvSpPr>
          <p:spPr>
            <a:xfrm>
              <a:off x="-38129425" y="3222550"/>
              <a:ext cx="228450" cy="227650"/>
            </a:xfrm>
            <a:custGeom>
              <a:avLst/>
              <a:gdLst/>
              <a:ahLst/>
              <a:cxnLst/>
              <a:rect l="l" t="t" r="r" b="b"/>
              <a:pathLst>
                <a:path w="9138" h="9106" extrusionOk="0">
                  <a:moveTo>
                    <a:pt x="4097" y="1292"/>
                  </a:moveTo>
                  <a:cubicBezTo>
                    <a:pt x="4349" y="1292"/>
                    <a:pt x="4538" y="1450"/>
                    <a:pt x="4538" y="1702"/>
                  </a:cubicBezTo>
                  <a:cubicBezTo>
                    <a:pt x="4538" y="1922"/>
                    <a:pt x="4349" y="2111"/>
                    <a:pt x="4160" y="2111"/>
                  </a:cubicBezTo>
                  <a:cubicBezTo>
                    <a:pt x="2994" y="2111"/>
                    <a:pt x="2112" y="3056"/>
                    <a:pt x="2049" y="4222"/>
                  </a:cubicBezTo>
                  <a:cubicBezTo>
                    <a:pt x="2049" y="4443"/>
                    <a:pt x="1860" y="4600"/>
                    <a:pt x="1639" y="4600"/>
                  </a:cubicBezTo>
                  <a:cubicBezTo>
                    <a:pt x="1387" y="4600"/>
                    <a:pt x="1198" y="4411"/>
                    <a:pt x="1198" y="4222"/>
                  </a:cubicBezTo>
                  <a:cubicBezTo>
                    <a:pt x="1198" y="2584"/>
                    <a:pt x="2490" y="1324"/>
                    <a:pt x="4097" y="1292"/>
                  </a:cubicBezTo>
                  <a:close/>
                  <a:moveTo>
                    <a:pt x="4569" y="0"/>
                  </a:moveTo>
                  <a:cubicBezTo>
                    <a:pt x="2049" y="0"/>
                    <a:pt x="1" y="2048"/>
                    <a:pt x="1" y="4569"/>
                  </a:cubicBezTo>
                  <a:cubicBezTo>
                    <a:pt x="1" y="6207"/>
                    <a:pt x="946" y="7688"/>
                    <a:pt x="2332" y="8475"/>
                  </a:cubicBezTo>
                  <a:cubicBezTo>
                    <a:pt x="2458" y="8507"/>
                    <a:pt x="2521" y="8664"/>
                    <a:pt x="2521" y="8822"/>
                  </a:cubicBezTo>
                  <a:lnTo>
                    <a:pt x="2521" y="9105"/>
                  </a:lnTo>
                  <a:lnTo>
                    <a:pt x="6680" y="9105"/>
                  </a:lnTo>
                  <a:lnTo>
                    <a:pt x="6680" y="8822"/>
                  </a:lnTo>
                  <a:cubicBezTo>
                    <a:pt x="6680" y="8696"/>
                    <a:pt x="6743" y="8570"/>
                    <a:pt x="6900" y="8507"/>
                  </a:cubicBezTo>
                  <a:cubicBezTo>
                    <a:pt x="8255" y="7719"/>
                    <a:pt x="9137" y="6270"/>
                    <a:pt x="9137" y="4569"/>
                  </a:cubicBezTo>
                  <a:cubicBezTo>
                    <a:pt x="9137" y="2048"/>
                    <a:pt x="7089" y="32"/>
                    <a:pt x="456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82" name="Google Shape;5982;p71"/>
            <p:cNvSpPr/>
            <p:nvPr/>
          </p:nvSpPr>
          <p:spPr>
            <a:xfrm>
              <a:off x="-38067200" y="3470650"/>
              <a:ext cx="103200" cy="67750"/>
            </a:xfrm>
            <a:custGeom>
              <a:avLst/>
              <a:gdLst/>
              <a:ahLst/>
              <a:cxnLst/>
              <a:rect l="l" t="t" r="r" b="b"/>
              <a:pathLst>
                <a:path w="4128" h="2710" extrusionOk="0">
                  <a:moveTo>
                    <a:pt x="1" y="0"/>
                  </a:moveTo>
                  <a:lnTo>
                    <a:pt x="1" y="662"/>
                  </a:lnTo>
                  <a:cubicBezTo>
                    <a:pt x="1" y="1198"/>
                    <a:pt x="410" y="1702"/>
                    <a:pt x="883" y="1859"/>
                  </a:cubicBezTo>
                  <a:cubicBezTo>
                    <a:pt x="1040" y="2363"/>
                    <a:pt x="1513" y="2710"/>
                    <a:pt x="2049" y="2710"/>
                  </a:cubicBezTo>
                  <a:cubicBezTo>
                    <a:pt x="2647" y="2710"/>
                    <a:pt x="3120" y="2363"/>
                    <a:pt x="3277" y="1859"/>
                  </a:cubicBezTo>
                  <a:cubicBezTo>
                    <a:pt x="3781" y="1702"/>
                    <a:pt x="4128" y="1198"/>
                    <a:pt x="4128" y="662"/>
                  </a:cubicBezTo>
                  <a:lnTo>
                    <a:pt x="412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5983" name="Google Shape;5983;p71"/>
          <p:cNvGrpSpPr/>
          <p:nvPr/>
        </p:nvGrpSpPr>
        <p:grpSpPr>
          <a:xfrm>
            <a:off x="2303259" y="3151528"/>
            <a:ext cx="278839" cy="277481"/>
            <a:chOff x="-38172725" y="3588000"/>
            <a:chExt cx="318200" cy="316650"/>
          </a:xfrm>
        </p:grpSpPr>
        <p:sp>
          <p:nvSpPr>
            <p:cNvPr id="5984" name="Google Shape;5984;p71"/>
            <p:cNvSpPr/>
            <p:nvPr/>
          </p:nvSpPr>
          <p:spPr>
            <a:xfrm>
              <a:off x="-38171150" y="3760050"/>
              <a:ext cx="98475" cy="91050"/>
            </a:xfrm>
            <a:custGeom>
              <a:avLst/>
              <a:gdLst/>
              <a:ahLst/>
              <a:cxnLst/>
              <a:rect l="l" t="t" r="r" b="b"/>
              <a:pathLst>
                <a:path w="3939" h="3642" extrusionOk="0">
                  <a:moveTo>
                    <a:pt x="739" y="1"/>
                  </a:moveTo>
                  <a:cubicBezTo>
                    <a:pt x="480" y="1"/>
                    <a:pt x="232" y="12"/>
                    <a:pt x="0" y="18"/>
                  </a:cubicBezTo>
                  <a:cubicBezTo>
                    <a:pt x="95" y="1341"/>
                    <a:pt x="630" y="2602"/>
                    <a:pt x="1512" y="3641"/>
                  </a:cubicBezTo>
                  <a:lnTo>
                    <a:pt x="3938" y="1247"/>
                  </a:lnTo>
                  <a:cubicBezTo>
                    <a:pt x="2844" y="153"/>
                    <a:pt x="1711" y="1"/>
                    <a:pt x="73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85" name="Google Shape;5985;p71"/>
            <p:cNvSpPr/>
            <p:nvPr/>
          </p:nvSpPr>
          <p:spPr>
            <a:xfrm>
              <a:off x="-38172725" y="3641575"/>
              <a:ext cx="144150" cy="133900"/>
            </a:xfrm>
            <a:custGeom>
              <a:avLst/>
              <a:gdLst/>
              <a:ahLst/>
              <a:cxnLst/>
              <a:rect l="l" t="t" r="r" b="b"/>
              <a:pathLst>
                <a:path w="5766" h="5356" extrusionOk="0">
                  <a:moveTo>
                    <a:pt x="1575" y="0"/>
                  </a:moveTo>
                  <a:cubicBezTo>
                    <a:pt x="599" y="1103"/>
                    <a:pt x="95" y="2520"/>
                    <a:pt x="0" y="3907"/>
                  </a:cubicBezTo>
                  <a:cubicBezTo>
                    <a:pt x="213" y="3901"/>
                    <a:pt x="452" y="3891"/>
                    <a:pt x="712" y="3891"/>
                  </a:cubicBezTo>
                  <a:cubicBezTo>
                    <a:pt x="1801" y="3891"/>
                    <a:pt x="3246" y="4059"/>
                    <a:pt x="4568" y="5356"/>
                  </a:cubicBezTo>
                  <a:lnTo>
                    <a:pt x="5766" y="4190"/>
                  </a:lnTo>
                  <a:lnTo>
                    <a:pt x="157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86" name="Google Shape;5986;p71"/>
            <p:cNvSpPr/>
            <p:nvPr/>
          </p:nvSpPr>
          <p:spPr>
            <a:xfrm>
              <a:off x="-38117600" y="3806975"/>
              <a:ext cx="77200" cy="94525"/>
            </a:xfrm>
            <a:custGeom>
              <a:avLst/>
              <a:gdLst/>
              <a:ahLst/>
              <a:cxnLst/>
              <a:rect l="l" t="t" r="r" b="b"/>
              <a:pathLst>
                <a:path w="3088" h="3781" extrusionOk="0">
                  <a:moveTo>
                    <a:pt x="2332" y="0"/>
                  </a:moveTo>
                  <a:lnTo>
                    <a:pt x="0" y="2331"/>
                  </a:lnTo>
                  <a:cubicBezTo>
                    <a:pt x="883" y="3088"/>
                    <a:pt x="1891" y="3592"/>
                    <a:pt x="2962" y="3781"/>
                  </a:cubicBezTo>
                  <a:cubicBezTo>
                    <a:pt x="3088" y="2363"/>
                    <a:pt x="3088" y="1197"/>
                    <a:pt x="233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87" name="Google Shape;5987;p71"/>
            <p:cNvSpPr/>
            <p:nvPr/>
          </p:nvSpPr>
          <p:spPr>
            <a:xfrm>
              <a:off x="-37997875" y="3716375"/>
              <a:ext cx="143350" cy="135500"/>
            </a:xfrm>
            <a:custGeom>
              <a:avLst/>
              <a:gdLst/>
              <a:ahLst/>
              <a:cxnLst/>
              <a:rect l="l" t="t" r="r" b="b"/>
              <a:pathLst>
                <a:path w="5734" h="5420" extrusionOk="0">
                  <a:moveTo>
                    <a:pt x="1197" y="1"/>
                  </a:moveTo>
                  <a:lnTo>
                    <a:pt x="0" y="1230"/>
                  </a:lnTo>
                  <a:lnTo>
                    <a:pt x="4159" y="5420"/>
                  </a:lnTo>
                  <a:cubicBezTo>
                    <a:pt x="5199" y="4191"/>
                    <a:pt x="5703" y="2773"/>
                    <a:pt x="5734" y="1324"/>
                  </a:cubicBezTo>
                  <a:cubicBezTo>
                    <a:pt x="5557" y="1324"/>
                    <a:pt x="5356" y="1329"/>
                    <a:pt x="5135" y="1329"/>
                  </a:cubicBezTo>
                  <a:cubicBezTo>
                    <a:pt x="4098" y="1329"/>
                    <a:pt x="2626" y="1222"/>
                    <a:pt x="119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88" name="Google Shape;5988;p71"/>
            <p:cNvSpPr/>
            <p:nvPr/>
          </p:nvSpPr>
          <p:spPr>
            <a:xfrm>
              <a:off x="-38044350" y="3761275"/>
              <a:ext cx="135500" cy="143375"/>
            </a:xfrm>
            <a:custGeom>
              <a:avLst/>
              <a:gdLst/>
              <a:ahLst/>
              <a:cxnLst/>
              <a:rect l="l" t="t" r="r" b="b"/>
              <a:pathLst>
                <a:path w="5420" h="5735" extrusionOk="0">
                  <a:moveTo>
                    <a:pt x="1261" y="1"/>
                  </a:moveTo>
                  <a:lnTo>
                    <a:pt x="0" y="1261"/>
                  </a:lnTo>
                  <a:cubicBezTo>
                    <a:pt x="1009" y="2679"/>
                    <a:pt x="1009" y="4002"/>
                    <a:pt x="851" y="5735"/>
                  </a:cubicBezTo>
                  <a:lnTo>
                    <a:pt x="1261" y="5735"/>
                  </a:lnTo>
                  <a:cubicBezTo>
                    <a:pt x="2773" y="5735"/>
                    <a:pt x="4254" y="5231"/>
                    <a:pt x="5419" y="4159"/>
                  </a:cubicBezTo>
                  <a:lnTo>
                    <a:pt x="126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89" name="Google Shape;5989;p71"/>
            <p:cNvSpPr/>
            <p:nvPr/>
          </p:nvSpPr>
          <p:spPr>
            <a:xfrm>
              <a:off x="-37997875" y="3588800"/>
              <a:ext cx="89025" cy="97675"/>
            </a:xfrm>
            <a:custGeom>
              <a:avLst/>
              <a:gdLst/>
              <a:ahLst/>
              <a:cxnLst/>
              <a:rect l="l" t="t" r="r" b="b"/>
              <a:pathLst>
                <a:path w="3561" h="3907" extrusionOk="0">
                  <a:moveTo>
                    <a:pt x="158" y="0"/>
                  </a:moveTo>
                  <a:lnTo>
                    <a:pt x="158" y="0"/>
                  </a:lnTo>
                  <a:cubicBezTo>
                    <a:pt x="126" y="977"/>
                    <a:pt x="0" y="2395"/>
                    <a:pt x="1260" y="3907"/>
                  </a:cubicBezTo>
                  <a:lnTo>
                    <a:pt x="3560" y="1544"/>
                  </a:lnTo>
                  <a:cubicBezTo>
                    <a:pt x="2584" y="662"/>
                    <a:pt x="1355" y="158"/>
                    <a:pt x="15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90" name="Google Shape;5990;p71"/>
            <p:cNvSpPr/>
            <p:nvPr/>
          </p:nvSpPr>
          <p:spPr>
            <a:xfrm>
              <a:off x="-38117600" y="3588000"/>
              <a:ext cx="135500" cy="143375"/>
            </a:xfrm>
            <a:custGeom>
              <a:avLst/>
              <a:gdLst/>
              <a:ahLst/>
              <a:cxnLst/>
              <a:rect l="l" t="t" r="r" b="b"/>
              <a:pathLst>
                <a:path w="5420" h="5735" extrusionOk="0">
                  <a:moveTo>
                    <a:pt x="4096" y="1"/>
                  </a:moveTo>
                  <a:lnTo>
                    <a:pt x="4096" y="1"/>
                  </a:lnTo>
                  <a:cubicBezTo>
                    <a:pt x="2647" y="32"/>
                    <a:pt x="1198" y="536"/>
                    <a:pt x="0" y="1576"/>
                  </a:cubicBezTo>
                  <a:lnTo>
                    <a:pt x="4191" y="5735"/>
                  </a:lnTo>
                  <a:lnTo>
                    <a:pt x="5419" y="4506"/>
                  </a:lnTo>
                  <a:cubicBezTo>
                    <a:pt x="3939" y="2805"/>
                    <a:pt x="4065" y="1135"/>
                    <a:pt x="409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91" name="Google Shape;5991;p71"/>
            <p:cNvSpPr/>
            <p:nvPr/>
          </p:nvSpPr>
          <p:spPr>
            <a:xfrm>
              <a:off x="-37953000" y="3641575"/>
              <a:ext cx="97700" cy="86350"/>
            </a:xfrm>
            <a:custGeom>
              <a:avLst/>
              <a:gdLst/>
              <a:ahLst/>
              <a:cxnLst/>
              <a:rect l="l" t="t" r="r" b="b"/>
              <a:pathLst>
                <a:path w="3908" h="3454" extrusionOk="0">
                  <a:moveTo>
                    <a:pt x="2364" y="0"/>
                  </a:moveTo>
                  <a:lnTo>
                    <a:pt x="1" y="2363"/>
                  </a:lnTo>
                  <a:cubicBezTo>
                    <a:pt x="1171" y="3313"/>
                    <a:pt x="2246" y="3453"/>
                    <a:pt x="3155" y="3453"/>
                  </a:cubicBezTo>
                  <a:cubicBezTo>
                    <a:pt x="3421" y="3453"/>
                    <a:pt x="3672" y="3441"/>
                    <a:pt x="3908" y="3434"/>
                  </a:cubicBezTo>
                  <a:cubicBezTo>
                    <a:pt x="3750" y="2205"/>
                    <a:pt x="3246" y="1008"/>
                    <a:pt x="236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5992" name="Google Shape;5992;p71"/>
          <p:cNvGrpSpPr/>
          <p:nvPr/>
        </p:nvGrpSpPr>
        <p:grpSpPr>
          <a:xfrm>
            <a:off x="2360186" y="3495354"/>
            <a:ext cx="164986" cy="277481"/>
            <a:chOff x="-38109725" y="3955025"/>
            <a:chExt cx="188275" cy="316650"/>
          </a:xfrm>
        </p:grpSpPr>
        <p:sp>
          <p:nvSpPr>
            <p:cNvPr id="5993" name="Google Shape;5993;p71"/>
            <p:cNvSpPr/>
            <p:nvPr/>
          </p:nvSpPr>
          <p:spPr>
            <a:xfrm>
              <a:off x="-38109725" y="3955025"/>
              <a:ext cx="188275" cy="220575"/>
            </a:xfrm>
            <a:custGeom>
              <a:avLst/>
              <a:gdLst/>
              <a:ahLst/>
              <a:cxnLst/>
              <a:rect l="l" t="t" r="r" b="b"/>
              <a:pathLst>
                <a:path w="7531" h="8823" extrusionOk="0">
                  <a:moveTo>
                    <a:pt x="3372" y="1"/>
                  </a:moveTo>
                  <a:lnTo>
                    <a:pt x="95" y="5703"/>
                  </a:lnTo>
                  <a:cubicBezTo>
                    <a:pt x="1" y="5829"/>
                    <a:pt x="1" y="5987"/>
                    <a:pt x="95" y="6113"/>
                  </a:cubicBezTo>
                  <a:lnTo>
                    <a:pt x="1418" y="8822"/>
                  </a:lnTo>
                  <a:lnTo>
                    <a:pt x="6081" y="8822"/>
                  </a:lnTo>
                  <a:lnTo>
                    <a:pt x="7467" y="6113"/>
                  </a:lnTo>
                  <a:cubicBezTo>
                    <a:pt x="7530" y="5987"/>
                    <a:pt x="7499" y="5829"/>
                    <a:pt x="7467" y="5703"/>
                  </a:cubicBezTo>
                  <a:lnTo>
                    <a:pt x="4191" y="1"/>
                  </a:lnTo>
                  <a:lnTo>
                    <a:pt x="4191" y="4727"/>
                  </a:lnTo>
                  <a:cubicBezTo>
                    <a:pt x="4663" y="4884"/>
                    <a:pt x="5010" y="5357"/>
                    <a:pt x="5010" y="5892"/>
                  </a:cubicBezTo>
                  <a:cubicBezTo>
                    <a:pt x="5010" y="6585"/>
                    <a:pt x="4474" y="7121"/>
                    <a:pt x="3750" y="7121"/>
                  </a:cubicBezTo>
                  <a:cubicBezTo>
                    <a:pt x="3088" y="7121"/>
                    <a:pt x="2521" y="6585"/>
                    <a:pt x="2521" y="5892"/>
                  </a:cubicBezTo>
                  <a:cubicBezTo>
                    <a:pt x="2521" y="5357"/>
                    <a:pt x="2899" y="4916"/>
                    <a:pt x="3372" y="4727"/>
                  </a:cubicBezTo>
                  <a:lnTo>
                    <a:pt x="337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94" name="Google Shape;5994;p71"/>
            <p:cNvSpPr/>
            <p:nvPr/>
          </p:nvSpPr>
          <p:spPr>
            <a:xfrm>
              <a:off x="-38067200" y="4196050"/>
              <a:ext cx="104775" cy="75625"/>
            </a:xfrm>
            <a:custGeom>
              <a:avLst/>
              <a:gdLst/>
              <a:ahLst/>
              <a:cxnLst/>
              <a:rect l="l" t="t" r="r" b="b"/>
              <a:pathLst>
                <a:path w="4191" h="3025" extrusionOk="0">
                  <a:moveTo>
                    <a:pt x="32" y="0"/>
                  </a:moveTo>
                  <a:lnTo>
                    <a:pt x="32" y="2615"/>
                  </a:lnTo>
                  <a:cubicBezTo>
                    <a:pt x="1" y="2836"/>
                    <a:pt x="190" y="3025"/>
                    <a:pt x="442" y="3025"/>
                  </a:cubicBezTo>
                  <a:lnTo>
                    <a:pt x="3750" y="3025"/>
                  </a:lnTo>
                  <a:cubicBezTo>
                    <a:pt x="3970" y="3025"/>
                    <a:pt x="4191" y="2836"/>
                    <a:pt x="4191" y="2615"/>
                  </a:cubicBezTo>
                  <a:lnTo>
                    <a:pt x="419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5995" name="Google Shape;5995;p71"/>
          <p:cNvSpPr/>
          <p:nvPr/>
        </p:nvSpPr>
        <p:spPr>
          <a:xfrm>
            <a:off x="1686388" y="3840175"/>
            <a:ext cx="287843" cy="277700"/>
          </a:xfrm>
          <a:custGeom>
            <a:avLst/>
            <a:gdLst/>
            <a:ahLst/>
            <a:cxnLst/>
            <a:rect l="l" t="t" r="r" b="b"/>
            <a:pathLst>
              <a:path w="13139" h="12676" extrusionOk="0">
                <a:moveTo>
                  <a:pt x="7184" y="1702"/>
                </a:moveTo>
                <a:cubicBezTo>
                  <a:pt x="7909" y="1702"/>
                  <a:pt x="8444" y="2237"/>
                  <a:pt x="8444" y="2962"/>
                </a:cubicBezTo>
                <a:cubicBezTo>
                  <a:pt x="8444" y="3623"/>
                  <a:pt x="7877" y="4222"/>
                  <a:pt x="7184" y="4222"/>
                </a:cubicBezTo>
                <a:cubicBezTo>
                  <a:pt x="6491" y="4222"/>
                  <a:pt x="5955" y="3655"/>
                  <a:pt x="5955" y="2962"/>
                </a:cubicBezTo>
                <a:cubicBezTo>
                  <a:pt x="5955" y="2237"/>
                  <a:pt x="6491" y="1702"/>
                  <a:pt x="7184" y="1702"/>
                </a:cubicBezTo>
                <a:close/>
                <a:moveTo>
                  <a:pt x="3813" y="2521"/>
                </a:moveTo>
                <a:cubicBezTo>
                  <a:pt x="4506" y="2521"/>
                  <a:pt x="5073" y="3056"/>
                  <a:pt x="5073" y="3781"/>
                </a:cubicBezTo>
                <a:cubicBezTo>
                  <a:pt x="5073" y="4474"/>
                  <a:pt x="4506" y="5041"/>
                  <a:pt x="3813" y="5041"/>
                </a:cubicBezTo>
                <a:cubicBezTo>
                  <a:pt x="3088" y="5041"/>
                  <a:pt x="2553" y="4474"/>
                  <a:pt x="2553" y="3781"/>
                </a:cubicBezTo>
                <a:cubicBezTo>
                  <a:pt x="2521" y="3056"/>
                  <a:pt x="3088" y="2521"/>
                  <a:pt x="3813" y="2521"/>
                </a:cubicBezTo>
                <a:close/>
                <a:moveTo>
                  <a:pt x="2931" y="5892"/>
                </a:moveTo>
                <a:cubicBezTo>
                  <a:pt x="3656" y="5892"/>
                  <a:pt x="4191" y="6459"/>
                  <a:pt x="4191" y="7152"/>
                </a:cubicBezTo>
                <a:cubicBezTo>
                  <a:pt x="4191" y="7877"/>
                  <a:pt x="3656" y="8412"/>
                  <a:pt x="2931" y="8412"/>
                </a:cubicBezTo>
                <a:cubicBezTo>
                  <a:pt x="2238" y="8412"/>
                  <a:pt x="1671" y="7877"/>
                  <a:pt x="1671" y="7152"/>
                </a:cubicBezTo>
                <a:cubicBezTo>
                  <a:pt x="1671" y="6459"/>
                  <a:pt x="2238" y="5892"/>
                  <a:pt x="2931" y="5892"/>
                </a:cubicBezTo>
                <a:close/>
                <a:moveTo>
                  <a:pt x="5514" y="8475"/>
                </a:moveTo>
                <a:cubicBezTo>
                  <a:pt x="6207" y="8475"/>
                  <a:pt x="6775" y="9011"/>
                  <a:pt x="6775" y="9735"/>
                </a:cubicBezTo>
                <a:cubicBezTo>
                  <a:pt x="6775" y="10397"/>
                  <a:pt x="6176" y="10996"/>
                  <a:pt x="5514" y="10996"/>
                </a:cubicBezTo>
                <a:cubicBezTo>
                  <a:pt x="4790" y="10996"/>
                  <a:pt x="4254" y="10429"/>
                  <a:pt x="4254" y="9735"/>
                </a:cubicBezTo>
                <a:cubicBezTo>
                  <a:pt x="4254" y="9011"/>
                  <a:pt x="4790" y="8475"/>
                  <a:pt x="5514" y="8475"/>
                </a:cubicBezTo>
                <a:close/>
                <a:moveTo>
                  <a:pt x="6333" y="0"/>
                </a:moveTo>
                <a:cubicBezTo>
                  <a:pt x="2836" y="0"/>
                  <a:pt x="1" y="2836"/>
                  <a:pt x="1" y="6333"/>
                </a:cubicBezTo>
                <a:cubicBezTo>
                  <a:pt x="1" y="9420"/>
                  <a:pt x="2143" y="11878"/>
                  <a:pt x="4916" y="12508"/>
                </a:cubicBezTo>
                <a:cubicBezTo>
                  <a:pt x="5408" y="12621"/>
                  <a:pt x="5838" y="12675"/>
                  <a:pt x="6211" y="12675"/>
                </a:cubicBezTo>
                <a:cubicBezTo>
                  <a:pt x="7914" y="12675"/>
                  <a:pt x="8444" y="11545"/>
                  <a:pt x="8444" y="9735"/>
                </a:cubicBezTo>
                <a:cubicBezTo>
                  <a:pt x="8444" y="9011"/>
                  <a:pt x="9011" y="8475"/>
                  <a:pt x="9705" y="8475"/>
                </a:cubicBezTo>
                <a:cubicBezTo>
                  <a:pt x="11878" y="8475"/>
                  <a:pt x="13139" y="7719"/>
                  <a:pt x="12508" y="4915"/>
                </a:cubicBezTo>
                <a:cubicBezTo>
                  <a:pt x="11878" y="2206"/>
                  <a:pt x="9452" y="0"/>
                  <a:pt x="6333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5996" name="Google Shape;5996;p71"/>
          <p:cNvGrpSpPr/>
          <p:nvPr/>
        </p:nvGrpSpPr>
        <p:grpSpPr>
          <a:xfrm>
            <a:off x="1921735" y="1793920"/>
            <a:ext cx="280241" cy="276801"/>
            <a:chOff x="-41530375" y="3218800"/>
            <a:chExt cx="319800" cy="315875"/>
          </a:xfrm>
        </p:grpSpPr>
        <p:sp>
          <p:nvSpPr>
            <p:cNvPr id="5997" name="Google Shape;5997;p71"/>
            <p:cNvSpPr/>
            <p:nvPr/>
          </p:nvSpPr>
          <p:spPr>
            <a:xfrm>
              <a:off x="-41530375" y="3337550"/>
              <a:ext cx="199300" cy="197125"/>
            </a:xfrm>
            <a:custGeom>
              <a:avLst/>
              <a:gdLst/>
              <a:ahLst/>
              <a:cxnLst/>
              <a:rect l="l" t="t" r="r" b="b"/>
              <a:pathLst>
                <a:path w="7972" h="7885" extrusionOk="0">
                  <a:moveTo>
                    <a:pt x="3245" y="0"/>
                  </a:moveTo>
                  <a:lnTo>
                    <a:pt x="473" y="2804"/>
                  </a:lnTo>
                  <a:cubicBezTo>
                    <a:pt x="0" y="3277"/>
                    <a:pt x="0" y="4064"/>
                    <a:pt x="473" y="4568"/>
                  </a:cubicBezTo>
                  <a:lnTo>
                    <a:pt x="3403" y="7530"/>
                  </a:lnTo>
                  <a:cubicBezTo>
                    <a:pt x="3639" y="7766"/>
                    <a:pt x="3954" y="7884"/>
                    <a:pt x="4277" y="7884"/>
                  </a:cubicBezTo>
                  <a:cubicBezTo>
                    <a:pt x="4600" y="7884"/>
                    <a:pt x="4931" y="7766"/>
                    <a:pt x="5199" y="7530"/>
                  </a:cubicBezTo>
                  <a:lnTo>
                    <a:pt x="7971" y="4726"/>
                  </a:lnTo>
                  <a:lnTo>
                    <a:pt x="324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98" name="Google Shape;5998;p71"/>
            <p:cNvSpPr/>
            <p:nvPr/>
          </p:nvSpPr>
          <p:spPr>
            <a:xfrm>
              <a:off x="-41435075" y="3218800"/>
              <a:ext cx="224500" cy="221950"/>
            </a:xfrm>
            <a:custGeom>
              <a:avLst/>
              <a:gdLst/>
              <a:ahLst/>
              <a:cxnLst/>
              <a:rect l="l" t="t" r="r" b="b"/>
              <a:pathLst>
                <a:path w="8980" h="8878" extrusionOk="0">
                  <a:moveTo>
                    <a:pt x="4395" y="1"/>
                  </a:moveTo>
                  <a:cubicBezTo>
                    <a:pt x="4285" y="1"/>
                    <a:pt x="4175" y="40"/>
                    <a:pt x="4096" y="119"/>
                  </a:cubicBezTo>
                  <a:lnTo>
                    <a:pt x="1" y="4152"/>
                  </a:lnTo>
                  <a:lnTo>
                    <a:pt x="4726" y="8877"/>
                  </a:lnTo>
                  <a:lnTo>
                    <a:pt x="8822" y="4845"/>
                  </a:lnTo>
                  <a:cubicBezTo>
                    <a:pt x="8979" y="4687"/>
                    <a:pt x="8979" y="4404"/>
                    <a:pt x="8822" y="4246"/>
                  </a:cubicBezTo>
                  <a:lnTo>
                    <a:pt x="4695" y="119"/>
                  </a:lnTo>
                  <a:cubicBezTo>
                    <a:pt x="4616" y="40"/>
                    <a:pt x="4506" y="1"/>
                    <a:pt x="439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5999" name="Google Shape;5999;p71"/>
          <p:cNvGrpSpPr/>
          <p:nvPr/>
        </p:nvGrpSpPr>
        <p:grpSpPr>
          <a:xfrm>
            <a:off x="1923455" y="2180288"/>
            <a:ext cx="276801" cy="216753"/>
            <a:chOff x="-41526450" y="3653375"/>
            <a:chExt cx="315875" cy="247350"/>
          </a:xfrm>
        </p:grpSpPr>
        <p:sp>
          <p:nvSpPr>
            <p:cNvPr id="6000" name="Google Shape;6000;p71"/>
            <p:cNvSpPr/>
            <p:nvPr/>
          </p:nvSpPr>
          <p:spPr>
            <a:xfrm>
              <a:off x="-41526450" y="3860525"/>
              <a:ext cx="315875" cy="40200"/>
            </a:xfrm>
            <a:custGeom>
              <a:avLst/>
              <a:gdLst/>
              <a:ahLst/>
              <a:cxnLst/>
              <a:rect l="l" t="t" r="r" b="b"/>
              <a:pathLst>
                <a:path w="12635" h="1608" extrusionOk="0">
                  <a:moveTo>
                    <a:pt x="379" y="0"/>
                  </a:moveTo>
                  <a:cubicBezTo>
                    <a:pt x="159" y="0"/>
                    <a:pt x="1" y="189"/>
                    <a:pt x="1" y="378"/>
                  </a:cubicBezTo>
                  <a:cubicBezTo>
                    <a:pt x="1" y="1040"/>
                    <a:pt x="537" y="1607"/>
                    <a:pt x="1198" y="1607"/>
                  </a:cubicBezTo>
                  <a:lnTo>
                    <a:pt x="11406" y="1607"/>
                  </a:lnTo>
                  <a:cubicBezTo>
                    <a:pt x="12067" y="1607"/>
                    <a:pt x="12634" y="1072"/>
                    <a:pt x="12634" y="378"/>
                  </a:cubicBezTo>
                  <a:cubicBezTo>
                    <a:pt x="12603" y="158"/>
                    <a:pt x="12445" y="0"/>
                    <a:pt x="12193" y="0"/>
                  </a:cubicBezTo>
                  <a:lnTo>
                    <a:pt x="10965" y="0"/>
                  </a:lnTo>
                  <a:lnTo>
                    <a:pt x="10965" y="378"/>
                  </a:lnTo>
                  <a:cubicBezTo>
                    <a:pt x="10965" y="630"/>
                    <a:pt x="10776" y="819"/>
                    <a:pt x="10555" y="819"/>
                  </a:cubicBezTo>
                  <a:cubicBezTo>
                    <a:pt x="10303" y="819"/>
                    <a:pt x="10146" y="630"/>
                    <a:pt x="10146" y="378"/>
                  </a:cubicBezTo>
                  <a:lnTo>
                    <a:pt x="10146" y="0"/>
                  </a:lnTo>
                  <a:lnTo>
                    <a:pt x="9326" y="0"/>
                  </a:lnTo>
                  <a:lnTo>
                    <a:pt x="9326" y="378"/>
                  </a:lnTo>
                  <a:cubicBezTo>
                    <a:pt x="9326" y="630"/>
                    <a:pt x="9137" y="819"/>
                    <a:pt x="8917" y="819"/>
                  </a:cubicBezTo>
                  <a:cubicBezTo>
                    <a:pt x="8696" y="819"/>
                    <a:pt x="8507" y="630"/>
                    <a:pt x="8507" y="378"/>
                  </a:cubicBezTo>
                  <a:lnTo>
                    <a:pt x="850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01" name="Google Shape;6001;p71"/>
            <p:cNvSpPr/>
            <p:nvPr/>
          </p:nvSpPr>
          <p:spPr>
            <a:xfrm>
              <a:off x="-41506750" y="3653375"/>
              <a:ext cx="275700" cy="186700"/>
            </a:xfrm>
            <a:custGeom>
              <a:avLst/>
              <a:gdLst/>
              <a:ahLst/>
              <a:cxnLst/>
              <a:rect l="l" t="t" r="r" b="b"/>
              <a:pathLst>
                <a:path w="11028" h="7468" extrusionOk="0">
                  <a:moveTo>
                    <a:pt x="3794" y="1673"/>
                  </a:moveTo>
                  <a:cubicBezTo>
                    <a:pt x="3841" y="1673"/>
                    <a:pt x="3890" y="1682"/>
                    <a:pt x="3939" y="1702"/>
                  </a:cubicBezTo>
                  <a:lnTo>
                    <a:pt x="6428" y="2521"/>
                  </a:lnTo>
                  <a:cubicBezTo>
                    <a:pt x="6680" y="2616"/>
                    <a:pt x="6806" y="2994"/>
                    <a:pt x="6585" y="3214"/>
                  </a:cubicBezTo>
                  <a:lnTo>
                    <a:pt x="6018" y="3750"/>
                  </a:lnTo>
                  <a:lnTo>
                    <a:pt x="7404" y="5136"/>
                  </a:lnTo>
                  <a:cubicBezTo>
                    <a:pt x="7593" y="5262"/>
                    <a:pt x="7593" y="5514"/>
                    <a:pt x="7436" y="5671"/>
                  </a:cubicBezTo>
                  <a:cubicBezTo>
                    <a:pt x="7357" y="5750"/>
                    <a:pt x="7247" y="5790"/>
                    <a:pt x="7136" y="5790"/>
                  </a:cubicBezTo>
                  <a:cubicBezTo>
                    <a:pt x="7026" y="5790"/>
                    <a:pt x="6916" y="5750"/>
                    <a:pt x="6837" y="5671"/>
                  </a:cubicBezTo>
                  <a:lnTo>
                    <a:pt x="5451" y="4317"/>
                  </a:lnTo>
                  <a:lnTo>
                    <a:pt x="4915" y="4852"/>
                  </a:lnTo>
                  <a:cubicBezTo>
                    <a:pt x="4821" y="4947"/>
                    <a:pt x="4714" y="4988"/>
                    <a:pt x="4613" y="4988"/>
                  </a:cubicBezTo>
                  <a:cubicBezTo>
                    <a:pt x="4444" y="4988"/>
                    <a:pt x="4293" y="4872"/>
                    <a:pt x="4254" y="4695"/>
                  </a:cubicBezTo>
                  <a:lnTo>
                    <a:pt x="3435" y="2206"/>
                  </a:lnTo>
                  <a:cubicBezTo>
                    <a:pt x="3328" y="1940"/>
                    <a:pt x="3537" y="1673"/>
                    <a:pt x="3794" y="1673"/>
                  </a:cubicBezTo>
                  <a:close/>
                  <a:moveTo>
                    <a:pt x="1198" y="1"/>
                  </a:moveTo>
                  <a:cubicBezTo>
                    <a:pt x="536" y="1"/>
                    <a:pt x="1" y="568"/>
                    <a:pt x="1" y="1229"/>
                  </a:cubicBezTo>
                  <a:lnTo>
                    <a:pt x="1" y="7467"/>
                  </a:lnTo>
                  <a:lnTo>
                    <a:pt x="11027" y="7467"/>
                  </a:lnTo>
                  <a:lnTo>
                    <a:pt x="11027" y="1229"/>
                  </a:lnTo>
                  <a:cubicBezTo>
                    <a:pt x="11027" y="568"/>
                    <a:pt x="10460" y="1"/>
                    <a:pt x="976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002" name="Google Shape;6002;p71"/>
          <p:cNvGrpSpPr/>
          <p:nvPr/>
        </p:nvGrpSpPr>
        <p:grpSpPr>
          <a:xfrm>
            <a:off x="1924496" y="2452286"/>
            <a:ext cx="274720" cy="277481"/>
            <a:chOff x="-41526450" y="3951100"/>
            <a:chExt cx="313500" cy="316650"/>
          </a:xfrm>
        </p:grpSpPr>
        <p:sp>
          <p:nvSpPr>
            <p:cNvPr id="6003" name="Google Shape;6003;p71"/>
            <p:cNvSpPr/>
            <p:nvPr/>
          </p:nvSpPr>
          <p:spPr>
            <a:xfrm>
              <a:off x="-41483125" y="4041675"/>
              <a:ext cx="226075" cy="226075"/>
            </a:xfrm>
            <a:custGeom>
              <a:avLst/>
              <a:gdLst/>
              <a:ahLst/>
              <a:cxnLst/>
              <a:rect l="l" t="t" r="r" b="b"/>
              <a:pathLst>
                <a:path w="9043" h="9043" extrusionOk="0">
                  <a:moveTo>
                    <a:pt x="4506" y="2174"/>
                  </a:moveTo>
                  <a:cubicBezTo>
                    <a:pt x="6144" y="2174"/>
                    <a:pt x="7404" y="3466"/>
                    <a:pt x="7436" y="5041"/>
                  </a:cubicBezTo>
                  <a:cubicBezTo>
                    <a:pt x="7436" y="6648"/>
                    <a:pt x="6144" y="7908"/>
                    <a:pt x="4506" y="7908"/>
                  </a:cubicBezTo>
                  <a:cubicBezTo>
                    <a:pt x="2899" y="7908"/>
                    <a:pt x="1639" y="6616"/>
                    <a:pt x="1639" y="5041"/>
                  </a:cubicBezTo>
                  <a:cubicBezTo>
                    <a:pt x="1639" y="3466"/>
                    <a:pt x="2931" y="2174"/>
                    <a:pt x="4506" y="2174"/>
                  </a:cubicBezTo>
                  <a:close/>
                  <a:moveTo>
                    <a:pt x="4506" y="0"/>
                  </a:moveTo>
                  <a:lnTo>
                    <a:pt x="1" y="3214"/>
                  </a:lnTo>
                  <a:lnTo>
                    <a:pt x="1" y="8664"/>
                  </a:lnTo>
                  <a:cubicBezTo>
                    <a:pt x="1" y="8885"/>
                    <a:pt x="190" y="9042"/>
                    <a:pt x="379" y="9042"/>
                  </a:cubicBezTo>
                  <a:lnTo>
                    <a:pt x="8665" y="9042"/>
                  </a:lnTo>
                  <a:cubicBezTo>
                    <a:pt x="8885" y="9042"/>
                    <a:pt x="9043" y="8853"/>
                    <a:pt x="9043" y="8664"/>
                  </a:cubicBezTo>
                  <a:lnTo>
                    <a:pt x="9043" y="3214"/>
                  </a:lnTo>
                  <a:lnTo>
                    <a:pt x="450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04" name="Google Shape;6004;p71"/>
            <p:cNvSpPr/>
            <p:nvPr/>
          </p:nvSpPr>
          <p:spPr>
            <a:xfrm>
              <a:off x="-41422475" y="41149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4191" h="4191" extrusionOk="0">
                  <a:moveTo>
                    <a:pt x="2080" y="1040"/>
                  </a:moveTo>
                  <a:cubicBezTo>
                    <a:pt x="2332" y="1040"/>
                    <a:pt x="2521" y="1229"/>
                    <a:pt x="2521" y="1450"/>
                  </a:cubicBezTo>
                  <a:lnTo>
                    <a:pt x="2521" y="1859"/>
                  </a:lnTo>
                  <a:lnTo>
                    <a:pt x="2931" y="1859"/>
                  </a:lnTo>
                  <a:cubicBezTo>
                    <a:pt x="3151" y="1859"/>
                    <a:pt x="3372" y="2080"/>
                    <a:pt x="3372" y="2269"/>
                  </a:cubicBezTo>
                  <a:cubicBezTo>
                    <a:pt x="3372" y="2489"/>
                    <a:pt x="3151" y="2710"/>
                    <a:pt x="2931" y="2710"/>
                  </a:cubicBezTo>
                  <a:lnTo>
                    <a:pt x="2080" y="2710"/>
                  </a:lnTo>
                  <a:cubicBezTo>
                    <a:pt x="1859" y="2710"/>
                    <a:pt x="1702" y="2489"/>
                    <a:pt x="1702" y="2269"/>
                  </a:cubicBezTo>
                  <a:lnTo>
                    <a:pt x="1702" y="1450"/>
                  </a:lnTo>
                  <a:cubicBezTo>
                    <a:pt x="1702" y="1198"/>
                    <a:pt x="1891" y="1040"/>
                    <a:pt x="2080" y="1040"/>
                  </a:cubicBezTo>
                  <a:close/>
                  <a:moveTo>
                    <a:pt x="2080" y="0"/>
                  </a:moveTo>
                  <a:cubicBezTo>
                    <a:pt x="946" y="0"/>
                    <a:pt x="64" y="946"/>
                    <a:pt x="1" y="2111"/>
                  </a:cubicBezTo>
                  <a:cubicBezTo>
                    <a:pt x="64" y="3277"/>
                    <a:pt x="946" y="4191"/>
                    <a:pt x="2080" y="4191"/>
                  </a:cubicBezTo>
                  <a:cubicBezTo>
                    <a:pt x="3246" y="4191"/>
                    <a:pt x="4128" y="3245"/>
                    <a:pt x="4191" y="2111"/>
                  </a:cubicBezTo>
                  <a:cubicBezTo>
                    <a:pt x="4191" y="977"/>
                    <a:pt x="3246" y="63"/>
                    <a:pt x="208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05" name="Google Shape;6005;p71"/>
            <p:cNvSpPr/>
            <p:nvPr/>
          </p:nvSpPr>
          <p:spPr>
            <a:xfrm>
              <a:off x="-41526450" y="3951100"/>
              <a:ext cx="313500" cy="165575"/>
            </a:xfrm>
            <a:custGeom>
              <a:avLst/>
              <a:gdLst/>
              <a:ahLst/>
              <a:cxnLst/>
              <a:rect l="l" t="t" r="r" b="b"/>
              <a:pathLst>
                <a:path w="12540" h="6623" extrusionOk="0">
                  <a:moveTo>
                    <a:pt x="6239" y="0"/>
                  </a:moveTo>
                  <a:cubicBezTo>
                    <a:pt x="6018" y="0"/>
                    <a:pt x="5861" y="189"/>
                    <a:pt x="5861" y="378"/>
                  </a:cubicBezTo>
                  <a:lnTo>
                    <a:pt x="5861" y="1859"/>
                  </a:lnTo>
                  <a:lnTo>
                    <a:pt x="1891" y="4695"/>
                  </a:lnTo>
                  <a:lnTo>
                    <a:pt x="222" y="5860"/>
                  </a:lnTo>
                  <a:cubicBezTo>
                    <a:pt x="32" y="5986"/>
                    <a:pt x="1" y="6270"/>
                    <a:pt x="159" y="6459"/>
                  </a:cubicBezTo>
                  <a:cubicBezTo>
                    <a:pt x="230" y="6566"/>
                    <a:pt x="342" y="6623"/>
                    <a:pt x="460" y="6623"/>
                  </a:cubicBezTo>
                  <a:cubicBezTo>
                    <a:pt x="550" y="6623"/>
                    <a:pt x="644" y="6590"/>
                    <a:pt x="726" y="6522"/>
                  </a:cubicBezTo>
                  <a:lnTo>
                    <a:pt x="6050" y="2741"/>
                  </a:lnTo>
                  <a:cubicBezTo>
                    <a:pt x="6129" y="2678"/>
                    <a:pt x="6215" y="2647"/>
                    <a:pt x="6298" y="2647"/>
                  </a:cubicBezTo>
                  <a:cubicBezTo>
                    <a:pt x="6381" y="2647"/>
                    <a:pt x="6459" y="2678"/>
                    <a:pt x="6523" y="2741"/>
                  </a:cubicBezTo>
                  <a:lnTo>
                    <a:pt x="11847" y="6522"/>
                  </a:lnTo>
                  <a:cubicBezTo>
                    <a:pt x="11926" y="6575"/>
                    <a:pt x="12016" y="6600"/>
                    <a:pt x="12105" y="6600"/>
                  </a:cubicBezTo>
                  <a:cubicBezTo>
                    <a:pt x="12230" y="6600"/>
                    <a:pt x="12354" y="6551"/>
                    <a:pt x="12445" y="6459"/>
                  </a:cubicBezTo>
                  <a:cubicBezTo>
                    <a:pt x="12540" y="6270"/>
                    <a:pt x="12508" y="6018"/>
                    <a:pt x="12351" y="5860"/>
                  </a:cubicBezTo>
                  <a:lnTo>
                    <a:pt x="10713" y="4695"/>
                  </a:lnTo>
                  <a:lnTo>
                    <a:pt x="6712" y="1859"/>
                  </a:lnTo>
                  <a:lnTo>
                    <a:pt x="6712" y="378"/>
                  </a:lnTo>
                  <a:cubicBezTo>
                    <a:pt x="6680" y="189"/>
                    <a:pt x="6491" y="0"/>
                    <a:pt x="623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006" name="Google Shape;6006;p71"/>
          <p:cNvGrpSpPr/>
          <p:nvPr/>
        </p:nvGrpSpPr>
        <p:grpSpPr>
          <a:xfrm>
            <a:off x="998437" y="2822883"/>
            <a:ext cx="254696" cy="278861"/>
            <a:chOff x="-39625900" y="3238300"/>
            <a:chExt cx="290650" cy="318225"/>
          </a:xfrm>
        </p:grpSpPr>
        <p:sp>
          <p:nvSpPr>
            <p:cNvPr id="6007" name="Google Shape;6007;p71"/>
            <p:cNvSpPr/>
            <p:nvPr/>
          </p:nvSpPr>
          <p:spPr>
            <a:xfrm>
              <a:off x="-39625900" y="3238300"/>
              <a:ext cx="290650" cy="318225"/>
            </a:xfrm>
            <a:custGeom>
              <a:avLst/>
              <a:gdLst/>
              <a:ahLst/>
              <a:cxnLst/>
              <a:rect l="l" t="t" r="r" b="b"/>
              <a:pathLst>
                <a:path w="11626" h="12729" extrusionOk="0">
                  <a:moveTo>
                    <a:pt x="442" y="1"/>
                  </a:moveTo>
                  <a:cubicBezTo>
                    <a:pt x="221" y="1"/>
                    <a:pt x="32" y="190"/>
                    <a:pt x="32" y="442"/>
                  </a:cubicBezTo>
                  <a:lnTo>
                    <a:pt x="32" y="4159"/>
                  </a:lnTo>
                  <a:cubicBezTo>
                    <a:pt x="32" y="4317"/>
                    <a:pt x="126" y="4474"/>
                    <a:pt x="284" y="4569"/>
                  </a:cubicBezTo>
                  <a:cubicBezTo>
                    <a:pt x="1072" y="4821"/>
                    <a:pt x="1670" y="5640"/>
                    <a:pt x="1670" y="6491"/>
                  </a:cubicBezTo>
                  <a:cubicBezTo>
                    <a:pt x="1670" y="7404"/>
                    <a:pt x="1103" y="8129"/>
                    <a:pt x="284" y="8475"/>
                  </a:cubicBezTo>
                  <a:cubicBezTo>
                    <a:pt x="126" y="8507"/>
                    <a:pt x="0" y="8664"/>
                    <a:pt x="0" y="8853"/>
                  </a:cubicBezTo>
                  <a:lnTo>
                    <a:pt x="0" y="12319"/>
                  </a:lnTo>
                  <a:cubicBezTo>
                    <a:pt x="0" y="12571"/>
                    <a:pt x="221" y="12729"/>
                    <a:pt x="442" y="12729"/>
                  </a:cubicBezTo>
                  <a:lnTo>
                    <a:pt x="3308" y="12729"/>
                  </a:lnTo>
                  <a:lnTo>
                    <a:pt x="3308" y="4852"/>
                  </a:lnTo>
                  <a:cubicBezTo>
                    <a:pt x="3308" y="3687"/>
                    <a:pt x="4254" y="2805"/>
                    <a:pt x="5419" y="2741"/>
                  </a:cubicBezTo>
                  <a:lnTo>
                    <a:pt x="6238" y="2741"/>
                  </a:lnTo>
                  <a:cubicBezTo>
                    <a:pt x="7373" y="2741"/>
                    <a:pt x="8286" y="3687"/>
                    <a:pt x="8318" y="4852"/>
                  </a:cubicBezTo>
                  <a:lnTo>
                    <a:pt x="8318" y="12729"/>
                  </a:lnTo>
                  <a:lnTo>
                    <a:pt x="11216" y="12729"/>
                  </a:lnTo>
                  <a:cubicBezTo>
                    <a:pt x="11437" y="12729"/>
                    <a:pt x="11594" y="12508"/>
                    <a:pt x="11626" y="12319"/>
                  </a:cubicBezTo>
                  <a:lnTo>
                    <a:pt x="11626" y="8853"/>
                  </a:lnTo>
                  <a:cubicBezTo>
                    <a:pt x="11626" y="8696"/>
                    <a:pt x="11500" y="8538"/>
                    <a:pt x="11374" y="8475"/>
                  </a:cubicBezTo>
                  <a:cubicBezTo>
                    <a:pt x="10586" y="8192"/>
                    <a:pt x="9988" y="7404"/>
                    <a:pt x="9988" y="6491"/>
                  </a:cubicBezTo>
                  <a:cubicBezTo>
                    <a:pt x="9988" y="5577"/>
                    <a:pt x="10586" y="4852"/>
                    <a:pt x="11374" y="4569"/>
                  </a:cubicBezTo>
                  <a:cubicBezTo>
                    <a:pt x="11531" y="4537"/>
                    <a:pt x="11626" y="4380"/>
                    <a:pt x="11626" y="4159"/>
                  </a:cubicBezTo>
                  <a:lnTo>
                    <a:pt x="11626" y="442"/>
                  </a:lnTo>
                  <a:cubicBezTo>
                    <a:pt x="11626" y="190"/>
                    <a:pt x="11437" y="1"/>
                    <a:pt x="1121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08" name="Google Shape;6008;p71"/>
            <p:cNvSpPr/>
            <p:nvPr/>
          </p:nvSpPr>
          <p:spPr>
            <a:xfrm>
              <a:off x="-39521150" y="3328875"/>
              <a:ext cx="82725" cy="227650"/>
            </a:xfrm>
            <a:custGeom>
              <a:avLst/>
              <a:gdLst/>
              <a:ahLst/>
              <a:cxnLst/>
              <a:rect l="l" t="t" r="r" b="b"/>
              <a:pathLst>
                <a:path w="3309" h="9106" extrusionOk="0">
                  <a:moveTo>
                    <a:pt x="1607" y="3309"/>
                  </a:moveTo>
                  <a:cubicBezTo>
                    <a:pt x="2080" y="3309"/>
                    <a:pt x="2426" y="3655"/>
                    <a:pt x="2426" y="4128"/>
                  </a:cubicBezTo>
                  <a:cubicBezTo>
                    <a:pt x="2426" y="4600"/>
                    <a:pt x="2080" y="4947"/>
                    <a:pt x="1607" y="4947"/>
                  </a:cubicBezTo>
                  <a:cubicBezTo>
                    <a:pt x="1135" y="4947"/>
                    <a:pt x="788" y="4600"/>
                    <a:pt x="788" y="4128"/>
                  </a:cubicBezTo>
                  <a:cubicBezTo>
                    <a:pt x="788" y="3655"/>
                    <a:pt x="1135" y="3309"/>
                    <a:pt x="1607" y="3309"/>
                  </a:cubicBezTo>
                  <a:close/>
                  <a:moveTo>
                    <a:pt x="1229" y="1"/>
                  </a:moveTo>
                  <a:cubicBezTo>
                    <a:pt x="536" y="1"/>
                    <a:pt x="1" y="536"/>
                    <a:pt x="1" y="1261"/>
                  </a:cubicBezTo>
                  <a:lnTo>
                    <a:pt x="1" y="9106"/>
                  </a:lnTo>
                  <a:lnTo>
                    <a:pt x="3309" y="9106"/>
                  </a:lnTo>
                  <a:lnTo>
                    <a:pt x="3309" y="1229"/>
                  </a:lnTo>
                  <a:cubicBezTo>
                    <a:pt x="3309" y="536"/>
                    <a:pt x="2742" y="1"/>
                    <a:pt x="208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6009" name="Google Shape;6009;p71"/>
          <p:cNvSpPr/>
          <p:nvPr/>
        </p:nvSpPr>
        <p:spPr>
          <a:xfrm>
            <a:off x="1015067" y="3167227"/>
            <a:ext cx="236754" cy="277481"/>
          </a:xfrm>
          <a:custGeom>
            <a:avLst/>
            <a:gdLst/>
            <a:ahLst/>
            <a:cxnLst/>
            <a:rect l="l" t="t" r="r" b="b"/>
            <a:pathLst>
              <a:path w="10807" h="12666" extrusionOk="0">
                <a:moveTo>
                  <a:pt x="5419" y="851"/>
                </a:moveTo>
                <a:cubicBezTo>
                  <a:pt x="5640" y="851"/>
                  <a:pt x="5797" y="1040"/>
                  <a:pt x="5829" y="1261"/>
                </a:cubicBezTo>
                <a:cubicBezTo>
                  <a:pt x="5829" y="1513"/>
                  <a:pt x="6049" y="1670"/>
                  <a:pt x="6270" y="1670"/>
                </a:cubicBezTo>
                <a:lnTo>
                  <a:pt x="7940" y="1670"/>
                </a:lnTo>
                <a:cubicBezTo>
                  <a:pt x="8160" y="1670"/>
                  <a:pt x="8318" y="1859"/>
                  <a:pt x="8349" y="2048"/>
                </a:cubicBezTo>
                <a:lnTo>
                  <a:pt x="8349" y="2489"/>
                </a:lnTo>
                <a:lnTo>
                  <a:pt x="2615" y="2489"/>
                </a:lnTo>
                <a:lnTo>
                  <a:pt x="2615" y="2048"/>
                </a:lnTo>
                <a:lnTo>
                  <a:pt x="2521" y="2048"/>
                </a:lnTo>
                <a:cubicBezTo>
                  <a:pt x="2521" y="1828"/>
                  <a:pt x="2741" y="1670"/>
                  <a:pt x="2962" y="1670"/>
                </a:cubicBezTo>
                <a:lnTo>
                  <a:pt x="4569" y="1670"/>
                </a:lnTo>
                <a:cubicBezTo>
                  <a:pt x="4821" y="1670"/>
                  <a:pt x="5010" y="1481"/>
                  <a:pt x="5010" y="1261"/>
                </a:cubicBezTo>
                <a:cubicBezTo>
                  <a:pt x="5010" y="1040"/>
                  <a:pt x="5199" y="882"/>
                  <a:pt x="5419" y="851"/>
                </a:cubicBezTo>
                <a:close/>
                <a:moveTo>
                  <a:pt x="8203" y="5651"/>
                </a:moveTo>
                <a:cubicBezTo>
                  <a:pt x="8417" y="5651"/>
                  <a:pt x="8629" y="5730"/>
                  <a:pt x="8790" y="5892"/>
                </a:cubicBezTo>
                <a:lnTo>
                  <a:pt x="8885" y="5955"/>
                </a:lnTo>
                <a:cubicBezTo>
                  <a:pt x="9200" y="6270"/>
                  <a:pt x="9200" y="6805"/>
                  <a:pt x="8885" y="7152"/>
                </a:cubicBezTo>
                <a:lnTo>
                  <a:pt x="5577" y="10428"/>
                </a:lnTo>
                <a:cubicBezTo>
                  <a:pt x="5419" y="10586"/>
                  <a:pt x="5199" y="10665"/>
                  <a:pt x="4978" y="10665"/>
                </a:cubicBezTo>
                <a:cubicBezTo>
                  <a:pt x="4758" y="10665"/>
                  <a:pt x="4537" y="10586"/>
                  <a:pt x="4380" y="10428"/>
                </a:cubicBezTo>
                <a:lnTo>
                  <a:pt x="2773" y="8822"/>
                </a:lnTo>
                <a:cubicBezTo>
                  <a:pt x="2458" y="8507"/>
                  <a:pt x="2458" y="7971"/>
                  <a:pt x="2773" y="7656"/>
                </a:cubicBezTo>
                <a:lnTo>
                  <a:pt x="2836" y="7561"/>
                </a:lnTo>
                <a:cubicBezTo>
                  <a:pt x="2993" y="7404"/>
                  <a:pt x="3214" y="7325"/>
                  <a:pt x="3434" y="7325"/>
                </a:cubicBezTo>
                <a:cubicBezTo>
                  <a:pt x="3655" y="7325"/>
                  <a:pt x="3876" y="7404"/>
                  <a:pt x="4033" y="7561"/>
                </a:cubicBezTo>
                <a:lnTo>
                  <a:pt x="4978" y="8507"/>
                </a:lnTo>
                <a:lnTo>
                  <a:pt x="7625" y="5860"/>
                </a:lnTo>
                <a:cubicBezTo>
                  <a:pt x="7793" y="5722"/>
                  <a:pt x="7999" y="5651"/>
                  <a:pt x="8203" y="5651"/>
                </a:cubicBezTo>
                <a:close/>
                <a:moveTo>
                  <a:pt x="5419" y="0"/>
                </a:moveTo>
                <a:cubicBezTo>
                  <a:pt x="4852" y="0"/>
                  <a:pt x="4411" y="347"/>
                  <a:pt x="4222" y="851"/>
                </a:cubicBezTo>
                <a:lnTo>
                  <a:pt x="2930" y="851"/>
                </a:lnTo>
                <a:cubicBezTo>
                  <a:pt x="2363" y="851"/>
                  <a:pt x="1954" y="1198"/>
                  <a:pt x="1733" y="1670"/>
                </a:cubicBezTo>
                <a:lnTo>
                  <a:pt x="442" y="1670"/>
                </a:lnTo>
                <a:cubicBezTo>
                  <a:pt x="221" y="1670"/>
                  <a:pt x="0" y="1859"/>
                  <a:pt x="0" y="2048"/>
                </a:cubicBezTo>
                <a:lnTo>
                  <a:pt x="0" y="12256"/>
                </a:lnTo>
                <a:cubicBezTo>
                  <a:pt x="0" y="12508"/>
                  <a:pt x="221" y="12665"/>
                  <a:pt x="442" y="12665"/>
                </a:cubicBezTo>
                <a:lnTo>
                  <a:pt x="10366" y="12665"/>
                </a:lnTo>
                <a:cubicBezTo>
                  <a:pt x="10618" y="12665"/>
                  <a:pt x="10807" y="12445"/>
                  <a:pt x="10807" y="12256"/>
                </a:cubicBezTo>
                <a:lnTo>
                  <a:pt x="10807" y="2048"/>
                </a:lnTo>
                <a:cubicBezTo>
                  <a:pt x="10807" y="1828"/>
                  <a:pt x="10618" y="1670"/>
                  <a:pt x="10366" y="1670"/>
                </a:cubicBezTo>
                <a:lnTo>
                  <a:pt x="9074" y="1670"/>
                </a:lnTo>
                <a:cubicBezTo>
                  <a:pt x="8916" y="1198"/>
                  <a:pt x="8444" y="851"/>
                  <a:pt x="7877" y="851"/>
                </a:cubicBezTo>
                <a:lnTo>
                  <a:pt x="6585" y="851"/>
                </a:lnTo>
                <a:cubicBezTo>
                  <a:pt x="6427" y="378"/>
                  <a:pt x="5955" y="0"/>
                  <a:pt x="5419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6010" name="Google Shape;6010;p71"/>
          <p:cNvGrpSpPr/>
          <p:nvPr/>
        </p:nvGrpSpPr>
        <p:grpSpPr>
          <a:xfrm>
            <a:off x="993975" y="3510229"/>
            <a:ext cx="274720" cy="277831"/>
            <a:chOff x="-39647175" y="3972000"/>
            <a:chExt cx="313500" cy="317050"/>
          </a:xfrm>
        </p:grpSpPr>
        <p:sp>
          <p:nvSpPr>
            <p:cNvPr id="6011" name="Google Shape;6011;p71"/>
            <p:cNvSpPr/>
            <p:nvPr/>
          </p:nvSpPr>
          <p:spPr>
            <a:xfrm>
              <a:off x="-39647175" y="3972000"/>
              <a:ext cx="95325" cy="153975"/>
            </a:xfrm>
            <a:custGeom>
              <a:avLst/>
              <a:gdLst/>
              <a:ahLst/>
              <a:cxnLst/>
              <a:rect l="l" t="t" r="r" b="b"/>
              <a:pathLst>
                <a:path w="3813" h="6159" extrusionOk="0">
                  <a:moveTo>
                    <a:pt x="1698" y="1"/>
                  </a:moveTo>
                  <a:cubicBezTo>
                    <a:pt x="1520" y="1"/>
                    <a:pt x="1373" y="138"/>
                    <a:pt x="1293" y="299"/>
                  </a:cubicBezTo>
                  <a:lnTo>
                    <a:pt x="1" y="5119"/>
                  </a:lnTo>
                  <a:cubicBezTo>
                    <a:pt x="1" y="5308"/>
                    <a:pt x="127" y="5528"/>
                    <a:pt x="316" y="5623"/>
                  </a:cubicBezTo>
                  <a:lnTo>
                    <a:pt x="2332" y="6158"/>
                  </a:lnTo>
                  <a:cubicBezTo>
                    <a:pt x="3277" y="2630"/>
                    <a:pt x="2868" y="4111"/>
                    <a:pt x="3813" y="582"/>
                  </a:cubicBezTo>
                  <a:lnTo>
                    <a:pt x="1797" y="15"/>
                  </a:lnTo>
                  <a:cubicBezTo>
                    <a:pt x="1763" y="5"/>
                    <a:pt x="1730" y="1"/>
                    <a:pt x="169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12" name="Google Shape;6012;p71"/>
            <p:cNvSpPr/>
            <p:nvPr/>
          </p:nvSpPr>
          <p:spPr>
            <a:xfrm>
              <a:off x="-39588875" y="4011750"/>
              <a:ext cx="216600" cy="277300"/>
            </a:xfrm>
            <a:custGeom>
              <a:avLst/>
              <a:gdLst/>
              <a:ahLst/>
              <a:cxnLst/>
              <a:rect l="l" t="t" r="r" b="b"/>
              <a:pathLst>
                <a:path w="8664" h="11092" extrusionOk="0">
                  <a:moveTo>
                    <a:pt x="4348" y="3466"/>
                  </a:moveTo>
                  <a:cubicBezTo>
                    <a:pt x="4820" y="3466"/>
                    <a:pt x="5199" y="3844"/>
                    <a:pt x="5199" y="4316"/>
                  </a:cubicBezTo>
                  <a:cubicBezTo>
                    <a:pt x="5199" y="4789"/>
                    <a:pt x="4820" y="5136"/>
                    <a:pt x="4348" y="5136"/>
                  </a:cubicBezTo>
                  <a:cubicBezTo>
                    <a:pt x="3907" y="5136"/>
                    <a:pt x="3529" y="4789"/>
                    <a:pt x="3529" y="4316"/>
                  </a:cubicBezTo>
                  <a:cubicBezTo>
                    <a:pt x="3529" y="3875"/>
                    <a:pt x="3875" y="3466"/>
                    <a:pt x="4348" y="3466"/>
                  </a:cubicBezTo>
                  <a:close/>
                  <a:moveTo>
                    <a:pt x="5104" y="5766"/>
                  </a:moveTo>
                  <a:lnTo>
                    <a:pt x="6081" y="7624"/>
                  </a:lnTo>
                  <a:lnTo>
                    <a:pt x="2615" y="7624"/>
                  </a:lnTo>
                  <a:lnTo>
                    <a:pt x="3560" y="5766"/>
                  </a:lnTo>
                  <a:cubicBezTo>
                    <a:pt x="3812" y="5892"/>
                    <a:pt x="4096" y="5955"/>
                    <a:pt x="4348" y="5955"/>
                  </a:cubicBezTo>
                  <a:cubicBezTo>
                    <a:pt x="4631" y="5955"/>
                    <a:pt x="4883" y="5892"/>
                    <a:pt x="5104" y="5766"/>
                  </a:cubicBezTo>
                  <a:close/>
                  <a:moveTo>
                    <a:pt x="2048" y="0"/>
                  </a:moveTo>
                  <a:cubicBezTo>
                    <a:pt x="1386" y="2458"/>
                    <a:pt x="1638" y="1544"/>
                    <a:pt x="977" y="4001"/>
                  </a:cubicBezTo>
                  <a:lnTo>
                    <a:pt x="2678" y="4474"/>
                  </a:lnTo>
                  <a:cubicBezTo>
                    <a:pt x="2678" y="4726"/>
                    <a:pt x="2741" y="5010"/>
                    <a:pt x="2899" y="5199"/>
                  </a:cubicBezTo>
                  <a:lnTo>
                    <a:pt x="32" y="10523"/>
                  </a:lnTo>
                  <a:cubicBezTo>
                    <a:pt x="0" y="10680"/>
                    <a:pt x="63" y="10964"/>
                    <a:pt x="252" y="11027"/>
                  </a:cubicBezTo>
                  <a:cubicBezTo>
                    <a:pt x="328" y="11070"/>
                    <a:pt x="404" y="11091"/>
                    <a:pt x="475" y="11091"/>
                  </a:cubicBezTo>
                  <a:cubicBezTo>
                    <a:pt x="613" y="11091"/>
                    <a:pt x="737" y="11014"/>
                    <a:pt x="819" y="10869"/>
                  </a:cubicBezTo>
                  <a:lnTo>
                    <a:pt x="2143" y="8475"/>
                  </a:lnTo>
                  <a:lnTo>
                    <a:pt x="6490" y="8475"/>
                  </a:lnTo>
                  <a:lnTo>
                    <a:pt x="7845" y="10869"/>
                  </a:lnTo>
                  <a:cubicBezTo>
                    <a:pt x="7907" y="11014"/>
                    <a:pt x="8037" y="11091"/>
                    <a:pt x="8173" y="11091"/>
                  </a:cubicBezTo>
                  <a:cubicBezTo>
                    <a:pt x="8243" y="11091"/>
                    <a:pt x="8316" y="11070"/>
                    <a:pt x="8381" y="11027"/>
                  </a:cubicBezTo>
                  <a:cubicBezTo>
                    <a:pt x="8570" y="10932"/>
                    <a:pt x="8664" y="10680"/>
                    <a:pt x="8538" y="10491"/>
                  </a:cubicBezTo>
                  <a:lnTo>
                    <a:pt x="5734" y="5262"/>
                  </a:lnTo>
                  <a:lnTo>
                    <a:pt x="6585" y="5482"/>
                  </a:lnTo>
                  <a:cubicBezTo>
                    <a:pt x="7120" y="3434"/>
                    <a:pt x="6931" y="4222"/>
                    <a:pt x="7624" y="1513"/>
                  </a:cubicBezTo>
                  <a:lnTo>
                    <a:pt x="204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13" name="Google Shape;6013;p71"/>
            <p:cNvSpPr/>
            <p:nvPr/>
          </p:nvSpPr>
          <p:spPr>
            <a:xfrm>
              <a:off x="-39398275" y="4073975"/>
              <a:ext cx="64600" cy="71600"/>
            </a:xfrm>
            <a:custGeom>
              <a:avLst/>
              <a:gdLst/>
              <a:ahLst/>
              <a:cxnLst/>
              <a:rect l="l" t="t" r="r" b="b"/>
              <a:pathLst>
                <a:path w="2584" h="2864" extrusionOk="0">
                  <a:moveTo>
                    <a:pt x="630" y="0"/>
                  </a:moveTo>
                  <a:cubicBezTo>
                    <a:pt x="252" y="1449"/>
                    <a:pt x="410" y="945"/>
                    <a:pt x="0" y="2395"/>
                  </a:cubicBezTo>
                  <a:lnTo>
                    <a:pt x="1607" y="2836"/>
                  </a:lnTo>
                  <a:cubicBezTo>
                    <a:pt x="1658" y="2855"/>
                    <a:pt x="1707" y="2864"/>
                    <a:pt x="1753" y="2864"/>
                  </a:cubicBezTo>
                  <a:cubicBezTo>
                    <a:pt x="1932" y="2864"/>
                    <a:pt x="2067" y="2728"/>
                    <a:pt x="2143" y="2552"/>
                  </a:cubicBezTo>
                  <a:lnTo>
                    <a:pt x="2584" y="945"/>
                  </a:lnTo>
                  <a:cubicBezTo>
                    <a:pt x="2552" y="725"/>
                    <a:pt x="2458" y="473"/>
                    <a:pt x="2237" y="441"/>
                  </a:cubicBezTo>
                  <a:lnTo>
                    <a:pt x="63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014" name="Google Shape;6014;p71"/>
          <p:cNvGrpSpPr/>
          <p:nvPr/>
        </p:nvGrpSpPr>
        <p:grpSpPr>
          <a:xfrm>
            <a:off x="2620821" y="2808228"/>
            <a:ext cx="281621" cy="278159"/>
            <a:chOff x="-37808850" y="3221575"/>
            <a:chExt cx="321375" cy="317425"/>
          </a:xfrm>
        </p:grpSpPr>
        <p:sp>
          <p:nvSpPr>
            <p:cNvPr id="6015" name="Google Shape;6015;p71"/>
            <p:cNvSpPr/>
            <p:nvPr/>
          </p:nvSpPr>
          <p:spPr>
            <a:xfrm>
              <a:off x="-37808850" y="3294050"/>
              <a:ext cx="261500" cy="244950"/>
            </a:xfrm>
            <a:custGeom>
              <a:avLst/>
              <a:gdLst/>
              <a:ahLst/>
              <a:cxnLst/>
              <a:rect l="l" t="t" r="r" b="b"/>
              <a:pathLst>
                <a:path w="10460" h="9798" extrusionOk="0">
                  <a:moveTo>
                    <a:pt x="6091" y="980"/>
                  </a:moveTo>
                  <a:cubicBezTo>
                    <a:pt x="6596" y="980"/>
                    <a:pt x="7119" y="1154"/>
                    <a:pt x="7562" y="1520"/>
                  </a:cubicBezTo>
                  <a:cubicBezTo>
                    <a:pt x="7719" y="1677"/>
                    <a:pt x="7751" y="1898"/>
                    <a:pt x="7593" y="2087"/>
                  </a:cubicBezTo>
                  <a:cubicBezTo>
                    <a:pt x="7518" y="2181"/>
                    <a:pt x="7387" y="2241"/>
                    <a:pt x="7260" y="2241"/>
                  </a:cubicBezTo>
                  <a:cubicBezTo>
                    <a:pt x="7174" y="2241"/>
                    <a:pt x="7090" y="2213"/>
                    <a:pt x="7026" y="2150"/>
                  </a:cubicBezTo>
                  <a:cubicBezTo>
                    <a:pt x="6747" y="1918"/>
                    <a:pt x="6415" y="1807"/>
                    <a:pt x="6101" y="1807"/>
                  </a:cubicBezTo>
                  <a:cubicBezTo>
                    <a:pt x="5776" y="1807"/>
                    <a:pt x="5470" y="1925"/>
                    <a:pt x="5262" y="2150"/>
                  </a:cubicBezTo>
                  <a:cubicBezTo>
                    <a:pt x="5183" y="2229"/>
                    <a:pt x="5073" y="2268"/>
                    <a:pt x="4962" y="2268"/>
                  </a:cubicBezTo>
                  <a:cubicBezTo>
                    <a:pt x="4852" y="2268"/>
                    <a:pt x="4742" y="2229"/>
                    <a:pt x="4663" y="2150"/>
                  </a:cubicBezTo>
                  <a:cubicBezTo>
                    <a:pt x="4506" y="1992"/>
                    <a:pt x="4506" y="1709"/>
                    <a:pt x="4663" y="1551"/>
                  </a:cubicBezTo>
                  <a:cubicBezTo>
                    <a:pt x="5037" y="1177"/>
                    <a:pt x="5553" y="980"/>
                    <a:pt x="6091" y="980"/>
                  </a:cubicBezTo>
                  <a:close/>
                  <a:moveTo>
                    <a:pt x="3781" y="7852"/>
                  </a:moveTo>
                  <a:lnTo>
                    <a:pt x="4348" y="8451"/>
                  </a:lnTo>
                  <a:lnTo>
                    <a:pt x="4002" y="8797"/>
                  </a:lnTo>
                  <a:cubicBezTo>
                    <a:pt x="3923" y="8876"/>
                    <a:pt x="3812" y="8915"/>
                    <a:pt x="3702" y="8915"/>
                  </a:cubicBezTo>
                  <a:cubicBezTo>
                    <a:pt x="3592" y="8915"/>
                    <a:pt x="3482" y="8876"/>
                    <a:pt x="3403" y="8797"/>
                  </a:cubicBezTo>
                  <a:cubicBezTo>
                    <a:pt x="3214" y="8640"/>
                    <a:pt x="3214" y="8356"/>
                    <a:pt x="3403" y="8199"/>
                  </a:cubicBezTo>
                  <a:lnTo>
                    <a:pt x="3781" y="7852"/>
                  </a:lnTo>
                  <a:close/>
                  <a:moveTo>
                    <a:pt x="6201" y="1"/>
                  </a:moveTo>
                  <a:cubicBezTo>
                    <a:pt x="5236" y="1"/>
                    <a:pt x="4264" y="375"/>
                    <a:pt x="3529" y="1110"/>
                  </a:cubicBezTo>
                  <a:lnTo>
                    <a:pt x="2363" y="2307"/>
                  </a:lnTo>
                  <a:cubicBezTo>
                    <a:pt x="2269" y="2370"/>
                    <a:pt x="2206" y="2402"/>
                    <a:pt x="2048" y="2402"/>
                  </a:cubicBezTo>
                  <a:cubicBezTo>
                    <a:pt x="1450" y="2465"/>
                    <a:pt x="851" y="2622"/>
                    <a:pt x="378" y="3095"/>
                  </a:cubicBezTo>
                  <a:cubicBezTo>
                    <a:pt x="0" y="3441"/>
                    <a:pt x="0" y="4040"/>
                    <a:pt x="347" y="4418"/>
                  </a:cubicBezTo>
                  <a:lnTo>
                    <a:pt x="3182" y="7254"/>
                  </a:lnTo>
                  <a:lnTo>
                    <a:pt x="2773" y="7663"/>
                  </a:lnTo>
                  <a:cubicBezTo>
                    <a:pt x="2300" y="8136"/>
                    <a:pt x="2300" y="8923"/>
                    <a:pt x="2773" y="9427"/>
                  </a:cubicBezTo>
                  <a:cubicBezTo>
                    <a:pt x="3009" y="9664"/>
                    <a:pt x="3324" y="9782"/>
                    <a:pt x="3647" y="9782"/>
                  </a:cubicBezTo>
                  <a:cubicBezTo>
                    <a:pt x="3970" y="9782"/>
                    <a:pt x="4301" y="9664"/>
                    <a:pt x="4569" y="9427"/>
                  </a:cubicBezTo>
                  <a:lnTo>
                    <a:pt x="4947" y="9018"/>
                  </a:lnTo>
                  <a:lnTo>
                    <a:pt x="5419" y="9490"/>
                  </a:lnTo>
                  <a:cubicBezTo>
                    <a:pt x="5624" y="9695"/>
                    <a:pt x="5868" y="9798"/>
                    <a:pt x="6112" y="9798"/>
                  </a:cubicBezTo>
                  <a:cubicBezTo>
                    <a:pt x="6357" y="9798"/>
                    <a:pt x="6601" y="9695"/>
                    <a:pt x="6805" y="9490"/>
                  </a:cubicBezTo>
                  <a:cubicBezTo>
                    <a:pt x="7278" y="9018"/>
                    <a:pt x="7436" y="8388"/>
                    <a:pt x="7467" y="7852"/>
                  </a:cubicBezTo>
                  <a:cubicBezTo>
                    <a:pt x="7467" y="7726"/>
                    <a:pt x="7499" y="7663"/>
                    <a:pt x="7593" y="7569"/>
                  </a:cubicBezTo>
                  <a:lnTo>
                    <a:pt x="8696" y="6466"/>
                  </a:lnTo>
                  <a:cubicBezTo>
                    <a:pt x="10460" y="4702"/>
                    <a:pt x="10145" y="1740"/>
                    <a:pt x="8066" y="511"/>
                  </a:cubicBezTo>
                  <a:cubicBezTo>
                    <a:pt x="7496" y="170"/>
                    <a:pt x="6850" y="1"/>
                    <a:pt x="620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16" name="Google Shape;6016;p71"/>
            <p:cNvSpPr/>
            <p:nvPr/>
          </p:nvSpPr>
          <p:spPr>
            <a:xfrm>
              <a:off x="-37601700" y="3221575"/>
              <a:ext cx="114225" cy="111275"/>
            </a:xfrm>
            <a:custGeom>
              <a:avLst/>
              <a:gdLst/>
              <a:ahLst/>
              <a:cxnLst/>
              <a:rect l="l" t="t" r="r" b="b"/>
              <a:pathLst>
                <a:path w="4569" h="4451" extrusionOk="0">
                  <a:moveTo>
                    <a:pt x="3226" y="0"/>
                  </a:moveTo>
                  <a:cubicBezTo>
                    <a:pt x="2907" y="0"/>
                    <a:pt x="2584" y="118"/>
                    <a:pt x="2332" y="355"/>
                  </a:cubicBezTo>
                  <a:lnTo>
                    <a:pt x="0" y="2686"/>
                  </a:lnTo>
                  <a:cubicBezTo>
                    <a:pt x="788" y="3095"/>
                    <a:pt x="1355" y="3631"/>
                    <a:pt x="1796" y="4450"/>
                  </a:cubicBezTo>
                  <a:lnTo>
                    <a:pt x="4096" y="2119"/>
                  </a:lnTo>
                  <a:cubicBezTo>
                    <a:pt x="4568" y="1646"/>
                    <a:pt x="4568" y="859"/>
                    <a:pt x="4096" y="355"/>
                  </a:cubicBezTo>
                  <a:cubicBezTo>
                    <a:pt x="3860" y="118"/>
                    <a:pt x="3545" y="0"/>
                    <a:pt x="322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017" name="Google Shape;6017;p71"/>
          <p:cNvGrpSpPr/>
          <p:nvPr/>
        </p:nvGrpSpPr>
        <p:grpSpPr>
          <a:xfrm>
            <a:off x="2627401" y="3199750"/>
            <a:ext cx="279562" cy="180869"/>
            <a:chOff x="-37806500" y="3643030"/>
            <a:chExt cx="319025" cy="206400"/>
          </a:xfrm>
        </p:grpSpPr>
        <p:sp>
          <p:nvSpPr>
            <p:cNvPr id="6018" name="Google Shape;6018;p71"/>
            <p:cNvSpPr/>
            <p:nvPr/>
          </p:nvSpPr>
          <p:spPr>
            <a:xfrm>
              <a:off x="-37615100" y="3759700"/>
              <a:ext cx="62250" cy="62250"/>
            </a:xfrm>
            <a:custGeom>
              <a:avLst/>
              <a:gdLst/>
              <a:ahLst/>
              <a:cxnLst/>
              <a:rect l="l" t="t" r="r" b="b"/>
              <a:pathLst>
                <a:path w="2490" h="2490" extrusionOk="0">
                  <a:moveTo>
                    <a:pt x="1229" y="1"/>
                  </a:moveTo>
                  <a:cubicBezTo>
                    <a:pt x="568" y="1"/>
                    <a:pt x="1" y="568"/>
                    <a:pt x="1" y="1261"/>
                  </a:cubicBezTo>
                  <a:cubicBezTo>
                    <a:pt x="1" y="1923"/>
                    <a:pt x="568" y="2490"/>
                    <a:pt x="1229" y="2490"/>
                  </a:cubicBezTo>
                  <a:cubicBezTo>
                    <a:pt x="1891" y="2490"/>
                    <a:pt x="2426" y="1954"/>
                    <a:pt x="2490" y="1261"/>
                  </a:cubicBezTo>
                  <a:cubicBezTo>
                    <a:pt x="2490" y="599"/>
                    <a:pt x="1922" y="1"/>
                    <a:pt x="122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19" name="Google Shape;6019;p71"/>
            <p:cNvSpPr/>
            <p:nvPr/>
          </p:nvSpPr>
          <p:spPr>
            <a:xfrm>
              <a:off x="-37806500" y="3643030"/>
              <a:ext cx="319025" cy="206400"/>
            </a:xfrm>
            <a:custGeom>
              <a:avLst/>
              <a:gdLst/>
              <a:ahLst/>
              <a:cxnLst/>
              <a:rect l="l" t="t" r="r" b="b"/>
              <a:pathLst>
                <a:path w="12761" h="8256" extrusionOk="0">
                  <a:moveTo>
                    <a:pt x="5357" y="1702"/>
                  </a:moveTo>
                  <a:cubicBezTo>
                    <a:pt x="5609" y="1702"/>
                    <a:pt x="5798" y="1923"/>
                    <a:pt x="5798" y="2112"/>
                  </a:cubicBezTo>
                  <a:cubicBezTo>
                    <a:pt x="5766" y="2332"/>
                    <a:pt x="5609" y="2490"/>
                    <a:pt x="5357" y="2490"/>
                  </a:cubicBezTo>
                  <a:lnTo>
                    <a:pt x="2049" y="2490"/>
                  </a:lnTo>
                  <a:cubicBezTo>
                    <a:pt x="1828" y="2490"/>
                    <a:pt x="1639" y="2301"/>
                    <a:pt x="1639" y="2112"/>
                  </a:cubicBezTo>
                  <a:cubicBezTo>
                    <a:pt x="1639" y="1860"/>
                    <a:pt x="1828" y="1702"/>
                    <a:pt x="2049" y="1702"/>
                  </a:cubicBezTo>
                  <a:close/>
                  <a:moveTo>
                    <a:pt x="5357" y="3309"/>
                  </a:moveTo>
                  <a:cubicBezTo>
                    <a:pt x="5609" y="3309"/>
                    <a:pt x="5798" y="3529"/>
                    <a:pt x="5798" y="3750"/>
                  </a:cubicBezTo>
                  <a:cubicBezTo>
                    <a:pt x="5766" y="4002"/>
                    <a:pt x="5609" y="4160"/>
                    <a:pt x="5357" y="4160"/>
                  </a:cubicBezTo>
                  <a:lnTo>
                    <a:pt x="2049" y="4160"/>
                  </a:lnTo>
                  <a:cubicBezTo>
                    <a:pt x="1828" y="4160"/>
                    <a:pt x="1639" y="3939"/>
                    <a:pt x="1639" y="3750"/>
                  </a:cubicBezTo>
                  <a:cubicBezTo>
                    <a:pt x="1639" y="3529"/>
                    <a:pt x="1828" y="3309"/>
                    <a:pt x="2049" y="3309"/>
                  </a:cubicBezTo>
                  <a:close/>
                  <a:moveTo>
                    <a:pt x="5357" y="4979"/>
                  </a:moveTo>
                  <a:cubicBezTo>
                    <a:pt x="5609" y="4979"/>
                    <a:pt x="5798" y="5168"/>
                    <a:pt x="5798" y="5388"/>
                  </a:cubicBezTo>
                  <a:cubicBezTo>
                    <a:pt x="5766" y="5640"/>
                    <a:pt x="5609" y="5798"/>
                    <a:pt x="5357" y="5798"/>
                  </a:cubicBezTo>
                  <a:lnTo>
                    <a:pt x="2049" y="5798"/>
                  </a:lnTo>
                  <a:cubicBezTo>
                    <a:pt x="1828" y="5798"/>
                    <a:pt x="1639" y="5609"/>
                    <a:pt x="1639" y="5388"/>
                  </a:cubicBezTo>
                  <a:cubicBezTo>
                    <a:pt x="1639" y="5136"/>
                    <a:pt x="1828" y="4979"/>
                    <a:pt x="2049" y="4979"/>
                  </a:cubicBezTo>
                  <a:close/>
                  <a:moveTo>
                    <a:pt x="8948" y="1671"/>
                  </a:moveTo>
                  <a:cubicBezTo>
                    <a:pt x="10082" y="1671"/>
                    <a:pt x="10996" y="2584"/>
                    <a:pt x="11028" y="3750"/>
                  </a:cubicBezTo>
                  <a:cubicBezTo>
                    <a:pt x="10996" y="4916"/>
                    <a:pt x="10082" y="5798"/>
                    <a:pt x="8948" y="5798"/>
                  </a:cubicBezTo>
                  <a:cubicBezTo>
                    <a:pt x="7814" y="5798"/>
                    <a:pt x="6900" y="4853"/>
                    <a:pt x="6869" y="3750"/>
                  </a:cubicBezTo>
                  <a:cubicBezTo>
                    <a:pt x="6869" y="2616"/>
                    <a:pt x="7814" y="1702"/>
                    <a:pt x="8948" y="1671"/>
                  </a:cubicBezTo>
                  <a:close/>
                  <a:moveTo>
                    <a:pt x="1230" y="1"/>
                  </a:moveTo>
                  <a:cubicBezTo>
                    <a:pt x="568" y="1"/>
                    <a:pt x="1" y="568"/>
                    <a:pt x="1" y="1230"/>
                  </a:cubicBezTo>
                  <a:lnTo>
                    <a:pt x="1" y="6207"/>
                  </a:lnTo>
                  <a:cubicBezTo>
                    <a:pt x="1" y="6743"/>
                    <a:pt x="379" y="7184"/>
                    <a:pt x="852" y="7373"/>
                  </a:cubicBezTo>
                  <a:lnTo>
                    <a:pt x="852" y="7846"/>
                  </a:lnTo>
                  <a:cubicBezTo>
                    <a:pt x="852" y="8098"/>
                    <a:pt x="1041" y="8255"/>
                    <a:pt x="1261" y="8255"/>
                  </a:cubicBezTo>
                  <a:lnTo>
                    <a:pt x="2931" y="8255"/>
                  </a:lnTo>
                  <a:cubicBezTo>
                    <a:pt x="3151" y="8255"/>
                    <a:pt x="3372" y="8066"/>
                    <a:pt x="3372" y="7846"/>
                  </a:cubicBezTo>
                  <a:lnTo>
                    <a:pt x="3372" y="7436"/>
                  </a:lnTo>
                  <a:lnTo>
                    <a:pt x="9421" y="7436"/>
                  </a:lnTo>
                  <a:lnTo>
                    <a:pt x="9421" y="7846"/>
                  </a:lnTo>
                  <a:cubicBezTo>
                    <a:pt x="9421" y="8098"/>
                    <a:pt x="9610" y="8255"/>
                    <a:pt x="9862" y="8255"/>
                  </a:cubicBezTo>
                  <a:lnTo>
                    <a:pt x="11500" y="8255"/>
                  </a:lnTo>
                  <a:cubicBezTo>
                    <a:pt x="11752" y="8255"/>
                    <a:pt x="11941" y="8066"/>
                    <a:pt x="11941" y="7846"/>
                  </a:cubicBezTo>
                  <a:lnTo>
                    <a:pt x="11941" y="7373"/>
                  </a:lnTo>
                  <a:cubicBezTo>
                    <a:pt x="12414" y="7215"/>
                    <a:pt x="12760" y="6743"/>
                    <a:pt x="12760" y="6207"/>
                  </a:cubicBezTo>
                  <a:lnTo>
                    <a:pt x="12760" y="1230"/>
                  </a:lnTo>
                  <a:cubicBezTo>
                    <a:pt x="12666" y="599"/>
                    <a:pt x="12099" y="1"/>
                    <a:pt x="1143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020" name="Google Shape;6020;p71"/>
          <p:cNvGrpSpPr/>
          <p:nvPr/>
        </p:nvGrpSpPr>
        <p:grpSpPr>
          <a:xfrm>
            <a:off x="2629131" y="3493973"/>
            <a:ext cx="276101" cy="278861"/>
            <a:chOff x="-37804925" y="3953450"/>
            <a:chExt cx="315075" cy="318225"/>
          </a:xfrm>
        </p:grpSpPr>
        <p:sp>
          <p:nvSpPr>
            <p:cNvPr id="6021" name="Google Shape;6021;p71"/>
            <p:cNvSpPr/>
            <p:nvPr/>
          </p:nvSpPr>
          <p:spPr>
            <a:xfrm>
              <a:off x="-37614300" y="3955025"/>
              <a:ext cx="124450" cy="186200"/>
            </a:xfrm>
            <a:custGeom>
              <a:avLst/>
              <a:gdLst/>
              <a:ahLst/>
              <a:cxnLst/>
              <a:rect l="l" t="t" r="r" b="b"/>
              <a:pathLst>
                <a:path w="4978" h="7448" extrusionOk="0">
                  <a:moveTo>
                    <a:pt x="2489" y="820"/>
                  </a:moveTo>
                  <a:cubicBezTo>
                    <a:pt x="3403" y="820"/>
                    <a:pt x="4127" y="1576"/>
                    <a:pt x="4127" y="2490"/>
                  </a:cubicBezTo>
                  <a:cubicBezTo>
                    <a:pt x="4127" y="3372"/>
                    <a:pt x="3403" y="4128"/>
                    <a:pt x="2489" y="4128"/>
                  </a:cubicBezTo>
                  <a:cubicBezTo>
                    <a:pt x="1575" y="4128"/>
                    <a:pt x="819" y="3372"/>
                    <a:pt x="819" y="2490"/>
                  </a:cubicBezTo>
                  <a:cubicBezTo>
                    <a:pt x="819" y="1576"/>
                    <a:pt x="1575" y="820"/>
                    <a:pt x="2489" y="820"/>
                  </a:cubicBezTo>
                  <a:close/>
                  <a:moveTo>
                    <a:pt x="2489" y="1"/>
                  </a:moveTo>
                  <a:cubicBezTo>
                    <a:pt x="1103" y="1"/>
                    <a:pt x="0" y="1104"/>
                    <a:pt x="0" y="2490"/>
                  </a:cubicBezTo>
                  <a:cubicBezTo>
                    <a:pt x="0" y="3214"/>
                    <a:pt x="315" y="3845"/>
                    <a:pt x="819" y="4317"/>
                  </a:cubicBezTo>
                  <a:lnTo>
                    <a:pt x="819" y="7058"/>
                  </a:lnTo>
                  <a:cubicBezTo>
                    <a:pt x="819" y="7287"/>
                    <a:pt x="1012" y="7448"/>
                    <a:pt x="1225" y="7448"/>
                  </a:cubicBezTo>
                  <a:cubicBezTo>
                    <a:pt x="1334" y="7448"/>
                    <a:pt x="1448" y="7406"/>
                    <a:pt x="1544" y="7310"/>
                  </a:cubicBezTo>
                  <a:lnTo>
                    <a:pt x="2489" y="6365"/>
                  </a:lnTo>
                  <a:lnTo>
                    <a:pt x="3434" y="7310"/>
                  </a:lnTo>
                  <a:cubicBezTo>
                    <a:pt x="3530" y="7406"/>
                    <a:pt x="3640" y="7448"/>
                    <a:pt x="3744" y="7448"/>
                  </a:cubicBezTo>
                  <a:cubicBezTo>
                    <a:pt x="3948" y="7448"/>
                    <a:pt x="4127" y="7287"/>
                    <a:pt x="4127" y="7058"/>
                  </a:cubicBezTo>
                  <a:lnTo>
                    <a:pt x="4127" y="4317"/>
                  </a:lnTo>
                  <a:cubicBezTo>
                    <a:pt x="4663" y="3845"/>
                    <a:pt x="4978" y="3214"/>
                    <a:pt x="4978" y="2490"/>
                  </a:cubicBezTo>
                  <a:cubicBezTo>
                    <a:pt x="4978" y="1104"/>
                    <a:pt x="3875" y="1"/>
                    <a:pt x="248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22" name="Google Shape;6022;p71"/>
            <p:cNvSpPr/>
            <p:nvPr/>
          </p:nvSpPr>
          <p:spPr>
            <a:xfrm>
              <a:off x="-37761600" y="4230700"/>
              <a:ext cx="270175" cy="40975"/>
            </a:xfrm>
            <a:custGeom>
              <a:avLst/>
              <a:gdLst/>
              <a:ahLst/>
              <a:cxnLst/>
              <a:rect l="l" t="t" r="r" b="b"/>
              <a:pathLst>
                <a:path w="10807" h="1639" extrusionOk="0">
                  <a:moveTo>
                    <a:pt x="1450" y="1"/>
                  </a:moveTo>
                  <a:cubicBezTo>
                    <a:pt x="1292" y="788"/>
                    <a:pt x="662" y="1387"/>
                    <a:pt x="1" y="1639"/>
                  </a:cubicBezTo>
                  <a:lnTo>
                    <a:pt x="8822" y="1639"/>
                  </a:lnTo>
                  <a:cubicBezTo>
                    <a:pt x="9799" y="1639"/>
                    <a:pt x="10649" y="946"/>
                    <a:pt x="1080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23" name="Google Shape;6023;p71"/>
            <p:cNvSpPr/>
            <p:nvPr/>
          </p:nvSpPr>
          <p:spPr>
            <a:xfrm>
              <a:off x="-37804925" y="3953450"/>
              <a:ext cx="274125" cy="295675"/>
            </a:xfrm>
            <a:custGeom>
              <a:avLst/>
              <a:gdLst/>
              <a:ahLst/>
              <a:cxnLst/>
              <a:rect l="l" t="t" r="r" b="b"/>
              <a:pathLst>
                <a:path w="10965" h="11827" extrusionOk="0">
                  <a:moveTo>
                    <a:pt x="379" y="1"/>
                  </a:moveTo>
                  <a:cubicBezTo>
                    <a:pt x="158" y="1"/>
                    <a:pt x="1" y="221"/>
                    <a:pt x="1" y="411"/>
                  </a:cubicBezTo>
                  <a:lnTo>
                    <a:pt x="1" y="10618"/>
                  </a:lnTo>
                  <a:cubicBezTo>
                    <a:pt x="1" y="11280"/>
                    <a:pt x="537" y="11815"/>
                    <a:pt x="1198" y="11815"/>
                  </a:cubicBezTo>
                  <a:cubicBezTo>
                    <a:pt x="1247" y="11823"/>
                    <a:pt x="1295" y="11826"/>
                    <a:pt x="1342" y="11826"/>
                  </a:cubicBezTo>
                  <a:cubicBezTo>
                    <a:pt x="1912" y="11826"/>
                    <a:pt x="2395" y="11318"/>
                    <a:pt x="2395" y="10650"/>
                  </a:cubicBezTo>
                  <a:cubicBezTo>
                    <a:pt x="2395" y="10398"/>
                    <a:pt x="2584" y="10272"/>
                    <a:pt x="2836" y="10272"/>
                  </a:cubicBezTo>
                  <a:lnTo>
                    <a:pt x="10965" y="10272"/>
                  </a:lnTo>
                  <a:lnTo>
                    <a:pt x="10965" y="8255"/>
                  </a:lnTo>
                  <a:cubicBezTo>
                    <a:pt x="10807" y="8161"/>
                    <a:pt x="10650" y="8098"/>
                    <a:pt x="10492" y="7972"/>
                  </a:cubicBezTo>
                  <a:lnTo>
                    <a:pt x="10146" y="7625"/>
                  </a:lnTo>
                  <a:lnTo>
                    <a:pt x="9799" y="7972"/>
                  </a:lnTo>
                  <a:cubicBezTo>
                    <a:pt x="9547" y="8224"/>
                    <a:pt x="9232" y="8318"/>
                    <a:pt x="8917" y="8318"/>
                  </a:cubicBezTo>
                  <a:cubicBezTo>
                    <a:pt x="8255" y="8318"/>
                    <a:pt x="7720" y="7783"/>
                    <a:pt x="7720" y="7058"/>
                  </a:cubicBezTo>
                  <a:lnTo>
                    <a:pt x="7720" y="4664"/>
                  </a:lnTo>
                  <a:cubicBezTo>
                    <a:pt x="7184" y="4065"/>
                    <a:pt x="6869" y="3309"/>
                    <a:pt x="6869" y="2490"/>
                  </a:cubicBezTo>
                  <a:cubicBezTo>
                    <a:pt x="6869" y="1513"/>
                    <a:pt x="7310" y="600"/>
                    <a:pt x="803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6024" name="Google Shape;6024;p71"/>
          <p:cNvSpPr/>
          <p:nvPr/>
        </p:nvSpPr>
        <p:spPr>
          <a:xfrm>
            <a:off x="2065839" y="3842532"/>
            <a:ext cx="199490" cy="276779"/>
          </a:xfrm>
          <a:custGeom>
            <a:avLst/>
            <a:gdLst/>
            <a:ahLst/>
            <a:cxnLst/>
            <a:rect l="l" t="t" r="r" b="b"/>
            <a:pathLst>
              <a:path w="9106" h="12634" extrusionOk="0">
                <a:moveTo>
                  <a:pt x="7499" y="788"/>
                </a:moveTo>
                <a:lnTo>
                  <a:pt x="7499" y="1859"/>
                </a:lnTo>
                <a:cubicBezTo>
                  <a:pt x="7499" y="2426"/>
                  <a:pt x="7373" y="3025"/>
                  <a:pt x="7121" y="3529"/>
                </a:cubicBezTo>
                <a:cubicBezTo>
                  <a:pt x="6806" y="3466"/>
                  <a:pt x="6554" y="3434"/>
                  <a:pt x="6239" y="3434"/>
                </a:cubicBezTo>
                <a:cubicBezTo>
                  <a:pt x="5546" y="3434"/>
                  <a:pt x="4916" y="3592"/>
                  <a:pt x="4380" y="3844"/>
                </a:cubicBezTo>
                <a:cubicBezTo>
                  <a:pt x="3907" y="4096"/>
                  <a:pt x="3403" y="4222"/>
                  <a:pt x="2931" y="4222"/>
                </a:cubicBezTo>
                <a:cubicBezTo>
                  <a:pt x="2710" y="4222"/>
                  <a:pt x="2521" y="4159"/>
                  <a:pt x="2364" y="4127"/>
                </a:cubicBezTo>
                <a:cubicBezTo>
                  <a:pt x="2301" y="4001"/>
                  <a:pt x="2206" y="3938"/>
                  <a:pt x="2175" y="3812"/>
                </a:cubicBezTo>
                <a:cubicBezTo>
                  <a:pt x="1860" y="3277"/>
                  <a:pt x="1702" y="2552"/>
                  <a:pt x="1702" y="1859"/>
                </a:cubicBezTo>
                <a:lnTo>
                  <a:pt x="1702" y="788"/>
                </a:lnTo>
                <a:close/>
                <a:moveTo>
                  <a:pt x="5357" y="7278"/>
                </a:moveTo>
                <a:cubicBezTo>
                  <a:pt x="5451" y="7372"/>
                  <a:pt x="5546" y="7435"/>
                  <a:pt x="5672" y="7467"/>
                </a:cubicBezTo>
                <a:cubicBezTo>
                  <a:pt x="6869" y="8066"/>
                  <a:pt x="7436" y="9420"/>
                  <a:pt x="7436" y="10743"/>
                </a:cubicBezTo>
                <a:lnTo>
                  <a:pt x="7436" y="11279"/>
                </a:lnTo>
                <a:lnTo>
                  <a:pt x="4821" y="9294"/>
                </a:lnTo>
                <a:cubicBezTo>
                  <a:pt x="4742" y="9231"/>
                  <a:pt x="4648" y="9200"/>
                  <a:pt x="4553" y="9200"/>
                </a:cubicBezTo>
                <a:cubicBezTo>
                  <a:pt x="4459" y="9200"/>
                  <a:pt x="4364" y="9231"/>
                  <a:pt x="4285" y="9294"/>
                </a:cubicBezTo>
                <a:lnTo>
                  <a:pt x="1671" y="11279"/>
                </a:lnTo>
                <a:lnTo>
                  <a:pt x="1671" y="10743"/>
                </a:lnTo>
                <a:cubicBezTo>
                  <a:pt x="1671" y="9357"/>
                  <a:pt x="2238" y="8066"/>
                  <a:pt x="3435" y="7467"/>
                </a:cubicBezTo>
                <a:cubicBezTo>
                  <a:pt x="3561" y="7435"/>
                  <a:pt x="3624" y="7372"/>
                  <a:pt x="3750" y="7278"/>
                </a:cubicBezTo>
                <a:lnTo>
                  <a:pt x="4191" y="8160"/>
                </a:lnTo>
                <a:cubicBezTo>
                  <a:pt x="4270" y="8318"/>
                  <a:pt x="4411" y="8396"/>
                  <a:pt x="4557" y="8396"/>
                </a:cubicBezTo>
                <a:cubicBezTo>
                  <a:pt x="4703" y="8396"/>
                  <a:pt x="4853" y="8318"/>
                  <a:pt x="4947" y="8160"/>
                </a:cubicBezTo>
                <a:lnTo>
                  <a:pt x="5357" y="7278"/>
                </a:lnTo>
                <a:close/>
                <a:moveTo>
                  <a:pt x="410" y="0"/>
                </a:moveTo>
                <a:cubicBezTo>
                  <a:pt x="158" y="0"/>
                  <a:pt x="1" y="189"/>
                  <a:pt x="1" y="410"/>
                </a:cubicBezTo>
                <a:cubicBezTo>
                  <a:pt x="1" y="630"/>
                  <a:pt x="190" y="788"/>
                  <a:pt x="410" y="788"/>
                </a:cubicBezTo>
                <a:lnTo>
                  <a:pt x="820" y="788"/>
                </a:lnTo>
                <a:lnTo>
                  <a:pt x="820" y="1859"/>
                </a:lnTo>
                <a:cubicBezTo>
                  <a:pt x="820" y="3749"/>
                  <a:pt x="1734" y="5199"/>
                  <a:pt x="3088" y="5860"/>
                </a:cubicBezTo>
                <a:cubicBezTo>
                  <a:pt x="3403" y="6018"/>
                  <a:pt x="3403" y="6585"/>
                  <a:pt x="3088" y="6742"/>
                </a:cubicBezTo>
                <a:cubicBezTo>
                  <a:pt x="1576" y="7467"/>
                  <a:pt x="820" y="9042"/>
                  <a:pt x="820" y="10743"/>
                </a:cubicBezTo>
                <a:lnTo>
                  <a:pt x="820" y="11815"/>
                </a:lnTo>
                <a:lnTo>
                  <a:pt x="410" y="11815"/>
                </a:lnTo>
                <a:cubicBezTo>
                  <a:pt x="158" y="11815"/>
                  <a:pt x="1" y="12004"/>
                  <a:pt x="1" y="12256"/>
                </a:cubicBezTo>
                <a:cubicBezTo>
                  <a:pt x="1" y="12476"/>
                  <a:pt x="190" y="12634"/>
                  <a:pt x="410" y="12634"/>
                </a:cubicBezTo>
                <a:lnTo>
                  <a:pt x="8665" y="12634"/>
                </a:lnTo>
                <a:cubicBezTo>
                  <a:pt x="8917" y="12634"/>
                  <a:pt x="9106" y="12445"/>
                  <a:pt x="9106" y="12256"/>
                </a:cubicBezTo>
                <a:cubicBezTo>
                  <a:pt x="9106" y="12004"/>
                  <a:pt x="8917" y="11815"/>
                  <a:pt x="8665" y="11815"/>
                </a:cubicBezTo>
                <a:lnTo>
                  <a:pt x="8287" y="11815"/>
                </a:lnTo>
                <a:lnTo>
                  <a:pt x="8287" y="10743"/>
                </a:lnTo>
                <a:cubicBezTo>
                  <a:pt x="8287" y="9042"/>
                  <a:pt x="7530" y="7467"/>
                  <a:pt x="6018" y="6742"/>
                </a:cubicBezTo>
                <a:cubicBezTo>
                  <a:pt x="5703" y="6585"/>
                  <a:pt x="5672" y="6018"/>
                  <a:pt x="6018" y="5860"/>
                </a:cubicBezTo>
                <a:cubicBezTo>
                  <a:pt x="7530" y="5136"/>
                  <a:pt x="8287" y="3560"/>
                  <a:pt x="8287" y="1859"/>
                </a:cubicBezTo>
                <a:lnTo>
                  <a:pt x="8287" y="788"/>
                </a:lnTo>
                <a:lnTo>
                  <a:pt x="8665" y="788"/>
                </a:lnTo>
                <a:cubicBezTo>
                  <a:pt x="8917" y="788"/>
                  <a:pt x="9106" y="599"/>
                  <a:pt x="9106" y="410"/>
                </a:cubicBezTo>
                <a:cubicBezTo>
                  <a:pt x="9106" y="158"/>
                  <a:pt x="8917" y="0"/>
                  <a:pt x="8665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6025" name="Google Shape;6025;p71"/>
          <p:cNvGrpSpPr/>
          <p:nvPr/>
        </p:nvGrpSpPr>
        <p:grpSpPr>
          <a:xfrm>
            <a:off x="3645733" y="1808429"/>
            <a:ext cx="266747" cy="231544"/>
            <a:chOff x="-28462125" y="3199700"/>
            <a:chExt cx="298550" cy="259150"/>
          </a:xfrm>
        </p:grpSpPr>
        <p:sp>
          <p:nvSpPr>
            <p:cNvPr id="6026" name="Google Shape;6026;p71"/>
            <p:cNvSpPr/>
            <p:nvPr/>
          </p:nvSpPr>
          <p:spPr>
            <a:xfrm>
              <a:off x="-28459750" y="3284775"/>
              <a:ext cx="296175" cy="104775"/>
            </a:xfrm>
            <a:custGeom>
              <a:avLst/>
              <a:gdLst/>
              <a:ahLst/>
              <a:cxnLst/>
              <a:rect l="l" t="t" r="r" b="b"/>
              <a:pathLst>
                <a:path w="11847" h="4191" extrusionOk="0">
                  <a:moveTo>
                    <a:pt x="5230" y="0"/>
                  </a:moveTo>
                  <a:cubicBezTo>
                    <a:pt x="5073" y="0"/>
                    <a:pt x="4947" y="63"/>
                    <a:pt x="4915" y="189"/>
                  </a:cubicBezTo>
                  <a:lnTo>
                    <a:pt x="4096" y="2080"/>
                  </a:lnTo>
                  <a:lnTo>
                    <a:pt x="347" y="2080"/>
                  </a:lnTo>
                  <a:cubicBezTo>
                    <a:pt x="158" y="2080"/>
                    <a:pt x="0" y="2237"/>
                    <a:pt x="0" y="2426"/>
                  </a:cubicBezTo>
                  <a:cubicBezTo>
                    <a:pt x="0" y="2615"/>
                    <a:pt x="158" y="2773"/>
                    <a:pt x="347" y="2773"/>
                  </a:cubicBezTo>
                  <a:lnTo>
                    <a:pt x="4316" y="2773"/>
                  </a:lnTo>
                  <a:cubicBezTo>
                    <a:pt x="4411" y="2773"/>
                    <a:pt x="4505" y="2710"/>
                    <a:pt x="4600" y="2584"/>
                  </a:cubicBezTo>
                  <a:lnTo>
                    <a:pt x="5199" y="1292"/>
                  </a:lnTo>
                  <a:lnTo>
                    <a:pt x="6238" y="3970"/>
                  </a:lnTo>
                  <a:cubicBezTo>
                    <a:pt x="6301" y="4096"/>
                    <a:pt x="6396" y="4159"/>
                    <a:pt x="6522" y="4191"/>
                  </a:cubicBezTo>
                  <a:lnTo>
                    <a:pt x="6553" y="4191"/>
                  </a:lnTo>
                  <a:cubicBezTo>
                    <a:pt x="6679" y="4191"/>
                    <a:pt x="6805" y="4127"/>
                    <a:pt x="6868" y="4033"/>
                  </a:cubicBezTo>
                  <a:lnTo>
                    <a:pt x="7624" y="2836"/>
                  </a:lnTo>
                  <a:lnTo>
                    <a:pt x="11500" y="2836"/>
                  </a:lnTo>
                  <a:cubicBezTo>
                    <a:pt x="11689" y="2836"/>
                    <a:pt x="11846" y="2678"/>
                    <a:pt x="11846" y="2458"/>
                  </a:cubicBezTo>
                  <a:cubicBezTo>
                    <a:pt x="11846" y="2269"/>
                    <a:pt x="11689" y="2111"/>
                    <a:pt x="11500" y="2111"/>
                  </a:cubicBezTo>
                  <a:lnTo>
                    <a:pt x="7435" y="2111"/>
                  </a:lnTo>
                  <a:cubicBezTo>
                    <a:pt x="7309" y="2111"/>
                    <a:pt x="7183" y="2206"/>
                    <a:pt x="7120" y="2269"/>
                  </a:cubicBezTo>
                  <a:lnTo>
                    <a:pt x="6648" y="3056"/>
                  </a:lnTo>
                  <a:lnTo>
                    <a:pt x="5545" y="221"/>
                  </a:lnTo>
                  <a:cubicBezTo>
                    <a:pt x="5514" y="95"/>
                    <a:pt x="5388" y="0"/>
                    <a:pt x="523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27" name="Google Shape;6027;p71"/>
            <p:cNvSpPr/>
            <p:nvPr/>
          </p:nvSpPr>
          <p:spPr>
            <a:xfrm>
              <a:off x="-28462125" y="3199700"/>
              <a:ext cx="295400" cy="125275"/>
            </a:xfrm>
            <a:custGeom>
              <a:avLst/>
              <a:gdLst/>
              <a:ahLst/>
              <a:cxnLst/>
              <a:rect l="l" t="t" r="r" b="b"/>
              <a:pathLst>
                <a:path w="11816" h="5011" extrusionOk="0">
                  <a:moveTo>
                    <a:pt x="3151" y="1"/>
                  </a:moveTo>
                  <a:cubicBezTo>
                    <a:pt x="1387" y="1"/>
                    <a:pt x="1" y="1419"/>
                    <a:pt x="1" y="3277"/>
                  </a:cubicBezTo>
                  <a:cubicBezTo>
                    <a:pt x="1" y="3876"/>
                    <a:pt x="158" y="4349"/>
                    <a:pt x="442" y="4821"/>
                  </a:cubicBezTo>
                  <a:lnTo>
                    <a:pt x="3655" y="4821"/>
                  </a:lnTo>
                  <a:lnTo>
                    <a:pt x="4285" y="3340"/>
                  </a:lnTo>
                  <a:cubicBezTo>
                    <a:pt x="4443" y="2994"/>
                    <a:pt x="4821" y="2773"/>
                    <a:pt x="5199" y="2710"/>
                  </a:cubicBezTo>
                  <a:cubicBezTo>
                    <a:pt x="5672" y="2710"/>
                    <a:pt x="6018" y="2994"/>
                    <a:pt x="6176" y="3403"/>
                  </a:cubicBezTo>
                  <a:lnTo>
                    <a:pt x="6806" y="5010"/>
                  </a:lnTo>
                  <a:cubicBezTo>
                    <a:pt x="6963" y="4884"/>
                    <a:pt x="7215" y="4821"/>
                    <a:pt x="7404" y="4821"/>
                  </a:cubicBezTo>
                  <a:lnTo>
                    <a:pt x="11374" y="4821"/>
                  </a:lnTo>
                  <a:cubicBezTo>
                    <a:pt x="11626" y="4349"/>
                    <a:pt x="11815" y="3813"/>
                    <a:pt x="11815" y="3277"/>
                  </a:cubicBezTo>
                  <a:cubicBezTo>
                    <a:pt x="11815" y="1419"/>
                    <a:pt x="10429" y="1"/>
                    <a:pt x="8665" y="1"/>
                  </a:cubicBezTo>
                  <a:cubicBezTo>
                    <a:pt x="7247" y="1"/>
                    <a:pt x="6396" y="977"/>
                    <a:pt x="5924" y="1860"/>
                  </a:cubicBezTo>
                  <a:cubicBezTo>
                    <a:pt x="5451" y="977"/>
                    <a:pt x="4537" y="1"/>
                    <a:pt x="315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28" name="Google Shape;6028;p71"/>
            <p:cNvSpPr/>
            <p:nvPr/>
          </p:nvSpPr>
          <p:spPr>
            <a:xfrm>
              <a:off x="-28405400" y="3360375"/>
              <a:ext cx="186675" cy="98475"/>
            </a:xfrm>
            <a:custGeom>
              <a:avLst/>
              <a:gdLst/>
              <a:ahLst/>
              <a:cxnLst/>
              <a:rect l="l" t="t" r="r" b="b"/>
              <a:pathLst>
                <a:path w="7467" h="3939" extrusionOk="0">
                  <a:moveTo>
                    <a:pt x="2962" y="1"/>
                  </a:moveTo>
                  <a:cubicBezTo>
                    <a:pt x="2773" y="284"/>
                    <a:pt x="2458" y="442"/>
                    <a:pt x="2111" y="442"/>
                  </a:cubicBezTo>
                  <a:lnTo>
                    <a:pt x="0" y="442"/>
                  </a:lnTo>
                  <a:cubicBezTo>
                    <a:pt x="158" y="599"/>
                    <a:pt x="347" y="757"/>
                    <a:pt x="536" y="914"/>
                  </a:cubicBezTo>
                  <a:cubicBezTo>
                    <a:pt x="1449" y="1734"/>
                    <a:pt x="2426" y="2647"/>
                    <a:pt x="3434" y="3813"/>
                  </a:cubicBezTo>
                  <a:cubicBezTo>
                    <a:pt x="3529" y="3907"/>
                    <a:pt x="3592" y="3939"/>
                    <a:pt x="3718" y="3939"/>
                  </a:cubicBezTo>
                  <a:cubicBezTo>
                    <a:pt x="3844" y="3939"/>
                    <a:pt x="3907" y="3907"/>
                    <a:pt x="4001" y="3813"/>
                  </a:cubicBezTo>
                  <a:cubicBezTo>
                    <a:pt x="4978" y="2584"/>
                    <a:pt x="6018" y="1734"/>
                    <a:pt x="6900" y="914"/>
                  </a:cubicBezTo>
                  <a:cubicBezTo>
                    <a:pt x="7120" y="757"/>
                    <a:pt x="7278" y="599"/>
                    <a:pt x="7467" y="442"/>
                  </a:cubicBezTo>
                  <a:lnTo>
                    <a:pt x="5860" y="442"/>
                  </a:lnTo>
                  <a:lnTo>
                    <a:pt x="5293" y="1324"/>
                  </a:lnTo>
                  <a:cubicBezTo>
                    <a:pt x="5104" y="1639"/>
                    <a:pt x="4789" y="1860"/>
                    <a:pt x="4379" y="1860"/>
                  </a:cubicBezTo>
                  <a:lnTo>
                    <a:pt x="4316" y="1860"/>
                  </a:lnTo>
                  <a:cubicBezTo>
                    <a:pt x="3907" y="1797"/>
                    <a:pt x="3592" y="1576"/>
                    <a:pt x="3434" y="1167"/>
                  </a:cubicBezTo>
                  <a:lnTo>
                    <a:pt x="296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029" name="Google Shape;6029;p71"/>
          <p:cNvGrpSpPr/>
          <p:nvPr/>
        </p:nvGrpSpPr>
        <p:grpSpPr>
          <a:xfrm>
            <a:off x="3646448" y="2134446"/>
            <a:ext cx="265318" cy="264625"/>
            <a:chOff x="-28461325" y="3545475"/>
            <a:chExt cx="296950" cy="296175"/>
          </a:xfrm>
        </p:grpSpPr>
        <p:sp>
          <p:nvSpPr>
            <p:cNvPr id="6030" name="Google Shape;6030;p71"/>
            <p:cNvSpPr/>
            <p:nvPr/>
          </p:nvSpPr>
          <p:spPr>
            <a:xfrm>
              <a:off x="-28461325" y="3666775"/>
              <a:ext cx="34675" cy="52775"/>
            </a:xfrm>
            <a:custGeom>
              <a:avLst/>
              <a:gdLst/>
              <a:ahLst/>
              <a:cxnLst/>
              <a:rect l="l" t="t" r="r" b="b"/>
              <a:pathLst>
                <a:path w="1387" h="2111" extrusionOk="0">
                  <a:moveTo>
                    <a:pt x="0" y="0"/>
                  </a:moveTo>
                  <a:lnTo>
                    <a:pt x="0" y="2111"/>
                  </a:lnTo>
                  <a:lnTo>
                    <a:pt x="1386" y="2111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31" name="Google Shape;6031;p71"/>
            <p:cNvSpPr/>
            <p:nvPr/>
          </p:nvSpPr>
          <p:spPr>
            <a:xfrm>
              <a:off x="-28461325" y="3737650"/>
              <a:ext cx="52775" cy="17350"/>
            </a:xfrm>
            <a:custGeom>
              <a:avLst/>
              <a:gdLst/>
              <a:ahLst/>
              <a:cxnLst/>
              <a:rect l="l" t="t" r="r" b="b"/>
              <a:pathLst>
                <a:path w="2111" h="694" extrusionOk="0">
                  <a:moveTo>
                    <a:pt x="0" y="1"/>
                  </a:moveTo>
                  <a:lnTo>
                    <a:pt x="0" y="694"/>
                  </a:lnTo>
                  <a:lnTo>
                    <a:pt x="1733" y="694"/>
                  </a:lnTo>
                  <a:cubicBezTo>
                    <a:pt x="1954" y="694"/>
                    <a:pt x="2111" y="536"/>
                    <a:pt x="2111" y="347"/>
                  </a:cubicBezTo>
                  <a:cubicBezTo>
                    <a:pt x="2111" y="158"/>
                    <a:pt x="1954" y="1"/>
                    <a:pt x="17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32" name="Google Shape;6032;p71"/>
            <p:cNvSpPr/>
            <p:nvPr/>
          </p:nvSpPr>
          <p:spPr>
            <a:xfrm>
              <a:off x="-28461325" y="3632100"/>
              <a:ext cx="52775" cy="17375"/>
            </a:xfrm>
            <a:custGeom>
              <a:avLst/>
              <a:gdLst/>
              <a:ahLst/>
              <a:cxnLst/>
              <a:rect l="l" t="t" r="r" b="b"/>
              <a:pathLst>
                <a:path w="2111" h="695" extrusionOk="0">
                  <a:moveTo>
                    <a:pt x="0" y="1"/>
                  </a:moveTo>
                  <a:lnTo>
                    <a:pt x="0" y="694"/>
                  </a:lnTo>
                  <a:lnTo>
                    <a:pt x="1733" y="694"/>
                  </a:lnTo>
                  <a:cubicBezTo>
                    <a:pt x="1954" y="694"/>
                    <a:pt x="2111" y="537"/>
                    <a:pt x="2111" y="348"/>
                  </a:cubicBezTo>
                  <a:cubicBezTo>
                    <a:pt x="2111" y="159"/>
                    <a:pt x="1954" y="1"/>
                    <a:pt x="17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33" name="Google Shape;6033;p71"/>
            <p:cNvSpPr/>
            <p:nvPr/>
          </p:nvSpPr>
          <p:spPr>
            <a:xfrm>
              <a:off x="-28460550" y="3545475"/>
              <a:ext cx="296175" cy="296175"/>
            </a:xfrm>
            <a:custGeom>
              <a:avLst/>
              <a:gdLst/>
              <a:ahLst/>
              <a:cxnLst/>
              <a:rect l="l" t="t" r="r" b="b"/>
              <a:pathLst>
                <a:path w="11847" h="11847" extrusionOk="0">
                  <a:moveTo>
                    <a:pt x="2427" y="0"/>
                  </a:moveTo>
                  <a:cubicBezTo>
                    <a:pt x="1072" y="0"/>
                    <a:pt x="1" y="1103"/>
                    <a:pt x="1" y="2426"/>
                  </a:cubicBezTo>
                  <a:lnTo>
                    <a:pt x="1" y="2804"/>
                  </a:lnTo>
                  <a:lnTo>
                    <a:pt x="1355" y="2804"/>
                  </a:lnTo>
                  <a:lnTo>
                    <a:pt x="1355" y="2426"/>
                  </a:lnTo>
                  <a:cubicBezTo>
                    <a:pt x="1355" y="1859"/>
                    <a:pt x="1828" y="1418"/>
                    <a:pt x="2395" y="1418"/>
                  </a:cubicBezTo>
                  <a:lnTo>
                    <a:pt x="9358" y="1418"/>
                  </a:lnTo>
                  <a:cubicBezTo>
                    <a:pt x="9956" y="1418"/>
                    <a:pt x="10366" y="1891"/>
                    <a:pt x="10366" y="2426"/>
                  </a:cubicBezTo>
                  <a:lnTo>
                    <a:pt x="10366" y="9420"/>
                  </a:lnTo>
                  <a:cubicBezTo>
                    <a:pt x="10366" y="9987"/>
                    <a:pt x="9893" y="10429"/>
                    <a:pt x="9358" y="10429"/>
                  </a:cubicBezTo>
                  <a:lnTo>
                    <a:pt x="2395" y="10429"/>
                  </a:lnTo>
                  <a:cubicBezTo>
                    <a:pt x="1797" y="10429"/>
                    <a:pt x="1355" y="9956"/>
                    <a:pt x="1355" y="9420"/>
                  </a:cubicBezTo>
                  <a:lnTo>
                    <a:pt x="1355" y="9042"/>
                  </a:lnTo>
                  <a:lnTo>
                    <a:pt x="1" y="9042"/>
                  </a:lnTo>
                  <a:lnTo>
                    <a:pt x="1" y="9420"/>
                  </a:lnTo>
                  <a:cubicBezTo>
                    <a:pt x="1" y="10744"/>
                    <a:pt x="1103" y="11846"/>
                    <a:pt x="2427" y="11846"/>
                  </a:cubicBezTo>
                  <a:lnTo>
                    <a:pt x="9389" y="11846"/>
                  </a:lnTo>
                  <a:cubicBezTo>
                    <a:pt x="10744" y="11846"/>
                    <a:pt x="11847" y="10744"/>
                    <a:pt x="11847" y="9420"/>
                  </a:cubicBezTo>
                  <a:lnTo>
                    <a:pt x="11847" y="2426"/>
                  </a:lnTo>
                  <a:cubicBezTo>
                    <a:pt x="11847" y="1103"/>
                    <a:pt x="10744" y="0"/>
                    <a:pt x="938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34" name="Google Shape;6034;p71"/>
            <p:cNvSpPr/>
            <p:nvPr/>
          </p:nvSpPr>
          <p:spPr>
            <a:xfrm>
              <a:off x="-28347925" y="3649450"/>
              <a:ext cx="86675" cy="86650"/>
            </a:xfrm>
            <a:custGeom>
              <a:avLst/>
              <a:gdLst/>
              <a:ahLst/>
              <a:cxnLst/>
              <a:rect l="l" t="t" r="r" b="b"/>
              <a:pathLst>
                <a:path w="3467" h="3466" extrusionOk="0">
                  <a:moveTo>
                    <a:pt x="1387" y="0"/>
                  </a:moveTo>
                  <a:lnTo>
                    <a:pt x="1387" y="1040"/>
                  </a:lnTo>
                  <a:cubicBezTo>
                    <a:pt x="1387" y="1229"/>
                    <a:pt x="1230" y="1386"/>
                    <a:pt x="1041" y="1386"/>
                  </a:cubicBezTo>
                  <a:lnTo>
                    <a:pt x="1" y="1386"/>
                  </a:lnTo>
                  <a:lnTo>
                    <a:pt x="1" y="2111"/>
                  </a:lnTo>
                  <a:lnTo>
                    <a:pt x="1041" y="2111"/>
                  </a:lnTo>
                  <a:cubicBezTo>
                    <a:pt x="1230" y="2111"/>
                    <a:pt x="1387" y="2268"/>
                    <a:pt x="1387" y="2457"/>
                  </a:cubicBezTo>
                  <a:lnTo>
                    <a:pt x="1387" y="3466"/>
                  </a:lnTo>
                  <a:lnTo>
                    <a:pt x="2080" y="3466"/>
                  </a:lnTo>
                  <a:lnTo>
                    <a:pt x="2080" y="2457"/>
                  </a:lnTo>
                  <a:cubicBezTo>
                    <a:pt x="2080" y="2268"/>
                    <a:pt x="2238" y="2111"/>
                    <a:pt x="2458" y="2111"/>
                  </a:cubicBezTo>
                  <a:lnTo>
                    <a:pt x="3467" y="2111"/>
                  </a:lnTo>
                  <a:lnTo>
                    <a:pt x="3467" y="1386"/>
                  </a:lnTo>
                  <a:lnTo>
                    <a:pt x="2458" y="1386"/>
                  </a:lnTo>
                  <a:cubicBezTo>
                    <a:pt x="2238" y="1386"/>
                    <a:pt x="2080" y="1229"/>
                    <a:pt x="2080" y="1040"/>
                  </a:cubicBezTo>
                  <a:lnTo>
                    <a:pt x="208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35" name="Google Shape;6035;p71"/>
            <p:cNvSpPr/>
            <p:nvPr/>
          </p:nvSpPr>
          <p:spPr>
            <a:xfrm>
              <a:off x="-28408550" y="3597450"/>
              <a:ext cx="191400" cy="192200"/>
            </a:xfrm>
            <a:custGeom>
              <a:avLst/>
              <a:gdLst/>
              <a:ahLst/>
              <a:cxnLst/>
              <a:rect l="l" t="t" r="r" b="b"/>
              <a:pathLst>
                <a:path w="7656" h="7688" extrusionOk="0">
                  <a:moveTo>
                    <a:pt x="4883" y="1418"/>
                  </a:moveTo>
                  <a:cubicBezTo>
                    <a:pt x="5072" y="1418"/>
                    <a:pt x="5230" y="1576"/>
                    <a:pt x="5230" y="1765"/>
                  </a:cubicBezTo>
                  <a:lnTo>
                    <a:pt x="5230" y="2805"/>
                  </a:lnTo>
                  <a:lnTo>
                    <a:pt x="6238" y="2805"/>
                  </a:lnTo>
                  <a:cubicBezTo>
                    <a:pt x="6459" y="2805"/>
                    <a:pt x="6616" y="2962"/>
                    <a:pt x="6616" y="3151"/>
                  </a:cubicBezTo>
                  <a:lnTo>
                    <a:pt x="6616" y="4537"/>
                  </a:lnTo>
                  <a:cubicBezTo>
                    <a:pt x="6616" y="4726"/>
                    <a:pt x="6459" y="4884"/>
                    <a:pt x="6238" y="4884"/>
                  </a:cubicBezTo>
                  <a:lnTo>
                    <a:pt x="5230" y="4884"/>
                  </a:lnTo>
                  <a:lnTo>
                    <a:pt x="5230" y="5924"/>
                  </a:lnTo>
                  <a:cubicBezTo>
                    <a:pt x="5230" y="6113"/>
                    <a:pt x="5072" y="6270"/>
                    <a:pt x="4883" y="6270"/>
                  </a:cubicBezTo>
                  <a:lnTo>
                    <a:pt x="3497" y="6270"/>
                  </a:lnTo>
                  <a:cubicBezTo>
                    <a:pt x="3308" y="6270"/>
                    <a:pt x="3151" y="6113"/>
                    <a:pt x="3151" y="5924"/>
                  </a:cubicBezTo>
                  <a:lnTo>
                    <a:pt x="3151" y="4884"/>
                  </a:lnTo>
                  <a:lnTo>
                    <a:pt x="2111" y="4884"/>
                  </a:lnTo>
                  <a:cubicBezTo>
                    <a:pt x="1922" y="4884"/>
                    <a:pt x="1764" y="4726"/>
                    <a:pt x="1764" y="4537"/>
                  </a:cubicBezTo>
                  <a:lnTo>
                    <a:pt x="1764" y="3151"/>
                  </a:lnTo>
                  <a:cubicBezTo>
                    <a:pt x="1764" y="2962"/>
                    <a:pt x="1922" y="2805"/>
                    <a:pt x="2111" y="2805"/>
                  </a:cubicBezTo>
                  <a:lnTo>
                    <a:pt x="3151" y="2805"/>
                  </a:lnTo>
                  <a:lnTo>
                    <a:pt x="3151" y="1765"/>
                  </a:lnTo>
                  <a:cubicBezTo>
                    <a:pt x="3151" y="1576"/>
                    <a:pt x="3308" y="1418"/>
                    <a:pt x="3497" y="1418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757"/>
                  </a:lnTo>
                  <a:cubicBezTo>
                    <a:pt x="378" y="914"/>
                    <a:pt x="693" y="1261"/>
                    <a:pt x="693" y="1734"/>
                  </a:cubicBezTo>
                  <a:cubicBezTo>
                    <a:pt x="693" y="2175"/>
                    <a:pt x="378" y="2553"/>
                    <a:pt x="0" y="2710"/>
                  </a:cubicBezTo>
                  <a:lnTo>
                    <a:pt x="0" y="4979"/>
                  </a:lnTo>
                  <a:cubicBezTo>
                    <a:pt x="378" y="5136"/>
                    <a:pt x="693" y="5483"/>
                    <a:pt x="693" y="5955"/>
                  </a:cubicBezTo>
                  <a:cubicBezTo>
                    <a:pt x="693" y="6396"/>
                    <a:pt x="441" y="6774"/>
                    <a:pt x="0" y="6932"/>
                  </a:cubicBezTo>
                  <a:lnTo>
                    <a:pt x="0" y="7341"/>
                  </a:lnTo>
                  <a:cubicBezTo>
                    <a:pt x="0" y="7530"/>
                    <a:pt x="158" y="7688"/>
                    <a:pt x="347" y="7688"/>
                  </a:cubicBezTo>
                  <a:lnTo>
                    <a:pt x="7309" y="7688"/>
                  </a:lnTo>
                  <a:cubicBezTo>
                    <a:pt x="7498" y="7688"/>
                    <a:pt x="7656" y="7530"/>
                    <a:pt x="7656" y="7341"/>
                  </a:cubicBezTo>
                  <a:lnTo>
                    <a:pt x="7656" y="347"/>
                  </a:lnTo>
                  <a:cubicBezTo>
                    <a:pt x="7656" y="158"/>
                    <a:pt x="7498" y="1"/>
                    <a:pt x="73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036" name="Google Shape;6036;p71"/>
          <p:cNvGrpSpPr/>
          <p:nvPr/>
        </p:nvGrpSpPr>
        <p:grpSpPr>
          <a:xfrm>
            <a:off x="3643622" y="2471980"/>
            <a:ext cx="270969" cy="264602"/>
            <a:chOff x="-28463700" y="3914875"/>
            <a:chExt cx="303275" cy="296150"/>
          </a:xfrm>
        </p:grpSpPr>
        <p:sp>
          <p:nvSpPr>
            <p:cNvPr id="6037" name="Google Shape;6037;p71"/>
            <p:cNvSpPr/>
            <p:nvPr/>
          </p:nvSpPr>
          <p:spPr>
            <a:xfrm>
              <a:off x="-28333725" y="4057375"/>
              <a:ext cx="86650" cy="64650"/>
            </a:xfrm>
            <a:custGeom>
              <a:avLst/>
              <a:gdLst/>
              <a:ahLst/>
              <a:cxnLst/>
              <a:rect l="l" t="t" r="r" b="b"/>
              <a:pathLst>
                <a:path w="3466" h="2586" extrusionOk="0">
                  <a:moveTo>
                    <a:pt x="614" y="0"/>
                  </a:moveTo>
                  <a:cubicBezTo>
                    <a:pt x="287" y="0"/>
                    <a:pt x="0" y="305"/>
                    <a:pt x="0" y="696"/>
                  </a:cubicBezTo>
                  <a:cubicBezTo>
                    <a:pt x="0" y="1326"/>
                    <a:pt x="1008" y="2019"/>
                    <a:pt x="1733" y="2586"/>
                  </a:cubicBezTo>
                  <a:cubicBezTo>
                    <a:pt x="2426" y="2019"/>
                    <a:pt x="3466" y="1326"/>
                    <a:pt x="3466" y="696"/>
                  </a:cubicBezTo>
                  <a:cubicBezTo>
                    <a:pt x="3466" y="349"/>
                    <a:pt x="3214" y="3"/>
                    <a:pt x="2741" y="3"/>
                  </a:cubicBezTo>
                  <a:cubicBezTo>
                    <a:pt x="2237" y="3"/>
                    <a:pt x="2048" y="570"/>
                    <a:pt x="2048" y="570"/>
                  </a:cubicBezTo>
                  <a:cubicBezTo>
                    <a:pt x="2001" y="743"/>
                    <a:pt x="1851" y="830"/>
                    <a:pt x="1701" y="830"/>
                  </a:cubicBezTo>
                  <a:cubicBezTo>
                    <a:pt x="1552" y="830"/>
                    <a:pt x="1402" y="743"/>
                    <a:pt x="1355" y="570"/>
                  </a:cubicBezTo>
                  <a:cubicBezTo>
                    <a:pt x="1355" y="538"/>
                    <a:pt x="1166" y="3"/>
                    <a:pt x="662" y="3"/>
                  </a:cubicBezTo>
                  <a:cubicBezTo>
                    <a:pt x="646" y="1"/>
                    <a:pt x="630" y="0"/>
                    <a:pt x="61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38" name="Google Shape;6038;p71"/>
            <p:cNvSpPr/>
            <p:nvPr/>
          </p:nvSpPr>
          <p:spPr>
            <a:xfrm>
              <a:off x="-28463700" y="3914875"/>
              <a:ext cx="303275" cy="296150"/>
            </a:xfrm>
            <a:custGeom>
              <a:avLst/>
              <a:gdLst/>
              <a:ahLst/>
              <a:cxnLst/>
              <a:rect l="l" t="t" r="r" b="b"/>
              <a:pathLst>
                <a:path w="12131" h="11846" extrusionOk="0">
                  <a:moveTo>
                    <a:pt x="3744" y="3555"/>
                  </a:moveTo>
                  <a:cubicBezTo>
                    <a:pt x="3907" y="3555"/>
                    <a:pt x="4040" y="3674"/>
                    <a:pt x="4096" y="3844"/>
                  </a:cubicBezTo>
                  <a:cubicBezTo>
                    <a:pt x="4128" y="4033"/>
                    <a:pt x="3970" y="4190"/>
                    <a:pt x="3813" y="4253"/>
                  </a:cubicBezTo>
                  <a:cubicBezTo>
                    <a:pt x="2931" y="4379"/>
                    <a:pt x="2427" y="5451"/>
                    <a:pt x="2899" y="6333"/>
                  </a:cubicBezTo>
                  <a:cubicBezTo>
                    <a:pt x="2994" y="6490"/>
                    <a:pt x="2931" y="6711"/>
                    <a:pt x="2773" y="6805"/>
                  </a:cubicBezTo>
                  <a:cubicBezTo>
                    <a:pt x="2723" y="6825"/>
                    <a:pt x="2667" y="6836"/>
                    <a:pt x="2611" y="6836"/>
                  </a:cubicBezTo>
                  <a:cubicBezTo>
                    <a:pt x="2489" y="6836"/>
                    <a:pt x="2365" y="6787"/>
                    <a:pt x="2301" y="6679"/>
                  </a:cubicBezTo>
                  <a:cubicBezTo>
                    <a:pt x="1608" y="5419"/>
                    <a:pt x="2364" y="3812"/>
                    <a:pt x="3687" y="3560"/>
                  </a:cubicBezTo>
                  <a:cubicBezTo>
                    <a:pt x="3706" y="3557"/>
                    <a:pt x="3726" y="3555"/>
                    <a:pt x="3744" y="3555"/>
                  </a:cubicBezTo>
                  <a:close/>
                  <a:moveTo>
                    <a:pt x="7940" y="4946"/>
                  </a:moveTo>
                  <a:cubicBezTo>
                    <a:pt x="8728" y="4946"/>
                    <a:pt x="9326" y="5577"/>
                    <a:pt x="9326" y="6364"/>
                  </a:cubicBezTo>
                  <a:cubicBezTo>
                    <a:pt x="9326" y="7341"/>
                    <a:pt x="8381" y="7939"/>
                    <a:pt x="7121" y="9011"/>
                  </a:cubicBezTo>
                  <a:cubicBezTo>
                    <a:pt x="7058" y="9074"/>
                    <a:pt x="6979" y="9105"/>
                    <a:pt x="6900" y="9105"/>
                  </a:cubicBezTo>
                  <a:cubicBezTo>
                    <a:pt x="6822" y="9105"/>
                    <a:pt x="6743" y="9074"/>
                    <a:pt x="6680" y="9011"/>
                  </a:cubicBezTo>
                  <a:cubicBezTo>
                    <a:pt x="5420" y="7971"/>
                    <a:pt x="4474" y="7341"/>
                    <a:pt x="4474" y="6364"/>
                  </a:cubicBezTo>
                  <a:cubicBezTo>
                    <a:pt x="4474" y="5577"/>
                    <a:pt x="5105" y="4946"/>
                    <a:pt x="5861" y="4946"/>
                  </a:cubicBezTo>
                  <a:cubicBezTo>
                    <a:pt x="6365" y="4946"/>
                    <a:pt x="6711" y="5230"/>
                    <a:pt x="6932" y="5451"/>
                  </a:cubicBezTo>
                  <a:cubicBezTo>
                    <a:pt x="7121" y="5198"/>
                    <a:pt x="7467" y="4946"/>
                    <a:pt x="7940" y="4946"/>
                  </a:cubicBezTo>
                  <a:close/>
                  <a:moveTo>
                    <a:pt x="7404" y="0"/>
                  </a:moveTo>
                  <a:cubicBezTo>
                    <a:pt x="6459" y="0"/>
                    <a:pt x="5703" y="788"/>
                    <a:pt x="5703" y="1733"/>
                  </a:cubicBezTo>
                  <a:lnTo>
                    <a:pt x="5703" y="2899"/>
                  </a:lnTo>
                  <a:cubicBezTo>
                    <a:pt x="5136" y="2395"/>
                    <a:pt x="4443" y="2111"/>
                    <a:pt x="3687" y="2111"/>
                  </a:cubicBezTo>
                  <a:cubicBezTo>
                    <a:pt x="1450" y="2111"/>
                    <a:pt x="1" y="4505"/>
                    <a:pt x="977" y="6616"/>
                  </a:cubicBezTo>
                  <a:lnTo>
                    <a:pt x="2899" y="10649"/>
                  </a:lnTo>
                  <a:cubicBezTo>
                    <a:pt x="3246" y="11373"/>
                    <a:pt x="3939" y="11846"/>
                    <a:pt x="4727" y="11846"/>
                  </a:cubicBezTo>
                  <a:cubicBezTo>
                    <a:pt x="5231" y="11846"/>
                    <a:pt x="5703" y="11657"/>
                    <a:pt x="6050" y="11342"/>
                  </a:cubicBezTo>
                  <a:cubicBezTo>
                    <a:pt x="6396" y="11688"/>
                    <a:pt x="6869" y="11846"/>
                    <a:pt x="7404" y="11846"/>
                  </a:cubicBezTo>
                  <a:cubicBezTo>
                    <a:pt x="8192" y="11846"/>
                    <a:pt x="8885" y="11405"/>
                    <a:pt x="9200" y="10649"/>
                  </a:cubicBezTo>
                  <a:lnTo>
                    <a:pt x="11122" y="6616"/>
                  </a:lnTo>
                  <a:cubicBezTo>
                    <a:pt x="12130" y="4505"/>
                    <a:pt x="10618" y="2111"/>
                    <a:pt x="8413" y="2111"/>
                  </a:cubicBezTo>
                  <a:cubicBezTo>
                    <a:pt x="7656" y="2111"/>
                    <a:pt x="6963" y="2395"/>
                    <a:pt x="6396" y="2899"/>
                  </a:cubicBezTo>
                  <a:lnTo>
                    <a:pt x="6396" y="1733"/>
                  </a:lnTo>
                  <a:cubicBezTo>
                    <a:pt x="6396" y="1166"/>
                    <a:pt x="6837" y="693"/>
                    <a:pt x="7404" y="693"/>
                  </a:cubicBezTo>
                  <a:cubicBezTo>
                    <a:pt x="7593" y="693"/>
                    <a:pt x="7751" y="536"/>
                    <a:pt x="7751" y="347"/>
                  </a:cubicBezTo>
                  <a:cubicBezTo>
                    <a:pt x="7751" y="158"/>
                    <a:pt x="7593" y="0"/>
                    <a:pt x="740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039" name="Google Shape;6039;p71"/>
          <p:cNvGrpSpPr/>
          <p:nvPr/>
        </p:nvGrpSpPr>
        <p:grpSpPr>
          <a:xfrm>
            <a:off x="5319710" y="1839041"/>
            <a:ext cx="263910" cy="170319"/>
            <a:chOff x="-26573400" y="3224125"/>
            <a:chExt cx="295375" cy="190625"/>
          </a:xfrm>
        </p:grpSpPr>
        <p:sp>
          <p:nvSpPr>
            <p:cNvPr id="6040" name="Google Shape;6040;p71"/>
            <p:cNvSpPr/>
            <p:nvPr/>
          </p:nvSpPr>
          <p:spPr>
            <a:xfrm>
              <a:off x="-26330800" y="3327900"/>
              <a:ext cx="52775" cy="68750"/>
            </a:xfrm>
            <a:custGeom>
              <a:avLst/>
              <a:gdLst/>
              <a:ahLst/>
              <a:cxnLst/>
              <a:rect l="l" t="t" r="r" b="b"/>
              <a:pathLst>
                <a:path w="2111" h="2750" extrusionOk="0">
                  <a:moveTo>
                    <a:pt x="1067" y="0"/>
                  </a:moveTo>
                  <a:cubicBezTo>
                    <a:pt x="953" y="0"/>
                    <a:pt x="835" y="55"/>
                    <a:pt x="756" y="166"/>
                  </a:cubicBezTo>
                  <a:cubicBezTo>
                    <a:pt x="536" y="481"/>
                    <a:pt x="0" y="1300"/>
                    <a:pt x="0" y="1741"/>
                  </a:cubicBezTo>
                  <a:cubicBezTo>
                    <a:pt x="0" y="2308"/>
                    <a:pt x="473" y="2749"/>
                    <a:pt x="1040" y="2749"/>
                  </a:cubicBezTo>
                  <a:cubicBezTo>
                    <a:pt x="1638" y="2749"/>
                    <a:pt x="2048" y="2276"/>
                    <a:pt x="2048" y="1741"/>
                  </a:cubicBezTo>
                  <a:cubicBezTo>
                    <a:pt x="2111" y="1300"/>
                    <a:pt x="1575" y="481"/>
                    <a:pt x="1355" y="166"/>
                  </a:cubicBezTo>
                  <a:cubicBezTo>
                    <a:pt x="1292" y="55"/>
                    <a:pt x="1182" y="0"/>
                    <a:pt x="106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41" name="Google Shape;6041;p71"/>
            <p:cNvSpPr/>
            <p:nvPr/>
          </p:nvSpPr>
          <p:spPr>
            <a:xfrm>
              <a:off x="-26573400" y="3224125"/>
              <a:ext cx="293025" cy="190625"/>
            </a:xfrm>
            <a:custGeom>
              <a:avLst/>
              <a:gdLst/>
              <a:ahLst/>
              <a:cxnLst/>
              <a:rect l="l" t="t" r="r" b="b"/>
              <a:pathLst>
                <a:path w="11721" h="7625" extrusionOk="0">
                  <a:moveTo>
                    <a:pt x="10775" y="2048"/>
                  </a:moveTo>
                  <a:cubicBezTo>
                    <a:pt x="10964" y="2048"/>
                    <a:pt x="11122" y="2206"/>
                    <a:pt x="11122" y="2426"/>
                  </a:cubicBezTo>
                  <a:cubicBezTo>
                    <a:pt x="11122" y="2615"/>
                    <a:pt x="10964" y="2773"/>
                    <a:pt x="10775" y="2773"/>
                  </a:cubicBezTo>
                  <a:lnTo>
                    <a:pt x="9830" y="2773"/>
                  </a:lnTo>
                  <a:lnTo>
                    <a:pt x="9988" y="2048"/>
                  </a:lnTo>
                  <a:close/>
                  <a:moveTo>
                    <a:pt x="4474" y="2773"/>
                  </a:moveTo>
                  <a:cubicBezTo>
                    <a:pt x="4663" y="2773"/>
                    <a:pt x="4821" y="2930"/>
                    <a:pt x="4821" y="3119"/>
                  </a:cubicBezTo>
                  <a:cubicBezTo>
                    <a:pt x="4821" y="3308"/>
                    <a:pt x="4663" y="3466"/>
                    <a:pt x="4474" y="3466"/>
                  </a:cubicBezTo>
                  <a:cubicBezTo>
                    <a:pt x="4285" y="3466"/>
                    <a:pt x="4128" y="3308"/>
                    <a:pt x="4128" y="3119"/>
                  </a:cubicBezTo>
                  <a:cubicBezTo>
                    <a:pt x="4128" y="2930"/>
                    <a:pt x="4285" y="2773"/>
                    <a:pt x="4474" y="2773"/>
                  </a:cubicBezTo>
                  <a:close/>
                  <a:moveTo>
                    <a:pt x="4474" y="4159"/>
                  </a:moveTo>
                  <a:cubicBezTo>
                    <a:pt x="4663" y="4159"/>
                    <a:pt x="4821" y="4317"/>
                    <a:pt x="4821" y="4506"/>
                  </a:cubicBezTo>
                  <a:cubicBezTo>
                    <a:pt x="4821" y="4695"/>
                    <a:pt x="4663" y="4852"/>
                    <a:pt x="4474" y="4852"/>
                  </a:cubicBezTo>
                  <a:cubicBezTo>
                    <a:pt x="4285" y="4852"/>
                    <a:pt x="4128" y="4695"/>
                    <a:pt x="4128" y="4506"/>
                  </a:cubicBezTo>
                  <a:cubicBezTo>
                    <a:pt x="4128" y="4317"/>
                    <a:pt x="4285" y="4159"/>
                    <a:pt x="4474" y="4159"/>
                  </a:cubicBezTo>
                  <a:close/>
                  <a:moveTo>
                    <a:pt x="4474" y="5514"/>
                  </a:moveTo>
                  <a:cubicBezTo>
                    <a:pt x="4663" y="5514"/>
                    <a:pt x="4821" y="5671"/>
                    <a:pt x="4821" y="5892"/>
                  </a:cubicBezTo>
                  <a:cubicBezTo>
                    <a:pt x="4821" y="6081"/>
                    <a:pt x="4663" y="6238"/>
                    <a:pt x="4474" y="6238"/>
                  </a:cubicBezTo>
                  <a:cubicBezTo>
                    <a:pt x="4285" y="6238"/>
                    <a:pt x="4128" y="6081"/>
                    <a:pt x="4128" y="5892"/>
                  </a:cubicBezTo>
                  <a:cubicBezTo>
                    <a:pt x="4128" y="5671"/>
                    <a:pt x="4285" y="5514"/>
                    <a:pt x="4474" y="5514"/>
                  </a:cubicBezTo>
                  <a:close/>
                  <a:moveTo>
                    <a:pt x="3088" y="0"/>
                  </a:moveTo>
                  <a:cubicBezTo>
                    <a:pt x="1355" y="0"/>
                    <a:pt x="1" y="1418"/>
                    <a:pt x="1" y="3119"/>
                  </a:cubicBezTo>
                  <a:lnTo>
                    <a:pt x="1" y="4506"/>
                  </a:lnTo>
                  <a:cubicBezTo>
                    <a:pt x="1" y="6238"/>
                    <a:pt x="1418" y="7625"/>
                    <a:pt x="3088" y="7625"/>
                  </a:cubicBezTo>
                  <a:lnTo>
                    <a:pt x="6554" y="7625"/>
                  </a:lnTo>
                  <a:cubicBezTo>
                    <a:pt x="7152" y="7625"/>
                    <a:pt x="7593" y="7152"/>
                    <a:pt x="7593" y="6585"/>
                  </a:cubicBezTo>
                  <a:cubicBezTo>
                    <a:pt x="7593" y="6459"/>
                    <a:pt x="7562" y="6301"/>
                    <a:pt x="7499" y="6207"/>
                  </a:cubicBezTo>
                  <a:cubicBezTo>
                    <a:pt x="7940" y="6081"/>
                    <a:pt x="8255" y="5671"/>
                    <a:pt x="8255" y="5199"/>
                  </a:cubicBezTo>
                  <a:cubicBezTo>
                    <a:pt x="8255" y="5104"/>
                    <a:pt x="8223" y="4947"/>
                    <a:pt x="8192" y="4821"/>
                  </a:cubicBezTo>
                  <a:cubicBezTo>
                    <a:pt x="8633" y="4695"/>
                    <a:pt x="8948" y="4317"/>
                    <a:pt x="8948" y="3844"/>
                  </a:cubicBezTo>
                  <a:cubicBezTo>
                    <a:pt x="8948" y="3718"/>
                    <a:pt x="8885" y="3592"/>
                    <a:pt x="8854" y="3466"/>
                  </a:cubicBezTo>
                  <a:lnTo>
                    <a:pt x="10712" y="3466"/>
                  </a:lnTo>
                  <a:cubicBezTo>
                    <a:pt x="11311" y="3466"/>
                    <a:pt x="11721" y="2993"/>
                    <a:pt x="11721" y="2458"/>
                  </a:cubicBezTo>
                  <a:cubicBezTo>
                    <a:pt x="11721" y="1891"/>
                    <a:pt x="11342" y="1387"/>
                    <a:pt x="10775" y="1387"/>
                  </a:cubicBezTo>
                  <a:lnTo>
                    <a:pt x="6554" y="1387"/>
                  </a:lnTo>
                  <a:cubicBezTo>
                    <a:pt x="6806" y="1103"/>
                    <a:pt x="6932" y="757"/>
                    <a:pt x="6932" y="379"/>
                  </a:cubicBezTo>
                  <a:cubicBezTo>
                    <a:pt x="6932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042" name="Google Shape;6042;p71"/>
          <p:cNvGrpSpPr/>
          <p:nvPr/>
        </p:nvGrpSpPr>
        <p:grpSpPr>
          <a:xfrm>
            <a:off x="5319710" y="2134792"/>
            <a:ext cx="263910" cy="263933"/>
            <a:chOff x="-26573400" y="3546250"/>
            <a:chExt cx="295375" cy="295400"/>
          </a:xfrm>
        </p:grpSpPr>
        <p:sp>
          <p:nvSpPr>
            <p:cNvPr id="6043" name="Google Shape;6043;p71"/>
            <p:cNvSpPr/>
            <p:nvPr/>
          </p:nvSpPr>
          <p:spPr>
            <a:xfrm>
              <a:off x="-26464700" y="3599225"/>
              <a:ext cx="77200" cy="38425"/>
            </a:xfrm>
            <a:custGeom>
              <a:avLst/>
              <a:gdLst/>
              <a:ahLst/>
              <a:cxnLst/>
              <a:rect l="l" t="t" r="r" b="b"/>
              <a:pathLst>
                <a:path w="3088" h="1537" extrusionOk="0">
                  <a:moveTo>
                    <a:pt x="1532" y="1"/>
                  </a:moveTo>
                  <a:cubicBezTo>
                    <a:pt x="1001" y="1"/>
                    <a:pt x="473" y="103"/>
                    <a:pt x="0" y="308"/>
                  </a:cubicBezTo>
                  <a:lnTo>
                    <a:pt x="693" y="1537"/>
                  </a:lnTo>
                  <a:cubicBezTo>
                    <a:pt x="946" y="1442"/>
                    <a:pt x="1229" y="1379"/>
                    <a:pt x="1544" y="1379"/>
                  </a:cubicBezTo>
                  <a:cubicBezTo>
                    <a:pt x="1859" y="1379"/>
                    <a:pt x="2143" y="1442"/>
                    <a:pt x="2426" y="1537"/>
                  </a:cubicBezTo>
                  <a:lnTo>
                    <a:pt x="3088" y="308"/>
                  </a:lnTo>
                  <a:cubicBezTo>
                    <a:pt x="2600" y="103"/>
                    <a:pt x="2064" y="1"/>
                    <a:pt x="153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44" name="Google Shape;6044;p71"/>
            <p:cNvSpPr/>
            <p:nvPr/>
          </p:nvSpPr>
          <p:spPr>
            <a:xfrm>
              <a:off x="-26434775" y="368645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1" y="127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27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45" name="Google Shape;6045;p71"/>
            <p:cNvSpPr/>
            <p:nvPr/>
          </p:nvSpPr>
          <p:spPr>
            <a:xfrm>
              <a:off x="-26520625" y="3703775"/>
              <a:ext cx="55950" cy="67775"/>
            </a:xfrm>
            <a:custGeom>
              <a:avLst/>
              <a:gdLst/>
              <a:ahLst/>
              <a:cxnLst/>
              <a:rect l="l" t="t" r="r" b="b"/>
              <a:pathLst>
                <a:path w="2238" h="2711" extrusionOk="0">
                  <a:moveTo>
                    <a:pt x="1387" y="1"/>
                  </a:moveTo>
                  <a:lnTo>
                    <a:pt x="1" y="32"/>
                  </a:lnTo>
                  <a:cubicBezTo>
                    <a:pt x="127" y="1104"/>
                    <a:pt x="662" y="2080"/>
                    <a:pt x="1544" y="2710"/>
                  </a:cubicBezTo>
                  <a:lnTo>
                    <a:pt x="2237" y="1545"/>
                  </a:lnTo>
                  <a:cubicBezTo>
                    <a:pt x="1765" y="1135"/>
                    <a:pt x="1450" y="600"/>
                    <a:pt x="138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46" name="Google Shape;6046;p71"/>
            <p:cNvSpPr/>
            <p:nvPr/>
          </p:nvSpPr>
          <p:spPr>
            <a:xfrm>
              <a:off x="-26387525" y="3703000"/>
              <a:ext cx="55950" cy="67750"/>
            </a:xfrm>
            <a:custGeom>
              <a:avLst/>
              <a:gdLst/>
              <a:ahLst/>
              <a:cxnLst/>
              <a:rect l="l" t="t" r="r" b="b"/>
              <a:pathLst>
                <a:path w="2238" h="2710" extrusionOk="0">
                  <a:moveTo>
                    <a:pt x="851" y="0"/>
                  </a:moveTo>
                  <a:cubicBezTo>
                    <a:pt x="757" y="631"/>
                    <a:pt x="473" y="1166"/>
                    <a:pt x="1" y="1544"/>
                  </a:cubicBezTo>
                  <a:lnTo>
                    <a:pt x="694" y="2710"/>
                  </a:lnTo>
                  <a:cubicBezTo>
                    <a:pt x="1576" y="2080"/>
                    <a:pt x="2112" y="1103"/>
                    <a:pt x="2238" y="32"/>
                  </a:cubicBezTo>
                  <a:lnTo>
                    <a:pt x="85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47" name="Google Shape;6047;p71"/>
            <p:cNvSpPr/>
            <p:nvPr/>
          </p:nvSpPr>
          <p:spPr>
            <a:xfrm>
              <a:off x="-26573400" y="3546250"/>
              <a:ext cx="295375" cy="295400"/>
            </a:xfrm>
            <a:custGeom>
              <a:avLst/>
              <a:gdLst/>
              <a:ahLst/>
              <a:cxnLst/>
              <a:rect l="l" t="t" r="r" b="b"/>
              <a:pathLst>
                <a:path w="11815" h="11816" extrusionOk="0">
                  <a:moveTo>
                    <a:pt x="5876" y="1419"/>
                  </a:moveTo>
                  <a:cubicBezTo>
                    <a:pt x="6632" y="1419"/>
                    <a:pt x="7389" y="1608"/>
                    <a:pt x="8066" y="1986"/>
                  </a:cubicBezTo>
                  <a:cubicBezTo>
                    <a:pt x="8223" y="2049"/>
                    <a:pt x="8286" y="2301"/>
                    <a:pt x="8192" y="2458"/>
                  </a:cubicBezTo>
                  <a:lnTo>
                    <a:pt x="7152" y="4254"/>
                  </a:lnTo>
                  <a:cubicBezTo>
                    <a:pt x="7110" y="4361"/>
                    <a:pt x="6980" y="4439"/>
                    <a:pt x="6852" y="4439"/>
                  </a:cubicBezTo>
                  <a:cubicBezTo>
                    <a:pt x="6791" y="4439"/>
                    <a:pt x="6731" y="4421"/>
                    <a:pt x="6680" y="4380"/>
                  </a:cubicBezTo>
                  <a:cubicBezTo>
                    <a:pt x="6428" y="4238"/>
                    <a:pt x="6136" y="4167"/>
                    <a:pt x="5841" y="4167"/>
                  </a:cubicBezTo>
                  <a:cubicBezTo>
                    <a:pt x="5546" y="4167"/>
                    <a:pt x="5246" y="4238"/>
                    <a:pt x="4978" y="4380"/>
                  </a:cubicBezTo>
                  <a:cubicBezTo>
                    <a:pt x="4929" y="4400"/>
                    <a:pt x="4872" y="4411"/>
                    <a:pt x="4816" y="4411"/>
                  </a:cubicBezTo>
                  <a:cubicBezTo>
                    <a:pt x="4694" y="4411"/>
                    <a:pt x="4570" y="4362"/>
                    <a:pt x="4506" y="4254"/>
                  </a:cubicBezTo>
                  <a:lnTo>
                    <a:pt x="3498" y="2458"/>
                  </a:lnTo>
                  <a:cubicBezTo>
                    <a:pt x="3466" y="2301"/>
                    <a:pt x="3529" y="2080"/>
                    <a:pt x="3687" y="1986"/>
                  </a:cubicBezTo>
                  <a:cubicBezTo>
                    <a:pt x="4364" y="1608"/>
                    <a:pt x="5120" y="1419"/>
                    <a:pt x="5876" y="1419"/>
                  </a:cubicBezTo>
                  <a:close/>
                  <a:moveTo>
                    <a:pt x="5861" y="4916"/>
                  </a:moveTo>
                  <a:cubicBezTo>
                    <a:pt x="6459" y="4916"/>
                    <a:pt x="6869" y="5388"/>
                    <a:pt x="6869" y="5955"/>
                  </a:cubicBezTo>
                  <a:cubicBezTo>
                    <a:pt x="6869" y="6554"/>
                    <a:pt x="6396" y="6964"/>
                    <a:pt x="5861" y="6964"/>
                  </a:cubicBezTo>
                  <a:cubicBezTo>
                    <a:pt x="5294" y="6964"/>
                    <a:pt x="4821" y="6491"/>
                    <a:pt x="4821" y="5955"/>
                  </a:cubicBezTo>
                  <a:cubicBezTo>
                    <a:pt x="4821" y="5357"/>
                    <a:pt x="5294" y="4916"/>
                    <a:pt x="5861" y="4916"/>
                  </a:cubicBezTo>
                  <a:close/>
                  <a:moveTo>
                    <a:pt x="3813" y="5609"/>
                  </a:moveTo>
                  <a:cubicBezTo>
                    <a:pt x="4065" y="5640"/>
                    <a:pt x="4159" y="5735"/>
                    <a:pt x="4159" y="5955"/>
                  </a:cubicBezTo>
                  <a:cubicBezTo>
                    <a:pt x="4159" y="6522"/>
                    <a:pt x="4474" y="7090"/>
                    <a:pt x="5010" y="7405"/>
                  </a:cubicBezTo>
                  <a:cubicBezTo>
                    <a:pt x="5136" y="7531"/>
                    <a:pt x="5230" y="7720"/>
                    <a:pt x="5104" y="7877"/>
                  </a:cubicBezTo>
                  <a:lnTo>
                    <a:pt x="4033" y="9641"/>
                  </a:lnTo>
                  <a:cubicBezTo>
                    <a:pt x="3991" y="9748"/>
                    <a:pt x="3861" y="9826"/>
                    <a:pt x="3733" y="9826"/>
                  </a:cubicBezTo>
                  <a:cubicBezTo>
                    <a:pt x="3672" y="9826"/>
                    <a:pt x="3612" y="9808"/>
                    <a:pt x="3561" y="9767"/>
                  </a:cubicBezTo>
                  <a:cubicBezTo>
                    <a:pt x="2238" y="8948"/>
                    <a:pt x="1418" y="7531"/>
                    <a:pt x="1355" y="5987"/>
                  </a:cubicBezTo>
                  <a:cubicBezTo>
                    <a:pt x="1355" y="5798"/>
                    <a:pt x="1544" y="5640"/>
                    <a:pt x="1733" y="5640"/>
                  </a:cubicBezTo>
                  <a:lnTo>
                    <a:pt x="3813" y="5609"/>
                  </a:lnTo>
                  <a:close/>
                  <a:moveTo>
                    <a:pt x="8003" y="5640"/>
                  </a:moveTo>
                  <a:lnTo>
                    <a:pt x="10082" y="5672"/>
                  </a:lnTo>
                  <a:cubicBezTo>
                    <a:pt x="10271" y="5672"/>
                    <a:pt x="10429" y="5829"/>
                    <a:pt x="10429" y="6018"/>
                  </a:cubicBezTo>
                  <a:cubicBezTo>
                    <a:pt x="10397" y="7562"/>
                    <a:pt x="9547" y="8980"/>
                    <a:pt x="8223" y="9799"/>
                  </a:cubicBezTo>
                  <a:cubicBezTo>
                    <a:pt x="8168" y="9844"/>
                    <a:pt x="8100" y="9865"/>
                    <a:pt x="8033" y="9865"/>
                  </a:cubicBezTo>
                  <a:cubicBezTo>
                    <a:pt x="7911" y="9865"/>
                    <a:pt x="7792" y="9795"/>
                    <a:pt x="7751" y="9673"/>
                  </a:cubicBezTo>
                  <a:lnTo>
                    <a:pt x="6680" y="7909"/>
                  </a:lnTo>
                  <a:cubicBezTo>
                    <a:pt x="6554" y="7751"/>
                    <a:pt x="6648" y="7531"/>
                    <a:pt x="6806" y="7436"/>
                  </a:cubicBezTo>
                  <a:cubicBezTo>
                    <a:pt x="7310" y="7121"/>
                    <a:pt x="7625" y="6585"/>
                    <a:pt x="7625" y="5987"/>
                  </a:cubicBezTo>
                  <a:cubicBezTo>
                    <a:pt x="7625" y="5829"/>
                    <a:pt x="7751" y="5672"/>
                    <a:pt x="8003" y="5640"/>
                  </a:cubicBezTo>
                  <a:close/>
                  <a:moveTo>
                    <a:pt x="5892" y="1"/>
                  </a:moveTo>
                  <a:cubicBezTo>
                    <a:pt x="2616" y="1"/>
                    <a:pt x="1" y="2679"/>
                    <a:pt x="1" y="5924"/>
                  </a:cubicBezTo>
                  <a:cubicBezTo>
                    <a:pt x="1" y="9137"/>
                    <a:pt x="2679" y="11815"/>
                    <a:pt x="5892" y="11815"/>
                  </a:cubicBezTo>
                  <a:cubicBezTo>
                    <a:pt x="9169" y="11815"/>
                    <a:pt x="11815" y="9137"/>
                    <a:pt x="11815" y="5924"/>
                  </a:cubicBezTo>
                  <a:cubicBezTo>
                    <a:pt x="11815" y="2679"/>
                    <a:pt x="9137" y="1"/>
                    <a:pt x="589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048" name="Google Shape;6048;p71"/>
          <p:cNvGrpSpPr/>
          <p:nvPr/>
        </p:nvGrpSpPr>
        <p:grpSpPr>
          <a:xfrm>
            <a:off x="5310922" y="2472224"/>
            <a:ext cx="281489" cy="264111"/>
            <a:chOff x="-26583625" y="3917025"/>
            <a:chExt cx="315050" cy="295600"/>
          </a:xfrm>
        </p:grpSpPr>
        <p:sp>
          <p:nvSpPr>
            <p:cNvPr id="6049" name="Google Shape;6049;p71"/>
            <p:cNvSpPr/>
            <p:nvPr/>
          </p:nvSpPr>
          <p:spPr>
            <a:xfrm>
              <a:off x="-26413500" y="3918400"/>
              <a:ext cx="144925" cy="135125"/>
            </a:xfrm>
            <a:custGeom>
              <a:avLst/>
              <a:gdLst/>
              <a:ahLst/>
              <a:cxnLst/>
              <a:rect l="l" t="t" r="r" b="b"/>
              <a:pathLst>
                <a:path w="5797" h="5405" extrusionOk="0">
                  <a:moveTo>
                    <a:pt x="2317" y="1"/>
                  </a:moveTo>
                  <a:cubicBezTo>
                    <a:pt x="1515" y="1"/>
                    <a:pt x="685" y="309"/>
                    <a:pt x="0" y="993"/>
                  </a:cubicBezTo>
                  <a:lnTo>
                    <a:pt x="1008" y="1970"/>
                  </a:lnTo>
                  <a:cubicBezTo>
                    <a:pt x="1398" y="1581"/>
                    <a:pt x="1864" y="1407"/>
                    <a:pt x="2313" y="1407"/>
                  </a:cubicBezTo>
                  <a:cubicBezTo>
                    <a:pt x="2771" y="1407"/>
                    <a:pt x="3210" y="1588"/>
                    <a:pt x="3529" y="1907"/>
                  </a:cubicBezTo>
                  <a:cubicBezTo>
                    <a:pt x="3623" y="2002"/>
                    <a:pt x="3623" y="2254"/>
                    <a:pt x="3529" y="2380"/>
                  </a:cubicBezTo>
                  <a:cubicBezTo>
                    <a:pt x="3450" y="2427"/>
                    <a:pt x="3348" y="2450"/>
                    <a:pt x="3249" y="2450"/>
                  </a:cubicBezTo>
                  <a:cubicBezTo>
                    <a:pt x="3151" y="2450"/>
                    <a:pt x="3056" y="2427"/>
                    <a:pt x="2993" y="2380"/>
                  </a:cubicBezTo>
                  <a:cubicBezTo>
                    <a:pt x="2804" y="2175"/>
                    <a:pt x="2552" y="2057"/>
                    <a:pt x="2284" y="2057"/>
                  </a:cubicBezTo>
                  <a:cubicBezTo>
                    <a:pt x="2016" y="2057"/>
                    <a:pt x="1733" y="2175"/>
                    <a:pt x="1481" y="2443"/>
                  </a:cubicBezTo>
                  <a:lnTo>
                    <a:pt x="4411" y="5404"/>
                  </a:lnTo>
                  <a:cubicBezTo>
                    <a:pt x="5797" y="4018"/>
                    <a:pt x="5640" y="2065"/>
                    <a:pt x="4505" y="899"/>
                  </a:cubicBezTo>
                  <a:cubicBezTo>
                    <a:pt x="3931" y="325"/>
                    <a:pt x="3139" y="1"/>
                    <a:pt x="231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50" name="Google Shape;6050;p71"/>
            <p:cNvSpPr/>
            <p:nvPr/>
          </p:nvSpPr>
          <p:spPr>
            <a:xfrm>
              <a:off x="-26466275" y="4026700"/>
              <a:ext cx="78775" cy="77225"/>
            </a:xfrm>
            <a:custGeom>
              <a:avLst/>
              <a:gdLst/>
              <a:ahLst/>
              <a:cxnLst/>
              <a:rect l="l" t="t" r="r" b="b"/>
              <a:pathLst>
                <a:path w="3151" h="3089" extrusionOk="0">
                  <a:moveTo>
                    <a:pt x="1339" y="1"/>
                  </a:moveTo>
                  <a:cubicBezTo>
                    <a:pt x="1253" y="1"/>
                    <a:pt x="1166" y="32"/>
                    <a:pt x="1103" y="95"/>
                  </a:cubicBezTo>
                  <a:lnTo>
                    <a:pt x="126" y="1072"/>
                  </a:lnTo>
                  <a:cubicBezTo>
                    <a:pt x="0" y="1198"/>
                    <a:pt x="0" y="1387"/>
                    <a:pt x="126" y="1545"/>
                  </a:cubicBezTo>
                  <a:lnTo>
                    <a:pt x="1576" y="2994"/>
                  </a:lnTo>
                  <a:cubicBezTo>
                    <a:pt x="1639" y="3057"/>
                    <a:pt x="1725" y="3088"/>
                    <a:pt x="1812" y="3088"/>
                  </a:cubicBezTo>
                  <a:cubicBezTo>
                    <a:pt x="1899" y="3088"/>
                    <a:pt x="1985" y="3057"/>
                    <a:pt x="2048" y="2994"/>
                  </a:cubicBezTo>
                  <a:lnTo>
                    <a:pt x="3025" y="2017"/>
                  </a:lnTo>
                  <a:cubicBezTo>
                    <a:pt x="3151" y="1891"/>
                    <a:pt x="3151" y="1671"/>
                    <a:pt x="3025" y="1545"/>
                  </a:cubicBezTo>
                  <a:lnTo>
                    <a:pt x="1576" y="95"/>
                  </a:lnTo>
                  <a:cubicBezTo>
                    <a:pt x="1513" y="32"/>
                    <a:pt x="1426" y="1"/>
                    <a:pt x="133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51" name="Google Shape;6051;p71"/>
            <p:cNvSpPr/>
            <p:nvPr/>
          </p:nvSpPr>
          <p:spPr>
            <a:xfrm>
              <a:off x="-26583625" y="4077125"/>
              <a:ext cx="144925" cy="134700"/>
            </a:xfrm>
            <a:custGeom>
              <a:avLst/>
              <a:gdLst/>
              <a:ahLst/>
              <a:cxnLst/>
              <a:rect l="l" t="t" r="r" b="b"/>
              <a:pathLst>
                <a:path w="5797" h="5388" extrusionOk="0">
                  <a:moveTo>
                    <a:pt x="1355" y="0"/>
                  </a:moveTo>
                  <a:cubicBezTo>
                    <a:pt x="0" y="1386"/>
                    <a:pt x="158" y="3340"/>
                    <a:pt x="1292" y="4474"/>
                  </a:cubicBezTo>
                  <a:cubicBezTo>
                    <a:pt x="1890" y="5072"/>
                    <a:pt x="2710" y="5388"/>
                    <a:pt x="3497" y="5388"/>
                  </a:cubicBezTo>
                  <a:cubicBezTo>
                    <a:pt x="4348" y="5388"/>
                    <a:pt x="5135" y="5072"/>
                    <a:pt x="5797" y="4411"/>
                  </a:cubicBezTo>
                  <a:lnTo>
                    <a:pt x="4820" y="3434"/>
                  </a:lnTo>
                  <a:cubicBezTo>
                    <a:pt x="4431" y="3824"/>
                    <a:pt x="3964" y="3997"/>
                    <a:pt x="3516" y="3997"/>
                  </a:cubicBezTo>
                  <a:cubicBezTo>
                    <a:pt x="3058" y="3997"/>
                    <a:pt x="2619" y="3816"/>
                    <a:pt x="2300" y="3497"/>
                  </a:cubicBezTo>
                  <a:cubicBezTo>
                    <a:pt x="2174" y="3371"/>
                    <a:pt x="2174" y="3151"/>
                    <a:pt x="2300" y="3025"/>
                  </a:cubicBezTo>
                  <a:cubicBezTo>
                    <a:pt x="2347" y="2962"/>
                    <a:pt x="2434" y="2930"/>
                    <a:pt x="2524" y="2930"/>
                  </a:cubicBezTo>
                  <a:cubicBezTo>
                    <a:pt x="2615" y="2930"/>
                    <a:pt x="2710" y="2962"/>
                    <a:pt x="2773" y="3025"/>
                  </a:cubicBezTo>
                  <a:cubicBezTo>
                    <a:pt x="2962" y="3229"/>
                    <a:pt x="3214" y="3348"/>
                    <a:pt x="3481" y="3348"/>
                  </a:cubicBezTo>
                  <a:cubicBezTo>
                    <a:pt x="3749" y="3348"/>
                    <a:pt x="4033" y="3229"/>
                    <a:pt x="4285" y="2962"/>
                  </a:cubicBezTo>
                  <a:lnTo>
                    <a:pt x="135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52" name="Google Shape;6052;p71"/>
            <p:cNvSpPr/>
            <p:nvPr/>
          </p:nvSpPr>
          <p:spPr>
            <a:xfrm>
              <a:off x="-26581275" y="3917025"/>
              <a:ext cx="311125" cy="295600"/>
            </a:xfrm>
            <a:custGeom>
              <a:avLst/>
              <a:gdLst/>
              <a:ahLst/>
              <a:cxnLst/>
              <a:rect l="l" t="t" r="r" b="b"/>
              <a:pathLst>
                <a:path w="12445" h="11824" extrusionOk="0">
                  <a:moveTo>
                    <a:pt x="3419" y="1356"/>
                  </a:moveTo>
                  <a:cubicBezTo>
                    <a:pt x="3506" y="1356"/>
                    <a:pt x="3592" y="1379"/>
                    <a:pt x="3655" y="1426"/>
                  </a:cubicBezTo>
                  <a:cubicBezTo>
                    <a:pt x="3781" y="1552"/>
                    <a:pt x="3781" y="1741"/>
                    <a:pt x="3655" y="1899"/>
                  </a:cubicBezTo>
                  <a:cubicBezTo>
                    <a:pt x="3592" y="1962"/>
                    <a:pt x="3506" y="1994"/>
                    <a:pt x="3419" y="1994"/>
                  </a:cubicBezTo>
                  <a:cubicBezTo>
                    <a:pt x="3332" y="1994"/>
                    <a:pt x="3246" y="1962"/>
                    <a:pt x="3183" y="1899"/>
                  </a:cubicBezTo>
                  <a:cubicBezTo>
                    <a:pt x="3057" y="1804"/>
                    <a:pt x="3057" y="1552"/>
                    <a:pt x="3183" y="1426"/>
                  </a:cubicBezTo>
                  <a:cubicBezTo>
                    <a:pt x="3246" y="1379"/>
                    <a:pt x="3332" y="1356"/>
                    <a:pt x="3419" y="1356"/>
                  </a:cubicBezTo>
                  <a:close/>
                  <a:moveTo>
                    <a:pt x="4364" y="2277"/>
                  </a:moveTo>
                  <a:cubicBezTo>
                    <a:pt x="4451" y="2277"/>
                    <a:pt x="4537" y="2309"/>
                    <a:pt x="4600" y="2372"/>
                  </a:cubicBezTo>
                  <a:cubicBezTo>
                    <a:pt x="4726" y="2498"/>
                    <a:pt x="4726" y="2718"/>
                    <a:pt x="4600" y="2844"/>
                  </a:cubicBezTo>
                  <a:cubicBezTo>
                    <a:pt x="4537" y="2907"/>
                    <a:pt x="4451" y="2939"/>
                    <a:pt x="4364" y="2939"/>
                  </a:cubicBezTo>
                  <a:cubicBezTo>
                    <a:pt x="4277" y="2939"/>
                    <a:pt x="4191" y="2907"/>
                    <a:pt x="4128" y="2844"/>
                  </a:cubicBezTo>
                  <a:cubicBezTo>
                    <a:pt x="4002" y="2750"/>
                    <a:pt x="4002" y="2529"/>
                    <a:pt x="4128" y="2372"/>
                  </a:cubicBezTo>
                  <a:cubicBezTo>
                    <a:pt x="4191" y="2309"/>
                    <a:pt x="4277" y="2277"/>
                    <a:pt x="4364" y="2277"/>
                  </a:cubicBezTo>
                  <a:close/>
                  <a:moveTo>
                    <a:pt x="3179" y="2561"/>
                  </a:moveTo>
                  <a:cubicBezTo>
                    <a:pt x="3269" y="2561"/>
                    <a:pt x="3356" y="2592"/>
                    <a:pt x="3403" y="2655"/>
                  </a:cubicBezTo>
                  <a:cubicBezTo>
                    <a:pt x="3529" y="2781"/>
                    <a:pt x="3529" y="2970"/>
                    <a:pt x="3403" y="3128"/>
                  </a:cubicBezTo>
                  <a:cubicBezTo>
                    <a:pt x="3356" y="3191"/>
                    <a:pt x="3269" y="3222"/>
                    <a:pt x="3179" y="3222"/>
                  </a:cubicBezTo>
                  <a:cubicBezTo>
                    <a:pt x="3088" y="3222"/>
                    <a:pt x="2994" y="3191"/>
                    <a:pt x="2931" y="3128"/>
                  </a:cubicBezTo>
                  <a:cubicBezTo>
                    <a:pt x="2836" y="3002"/>
                    <a:pt x="2836" y="2781"/>
                    <a:pt x="2931" y="2655"/>
                  </a:cubicBezTo>
                  <a:cubicBezTo>
                    <a:pt x="2994" y="2592"/>
                    <a:pt x="3088" y="2561"/>
                    <a:pt x="3179" y="2561"/>
                  </a:cubicBezTo>
                  <a:close/>
                  <a:moveTo>
                    <a:pt x="1970" y="2813"/>
                  </a:moveTo>
                  <a:cubicBezTo>
                    <a:pt x="2056" y="2813"/>
                    <a:pt x="2143" y="2844"/>
                    <a:pt x="2206" y="2907"/>
                  </a:cubicBezTo>
                  <a:cubicBezTo>
                    <a:pt x="2300" y="3002"/>
                    <a:pt x="2300" y="3254"/>
                    <a:pt x="2206" y="3380"/>
                  </a:cubicBezTo>
                  <a:cubicBezTo>
                    <a:pt x="2143" y="3427"/>
                    <a:pt x="2048" y="3451"/>
                    <a:pt x="1958" y="3451"/>
                  </a:cubicBezTo>
                  <a:cubicBezTo>
                    <a:pt x="1867" y="3451"/>
                    <a:pt x="1781" y="3427"/>
                    <a:pt x="1733" y="3380"/>
                  </a:cubicBezTo>
                  <a:cubicBezTo>
                    <a:pt x="1607" y="3254"/>
                    <a:pt x="1607" y="3002"/>
                    <a:pt x="1733" y="2907"/>
                  </a:cubicBezTo>
                  <a:cubicBezTo>
                    <a:pt x="1796" y="2844"/>
                    <a:pt x="1883" y="2813"/>
                    <a:pt x="1970" y="2813"/>
                  </a:cubicBezTo>
                  <a:close/>
                  <a:moveTo>
                    <a:pt x="2946" y="3789"/>
                  </a:moveTo>
                  <a:cubicBezTo>
                    <a:pt x="3033" y="3789"/>
                    <a:pt x="3120" y="3821"/>
                    <a:pt x="3183" y="3884"/>
                  </a:cubicBezTo>
                  <a:cubicBezTo>
                    <a:pt x="3309" y="4010"/>
                    <a:pt x="3309" y="4199"/>
                    <a:pt x="3183" y="4356"/>
                  </a:cubicBezTo>
                  <a:cubicBezTo>
                    <a:pt x="3120" y="4419"/>
                    <a:pt x="3033" y="4451"/>
                    <a:pt x="2946" y="4451"/>
                  </a:cubicBezTo>
                  <a:cubicBezTo>
                    <a:pt x="2860" y="4451"/>
                    <a:pt x="2773" y="4419"/>
                    <a:pt x="2710" y="4356"/>
                  </a:cubicBezTo>
                  <a:cubicBezTo>
                    <a:pt x="2584" y="4230"/>
                    <a:pt x="2584" y="4010"/>
                    <a:pt x="2710" y="3884"/>
                  </a:cubicBezTo>
                  <a:cubicBezTo>
                    <a:pt x="2773" y="3821"/>
                    <a:pt x="2860" y="3789"/>
                    <a:pt x="2946" y="3789"/>
                  </a:cubicBezTo>
                  <a:close/>
                  <a:moveTo>
                    <a:pt x="9480" y="7381"/>
                  </a:moveTo>
                  <a:cubicBezTo>
                    <a:pt x="9570" y="7381"/>
                    <a:pt x="9657" y="7412"/>
                    <a:pt x="9704" y="7475"/>
                  </a:cubicBezTo>
                  <a:cubicBezTo>
                    <a:pt x="9830" y="7570"/>
                    <a:pt x="9830" y="7822"/>
                    <a:pt x="9704" y="7948"/>
                  </a:cubicBezTo>
                  <a:cubicBezTo>
                    <a:pt x="9657" y="7995"/>
                    <a:pt x="9570" y="8019"/>
                    <a:pt x="9480" y="8019"/>
                  </a:cubicBezTo>
                  <a:cubicBezTo>
                    <a:pt x="9389" y="8019"/>
                    <a:pt x="9295" y="7995"/>
                    <a:pt x="9232" y="7948"/>
                  </a:cubicBezTo>
                  <a:cubicBezTo>
                    <a:pt x="9074" y="7822"/>
                    <a:pt x="9074" y="7633"/>
                    <a:pt x="9232" y="7475"/>
                  </a:cubicBezTo>
                  <a:cubicBezTo>
                    <a:pt x="9295" y="7412"/>
                    <a:pt x="9389" y="7381"/>
                    <a:pt x="9480" y="7381"/>
                  </a:cubicBezTo>
                  <a:close/>
                  <a:moveTo>
                    <a:pt x="5955" y="3640"/>
                  </a:moveTo>
                  <a:cubicBezTo>
                    <a:pt x="6223" y="3640"/>
                    <a:pt x="6491" y="3742"/>
                    <a:pt x="6680" y="3947"/>
                  </a:cubicBezTo>
                  <a:lnTo>
                    <a:pt x="8129" y="5396"/>
                  </a:lnTo>
                  <a:cubicBezTo>
                    <a:pt x="8538" y="5806"/>
                    <a:pt x="8538" y="6467"/>
                    <a:pt x="8129" y="6877"/>
                  </a:cubicBezTo>
                  <a:lnTo>
                    <a:pt x="7152" y="7853"/>
                  </a:lnTo>
                  <a:cubicBezTo>
                    <a:pt x="6963" y="8058"/>
                    <a:pt x="6695" y="8161"/>
                    <a:pt x="6428" y="8161"/>
                  </a:cubicBezTo>
                  <a:cubicBezTo>
                    <a:pt x="6160" y="8161"/>
                    <a:pt x="5892" y="8058"/>
                    <a:pt x="5703" y="7853"/>
                  </a:cubicBezTo>
                  <a:lnTo>
                    <a:pt x="4254" y="6404"/>
                  </a:lnTo>
                  <a:cubicBezTo>
                    <a:pt x="3844" y="5995"/>
                    <a:pt x="3844" y="5333"/>
                    <a:pt x="4254" y="4955"/>
                  </a:cubicBezTo>
                  <a:lnTo>
                    <a:pt x="5230" y="3947"/>
                  </a:lnTo>
                  <a:cubicBezTo>
                    <a:pt x="5419" y="3742"/>
                    <a:pt x="5687" y="3640"/>
                    <a:pt x="5955" y="3640"/>
                  </a:cubicBezTo>
                  <a:close/>
                  <a:moveTo>
                    <a:pt x="10464" y="8357"/>
                  </a:moveTo>
                  <a:cubicBezTo>
                    <a:pt x="10555" y="8357"/>
                    <a:pt x="10649" y="8389"/>
                    <a:pt x="10712" y="8452"/>
                  </a:cubicBezTo>
                  <a:cubicBezTo>
                    <a:pt x="10807" y="8578"/>
                    <a:pt x="10807" y="8799"/>
                    <a:pt x="10712" y="8925"/>
                  </a:cubicBezTo>
                  <a:cubicBezTo>
                    <a:pt x="10649" y="8988"/>
                    <a:pt x="10555" y="9019"/>
                    <a:pt x="10464" y="9019"/>
                  </a:cubicBezTo>
                  <a:cubicBezTo>
                    <a:pt x="10374" y="9019"/>
                    <a:pt x="10287" y="8988"/>
                    <a:pt x="10240" y="8925"/>
                  </a:cubicBezTo>
                  <a:cubicBezTo>
                    <a:pt x="10082" y="8799"/>
                    <a:pt x="10082" y="8610"/>
                    <a:pt x="10240" y="8452"/>
                  </a:cubicBezTo>
                  <a:cubicBezTo>
                    <a:pt x="10287" y="8389"/>
                    <a:pt x="10374" y="8357"/>
                    <a:pt x="10464" y="8357"/>
                  </a:cubicBezTo>
                  <a:close/>
                  <a:moveTo>
                    <a:pt x="9247" y="8602"/>
                  </a:moveTo>
                  <a:cubicBezTo>
                    <a:pt x="9334" y="8602"/>
                    <a:pt x="9421" y="8625"/>
                    <a:pt x="9484" y="8673"/>
                  </a:cubicBezTo>
                  <a:cubicBezTo>
                    <a:pt x="9610" y="8799"/>
                    <a:pt x="9610" y="9051"/>
                    <a:pt x="9484" y="9145"/>
                  </a:cubicBezTo>
                  <a:cubicBezTo>
                    <a:pt x="9421" y="9208"/>
                    <a:pt x="9334" y="9240"/>
                    <a:pt x="9247" y="9240"/>
                  </a:cubicBezTo>
                  <a:cubicBezTo>
                    <a:pt x="9161" y="9240"/>
                    <a:pt x="9074" y="9208"/>
                    <a:pt x="9011" y="9145"/>
                  </a:cubicBezTo>
                  <a:cubicBezTo>
                    <a:pt x="8854" y="9051"/>
                    <a:pt x="8854" y="8830"/>
                    <a:pt x="9011" y="8673"/>
                  </a:cubicBezTo>
                  <a:cubicBezTo>
                    <a:pt x="9074" y="8625"/>
                    <a:pt x="9161" y="8602"/>
                    <a:pt x="9247" y="8602"/>
                  </a:cubicBezTo>
                  <a:close/>
                  <a:moveTo>
                    <a:pt x="8030" y="8862"/>
                  </a:moveTo>
                  <a:cubicBezTo>
                    <a:pt x="8121" y="8862"/>
                    <a:pt x="8208" y="8893"/>
                    <a:pt x="8255" y="8956"/>
                  </a:cubicBezTo>
                  <a:cubicBezTo>
                    <a:pt x="8381" y="9082"/>
                    <a:pt x="8381" y="9303"/>
                    <a:pt x="8255" y="9429"/>
                  </a:cubicBezTo>
                  <a:cubicBezTo>
                    <a:pt x="8192" y="9492"/>
                    <a:pt x="8105" y="9523"/>
                    <a:pt x="8019" y="9523"/>
                  </a:cubicBezTo>
                  <a:cubicBezTo>
                    <a:pt x="7932" y="9523"/>
                    <a:pt x="7845" y="9492"/>
                    <a:pt x="7782" y="9429"/>
                  </a:cubicBezTo>
                  <a:cubicBezTo>
                    <a:pt x="7656" y="9303"/>
                    <a:pt x="7656" y="9082"/>
                    <a:pt x="7782" y="8956"/>
                  </a:cubicBezTo>
                  <a:cubicBezTo>
                    <a:pt x="7845" y="8893"/>
                    <a:pt x="7940" y="8862"/>
                    <a:pt x="8030" y="8862"/>
                  </a:cubicBezTo>
                  <a:close/>
                  <a:moveTo>
                    <a:pt x="8964" y="9862"/>
                  </a:moveTo>
                  <a:cubicBezTo>
                    <a:pt x="9050" y="9862"/>
                    <a:pt x="9137" y="9885"/>
                    <a:pt x="9200" y="9933"/>
                  </a:cubicBezTo>
                  <a:cubicBezTo>
                    <a:pt x="9326" y="10059"/>
                    <a:pt x="9326" y="10279"/>
                    <a:pt x="9200" y="10405"/>
                  </a:cubicBezTo>
                  <a:cubicBezTo>
                    <a:pt x="9137" y="10468"/>
                    <a:pt x="9050" y="10500"/>
                    <a:pt x="8964" y="10500"/>
                  </a:cubicBezTo>
                  <a:cubicBezTo>
                    <a:pt x="8877" y="10500"/>
                    <a:pt x="8791" y="10468"/>
                    <a:pt x="8727" y="10405"/>
                  </a:cubicBezTo>
                  <a:cubicBezTo>
                    <a:pt x="8601" y="10311"/>
                    <a:pt x="8601" y="10059"/>
                    <a:pt x="8727" y="9933"/>
                  </a:cubicBezTo>
                  <a:cubicBezTo>
                    <a:pt x="8791" y="9885"/>
                    <a:pt x="8877" y="9862"/>
                    <a:pt x="8964" y="9862"/>
                  </a:cubicBezTo>
                  <a:close/>
                  <a:moveTo>
                    <a:pt x="3415" y="1"/>
                  </a:moveTo>
                  <a:cubicBezTo>
                    <a:pt x="2616" y="1"/>
                    <a:pt x="1812" y="308"/>
                    <a:pt x="1198" y="922"/>
                  </a:cubicBezTo>
                  <a:cubicBezTo>
                    <a:pt x="1" y="2151"/>
                    <a:pt x="1" y="4104"/>
                    <a:pt x="1198" y="5333"/>
                  </a:cubicBezTo>
                  <a:lnTo>
                    <a:pt x="6806" y="10941"/>
                  </a:lnTo>
                  <a:cubicBezTo>
                    <a:pt x="7404" y="11508"/>
                    <a:pt x="8223" y="11823"/>
                    <a:pt x="9011" y="11823"/>
                  </a:cubicBezTo>
                  <a:cubicBezTo>
                    <a:pt x="9799" y="11823"/>
                    <a:pt x="10618" y="11508"/>
                    <a:pt x="11216" y="10941"/>
                  </a:cubicBezTo>
                  <a:cubicBezTo>
                    <a:pt x="12445" y="9712"/>
                    <a:pt x="12445" y="7727"/>
                    <a:pt x="11216" y="6530"/>
                  </a:cubicBezTo>
                  <a:lnTo>
                    <a:pt x="5609" y="922"/>
                  </a:lnTo>
                  <a:cubicBezTo>
                    <a:pt x="5010" y="308"/>
                    <a:pt x="4214" y="1"/>
                    <a:pt x="341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6053" name="Google Shape;6053;p71"/>
          <p:cNvSpPr/>
          <p:nvPr/>
        </p:nvSpPr>
        <p:spPr>
          <a:xfrm>
            <a:off x="4311237" y="2832611"/>
            <a:ext cx="264625" cy="263910"/>
          </a:xfrm>
          <a:custGeom>
            <a:avLst/>
            <a:gdLst/>
            <a:ahLst/>
            <a:cxnLst/>
            <a:rect l="l" t="t" r="r" b="b"/>
            <a:pathLst>
              <a:path w="11847" h="11815" extrusionOk="0">
                <a:moveTo>
                  <a:pt x="4915" y="662"/>
                </a:moveTo>
                <a:cubicBezTo>
                  <a:pt x="5671" y="662"/>
                  <a:pt x="6301" y="1292"/>
                  <a:pt x="6301" y="2048"/>
                </a:cubicBezTo>
                <a:cubicBezTo>
                  <a:pt x="6301" y="2520"/>
                  <a:pt x="6081" y="2961"/>
                  <a:pt x="5577" y="3245"/>
                </a:cubicBezTo>
                <a:cubicBezTo>
                  <a:pt x="5577" y="2489"/>
                  <a:pt x="5104" y="2079"/>
                  <a:pt x="4568" y="2079"/>
                </a:cubicBezTo>
                <a:lnTo>
                  <a:pt x="1418" y="2079"/>
                </a:lnTo>
                <a:cubicBezTo>
                  <a:pt x="1008" y="2079"/>
                  <a:pt x="693" y="1764"/>
                  <a:pt x="693" y="1386"/>
                </a:cubicBezTo>
                <a:cubicBezTo>
                  <a:pt x="693" y="977"/>
                  <a:pt x="1008" y="662"/>
                  <a:pt x="1418" y="662"/>
                </a:cubicBezTo>
                <a:close/>
                <a:moveTo>
                  <a:pt x="3198" y="4915"/>
                </a:moveTo>
                <a:cubicBezTo>
                  <a:pt x="3285" y="4915"/>
                  <a:pt x="3371" y="4946"/>
                  <a:pt x="3434" y="5009"/>
                </a:cubicBezTo>
                <a:cubicBezTo>
                  <a:pt x="3529" y="5135"/>
                  <a:pt x="3529" y="5324"/>
                  <a:pt x="3434" y="5482"/>
                </a:cubicBezTo>
                <a:cubicBezTo>
                  <a:pt x="3371" y="5545"/>
                  <a:pt x="3277" y="5576"/>
                  <a:pt x="3186" y="5576"/>
                </a:cubicBezTo>
                <a:cubicBezTo>
                  <a:pt x="3096" y="5576"/>
                  <a:pt x="3009" y="5545"/>
                  <a:pt x="2962" y="5482"/>
                </a:cubicBezTo>
                <a:cubicBezTo>
                  <a:pt x="2836" y="5356"/>
                  <a:pt x="2836" y="5135"/>
                  <a:pt x="2962" y="5009"/>
                </a:cubicBezTo>
                <a:cubicBezTo>
                  <a:pt x="3025" y="4946"/>
                  <a:pt x="3111" y="4915"/>
                  <a:pt x="3198" y="4915"/>
                </a:cubicBezTo>
                <a:close/>
                <a:moveTo>
                  <a:pt x="1386" y="0"/>
                </a:moveTo>
                <a:cubicBezTo>
                  <a:pt x="630" y="0"/>
                  <a:pt x="0" y="630"/>
                  <a:pt x="0" y="1386"/>
                </a:cubicBezTo>
                <a:lnTo>
                  <a:pt x="0" y="5230"/>
                </a:lnTo>
                <a:cubicBezTo>
                  <a:pt x="0" y="5797"/>
                  <a:pt x="284" y="6301"/>
                  <a:pt x="693" y="6616"/>
                </a:cubicBezTo>
                <a:lnTo>
                  <a:pt x="693" y="4474"/>
                </a:lnTo>
                <a:cubicBezTo>
                  <a:pt x="693" y="3529"/>
                  <a:pt x="1481" y="2741"/>
                  <a:pt x="2426" y="2741"/>
                </a:cubicBezTo>
                <a:lnTo>
                  <a:pt x="4568" y="2741"/>
                </a:lnTo>
                <a:cubicBezTo>
                  <a:pt x="4758" y="2741"/>
                  <a:pt x="4915" y="2898"/>
                  <a:pt x="4915" y="3119"/>
                </a:cubicBezTo>
                <a:lnTo>
                  <a:pt x="4915" y="3466"/>
                </a:lnTo>
                <a:lnTo>
                  <a:pt x="2426" y="3466"/>
                </a:lnTo>
                <a:cubicBezTo>
                  <a:pt x="1859" y="3466"/>
                  <a:pt x="1418" y="3938"/>
                  <a:pt x="1418" y="4474"/>
                </a:cubicBezTo>
                <a:lnTo>
                  <a:pt x="1418" y="7309"/>
                </a:lnTo>
                <a:cubicBezTo>
                  <a:pt x="1418" y="7908"/>
                  <a:pt x="1922" y="8349"/>
                  <a:pt x="2521" y="8349"/>
                </a:cubicBezTo>
                <a:lnTo>
                  <a:pt x="3592" y="8349"/>
                </a:lnTo>
                <a:cubicBezTo>
                  <a:pt x="3655" y="10271"/>
                  <a:pt x="5293" y="11814"/>
                  <a:pt x="7215" y="11814"/>
                </a:cubicBezTo>
                <a:cubicBezTo>
                  <a:pt x="9263" y="11814"/>
                  <a:pt x="10838" y="9483"/>
                  <a:pt x="10838" y="7467"/>
                </a:cubicBezTo>
                <a:lnTo>
                  <a:pt x="10838" y="6931"/>
                </a:lnTo>
                <a:cubicBezTo>
                  <a:pt x="11405" y="6774"/>
                  <a:pt x="11846" y="6206"/>
                  <a:pt x="11846" y="5576"/>
                </a:cubicBezTo>
                <a:cubicBezTo>
                  <a:pt x="11846" y="4852"/>
                  <a:pt x="11216" y="4222"/>
                  <a:pt x="10460" y="4222"/>
                </a:cubicBezTo>
                <a:cubicBezTo>
                  <a:pt x="9735" y="4222"/>
                  <a:pt x="9105" y="4852"/>
                  <a:pt x="9105" y="5576"/>
                </a:cubicBezTo>
                <a:cubicBezTo>
                  <a:pt x="9105" y="6206"/>
                  <a:pt x="9515" y="6774"/>
                  <a:pt x="10113" y="6931"/>
                </a:cubicBezTo>
                <a:lnTo>
                  <a:pt x="10113" y="7467"/>
                </a:lnTo>
                <a:cubicBezTo>
                  <a:pt x="10113" y="9136"/>
                  <a:pt x="8727" y="11090"/>
                  <a:pt x="7152" y="11090"/>
                </a:cubicBezTo>
                <a:cubicBezTo>
                  <a:pt x="5577" y="11090"/>
                  <a:pt x="4316" y="9893"/>
                  <a:pt x="4253" y="8349"/>
                </a:cubicBezTo>
                <a:lnTo>
                  <a:pt x="4947" y="8349"/>
                </a:lnTo>
                <a:cubicBezTo>
                  <a:pt x="5143" y="9193"/>
                  <a:pt x="5842" y="9760"/>
                  <a:pt x="6640" y="9760"/>
                </a:cubicBezTo>
                <a:cubicBezTo>
                  <a:pt x="6736" y="9760"/>
                  <a:pt x="6833" y="9752"/>
                  <a:pt x="6931" y="9735"/>
                </a:cubicBezTo>
                <a:cubicBezTo>
                  <a:pt x="7750" y="9609"/>
                  <a:pt x="8381" y="8821"/>
                  <a:pt x="8381" y="7971"/>
                </a:cubicBezTo>
                <a:lnTo>
                  <a:pt x="8381" y="3182"/>
                </a:lnTo>
                <a:cubicBezTo>
                  <a:pt x="8381" y="3024"/>
                  <a:pt x="8412" y="2867"/>
                  <a:pt x="8507" y="2709"/>
                </a:cubicBezTo>
                <a:cubicBezTo>
                  <a:pt x="8727" y="3182"/>
                  <a:pt x="9231" y="3560"/>
                  <a:pt x="9767" y="3560"/>
                </a:cubicBezTo>
                <a:cubicBezTo>
                  <a:pt x="10460" y="3560"/>
                  <a:pt x="11846" y="2993"/>
                  <a:pt x="11846" y="2174"/>
                </a:cubicBezTo>
                <a:cubicBezTo>
                  <a:pt x="11846" y="1292"/>
                  <a:pt x="10460" y="788"/>
                  <a:pt x="9767" y="788"/>
                </a:cubicBezTo>
                <a:cubicBezTo>
                  <a:pt x="9137" y="788"/>
                  <a:pt x="8570" y="1229"/>
                  <a:pt x="8412" y="1827"/>
                </a:cubicBezTo>
                <a:cubicBezTo>
                  <a:pt x="7940" y="2142"/>
                  <a:pt x="7687" y="2646"/>
                  <a:pt x="7687" y="3245"/>
                </a:cubicBezTo>
                <a:lnTo>
                  <a:pt x="7687" y="8002"/>
                </a:lnTo>
                <a:cubicBezTo>
                  <a:pt x="7687" y="8538"/>
                  <a:pt x="7309" y="9010"/>
                  <a:pt x="6805" y="9105"/>
                </a:cubicBezTo>
                <a:cubicBezTo>
                  <a:pt x="6755" y="9111"/>
                  <a:pt x="6705" y="9114"/>
                  <a:pt x="6654" y="9114"/>
                </a:cubicBezTo>
                <a:cubicBezTo>
                  <a:pt x="6204" y="9114"/>
                  <a:pt x="5781" y="8859"/>
                  <a:pt x="5640" y="8349"/>
                </a:cubicBezTo>
                <a:cubicBezTo>
                  <a:pt x="6364" y="8160"/>
                  <a:pt x="6963" y="7498"/>
                  <a:pt x="6963" y="6648"/>
                </a:cubicBezTo>
                <a:lnTo>
                  <a:pt x="6963" y="2079"/>
                </a:lnTo>
                <a:cubicBezTo>
                  <a:pt x="6963" y="945"/>
                  <a:pt x="6018" y="0"/>
                  <a:pt x="4884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6054" name="Google Shape;6054;p71"/>
          <p:cNvGrpSpPr/>
          <p:nvPr/>
        </p:nvGrpSpPr>
        <p:grpSpPr>
          <a:xfrm>
            <a:off x="4334807" y="3191497"/>
            <a:ext cx="216779" cy="264625"/>
            <a:chOff x="-24694925" y="3518700"/>
            <a:chExt cx="242625" cy="296175"/>
          </a:xfrm>
        </p:grpSpPr>
        <p:sp>
          <p:nvSpPr>
            <p:cNvPr id="6055" name="Google Shape;6055;p71"/>
            <p:cNvSpPr/>
            <p:nvPr/>
          </p:nvSpPr>
          <p:spPr>
            <a:xfrm>
              <a:off x="-24694925" y="3572250"/>
              <a:ext cx="104000" cy="112650"/>
            </a:xfrm>
            <a:custGeom>
              <a:avLst/>
              <a:gdLst/>
              <a:ahLst/>
              <a:cxnLst/>
              <a:rect l="l" t="t" r="r" b="b"/>
              <a:pathLst>
                <a:path w="4160" h="4506" extrusionOk="0">
                  <a:moveTo>
                    <a:pt x="2080" y="1"/>
                  </a:moveTo>
                  <a:cubicBezTo>
                    <a:pt x="946" y="1"/>
                    <a:pt x="1" y="946"/>
                    <a:pt x="1" y="2080"/>
                  </a:cubicBezTo>
                  <a:lnTo>
                    <a:pt x="1" y="4506"/>
                  </a:lnTo>
                  <a:lnTo>
                    <a:pt x="4160" y="4506"/>
                  </a:lnTo>
                  <a:lnTo>
                    <a:pt x="4160" y="2080"/>
                  </a:lnTo>
                  <a:cubicBezTo>
                    <a:pt x="4160" y="946"/>
                    <a:pt x="3214" y="1"/>
                    <a:pt x="208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56" name="Google Shape;6056;p71"/>
            <p:cNvSpPr/>
            <p:nvPr/>
          </p:nvSpPr>
          <p:spPr>
            <a:xfrm>
              <a:off x="-24556300" y="3648650"/>
              <a:ext cx="104000" cy="113450"/>
            </a:xfrm>
            <a:custGeom>
              <a:avLst/>
              <a:gdLst/>
              <a:ahLst/>
              <a:cxnLst/>
              <a:rect l="l" t="t" r="r" b="b"/>
              <a:pathLst>
                <a:path w="4160" h="4538" extrusionOk="0">
                  <a:moveTo>
                    <a:pt x="1" y="1"/>
                  </a:moveTo>
                  <a:lnTo>
                    <a:pt x="1" y="2458"/>
                  </a:lnTo>
                  <a:cubicBezTo>
                    <a:pt x="1" y="3592"/>
                    <a:pt x="946" y="4537"/>
                    <a:pt x="2080" y="4537"/>
                  </a:cubicBezTo>
                  <a:cubicBezTo>
                    <a:pt x="3246" y="4537"/>
                    <a:pt x="4160" y="3592"/>
                    <a:pt x="4160" y="2458"/>
                  </a:cubicBezTo>
                  <a:lnTo>
                    <a:pt x="416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57" name="Google Shape;6057;p71"/>
            <p:cNvSpPr/>
            <p:nvPr/>
          </p:nvSpPr>
          <p:spPr>
            <a:xfrm>
              <a:off x="-24694925" y="3702200"/>
              <a:ext cx="104000" cy="112675"/>
            </a:xfrm>
            <a:custGeom>
              <a:avLst/>
              <a:gdLst/>
              <a:ahLst/>
              <a:cxnLst/>
              <a:rect l="l" t="t" r="r" b="b"/>
              <a:pathLst>
                <a:path w="4160" h="4507" extrusionOk="0">
                  <a:moveTo>
                    <a:pt x="1734" y="694"/>
                  </a:moveTo>
                  <a:cubicBezTo>
                    <a:pt x="1923" y="694"/>
                    <a:pt x="2080" y="852"/>
                    <a:pt x="2080" y="1041"/>
                  </a:cubicBezTo>
                  <a:lnTo>
                    <a:pt x="2080" y="2427"/>
                  </a:lnTo>
                  <a:cubicBezTo>
                    <a:pt x="2269" y="2427"/>
                    <a:pt x="2427" y="2584"/>
                    <a:pt x="2427" y="2773"/>
                  </a:cubicBezTo>
                  <a:cubicBezTo>
                    <a:pt x="2427" y="2962"/>
                    <a:pt x="2269" y="3120"/>
                    <a:pt x="2080" y="3120"/>
                  </a:cubicBezTo>
                  <a:cubicBezTo>
                    <a:pt x="1702" y="3120"/>
                    <a:pt x="1356" y="2805"/>
                    <a:pt x="1356" y="2427"/>
                  </a:cubicBezTo>
                  <a:lnTo>
                    <a:pt x="1356" y="1041"/>
                  </a:lnTo>
                  <a:cubicBezTo>
                    <a:pt x="1356" y="852"/>
                    <a:pt x="1513" y="694"/>
                    <a:pt x="1734" y="694"/>
                  </a:cubicBezTo>
                  <a:close/>
                  <a:moveTo>
                    <a:pt x="1" y="1"/>
                  </a:moveTo>
                  <a:lnTo>
                    <a:pt x="1" y="2427"/>
                  </a:lnTo>
                  <a:cubicBezTo>
                    <a:pt x="1" y="3561"/>
                    <a:pt x="946" y="4506"/>
                    <a:pt x="2080" y="4506"/>
                  </a:cubicBezTo>
                  <a:cubicBezTo>
                    <a:pt x="3214" y="4506"/>
                    <a:pt x="4160" y="3561"/>
                    <a:pt x="4160" y="2427"/>
                  </a:cubicBezTo>
                  <a:lnTo>
                    <a:pt x="416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58" name="Google Shape;6058;p71"/>
            <p:cNvSpPr/>
            <p:nvPr/>
          </p:nvSpPr>
          <p:spPr>
            <a:xfrm>
              <a:off x="-24556300" y="3518700"/>
              <a:ext cx="104000" cy="113425"/>
            </a:xfrm>
            <a:custGeom>
              <a:avLst/>
              <a:gdLst/>
              <a:ahLst/>
              <a:cxnLst/>
              <a:rect l="l" t="t" r="r" b="b"/>
              <a:pathLst>
                <a:path w="4160" h="4537" extrusionOk="0">
                  <a:moveTo>
                    <a:pt x="2049" y="1387"/>
                  </a:moveTo>
                  <a:cubicBezTo>
                    <a:pt x="2427" y="1387"/>
                    <a:pt x="2742" y="1702"/>
                    <a:pt x="2742" y="2080"/>
                  </a:cubicBezTo>
                  <a:lnTo>
                    <a:pt x="2742" y="3466"/>
                  </a:lnTo>
                  <a:cubicBezTo>
                    <a:pt x="2742" y="3655"/>
                    <a:pt x="2584" y="3812"/>
                    <a:pt x="2395" y="3812"/>
                  </a:cubicBezTo>
                  <a:cubicBezTo>
                    <a:pt x="2206" y="3812"/>
                    <a:pt x="2049" y="3655"/>
                    <a:pt x="2049" y="3466"/>
                  </a:cubicBezTo>
                  <a:lnTo>
                    <a:pt x="2049" y="2080"/>
                  </a:lnTo>
                  <a:cubicBezTo>
                    <a:pt x="1860" y="2080"/>
                    <a:pt x="1702" y="1922"/>
                    <a:pt x="1702" y="1733"/>
                  </a:cubicBezTo>
                  <a:cubicBezTo>
                    <a:pt x="1702" y="1544"/>
                    <a:pt x="1860" y="1387"/>
                    <a:pt x="2049" y="1387"/>
                  </a:cubicBezTo>
                  <a:close/>
                  <a:moveTo>
                    <a:pt x="2080" y="0"/>
                  </a:moveTo>
                  <a:cubicBezTo>
                    <a:pt x="946" y="0"/>
                    <a:pt x="1" y="945"/>
                    <a:pt x="1" y="2080"/>
                  </a:cubicBezTo>
                  <a:lnTo>
                    <a:pt x="1" y="4537"/>
                  </a:lnTo>
                  <a:lnTo>
                    <a:pt x="4160" y="4537"/>
                  </a:lnTo>
                  <a:lnTo>
                    <a:pt x="4160" y="2080"/>
                  </a:lnTo>
                  <a:cubicBezTo>
                    <a:pt x="4160" y="945"/>
                    <a:pt x="3214" y="0"/>
                    <a:pt x="208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059" name="Google Shape;6059;p71"/>
          <p:cNvGrpSpPr/>
          <p:nvPr/>
        </p:nvGrpSpPr>
        <p:grpSpPr>
          <a:xfrm>
            <a:off x="4334460" y="3529018"/>
            <a:ext cx="217472" cy="264625"/>
            <a:chOff x="-24709100" y="3888875"/>
            <a:chExt cx="243400" cy="296175"/>
          </a:xfrm>
        </p:grpSpPr>
        <p:sp>
          <p:nvSpPr>
            <p:cNvPr id="6060" name="Google Shape;6060;p71"/>
            <p:cNvSpPr/>
            <p:nvPr/>
          </p:nvSpPr>
          <p:spPr>
            <a:xfrm>
              <a:off x="-24587800" y="3888875"/>
              <a:ext cx="105575" cy="227650"/>
            </a:xfrm>
            <a:custGeom>
              <a:avLst/>
              <a:gdLst/>
              <a:ahLst/>
              <a:cxnLst/>
              <a:rect l="l" t="t" r="r" b="b"/>
              <a:pathLst>
                <a:path w="4223" h="9106" extrusionOk="0">
                  <a:moveTo>
                    <a:pt x="2836" y="662"/>
                  </a:moveTo>
                  <a:lnTo>
                    <a:pt x="2836" y="1387"/>
                  </a:lnTo>
                  <a:lnTo>
                    <a:pt x="2143" y="1387"/>
                  </a:lnTo>
                  <a:lnTo>
                    <a:pt x="2143" y="662"/>
                  </a:lnTo>
                  <a:close/>
                  <a:moveTo>
                    <a:pt x="1072" y="4884"/>
                  </a:moveTo>
                  <a:cubicBezTo>
                    <a:pt x="1261" y="4884"/>
                    <a:pt x="1418" y="5041"/>
                    <a:pt x="1418" y="5230"/>
                  </a:cubicBezTo>
                  <a:cubicBezTo>
                    <a:pt x="1418" y="5451"/>
                    <a:pt x="1261" y="5608"/>
                    <a:pt x="1072" y="5608"/>
                  </a:cubicBezTo>
                  <a:cubicBezTo>
                    <a:pt x="851" y="5608"/>
                    <a:pt x="694" y="5451"/>
                    <a:pt x="694" y="5230"/>
                  </a:cubicBezTo>
                  <a:cubicBezTo>
                    <a:pt x="694" y="5041"/>
                    <a:pt x="851" y="4884"/>
                    <a:pt x="1072" y="4884"/>
                  </a:cubicBezTo>
                  <a:close/>
                  <a:moveTo>
                    <a:pt x="3498" y="6302"/>
                  </a:moveTo>
                  <a:lnTo>
                    <a:pt x="3498" y="6648"/>
                  </a:lnTo>
                  <a:cubicBezTo>
                    <a:pt x="3498" y="6869"/>
                    <a:pt x="3340" y="6995"/>
                    <a:pt x="3151" y="6995"/>
                  </a:cubicBezTo>
                  <a:lnTo>
                    <a:pt x="1765" y="6995"/>
                  </a:lnTo>
                  <a:cubicBezTo>
                    <a:pt x="1576" y="6995"/>
                    <a:pt x="1418" y="6869"/>
                    <a:pt x="1418" y="6648"/>
                  </a:cubicBezTo>
                  <a:lnTo>
                    <a:pt x="1418" y="6302"/>
                  </a:lnTo>
                  <a:close/>
                  <a:moveTo>
                    <a:pt x="1072" y="1"/>
                  </a:moveTo>
                  <a:cubicBezTo>
                    <a:pt x="851" y="1"/>
                    <a:pt x="694" y="158"/>
                    <a:pt x="694" y="347"/>
                  </a:cubicBezTo>
                  <a:cubicBezTo>
                    <a:pt x="694" y="568"/>
                    <a:pt x="851" y="725"/>
                    <a:pt x="1072" y="725"/>
                  </a:cubicBezTo>
                  <a:lnTo>
                    <a:pt x="1418" y="725"/>
                  </a:lnTo>
                  <a:lnTo>
                    <a:pt x="1418" y="1450"/>
                  </a:lnTo>
                  <a:cubicBezTo>
                    <a:pt x="1009" y="1576"/>
                    <a:pt x="694" y="1985"/>
                    <a:pt x="694" y="2458"/>
                  </a:cubicBezTo>
                  <a:lnTo>
                    <a:pt x="694" y="4285"/>
                  </a:lnTo>
                  <a:cubicBezTo>
                    <a:pt x="316" y="4443"/>
                    <a:pt x="1" y="4821"/>
                    <a:pt x="1" y="5293"/>
                  </a:cubicBezTo>
                  <a:cubicBezTo>
                    <a:pt x="1" y="5703"/>
                    <a:pt x="284" y="6112"/>
                    <a:pt x="694" y="6270"/>
                  </a:cubicBezTo>
                  <a:lnTo>
                    <a:pt x="694" y="6648"/>
                  </a:lnTo>
                  <a:cubicBezTo>
                    <a:pt x="694" y="7089"/>
                    <a:pt x="977" y="7499"/>
                    <a:pt x="1418" y="7656"/>
                  </a:cubicBezTo>
                  <a:lnTo>
                    <a:pt x="1418" y="8759"/>
                  </a:lnTo>
                  <a:cubicBezTo>
                    <a:pt x="1418" y="8948"/>
                    <a:pt x="1576" y="9105"/>
                    <a:pt x="1765" y="9105"/>
                  </a:cubicBezTo>
                  <a:lnTo>
                    <a:pt x="3151" y="9105"/>
                  </a:lnTo>
                  <a:cubicBezTo>
                    <a:pt x="3340" y="9105"/>
                    <a:pt x="3498" y="8948"/>
                    <a:pt x="3498" y="8759"/>
                  </a:cubicBezTo>
                  <a:lnTo>
                    <a:pt x="3498" y="7656"/>
                  </a:lnTo>
                  <a:cubicBezTo>
                    <a:pt x="3907" y="7499"/>
                    <a:pt x="4222" y="7121"/>
                    <a:pt x="4222" y="6648"/>
                  </a:cubicBezTo>
                  <a:lnTo>
                    <a:pt x="4222" y="5955"/>
                  </a:lnTo>
                  <a:lnTo>
                    <a:pt x="4222" y="2458"/>
                  </a:lnTo>
                  <a:cubicBezTo>
                    <a:pt x="4222" y="2017"/>
                    <a:pt x="3939" y="1607"/>
                    <a:pt x="3498" y="1450"/>
                  </a:cubicBezTo>
                  <a:lnTo>
                    <a:pt x="3498" y="725"/>
                  </a:lnTo>
                  <a:lnTo>
                    <a:pt x="3876" y="725"/>
                  </a:lnTo>
                  <a:cubicBezTo>
                    <a:pt x="4065" y="725"/>
                    <a:pt x="4222" y="568"/>
                    <a:pt x="4222" y="347"/>
                  </a:cubicBezTo>
                  <a:cubicBezTo>
                    <a:pt x="4222" y="158"/>
                    <a:pt x="4065" y="1"/>
                    <a:pt x="387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61" name="Google Shape;6061;p71"/>
            <p:cNvSpPr/>
            <p:nvPr/>
          </p:nvSpPr>
          <p:spPr>
            <a:xfrm>
              <a:off x="-24536600" y="4132250"/>
              <a:ext cx="70900" cy="17350"/>
            </a:xfrm>
            <a:custGeom>
              <a:avLst/>
              <a:gdLst/>
              <a:ahLst/>
              <a:cxnLst/>
              <a:rect l="l" t="t" r="r" b="b"/>
              <a:pathLst>
                <a:path w="2836" h="694" extrusionOk="0">
                  <a:moveTo>
                    <a:pt x="0" y="1"/>
                  </a:moveTo>
                  <a:lnTo>
                    <a:pt x="347" y="694"/>
                  </a:lnTo>
                  <a:lnTo>
                    <a:pt x="2489" y="694"/>
                  </a:lnTo>
                  <a:cubicBezTo>
                    <a:pt x="2678" y="694"/>
                    <a:pt x="2836" y="536"/>
                    <a:pt x="2836" y="347"/>
                  </a:cubicBezTo>
                  <a:cubicBezTo>
                    <a:pt x="2836" y="158"/>
                    <a:pt x="2678" y="1"/>
                    <a:pt x="248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62" name="Google Shape;6062;p71"/>
            <p:cNvSpPr/>
            <p:nvPr/>
          </p:nvSpPr>
          <p:spPr>
            <a:xfrm>
              <a:off x="-24709100" y="3963700"/>
              <a:ext cx="208750" cy="221350"/>
            </a:xfrm>
            <a:custGeom>
              <a:avLst/>
              <a:gdLst/>
              <a:ahLst/>
              <a:cxnLst/>
              <a:rect l="l" t="t" r="r" b="b"/>
              <a:pathLst>
                <a:path w="8350" h="8854" extrusionOk="0">
                  <a:moveTo>
                    <a:pt x="4884" y="1"/>
                  </a:moveTo>
                  <a:cubicBezTo>
                    <a:pt x="2931" y="473"/>
                    <a:pt x="1419" y="2237"/>
                    <a:pt x="1419" y="4380"/>
                  </a:cubicBezTo>
                  <a:lnTo>
                    <a:pt x="1419" y="8192"/>
                  </a:lnTo>
                  <a:lnTo>
                    <a:pt x="410" y="8192"/>
                  </a:lnTo>
                  <a:cubicBezTo>
                    <a:pt x="389" y="8189"/>
                    <a:pt x="368" y="8188"/>
                    <a:pt x="347" y="8188"/>
                  </a:cubicBezTo>
                  <a:cubicBezTo>
                    <a:pt x="132" y="8188"/>
                    <a:pt x="1" y="8334"/>
                    <a:pt x="1" y="8507"/>
                  </a:cubicBezTo>
                  <a:cubicBezTo>
                    <a:pt x="1" y="8696"/>
                    <a:pt x="158" y="8853"/>
                    <a:pt x="347" y="8853"/>
                  </a:cubicBezTo>
                  <a:lnTo>
                    <a:pt x="8003" y="8853"/>
                  </a:lnTo>
                  <a:cubicBezTo>
                    <a:pt x="8192" y="8853"/>
                    <a:pt x="8350" y="8696"/>
                    <a:pt x="8350" y="8507"/>
                  </a:cubicBezTo>
                  <a:cubicBezTo>
                    <a:pt x="8350" y="8318"/>
                    <a:pt x="8192" y="8160"/>
                    <a:pt x="8003" y="8160"/>
                  </a:cubicBezTo>
                  <a:lnTo>
                    <a:pt x="6806" y="8160"/>
                  </a:lnTo>
                  <a:lnTo>
                    <a:pt x="6239" y="6963"/>
                  </a:lnTo>
                  <a:cubicBezTo>
                    <a:pt x="6207" y="6869"/>
                    <a:pt x="6018" y="6774"/>
                    <a:pt x="5924" y="6774"/>
                  </a:cubicBezTo>
                  <a:lnTo>
                    <a:pt x="4191" y="6774"/>
                  </a:lnTo>
                  <a:lnTo>
                    <a:pt x="4191" y="3655"/>
                  </a:lnTo>
                  <a:cubicBezTo>
                    <a:pt x="4191" y="3435"/>
                    <a:pt x="4254" y="3245"/>
                    <a:pt x="4380" y="3088"/>
                  </a:cubicBezTo>
                  <a:cubicBezTo>
                    <a:pt x="4254" y="2836"/>
                    <a:pt x="4191" y="2552"/>
                    <a:pt x="4191" y="2300"/>
                  </a:cubicBezTo>
                  <a:cubicBezTo>
                    <a:pt x="4191" y="1733"/>
                    <a:pt x="4443" y="1229"/>
                    <a:pt x="4884" y="914"/>
                  </a:cubicBezTo>
                  <a:lnTo>
                    <a:pt x="488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063" name="Google Shape;6063;p71"/>
          <p:cNvGrpSpPr/>
          <p:nvPr/>
        </p:nvGrpSpPr>
        <p:grpSpPr>
          <a:xfrm>
            <a:off x="5984460" y="2833515"/>
            <a:ext cx="267417" cy="262168"/>
            <a:chOff x="-22863675" y="3131775"/>
            <a:chExt cx="299300" cy="293425"/>
          </a:xfrm>
        </p:grpSpPr>
        <p:sp>
          <p:nvSpPr>
            <p:cNvPr id="6064" name="Google Shape;6064;p71"/>
            <p:cNvSpPr/>
            <p:nvPr/>
          </p:nvSpPr>
          <p:spPr>
            <a:xfrm>
              <a:off x="-22863675" y="3131775"/>
              <a:ext cx="299300" cy="293425"/>
            </a:xfrm>
            <a:custGeom>
              <a:avLst/>
              <a:gdLst/>
              <a:ahLst/>
              <a:cxnLst/>
              <a:rect l="l" t="t" r="r" b="b"/>
              <a:pathLst>
                <a:path w="11972" h="11737" extrusionOk="0">
                  <a:moveTo>
                    <a:pt x="3214" y="5522"/>
                  </a:moveTo>
                  <a:cubicBezTo>
                    <a:pt x="3403" y="5522"/>
                    <a:pt x="3560" y="5679"/>
                    <a:pt x="3560" y="5868"/>
                  </a:cubicBezTo>
                  <a:cubicBezTo>
                    <a:pt x="3560" y="6057"/>
                    <a:pt x="3403" y="6215"/>
                    <a:pt x="3214" y="6215"/>
                  </a:cubicBezTo>
                  <a:cubicBezTo>
                    <a:pt x="3024" y="6215"/>
                    <a:pt x="2867" y="6057"/>
                    <a:pt x="2867" y="5868"/>
                  </a:cubicBezTo>
                  <a:cubicBezTo>
                    <a:pt x="2867" y="5679"/>
                    <a:pt x="3024" y="5522"/>
                    <a:pt x="3214" y="5522"/>
                  </a:cubicBezTo>
                  <a:close/>
                  <a:moveTo>
                    <a:pt x="5986" y="2749"/>
                  </a:moveTo>
                  <a:cubicBezTo>
                    <a:pt x="6931" y="2749"/>
                    <a:pt x="7719" y="3537"/>
                    <a:pt x="7719" y="4482"/>
                  </a:cubicBezTo>
                  <a:cubicBezTo>
                    <a:pt x="7719" y="5427"/>
                    <a:pt x="6963" y="6215"/>
                    <a:pt x="5986" y="6215"/>
                  </a:cubicBezTo>
                  <a:cubicBezTo>
                    <a:pt x="5041" y="6215"/>
                    <a:pt x="4253" y="5427"/>
                    <a:pt x="4253" y="4482"/>
                  </a:cubicBezTo>
                  <a:cubicBezTo>
                    <a:pt x="4253" y="3537"/>
                    <a:pt x="5041" y="2749"/>
                    <a:pt x="5986" y="2749"/>
                  </a:cubicBezTo>
                  <a:close/>
                  <a:moveTo>
                    <a:pt x="8790" y="5522"/>
                  </a:moveTo>
                  <a:cubicBezTo>
                    <a:pt x="8979" y="5522"/>
                    <a:pt x="9136" y="5679"/>
                    <a:pt x="9136" y="5868"/>
                  </a:cubicBezTo>
                  <a:cubicBezTo>
                    <a:pt x="9136" y="6057"/>
                    <a:pt x="8979" y="6215"/>
                    <a:pt x="8790" y="6215"/>
                  </a:cubicBezTo>
                  <a:cubicBezTo>
                    <a:pt x="8569" y="6215"/>
                    <a:pt x="8412" y="6057"/>
                    <a:pt x="8412" y="5868"/>
                  </a:cubicBezTo>
                  <a:cubicBezTo>
                    <a:pt x="8412" y="5679"/>
                    <a:pt x="8569" y="5522"/>
                    <a:pt x="8790" y="5522"/>
                  </a:cubicBezTo>
                  <a:close/>
                  <a:moveTo>
                    <a:pt x="4600" y="7601"/>
                  </a:moveTo>
                  <a:cubicBezTo>
                    <a:pt x="4789" y="7601"/>
                    <a:pt x="4946" y="7759"/>
                    <a:pt x="4946" y="7948"/>
                  </a:cubicBezTo>
                  <a:cubicBezTo>
                    <a:pt x="4946" y="8168"/>
                    <a:pt x="4789" y="8326"/>
                    <a:pt x="4600" y="8326"/>
                  </a:cubicBezTo>
                  <a:cubicBezTo>
                    <a:pt x="4411" y="8326"/>
                    <a:pt x="4253" y="8168"/>
                    <a:pt x="4253" y="7948"/>
                  </a:cubicBezTo>
                  <a:cubicBezTo>
                    <a:pt x="4253" y="7759"/>
                    <a:pt x="4411" y="7601"/>
                    <a:pt x="4600" y="7601"/>
                  </a:cubicBezTo>
                  <a:close/>
                  <a:moveTo>
                    <a:pt x="6679" y="6939"/>
                  </a:moveTo>
                  <a:cubicBezTo>
                    <a:pt x="7278" y="6939"/>
                    <a:pt x="7719" y="7412"/>
                    <a:pt x="7719" y="7948"/>
                  </a:cubicBezTo>
                  <a:cubicBezTo>
                    <a:pt x="7719" y="8515"/>
                    <a:pt x="7246" y="8987"/>
                    <a:pt x="6679" y="8987"/>
                  </a:cubicBezTo>
                  <a:cubicBezTo>
                    <a:pt x="6080" y="8987"/>
                    <a:pt x="5671" y="8515"/>
                    <a:pt x="5671" y="7948"/>
                  </a:cubicBezTo>
                  <a:cubicBezTo>
                    <a:pt x="5671" y="7412"/>
                    <a:pt x="6143" y="6939"/>
                    <a:pt x="6679" y="6939"/>
                  </a:cubicBezTo>
                  <a:close/>
                  <a:moveTo>
                    <a:pt x="5309" y="1"/>
                  </a:moveTo>
                  <a:cubicBezTo>
                    <a:pt x="5222" y="1"/>
                    <a:pt x="5135" y="24"/>
                    <a:pt x="5072" y="71"/>
                  </a:cubicBezTo>
                  <a:cubicBezTo>
                    <a:pt x="4946" y="197"/>
                    <a:pt x="4946" y="449"/>
                    <a:pt x="5072" y="544"/>
                  </a:cubicBezTo>
                  <a:cubicBezTo>
                    <a:pt x="5356" y="828"/>
                    <a:pt x="5545" y="1080"/>
                    <a:pt x="5639" y="1363"/>
                  </a:cubicBezTo>
                  <a:cubicBezTo>
                    <a:pt x="5356" y="1426"/>
                    <a:pt x="5041" y="1458"/>
                    <a:pt x="4757" y="1552"/>
                  </a:cubicBezTo>
                  <a:cubicBezTo>
                    <a:pt x="4474" y="1017"/>
                    <a:pt x="4096" y="796"/>
                    <a:pt x="3592" y="576"/>
                  </a:cubicBezTo>
                  <a:cubicBezTo>
                    <a:pt x="3552" y="560"/>
                    <a:pt x="3507" y="552"/>
                    <a:pt x="3460" y="552"/>
                  </a:cubicBezTo>
                  <a:cubicBezTo>
                    <a:pt x="3320" y="552"/>
                    <a:pt x="3166" y="623"/>
                    <a:pt x="3119" y="765"/>
                  </a:cubicBezTo>
                  <a:cubicBezTo>
                    <a:pt x="3024" y="922"/>
                    <a:pt x="3119" y="1143"/>
                    <a:pt x="3277" y="1206"/>
                  </a:cubicBezTo>
                  <a:cubicBezTo>
                    <a:pt x="3623" y="1363"/>
                    <a:pt x="3907" y="1552"/>
                    <a:pt x="4064" y="1804"/>
                  </a:cubicBezTo>
                  <a:cubicBezTo>
                    <a:pt x="3781" y="1930"/>
                    <a:pt x="3529" y="2088"/>
                    <a:pt x="3308" y="2245"/>
                  </a:cubicBezTo>
                  <a:cubicBezTo>
                    <a:pt x="2867" y="1836"/>
                    <a:pt x="2394" y="1773"/>
                    <a:pt x="1890" y="1741"/>
                  </a:cubicBezTo>
                  <a:cubicBezTo>
                    <a:pt x="1701" y="1741"/>
                    <a:pt x="1544" y="1836"/>
                    <a:pt x="1481" y="2056"/>
                  </a:cubicBezTo>
                  <a:cubicBezTo>
                    <a:pt x="1481" y="2245"/>
                    <a:pt x="1607" y="2403"/>
                    <a:pt x="1796" y="2434"/>
                  </a:cubicBezTo>
                  <a:cubicBezTo>
                    <a:pt x="2205" y="2466"/>
                    <a:pt x="2489" y="2529"/>
                    <a:pt x="2741" y="2718"/>
                  </a:cubicBezTo>
                  <a:cubicBezTo>
                    <a:pt x="2552" y="2907"/>
                    <a:pt x="2363" y="3159"/>
                    <a:pt x="2205" y="3379"/>
                  </a:cubicBezTo>
                  <a:cubicBezTo>
                    <a:pt x="1949" y="3294"/>
                    <a:pt x="1725" y="3260"/>
                    <a:pt x="1508" y="3260"/>
                  </a:cubicBezTo>
                  <a:cubicBezTo>
                    <a:pt x="1243" y="3260"/>
                    <a:pt x="987" y="3310"/>
                    <a:pt x="693" y="3379"/>
                  </a:cubicBezTo>
                  <a:cubicBezTo>
                    <a:pt x="504" y="3411"/>
                    <a:pt x="441" y="3631"/>
                    <a:pt x="473" y="3821"/>
                  </a:cubicBezTo>
                  <a:cubicBezTo>
                    <a:pt x="498" y="3970"/>
                    <a:pt x="621" y="4060"/>
                    <a:pt x="781" y="4060"/>
                  </a:cubicBezTo>
                  <a:cubicBezTo>
                    <a:pt x="823" y="4060"/>
                    <a:pt x="868" y="4054"/>
                    <a:pt x="914" y="4041"/>
                  </a:cubicBezTo>
                  <a:cubicBezTo>
                    <a:pt x="1160" y="3979"/>
                    <a:pt x="1366" y="3931"/>
                    <a:pt x="1567" y="3931"/>
                  </a:cubicBezTo>
                  <a:cubicBezTo>
                    <a:pt x="1674" y="3931"/>
                    <a:pt x="1780" y="3945"/>
                    <a:pt x="1890" y="3978"/>
                  </a:cubicBezTo>
                  <a:cubicBezTo>
                    <a:pt x="1764" y="4262"/>
                    <a:pt x="1638" y="4514"/>
                    <a:pt x="1607" y="4797"/>
                  </a:cubicBezTo>
                  <a:cubicBezTo>
                    <a:pt x="1071" y="4797"/>
                    <a:pt x="630" y="4986"/>
                    <a:pt x="189" y="5301"/>
                  </a:cubicBezTo>
                  <a:cubicBezTo>
                    <a:pt x="32" y="5427"/>
                    <a:pt x="0" y="5616"/>
                    <a:pt x="126" y="5774"/>
                  </a:cubicBezTo>
                  <a:cubicBezTo>
                    <a:pt x="186" y="5874"/>
                    <a:pt x="296" y="5935"/>
                    <a:pt x="409" y="5935"/>
                  </a:cubicBezTo>
                  <a:cubicBezTo>
                    <a:pt x="474" y="5935"/>
                    <a:pt x="541" y="5915"/>
                    <a:pt x="599" y="5868"/>
                  </a:cubicBezTo>
                  <a:cubicBezTo>
                    <a:pt x="914" y="5616"/>
                    <a:pt x="1166" y="5459"/>
                    <a:pt x="1481" y="5459"/>
                  </a:cubicBezTo>
                  <a:cubicBezTo>
                    <a:pt x="1481" y="5585"/>
                    <a:pt x="1449" y="5742"/>
                    <a:pt x="1449" y="5868"/>
                  </a:cubicBezTo>
                  <a:cubicBezTo>
                    <a:pt x="1449" y="6026"/>
                    <a:pt x="1449" y="6183"/>
                    <a:pt x="1481" y="6341"/>
                  </a:cubicBezTo>
                  <a:cubicBezTo>
                    <a:pt x="945" y="6530"/>
                    <a:pt x="662" y="6876"/>
                    <a:pt x="347" y="7318"/>
                  </a:cubicBezTo>
                  <a:cubicBezTo>
                    <a:pt x="221" y="7475"/>
                    <a:pt x="284" y="7664"/>
                    <a:pt x="441" y="7790"/>
                  </a:cubicBezTo>
                  <a:cubicBezTo>
                    <a:pt x="507" y="7843"/>
                    <a:pt x="584" y="7868"/>
                    <a:pt x="658" y="7868"/>
                  </a:cubicBezTo>
                  <a:cubicBezTo>
                    <a:pt x="761" y="7868"/>
                    <a:pt x="859" y="7819"/>
                    <a:pt x="914" y="7727"/>
                  </a:cubicBezTo>
                  <a:cubicBezTo>
                    <a:pt x="1134" y="7349"/>
                    <a:pt x="1323" y="7129"/>
                    <a:pt x="1607" y="7002"/>
                  </a:cubicBezTo>
                  <a:cubicBezTo>
                    <a:pt x="1701" y="7286"/>
                    <a:pt x="1764" y="7570"/>
                    <a:pt x="1922" y="7822"/>
                  </a:cubicBezTo>
                  <a:cubicBezTo>
                    <a:pt x="1481" y="8200"/>
                    <a:pt x="1323" y="8609"/>
                    <a:pt x="1166" y="9145"/>
                  </a:cubicBezTo>
                  <a:cubicBezTo>
                    <a:pt x="1134" y="9334"/>
                    <a:pt x="1260" y="9523"/>
                    <a:pt x="1418" y="9554"/>
                  </a:cubicBezTo>
                  <a:cubicBezTo>
                    <a:pt x="1452" y="9566"/>
                    <a:pt x="1486" y="9571"/>
                    <a:pt x="1519" y="9571"/>
                  </a:cubicBezTo>
                  <a:cubicBezTo>
                    <a:pt x="1671" y="9571"/>
                    <a:pt x="1807" y="9463"/>
                    <a:pt x="1859" y="9334"/>
                  </a:cubicBezTo>
                  <a:cubicBezTo>
                    <a:pt x="1953" y="8924"/>
                    <a:pt x="2048" y="8672"/>
                    <a:pt x="2268" y="8420"/>
                  </a:cubicBezTo>
                  <a:cubicBezTo>
                    <a:pt x="2426" y="8672"/>
                    <a:pt x="2646" y="8893"/>
                    <a:pt x="2835" y="9082"/>
                  </a:cubicBezTo>
                  <a:cubicBezTo>
                    <a:pt x="2520" y="9554"/>
                    <a:pt x="2552" y="10027"/>
                    <a:pt x="2583" y="10594"/>
                  </a:cubicBezTo>
                  <a:cubicBezTo>
                    <a:pt x="2583" y="10783"/>
                    <a:pt x="2741" y="10909"/>
                    <a:pt x="2961" y="10909"/>
                  </a:cubicBezTo>
                  <a:lnTo>
                    <a:pt x="2993" y="10909"/>
                  </a:lnTo>
                  <a:cubicBezTo>
                    <a:pt x="3182" y="10909"/>
                    <a:pt x="3308" y="10720"/>
                    <a:pt x="3308" y="10500"/>
                  </a:cubicBezTo>
                  <a:cubicBezTo>
                    <a:pt x="3277" y="10090"/>
                    <a:pt x="3277" y="9806"/>
                    <a:pt x="3371" y="9523"/>
                  </a:cubicBezTo>
                  <a:cubicBezTo>
                    <a:pt x="3623" y="9680"/>
                    <a:pt x="3844" y="9838"/>
                    <a:pt x="4127" y="9964"/>
                  </a:cubicBezTo>
                  <a:cubicBezTo>
                    <a:pt x="4001" y="10500"/>
                    <a:pt x="4159" y="10941"/>
                    <a:pt x="4411" y="11445"/>
                  </a:cubicBezTo>
                  <a:cubicBezTo>
                    <a:pt x="4452" y="11589"/>
                    <a:pt x="4561" y="11652"/>
                    <a:pt x="4684" y="11652"/>
                  </a:cubicBezTo>
                  <a:cubicBezTo>
                    <a:pt x="4749" y="11652"/>
                    <a:pt x="4818" y="11635"/>
                    <a:pt x="4883" y="11602"/>
                  </a:cubicBezTo>
                  <a:cubicBezTo>
                    <a:pt x="5041" y="11539"/>
                    <a:pt x="5104" y="11350"/>
                    <a:pt x="5041" y="11130"/>
                  </a:cubicBezTo>
                  <a:cubicBezTo>
                    <a:pt x="4883" y="10783"/>
                    <a:pt x="4757" y="10500"/>
                    <a:pt x="4789" y="10184"/>
                  </a:cubicBezTo>
                  <a:lnTo>
                    <a:pt x="4789" y="10184"/>
                  </a:lnTo>
                  <a:cubicBezTo>
                    <a:pt x="5072" y="10279"/>
                    <a:pt x="5356" y="10311"/>
                    <a:pt x="5671" y="10342"/>
                  </a:cubicBezTo>
                  <a:cubicBezTo>
                    <a:pt x="5734" y="10909"/>
                    <a:pt x="6049" y="11256"/>
                    <a:pt x="6427" y="11665"/>
                  </a:cubicBezTo>
                  <a:cubicBezTo>
                    <a:pt x="6474" y="11712"/>
                    <a:pt x="6561" y="11736"/>
                    <a:pt x="6651" y="11736"/>
                  </a:cubicBezTo>
                  <a:cubicBezTo>
                    <a:pt x="6742" y="11736"/>
                    <a:pt x="6837" y="11712"/>
                    <a:pt x="6900" y="11665"/>
                  </a:cubicBezTo>
                  <a:cubicBezTo>
                    <a:pt x="6994" y="11539"/>
                    <a:pt x="6994" y="11287"/>
                    <a:pt x="6900" y="11193"/>
                  </a:cubicBezTo>
                  <a:cubicBezTo>
                    <a:pt x="6616" y="10909"/>
                    <a:pt x="6427" y="10657"/>
                    <a:pt x="6333" y="10342"/>
                  </a:cubicBezTo>
                  <a:cubicBezTo>
                    <a:pt x="6616" y="10311"/>
                    <a:pt x="6931" y="10279"/>
                    <a:pt x="7215" y="10184"/>
                  </a:cubicBezTo>
                  <a:cubicBezTo>
                    <a:pt x="7467" y="10720"/>
                    <a:pt x="7876" y="10941"/>
                    <a:pt x="8380" y="11130"/>
                  </a:cubicBezTo>
                  <a:cubicBezTo>
                    <a:pt x="8424" y="11156"/>
                    <a:pt x="8474" y="11167"/>
                    <a:pt x="8526" y="11167"/>
                  </a:cubicBezTo>
                  <a:cubicBezTo>
                    <a:pt x="8662" y="11167"/>
                    <a:pt x="8807" y="11086"/>
                    <a:pt x="8853" y="10972"/>
                  </a:cubicBezTo>
                  <a:cubicBezTo>
                    <a:pt x="8947" y="10815"/>
                    <a:pt x="8853" y="10594"/>
                    <a:pt x="8695" y="10500"/>
                  </a:cubicBezTo>
                  <a:cubicBezTo>
                    <a:pt x="8349" y="10374"/>
                    <a:pt x="8065" y="10184"/>
                    <a:pt x="7908" y="9932"/>
                  </a:cubicBezTo>
                  <a:cubicBezTo>
                    <a:pt x="8191" y="9806"/>
                    <a:pt x="8412" y="9649"/>
                    <a:pt x="8664" y="9491"/>
                  </a:cubicBezTo>
                  <a:cubicBezTo>
                    <a:pt x="9105" y="9901"/>
                    <a:pt x="9578" y="9964"/>
                    <a:pt x="10082" y="9995"/>
                  </a:cubicBezTo>
                  <a:lnTo>
                    <a:pt x="10113" y="9995"/>
                  </a:lnTo>
                  <a:cubicBezTo>
                    <a:pt x="10302" y="9995"/>
                    <a:pt x="10428" y="9869"/>
                    <a:pt x="10460" y="9680"/>
                  </a:cubicBezTo>
                  <a:cubicBezTo>
                    <a:pt x="10460" y="9491"/>
                    <a:pt x="10365" y="9334"/>
                    <a:pt x="10145" y="9302"/>
                  </a:cubicBezTo>
                  <a:cubicBezTo>
                    <a:pt x="9767" y="9239"/>
                    <a:pt x="9483" y="9208"/>
                    <a:pt x="9199" y="9019"/>
                  </a:cubicBezTo>
                  <a:cubicBezTo>
                    <a:pt x="9388" y="8830"/>
                    <a:pt x="9609" y="8578"/>
                    <a:pt x="9767" y="8357"/>
                  </a:cubicBezTo>
                  <a:cubicBezTo>
                    <a:pt x="9980" y="8437"/>
                    <a:pt x="10181" y="8466"/>
                    <a:pt x="10384" y="8466"/>
                  </a:cubicBezTo>
                  <a:cubicBezTo>
                    <a:pt x="10660" y="8466"/>
                    <a:pt x="10938" y="8412"/>
                    <a:pt x="11247" y="8357"/>
                  </a:cubicBezTo>
                  <a:cubicBezTo>
                    <a:pt x="11468" y="8294"/>
                    <a:pt x="11531" y="8105"/>
                    <a:pt x="11499" y="7916"/>
                  </a:cubicBezTo>
                  <a:cubicBezTo>
                    <a:pt x="11472" y="7751"/>
                    <a:pt x="11300" y="7658"/>
                    <a:pt x="11131" y="7658"/>
                  </a:cubicBezTo>
                  <a:cubicBezTo>
                    <a:pt x="11107" y="7658"/>
                    <a:pt x="11082" y="7660"/>
                    <a:pt x="11058" y="7664"/>
                  </a:cubicBezTo>
                  <a:cubicBezTo>
                    <a:pt x="10806" y="7748"/>
                    <a:pt x="10596" y="7804"/>
                    <a:pt x="10391" y="7804"/>
                  </a:cubicBezTo>
                  <a:cubicBezTo>
                    <a:pt x="10288" y="7804"/>
                    <a:pt x="10187" y="7790"/>
                    <a:pt x="10082" y="7759"/>
                  </a:cubicBezTo>
                  <a:cubicBezTo>
                    <a:pt x="10208" y="7475"/>
                    <a:pt x="10302" y="7192"/>
                    <a:pt x="10365" y="6939"/>
                  </a:cubicBezTo>
                  <a:lnTo>
                    <a:pt x="10397" y="6939"/>
                  </a:lnTo>
                  <a:cubicBezTo>
                    <a:pt x="10932" y="6939"/>
                    <a:pt x="11342" y="6687"/>
                    <a:pt x="11751" y="6372"/>
                  </a:cubicBezTo>
                  <a:cubicBezTo>
                    <a:pt x="11940" y="6246"/>
                    <a:pt x="11972" y="6057"/>
                    <a:pt x="11846" y="5900"/>
                  </a:cubicBezTo>
                  <a:cubicBezTo>
                    <a:pt x="11789" y="5843"/>
                    <a:pt x="11687" y="5798"/>
                    <a:pt x="11580" y="5798"/>
                  </a:cubicBezTo>
                  <a:cubicBezTo>
                    <a:pt x="11509" y="5798"/>
                    <a:pt x="11436" y="5818"/>
                    <a:pt x="11373" y="5868"/>
                  </a:cubicBezTo>
                  <a:cubicBezTo>
                    <a:pt x="11058" y="6120"/>
                    <a:pt x="10775" y="6278"/>
                    <a:pt x="10460" y="6278"/>
                  </a:cubicBezTo>
                  <a:cubicBezTo>
                    <a:pt x="10460" y="6152"/>
                    <a:pt x="10491" y="5994"/>
                    <a:pt x="10491" y="5868"/>
                  </a:cubicBezTo>
                  <a:cubicBezTo>
                    <a:pt x="10491" y="5711"/>
                    <a:pt x="10491" y="5553"/>
                    <a:pt x="10460" y="5396"/>
                  </a:cubicBezTo>
                  <a:cubicBezTo>
                    <a:pt x="11027" y="5207"/>
                    <a:pt x="11279" y="4860"/>
                    <a:pt x="11594" y="4419"/>
                  </a:cubicBezTo>
                  <a:cubicBezTo>
                    <a:pt x="11720" y="4262"/>
                    <a:pt x="11688" y="4073"/>
                    <a:pt x="11531" y="3947"/>
                  </a:cubicBezTo>
                  <a:cubicBezTo>
                    <a:pt x="11465" y="3894"/>
                    <a:pt x="11394" y="3869"/>
                    <a:pt x="11324" y="3869"/>
                  </a:cubicBezTo>
                  <a:cubicBezTo>
                    <a:pt x="11226" y="3869"/>
                    <a:pt x="11132" y="3918"/>
                    <a:pt x="11058" y="4010"/>
                  </a:cubicBezTo>
                  <a:cubicBezTo>
                    <a:pt x="10838" y="4388"/>
                    <a:pt x="10617" y="4608"/>
                    <a:pt x="10365" y="4734"/>
                  </a:cubicBezTo>
                  <a:cubicBezTo>
                    <a:pt x="10271" y="4451"/>
                    <a:pt x="10176" y="4167"/>
                    <a:pt x="10019" y="3915"/>
                  </a:cubicBezTo>
                  <a:cubicBezTo>
                    <a:pt x="10460" y="3537"/>
                    <a:pt x="10617" y="3127"/>
                    <a:pt x="10775" y="2592"/>
                  </a:cubicBezTo>
                  <a:cubicBezTo>
                    <a:pt x="10806" y="2403"/>
                    <a:pt x="10712" y="2214"/>
                    <a:pt x="10554" y="2182"/>
                  </a:cubicBezTo>
                  <a:cubicBezTo>
                    <a:pt x="10520" y="2171"/>
                    <a:pt x="10485" y="2166"/>
                    <a:pt x="10450" y="2166"/>
                  </a:cubicBezTo>
                  <a:cubicBezTo>
                    <a:pt x="10292" y="2166"/>
                    <a:pt x="10139" y="2274"/>
                    <a:pt x="10113" y="2403"/>
                  </a:cubicBezTo>
                  <a:cubicBezTo>
                    <a:pt x="9987" y="2812"/>
                    <a:pt x="9924" y="3064"/>
                    <a:pt x="9672" y="3316"/>
                  </a:cubicBezTo>
                  <a:cubicBezTo>
                    <a:pt x="9515" y="3064"/>
                    <a:pt x="9325" y="2844"/>
                    <a:pt x="9136" y="2655"/>
                  </a:cubicBezTo>
                  <a:cubicBezTo>
                    <a:pt x="9451" y="2182"/>
                    <a:pt x="9388" y="1710"/>
                    <a:pt x="9357" y="1143"/>
                  </a:cubicBezTo>
                  <a:cubicBezTo>
                    <a:pt x="9357" y="954"/>
                    <a:pt x="9168" y="828"/>
                    <a:pt x="8979" y="828"/>
                  </a:cubicBezTo>
                  <a:cubicBezTo>
                    <a:pt x="8790" y="828"/>
                    <a:pt x="8664" y="1017"/>
                    <a:pt x="8664" y="1237"/>
                  </a:cubicBezTo>
                  <a:cubicBezTo>
                    <a:pt x="8695" y="1647"/>
                    <a:pt x="8695" y="1930"/>
                    <a:pt x="8569" y="2214"/>
                  </a:cubicBezTo>
                  <a:cubicBezTo>
                    <a:pt x="8349" y="2056"/>
                    <a:pt x="8097" y="1899"/>
                    <a:pt x="7813" y="1773"/>
                  </a:cubicBezTo>
                  <a:cubicBezTo>
                    <a:pt x="7939" y="1237"/>
                    <a:pt x="7782" y="796"/>
                    <a:pt x="7561" y="292"/>
                  </a:cubicBezTo>
                  <a:cubicBezTo>
                    <a:pt x="7493" y="178"/>
                    <a:pt x="7375" y="97"/>
                    <a:pt x="7243" y="97"/>
                  </a:cubicBezTo>
                  <a:cubicBezTo>
                    <a:pt x="7193" y="97"/>
                    <a:pt x="7141" y="108"/>
                    <a:pt x="7089" y="134"/>
                  </a:cubicBezTo>
                  <a:cubicBezTo>
                    <a:pt x="6931" y="197"/>
                    <a:pt x="6837" y="386"/>
                    <a:pt x="6931" y="607"/>
                  </a:cubicBezTo>
                  <a:cubicBezTo>
                    <a:pt x="7089" y="954"/>
                    <a:pt x="7215" y="1237"/>
                    <a:pt x="7152" y="1552"/>
                  </a:cubicBezTo>
                  <a:cubicBezTo>
                    <a:pt x="6900" y="1458"/>
                    <a:pt x="6616" y="1426"/>
                    <a:pt x="6301" y="1395"/>
                  </a:cubicBezTo>
                  <a:cubicBezTo>
                    <a:pt x="6206" y="828"/>
                    <a:pt x="5891" y="481"/>
                    <a:pt x="5545" y="71"/>
                  </a:cubicBezTo>
                  <a:cubicBezTo>
                    <a:pt x="5482" y="24"/>
                    <a:pt x="5395" y="1"/>
                    <a:pt x="53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65" name="Google Shape;6065;p71"/>
            <p:cNvSpPr/>
            <p:nvPr/>
          </p:nvSpPr>
          <p:spPr>
            <a:xfrm>
              <a:off x="-22740025" y="3217825"/>
              <a:ext cx="52000" cy="51225"/>
            </a:xfrm>
            <a:custGeom>
              <a:avLst/>
              <a:gdLst/>
              <a:ahLst/>
              <a:cxnLst/>
              <a:rect l="l" t="t" r="r" b="b"/>
              <a:pathLst>
                <a:path w="2080" h="2049" extrusionOk="0">
                  <a:moveTo>
                    <a:pt x="1040" y="0"/>
                  </a:moveTo>
                  <a:cubicBezTo>
                    <a:pt x="441" y="0"/>
                    <a:pt x="0" y="473"/>
                    <a:pt x="0" y="1009"/>
                  </a:cubicBezTo>
                  <a:cubicBezTo>
                    <a:pt x="0" y="1607"/>
                    <a:pt x="473" y="2048"/>
                    <a:pt x="1040" y="2048"/>
                  </a:cubicBezTo>
                  <a:cubicBezTo>
                    <a:pt x="1607" y="2048"/>
                    <a:pt x="2048" y="1576"/>
                    <a:pt x="2048" y="1009"/>
                  </a:cubicBezTo>
                  <a:cubicBezTo>
                    <a:pt x="2080" y="473"/>
                    <a:pt x="1607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66" name="Google Shape;6066;p71"/>
            <p:cNvSpPr/>
            <p:nvPr/>
          </p:nvSpPr>
          <p:spPr>
            <a:xfrm>
              <a:off x="-22705375" y="3321800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067" name="Google Shape;6067;p71"/>
          <p:cNvGrpSpPr/>
          <p:nvPr/>
        </p:nvGrpSpPr>
        <p:grpSpPr>
          <a:xfrm>
            <a:off x="3991608" y="1791900"/>
            <a:ext cx="232952" cy="264602"/>
            <a:chOff x="-28069875" y="3175300"/>
            <a:chExt cx="260725" cy="296150"/>
          </a:xfrm>
        </p:grpSpPr>
        <p:sp>
          <p:nvSpPr>
            <p:cNvPr id="6068" name="Google Shape;6068;p71"/>
            <p:cNvSpPr/>
            <p:nvPr/>
          </p:nvSpPr>
          <p:spPr>
            <a:xfrm>
              <a:off x="-28059650" y="3192625"/>
              <a:ext cx="26025" cy="70125"/>
            </a:xfrm>
            <a:custGeom>
              <a:avLst/>
              <a:gdLst/>
              <a:ahLst/>
              <a:cxnLst/>
              <a:rect l="l" t="t" r="r" b="b"/>
              <a:pathLst>
                <a:path w="1041" h="2805" extrusionOk="0">
                  <a:moveTo>
                    <a:pt x="536" y="0"/>
                  </a:moveTo>
                  <a:cubicBezTo>
                    <a:pt x="253" y="0"/>
                    <a:pt x="1" y="252"/>
                    <a:pt x="1" y="536"/>
                  </a:cubicBezTo>
                  <a:lnTo>
                    <a:pt x="1" y="2458"/>
                  </a:lnTo>
                  <a:cubicBezTo>
                    <a:pt x="410" y="2458"/>
                    <a:pt x="757" y="2584"/>
                    <a:pt x="1040" y="2804"/>
                  </a:cubicBezTo>
                  <a:lnTo>
                    <a:pt x="1040" y="536"/>
                  </a:lnTo>
                  <a:cubicBezTo>
                    <a:pt x="1040" y="252"/>
                    <a:pt x="788" y="0"/>
                    <a:pt x="53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69" name="Google Shape;6069;p71"/>
            <p:cNvSpPr/>
            <p:nvPr/>
          </p:nvSpPr>
          <p:spPr>
            <a:xfrm>
              <a:off x="-27843050" y="3192625"/>
              <a:ext cx="26025" cy="69325"/>
            </a:xfrm>
            <a:custGeom>
              <a:avLst/>
              <a:gdLst/>
              <a:ahLst/>
              <a:cxnLst/>
              <a:rect l="l" t="t" r="r" b="b"/>
              <a:pathLst>
                <a:path w="1041" h="2773" extrusionOk="0">
                  <a:moveTo>
                    <a:pt x="536" y="0"/>
                  </a:moveTo>
                  <a:cubicBezTo>
                    <a:pt x="253" y="0"/>
                    <a:pt x="1" y="252"/>
                    <a:pt x="1" y="536"/>
                  </a:cubicBezTo>
                  <a:lnTo>
                    <a:pt x="1" y="2773"/>
                  </a:lnTo>
                  <a:cubicBezTo>
                    <a:pt x="284" y="2584"/>
                    <a:pt x="694" y="2426"/>
                    <a:pt x="1040" y="2426"/>
                  </a:cubicBezTo>
                  <a:lnTo>
                    <a:pt x="1040" y="536"/>
                  </a:lnTo>
                  <a:cubicBezTo>
                    <a:pt x="1040" y="252"/>
                    <a:pt x="788" y="0"/>
                    <a:pt x="53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70" name="Google Shape;6070;p71"/>
            <p:cNvSpPr/>
            <p:nvPr/>
          </p:nvSpPr>
          <p:spPr>
            <a:xfrm>
              <a:off x="-27973000" y="3202075"/>
              <a:ext cx="26000" cy="57525"/>
            </a:xfrm>
            <a:custGeom>
              <a:avLst/>
              <a:gdLst/>
              <a:ahLst/>
              <a:cxnLst/>
              <a:rect l="l" t="t" r="r" b="b"/>
              <a:pathLst>
                <a:path w="1040" h="2301" extrusionOk="0">
                  <a:moveTo>
                    <a:pt x="536" y="0"/>
                  </a:moveTo>
                  <a:cubicBezTo>
                    <a:pt x="252" y="0"/>
                    <a:pt x="0" y="221"/>
                    <a:pt x="0" y="504"/>
                  </a:cubicBezTo>
                  <a:lnTo>
                    <a:pt x="0" y="1954"/>
                  </a:lnTo>
                  <a:cubicBezTo>
                    <a:pt x="410" y="1985"/>
                    <a:pt x="756" y="2080"/>
                    <a:pt x="1040" y="2300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71" name="Google Shape;6071;p71"/>
            <p:cNvSpPr/>
            <p:nvPr/>
          </p:nvSpPr>
          <p:spPr>
            <a:xfrm>
              <a:off x="-27929675" y="3202075"/>
              <a:ext cx="26000" cy="57525"/>
            </a:xfrm>
            <a:custGeom>
              <a:avLst/>
              <a:gdLst/>
              <a:ahLst/>
              <a:cxnLst/>
              <a:rect l="l" t="t" r="r" b="b"/>
              <a:pathLst>
                <a:path w="1040" h="2301" extrusionOk="0">
                  <a:moveTo>
                    <a:pt x="536" y="0"/>
                  </a:moveTo>
                  <a:cubicBezTo>
                    <a:pt x="252" y="0"/>
                    <a:pt x="0" y="221"/>
                    <a:pt x="0" y="504"/>
                  </a:cubicBezTo>
                  <a:lnTo>
                    <a:pt x="0" y="2300"/>
                  </a:lnTo>
                  <a:cubicBezTo>
                    <a:pt x="315" y="2111"/>
                    <a:pt x="693" y="1985"/>
                    <a:pt x="1040" y="1954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72" name="Google Shape;6072;p71"/>
            <p:cNvSpPr/>
            <p:nvPr/>
          </p:nvSpPr>
          <p:spPr>
            <a:xfrm>
              <a:off x="-28016325" y="3175300"/>
              <a:ext cx="26025" cy="91375"/>
            </a:xfrm>
            <a:custGeom>
              <a:avLst/>
              <a:gdLst/>
              <a:ahLst/>
              <a:cxnLst/>
              <a:rect l="l" t="t" r="r" b="b"/>
              <a:pathLst>
                <a:path w="1041" h="3655" extrusionOk="0">
                  <a:moveTo>
                    <a:pt x="536" y="0"/>
                  </a:moveTo>
                  <a:cubicBezTo>
                    <a:pt x="253" y="0"/>
                    <a:pt x="1" y="221"/>
                    <a:pt x="1" y="504"/>
                  </a:cubicBezTo>
                  <a:lnTo>
                    <a:pt x="1" y="3655"/>
                  </a:lnTo>
                  <a:cubicBezTo>
                    <a:pt x="1" y="3655"/>
                    <a:pt x="1" y="3623"/>
                    <a:pt x="64" y="3623"/>
                  </a:cubicBezTo>
                  <a:cubicBezTo>
                    <a:pt x="284" y="3371"/>
                    <a:pt x="631" y="3182"/>
                    <a:pt x="1040" y="3056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73" name="Google Shape;6073;p71"/>
            <p:cNvSpPr/>
            <p:nvPr/>
          </p:nvSpPr>
          <p:spPr>
            <a:xfrm>
              <a:off x="-27886375" y="3176075"/>
              <a:ext cx="26025" cy="91400"/>
            </a:xfrm>
            <a:custGeom>
              <a:avLst/>
              <a:gdLst/>
              <a:ahLst/>
              <a:cxnLst/>
              <a:rect l="l" t="t" r="r" b="b"/>
              <a:pathLst>
                <a:path w="1041" h="3656" extrusionOk="0">
                  <a:moveTo>
                    <a:pt x="536" y="1"/>
                  </a:moveTo>
                  <a:cubicBezTo>
                    <a:pt x="253" y="1"/>
                    <a:pt x="1" y="221"/>
                    <a:pt x="1" y="505"/>
                  </a:cubicBezTo>
                  <a:lnTo>
                    <a:pt x="1" y="3088"/>
                  </a:lnTo>
                  <a:cubicBezTo>
                    <a:pt x="379" y="3151"/>
                    <a:pt x="726" y="3340"/>
                    <a:pt x="1041" y="3655"/>
                  </a:cubicBezTo>
                  <a:lnTo>
                    <a:pt x="1041" y="505"/>
                  </a:lnTo>
                  <a:cubicBezTo>
                    <a:pt x="1041" y="253"/>
                    <a:pt x="789" y="1"/>
                    <a:pt x="53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74" name="Google Shape;6074;p71"/>
            <p:cNvSpPr/>
            <p:nvPr/>
          </p:nvSpPr>
          <p:spPr>
            <a:xfrm>
              <a:off x="-28017900" y="3269025"/>
              <a:ext cx="161475" cy="133125"/>
            </a:xfrm>
            <a:custGeom>
              <a:avLst/>
              <a:gdLst/>
              <a:ahLst/>
              <a:cxnLst/>
              <a:rect l="l" t="t" r="r" b="b"/>
              <a:pathLst>
                <a:path w="6459" h="5325" extrusionOk="0">
                  <a:moveTo>
                    <a:pt x="1733" y="0"/>
                  </a:moveTo>
                  <a:cubicBezTo>
                    <a:pt x="1355" y="0"/>
                    <a:pt x="946" y="158"/>
                    <a:pt x="662" y="410"/>
                  </a:cubicBezTo>
                  <a:cubicBezTo>
                    <a:pt x="64" y="882"/>
                    <a:pt x="1" y="1639"/>
                    <a:pt x="347" y="2237"/>
                  </a:cubicBezTo>
                  <a:cubicBezTo>
                    <a:pt x="1324" y="2458"/>
                    <a:pt x="2048" y="3340"/>
                    <a:pt x="2174" y="4348"/>
                  </a:cubicBezTo>
                  <a:lnTo>
                    <a:pt x="3214" y="5325"/>
                  </a:lnTo>
                  <a:lnTo>
                    <a:pt x="4285" y="4348"/>
                  </a:lnTo>
                  <a:cubicBezTo>
                    <a:pt x="4380" y="3340"/>
                    <a:pt x="5073" y="2521"/>
                    <a:pt x="6113" y="2237"/>
                  </a:cubicBezTo>
                  <a:cubicBezTo>
                    <a:pt x="6459" y="1639"/>
                    <a:pt x="6333" y="882"/>
                    <a:pt x="5860" y="410"/>
                  </a:cubicBezTo>
                  <a:cubicBezTo>
                    <a:pt x="5577" y="158"/>
                    <a:pt x="5199" y="0"/>
                    <a:pt x="4789" y="0"/>
                  </a:cubicBezTo>
                  <a:cubicBezTo>
                    <a:pt x="4411" y="0"/>
                    <a:pt x="4002" y="158"/>
                    <a:pt x="3750" y="410"/>
                  </a:cubicBezTo>
                  <a:lnTo>
                    <a:pt x="3277" y="882"/>
                  </a:lnTo>
                  <a:lnTo>
                    <a:pt x="2805" y="410"/>
                  </a:lnTo>
                  <a:cubicBezTo>
                    <a:pt x="2521" y="158"/>
                    <a:pt x="2143" y="0"/>
                    <a:pt x="17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75" name="Google Shape;6075;p71"/>
            <p:cNvSpPr/>
            <p:nvPr/>
          </p:nvSpPr>
          <p:spPr>
            <a:xfrm>
              <a:off x="-27930475" y="3269800"/>
              <a:ext cx="121325" cy="201650"/>
            </a:xfrm>
            <a:custGeom>
              <a:avLst/>
              <a:gdLst/>
              <a:ahLst/>
              <a:cxnLst/>
              <a:rect l="l" t="t" r="r" b="b"/>
              <a:pathLst>
                <a:path w="4853" h="8066" extrusionOk="0">
                  <a:moveTo>
                    <a:pt x="4506" y="1"/>
                  </a:moveTo>
                  <a:cubicBezTo>
                    <a:pt x="3876" y="1"/>
                    <a:pt x="3403" y="505"/>
                    <a:pt x="3403" y="1198"/>
                  </a:cubicBezTo>
                  <a:lnTo>
                    <a:pt x="3403" y="2395"/>
                  </a:lnTo>
                  <a:cubicBezTo>
                    <a:pt x="3403" y="2584"/>
                    <a:pt x="3246" y="2742"/>
                    <a:pt x="3025" y="2742"/>
                  </a:cubicBezTo>
                  <a:cubicBezTo>
                    <a:pt x="2679" y="2742"/>
                    <a:pt x="2363" y="2868"/>
                    <a:pt x="2080" y="3025"/>
                  </a:cubicBezTo>
                  <a:cubicBezTo>
                    <a:pt x="1702" y="3372"/>
                    <a:pt x="1418" y="3939"/>
                    <a:pt x="1418" y="4474"/>
                  </a:cubicBezTo>
                  <a:lnTo>
                    <a:pt x="1418" y="5231"/>
                  </a:lnTo>
                  <a:cubicBezTo>
                    <a:pt x="1418" y="5420"/>
                    <a:pt x="1261" y="5577"/>
                    <a:pt x="1072" y="5577"/>
                  </a:cubicBezTo>
                  <a:cubicBezTo>
                    <a:pt x="883" y="5577"/>
                    <a:pt x="725" y="5420"/>
                    <a:pt x="725" y="5231"/>
                  </a:cubicBezTo>
                  <a:lnTo>
                    <a:pt x="1" y="5892"/>
                  </a:lnTo>
                  <a:lnTo>
                    <a:pt x="1" y="8066"/>
                  </a:lnTo>
                  <a:lnTo>
                    <a:pt x="3813" y="8066"/>
                  </a:lnTo>
                  <a:cubicBezTo>
                    <a:pt x="4033" y="8066"/>
                    <a:pt x="4191" y="7908"/>
                    <a:pt x="4191" y="7719"/>
                  </a:cubicBezTo>
                  <a:cubicBezTo>
                    <a:pt x="4191" y="7530"/>
                    <a:pt x="4033" y="7373"/>
                    <a:pt x="3813" y="7373"/>
                  </a:cubicBezTo>
                  <a:lnTo>
                    <a:pt x="3466" y="7373"/>
                  </a:lnTo>
                  <a:lnTo>
                    <a:pt x="3466" y="6270"/>
                  </a:lnTo>
                  <a:cubicBezTo>
                    <a:pt x="3466" y="6176"/>
                    <a:pt x="3498" y="6050"/>
                    <a:pt x="3592" y="6018"/>
                  </a:cubicBezTo>
                  <a:lnTo>
                    <a:pt x="4128" y="5420"/>
                  </a:lnTo>
                  <a:cubicBezTo>
                    <a:pt x="4600" y="4947"/>
                    <a:pt x="4852" y="4380"/>
                    <a:pt x="4852" y="3687"/>
                  </a:cubicBezTo>
                  <a:lnTo>
                    <a:pt x="4852" y="347"/>
                  </a:lnTo>
                  <a:cubicBezTo>
                    <a:pt x="4852" y="158"/>
                    <a:pt x="4695" y="1"/>
                    <a:pt x="450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76" name="Google Shape;6076;p71"/>
            <p:cNvSpPr/>
            <p:nvPr/>
          </p:nvSpPr>
          <p:spPr>
            <a:xfrm>
              <a:off x="-28069875" y="3271375"/>
              <a:ext cx="122875" cy="200075"/>
            </a:xfrm>
            <a:custGeom>
              <a:avLst/>
              <a:gdLst/>
              <a:ahLst/>
              <a:cxnLst/>
              <a:rect l="l" t="t" r="r" b="b"/>
              <a:pathLst>
                <a:path w="4915" h="8003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3718"/>
                  </a:lnTo>
                  <a:cubicBezTo>
                    <a:pt x="0" y="4348"/>
                    <a:pt x="221" y="4979"/>
                    <a:pt x="693" y="5451"/>
                  </a:cubicBezTo>
                  <a:lnTo>
                    <a:pt x="1323" y="5955"/>
                  </a:lnTo>
                  <a:cubicBezTo>
                    <a:pt x="1418" y="6018"/>
                    <a:pt x="1449" y="6113"/>
                    <a:pt x="1449" y="6207"/>
                  </a:cubicBezTo>
                  <a:lnTo>
                    <a:pt x="1449" y="7310"/>
                  </a:lnTo>
                  <a:lnTo>
                    <a:pt x="1103" y="7310"/>
                  </a:lnTo>
                  <a:cubicBezTo>
                    <a:pt x="882" y="7310"/>
                    <a:pt x="725" y="7467"/>
                    <a:pt x="725" y="7656"/>
                  </a:cubicBezTo>
                  <a:cubicBezTo>
                    <a:pt x="725" y="7845"/>
                    <a:pt x="882" y="8003"/>
                    <a:pt x="1103" y="8003"/>
                  </a:cubicBezTo>
                  <a:lnTo>
                    <a:pt x="4915" y="8003"/>
                  </a:lnTo>
                  <a:lnTo>
                    <a:pt x="4915" y="5829"/>
                  </a:lnTo>
                  <a:lnTo>
                    <a:pt x="4190" y="5168"/>
                  </a:lnTo>
                  <a:cubicBezTo>
                    <a:pt x="4190" y="5357"/>
                    <a:pt x="4033" y="5514"/>
                    <a:pt x="3844" y="5514"/>
                  </a:cubicBezTo>
                  <a:cubicBezTo>
                    <a:pt x="3655" y="5514"/>
                    <a:pt x="3497" y="5357"/>
                    <a:pt x="3497" y="5168"/>
                  </a:cubicBezTo>
                  <a:lnTo>
                    <a:pt x="3497" y="4411"/>
                  </a:lnTo>
                  <a:cubicBezTo>
                    <a:pt x="3497" y="3876"/>
                    <a:pt x="3214" y="3372"/>
                    <a:pt x="2741" y="3057"/>
                  </a:cubicBezTo>
                  <a:cubicBezTo>
                    <a:pt x="2458" y="2899"/>
                    <a:pt x="2143" y="2773"/>
                    <a:pt x="1796" y="2773"/>
                  </a:cubicBezTo>
                  <a:cubicBezTo>
                    <a:pt x="1607" y="2773"/>
                    <a:pt x="1449" y="2616"/>
                    <a:pt x="1449" y="2427"/>
                  </a:cubicBezTo>
                  <a:lnTo>
                    <a:pt x="1449" y="1229"/>
                  </a:lnTo>
                  <a:cubicBezTo>
                    <a:pt x="1449" y="473"/>
                    <a:pt x="945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6077" name="Google Shape;6077;p71"/>
          <p:cNvSpPr/>
          <p:nvPr/>
        </p:nvSpPr>
        <p:spPr>
          <a:xfrm>
            <a:off x="3976184" y="2135202"/>
            <a:ext cx="264602" cy="263039"/>
          </a:xfrm>
          <a:custGeom>
            <a:avLst/>
            <a:gdLst/>
            <a:ahLst/>
            <a:cxnLst/>
            <a:rect l="l" t="t" r="r" b="b"/>
            <a:pathLst>
              <a:path w="11846" h="11776" extrusionOk="0">
                <a:moveTo>
                  <a:pt x="9074" y="2261"/>
                </a:moveTo>
                <a:lnTo>
                  <a:pt x="9546" y="2733"/>
                </a:lnTo>
                <a:lnTo>
                  <a:pt x="9011" y="3300"/>
                </a:lnTo>
                <a:lnTo>
                  <a:pt x="8538" y="2828"/>
                </a:lnTo>
                <a:lnTo>
                  <a:pt x="9074" y="2261"/>
                </a:lnTo>
                <a:close/>
                <a:moveTo>
                  <a:pt x="6333" y="3489"/>
                </a:moveTo>
                <a:lnTo>
                  <a:pt x="8286" y="5474"/>
                </a:lnTo>
                <a:lnTo>
                  <a:pt x="7782" y="5978"/>
                </a:lnTo>
                <a:lnTo>
                  <a:pt x="7026" y="5222"/>
                </a:lnTo>
                <a:cubicBezTo>
                  <a:pt x="6963" y="5159"/>
                  <a:pt x="6876" y="5128"/>
                  <a:pt x="6789" y="5128"/>
                </a:cubicBezTo>
                <a:cubicBezTo>
                  <a:pt x="6703" y="5128"/>
                  <a:pt x="6616" y="5159"/>
                  <a:pt x="6553" y="5222"/>
                </a:cubicBezTo>
                <a:cubicBezTo>
                  <a:pt x="6427" y="5348"/>
                  <a:pt x="6427" y="5569"/>
                  <a:pt x="6553" y="5695"/>
                </a:cubicBezTo>
                <a:lnTo>
                  <a:pt x="7309" y="6451"/>
                </a:lnTo>
                <a:lnTo>
                  <a:pt x="6837" y="6924"/>
                </a:lnTo>
                <a:lnTo>
                  <a:pt x="4883" y="4939"/>
                </a:lnTo>
                <a:lnTo>
                  <a:pt x="6333" y="3489"/>
                </a:lnTo>
                <a:close/>
                <a:moveTo>
                  <a:pt x="2647" y="8688"/>
                </a:moveTo>
                <a:lnTo>
                  <a:pt x="3119" y="9160"/>
                </a:lnTo>
                <a:lnTo>
                  <a:pt x="2899" y="9412"/>
                </a:lnTo>
                <a:cubicBezTo>
                  <a:pt x="2836" y="9460"/>
                  <a:pt x="2749" y="9483"/>
                  <a:pt x="2662" y="9483"/>
                </a:cubicBezTo>
                <a:cubicBezTo>
                  <a:pt x="2576" y="9483"/>
                  <a:pt x="2489" y="9460"/>
                  <a:pt x="2426" y="9412"/>
                </a:cubicBezTo>
                <a:cubicBezTo>
                  <a:pt x="2300" y="9286"/>
                  <a:pt x="2300" y="9034"/>
                  <a:pt x="2426" y="8940"/>
                </a:cubicBezTo>
                <a:lnTo>
                  <a:pt x="2647" y="8688"/>
                </a:lnTo>
                <a:close/>
                <a:moveTo>
                  <a:pt x="9294" y="0"/>
                </a:moveTo>
                <a:cubicBezTo>
                  <a:pt x="9026" y="0"/>
                  <a:pt x="8758" y="103"/>
                  <a:pt x="8569" y="308"/>
                </a:cubicBezTo>
                <a:cubicBezTo>
                  <a:pt x="8160" y="686"/>
                  <a:pt x="8097" y="1410"/>
                  <a:pt x="8538" y="1820"/>
                </a:cubicBezTo>
                <a:lnTo>
                  <a:pt x="8065" y="2292"/>
                </a:lnTo>
                <a:lnTo>
                  <a:pt x="7089" y="1316"/>
                </a:lnTo>
                <a:cubicBezTo>
                  <a:pt x="6884" y="1127"/>
                  <a:pt x="6616" y="1032"/>
                  <a:pt x="6348" y="1032"/>
                </a:cubicBezTo>
                <a:cubicBezTo>
                  <a:pt x="6081" y="1032"/>
                  <a:pt x="5813" y="1127"/>
                  <a:pt x="5608" y="1316"/>
                </a:cubicBezTo>
                <a:cubicBezTo>
                  <a:pt x="5230" y="1725"/>
                  <a:pt x="5230" y="2387"/>
                  <a:pt x="5608" y="2765"/>
                </a:cubicBezTo>
                <a:lnTo>
                  <a:pt x="5860" y="3017"/>
                </a:lnTo>
                <a:lnTo>
                  <a:pt x="2678" y="6199"/>
                </a:lnTo>
                <a:cubicBezTo>
                  <a:pt x="2142" y="6734"/>
                  <a:pt x="2048" y="7428"/>
                  <a:pt x="2268" y="8058"/>
                </a:cubicBezTo>
                <a:lnTo>
                  <a:pt x="1922" y="8404"/>
                </a:lnTo>
                <a:cubicBezTo>
                  <a:pt x="1607" y="8719"/>
                  <a:pt x="1512" y="9192"/>
                  <a:pt x="1733" y="9601"/>
                </a:cubicBezTo>
                <a:lnTo>
                  <a:pt x="95" y="11208"/>
                </a:lnTo>
                <a:cubicBezTo>
                  <a:pt x="0" y="11334"/>
                  <a:pt x="0" y="11555"/>
                  <a:pt x="95" y="11681"/>
                </a:cubicBezTo>
                <a:cubicBezTo>
                  <a:pt x="158" y="11744"/>
                  <a:pt x="252" y="11775"/>
                  <a:pt x="343" y="11775"/>
                </a:cubicBezTo>
                <a:cubicBezTo>
                  <a:pt x="433" y="11775"/>
                  <a:pt x="520" y="11744"/>
                  <a:pt x="567" y="11681"/>
                </a:cubicBezTo>
                <a:lnTo>
                  <a:pt x="2174" y="10074"/>
                </a:lnTo>
                <a:cubicBezTo>
                  <a:pt x="2318" y="10136"/>
                  <a:pt x="2465" y="10164"/>
                  <a:pt x="2609" y="10164"/>
                </a:cubicBezTo>
                <a:cubicBezTo>
                  <a:pt x="2904" y="10164"/>
                  <a:pt x="3180" y="10044"/>
                  <a:pt x="3371" y="9853"/>
                </a:cubicBezTo>
                <a:lnTo>
                  <a:pt x="3718" y="9507"/>
                </a:lnTo>
                <a:cubicBezTo>
                  <a:pt x="3930" y="9598"/>
                  <a:pt x="4148" y="9640"/>
                  <a:pt x="4363" y="9640"/>
                </a:cubicBezTo>
                <a:cubicBezTo>
                  <a:pt x="4818" y="9640"/>
                  <a:pt x="5255" y="9450"/>
                  <a:pt x="5576" y="9129"/>
                </a:cubicBezTo>
                <a:lnTo>
                  <a:pt x="5797" y="8877"/>
                </a:lnTo>
                <a:lnTo>
                  <a:pt x="4820" y="7900"/>
                </a:lnTo>
                <a:cubicBezTo>
                  <a:pt x="4694" y="7774"/>
                  <a:pt x="4694" y="7554"/>
                  <a:pt x="4820" y="7428"/>
                </a:cubicBezTo>
                <a:cubicBezTo>
                  <a:pt x="4883" y="7365"/>
                  <a:pt x="4970" y="7333"/>
                  <a:pt x="5057" y="7333"/>
                </a:cubicBezTo>
                <a:cubicBezTo>
                  <a:pt x="5143" y="7333"/>
                  <a:pt x="5230" y="7365"/>
                  <a:pt x="5293" y="7428"/>
                </a:cubicBezTo>
                <a:lnTo>
                  <a:pt x="6270" y="8404"/>
                </a:lnTo>
                <a:lnTo>
                  <a:pt x="8727" y="5978"/>
                </a:lnTo>
                <a:lnTo>
                  <a:pt x="8948" y="6199"/>
                </a:lnTo>
                <a:cubicBezTo>
                  <a:pt x="9152" y="6404"/>
                  <a:pt x="9420" y="6506"/>
                  <a:pt x="9688" y="6506"/>
                </a:cubicBezTo>
                <a:cubicBezTo>
                  <a:pt x="9956" y="6506"/>
                  <a:pt x="10223" y="6404"/>
                  <a:pt x="10428" y="6199"/>
                </a:cubicBezTo>
                <a:cubicBezTo>
                  <a:pt x="10806" y="5821"/>
                  <a:pt x="10806" y="5159"/>
                  <a:pt x="10428" y="4750"/>
                </a:cubicBezTo>
                <a:lnTo>
                  <a:pt x="9420" y="3773"/>
                </a:lnTo>
                <a:lnTo>
                  <a:pt x="9987" y="3206"/>
                </a:lnTo>
                <a:cubicBezTo>
                  <a:pt x="10176" y="3411"/>
                  <a:pt x="10444" y="3513"/>
                  <a:pt x="10712" y="3513"/>
                </a:cubicBezTo>
                <a:cubicBezTo>
                  <a:pt x="10980" y="3513"/>
                  <a:pt x="11247" y="3411"/>
                  <a:pt x="11436" y="3206"/>
                </a:cubicBezTo>
                <a:cubicBezTo>
                  <a:pt x="11846" y="2828"/>
                  <a:pt x="11846" y="2166"/>
                  <a:pt x="11436" y="1757"/>
                </a:cubicBezTo>
                <a:lnTo>
                  <a:pt x="10019" y="308"/>
                </a:lnTo>
                <a:cubicBezTo>
                  <a:pt x="9830" y="103"/>
                  <a:pt x="9562" y="0"/>
                  <a:pt x="9294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6078" name="Google Shape;6078;p71"/>
          <p:cNvGrpSpPr/>
          <p:nvPr/>
        </p:nvGrpSpPr>
        <p:grpSpPr>
          <a:xfrm>
            <a:off x="4022568" y="2472325"/>
            <a:ext cx="171034" cy="263910"/>
            <a:chOff x="-28032075" y="3916450"/>
            <a:chExt cx="191425" cy="295375"/>
          </a:xfrm>
        </p:grpSpPr>
        <p:sp>
          <p:nvSpPr>
            <p:cNvPr id="6079" name="Google Shape;6079;p71"/>
            <p:cNvSpPr/>
            <p:nvPr/>
          </p:nvSpPr>
          <p:spPr>
            <a:xfrm>
              <a:off x="-27996625" y="3916450"/>
              <a:ext cx="120525" cy="51225"/>
            </a:xfrm>
            <a:custGeom>
              <a:avLst/>
              <a:gdLst/>
              <a:ahLst/>
              <a:cxnLst/>
              <a:rect l="l" t="t" r="r" b="b"/>
              <a:pathLst>
                <a:path w="4821" h="2049" extrusionOk="0">
                  <a:moveTo>
                    <a:pt x="1040" y="0"/>
                  </a:moveTo>
                  <a:cubicBezTo>
                    <a:pt x="441" y="0"/>
                    <a:pt x="0" y="473"/>
                    <a:pt x="0" y="1040"/>
                  </a:cubicBezTo>
                  <a:cubicBezTo>
                    <a:pt x="0" y="1607"/>
                    <a:pt x="473" y="2048"/>
                    <a:pt x="1040" y="2048"/>
                  </a:cubicBezTo>
                  <a:lnTo>
                    <a:pt x="3781" y="2048"/>
                  </a:lnTo>
                  <a:cubicBezTo>
                    <a:pt x="4379" y="2048"/>
                    <a:pt x="4820" y="1575"/>
                    <a:pt x="4820" y="1040"/>
                  </a:cubicBezTo>
                  <a:cubicBezTo>
                    <a:pt x="4820" y="441"/>
                    <a:pt x="4348" y="0"/>
                    <a:pt x="378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80" name="Google Shape;6080;p71"/>
            <p:cNvSpPr/>
            <p:nvPr/>
          </p:nvSpPr>
          <p:spPr>
            <a:xfrm>
              <a:off x="-28032075" y="4089975"/>
              <a:ext cx="191425" cy="121850"/>
            </a:xfrm>
            <a:custGeom>
              <a:avLst/>
              <a:gdLst/>
              <a:ahLst/>
              <a:cxnLst/>
              <a:rect l="l" t="t" r="r" b="b"/>
              <a:pathLst>
                <a:path w="7657" h="4874" extrusionOk="0">
                  <a:moveTo>
                    <a:pt x="1733" y="715"/>
                  </a:moveTo>
                  <a:cubicBezTo>
                    <a:pt x="1954" y="715"/>
                    <a:pt x="2111" y="872"/>
                    <a:pt x="2111" y="1061"/>
                  </a:cubicBezTo>
                  <a:cubicBezTo>
                    <a:pt x="2111" y="1250"/>
                    <a:pt x="1954" y="1408"/>
                    <a:pt x="1733" y="1408"/>
                  </a:cubicBezTo>
                  <a:cubicBezTo>
                    <a:pt x="1544" y="1408"/>
                    <a:pt x="1387" y="1250"/>
                    <a:pt x="1387" y="1061"/>
                  </a:cubicBezTo>
                  <a:cubicBezTo>
                    <a:pt x="1418" y="872"/>
                    <a:pt x="1576" y="715"/>
                    <a:pt x="1733" y="715"/>
                  </a:cubicBezTo>
                  <a:close/>
                  <a:moveTo>
                    <a:pt x="3151" y="1376"/>
                  </a:moveTo>
                  <a:cubicBezTo>
                    <a:pt x="3372" y="1376"/>
                    <a:pt x="3529" y="1534"/>
                    <a:pt x="3529" y="1723"/>
                  </a:cubicBezTo>
                  <a:cubicBezTo>
                    <a:pt x="3529" y="1912"/>
                    <a:pt x="3372" y="2070"/>
                    <a:pt x="3151" y="2070"/>
                  </a:cubicBezTo>
                  <a:cubicBezTo>
                    <a:pt x="2962" y="2070"/>
                    <a:pt x="2804" y="1912"/>
                    <a:pt x="2804" y="1723"/>
                  </a:cubicBezTo>
                  <a:cubicBezTo>
                    <a:pt x="2804" y="1534"/>
                    <a:pt x="2962" y="1376"/>
                    <a:pt x="3151" y="1376"/>
                  </a:cubicBezTo>
                  <a:close/>
                  <a:moveTo>
                    <a:pt x="5199" y="2070"/>
                  </a:moveTo>
                  <a:cubicBezTo>
                    <a:pt x="5419" y="2070"/>
                    <a:pt x="5577" y="2227"/>
                    <a:pt x="5577" y="2448"/>
                  </a:cubicBezTo>
                  <a:cubicBezTo>
                    <a:pt x="5577" y="2637"/>
                    <a:pt x="5419" y="2794"/>
                    <a:pt x="5199" y="2794"/>
                  </a:cubicBezTo>
                  <a:cubicBezTo>
                    <a:pt x="5010" y="2794"/>
                    <a:pt x="4852" y="2637"/>
                    <a:pt x="4852" y="2448"/>
                  </a:cubicBezTo>
                  <a:cubicBezTo>
                    <a:pt x="4884" y="2227"/>
                    <a:pt x="5041" y="2070"/>
                    <a:pt x="5199" y="2070"/>
                  </a:cubicBezTo>
                  <a:close/>
                  <a:moveTo>
                    <a:pt x="3151" y="2794"/>
                  </a:moveTo>
                  <a:cubicBezTo>
                    <a:pt x="3372" y="2794"/>
                    <a:pt x="3529" y="2952"/>
                    <a:pt x="3529" y="3141"/>
                  </a:cubicBezTo>
                  <a:cubicBezTo>
                    <a:pt x="3529" y="3330"/>
                    <a:pt x="3372" y="3487"/>
                    <a:pt x="3151" y="3487"/>
                  </a:cubicBezTo>
                  <a:cubicBezTo>
                    <a:pt x="2962" y="3487"/>
                    <a:pt x="2804" y="3330"/>
                    <a:pt x="2804" y="3141"/>
                  </a:cubicBezTo>
                  <a:cubicBezTo>
                    <a:pt x="2804" y="2952"/>
                    <a:pt x="2962" y="2794"/>
                    <a:pt x="3151" y="2794"/>
                  </a:cubicBezTo>
                  <a:close/>
                  <a:moveTo>
                    <a:pt x="1748" y="1"/>
                  </a:moveTo>
                  <a:cubicBezTo>
                    <a:pt x="1181" y="1"/>
                    <a:pt x="615" y="166"/>
                    <a:pt x="63" y="494"/>
                  </a:cubicBezTo>
                  <a:cubicBezTo>
                    <a:pt x="63" y="715"/>
                    <a:pt x="0" y="872"/>
                    <a:pt x="0" y="1061"/>
                  </a:cubicBezTo>
                  <a:cubicBezTo>
                    <a:pt x="0" y="2196"/>
                    <a:pt x="536" y="3298"/>
                    <a:pt x="1418" y="4023"/>
                  </a:cubicBezTo>
                  <a:cubicBezTo>
                    <a:pt x="2111" y="4558"/>
                    <a:pt x="2962" y="4874"/>
                    <a:pt x="3844" y="4874"/>
                  </a:cubicBezTo>
                  <a:cubicBezTo>
                    <a:pt x="4096" y="4874"/>
                    <a:pt x="4380" y="4842"/>
                    <a:pt x="4663" y="4811"/>
                  </a:cubicBezTo>
                  <a:cubicBezTo>
                    <a:pt x="6144" y="4495"/>
                    <a:pt x="7341" y="3267"/>
                    <a:pt x="7625" y="1723"/>
                  </a:cubicBezTo>
                  <a:cubicBezTo>
                    <a:pt x="7656" y="1439"/>
                    <a:pt x="7656" y="1219"/>
                    <a:pt x="7656" y="935"/>
                  </a:cubicBezTo>
                  <a:lnTo>
                    <a:pt x="7656" y="935"/>
                  </a:lnTo>
                  <a:cubicBezTo>
                    <a:pt x="7033" y="1235"/>
                    <a:pt x="6444" y="1354"/>
                    <a:pt x="5904" y="1354"/>
                  </a:cubicBezTo>
                  <a:cubicBezTo>
                    <a:pt x="4969" y="1354"/>
                    <a:pt x="4183" y="1000"/>
                    <a:pt x="3624" y="620"/>
                  </a:cubicBezTo>
                  <a:cubicBezTo>
                    <a:pt x="3010" y="206"/>
                    <a:pt x="2378" y="1"/>
                    <a:pt x="174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81" name="Google Shape;6081;p71"/>
            <p:cNvSpPr/>
            <p:nvPr/>
          </p:nvSpPr>
          <p:spPr>
            <a:xfrm>
              <a:off x="-28024975" y="3985750"/>
              <a:ext cx="181950" cy="121975"/>
            </a:xfrm>
            <a:custGeom>
              <a:avLst/>
              <a:gdLst/>
              <a:ahLst/>
              <a:cxnLst/>
              <a:rect l="l" t="t" r="r" b="b"/>
              <a:pathLst>
                <a:path w="7278" h="4879" extrusionOk="0">
                  <a:moveTo>
                    <a:pt x="1827" y="1"/>
                  </a:moveTo>
                  <a:lnTo>
                    <a:pt x="1827" y="1639"/>
                  </a:lnTo>
                  <a:cubicBezTo>
                    <a:pt x="1827" y="1765"/>
                    <a:pt x="1733" y="1891"/>
                    <a:pt x="1607" y="1922"/>
                  </a:cubicBezTo>
                  <a:cubicBezTo>
                    <a:pt x="914" y="2363"/>
                    <a:pt x="315" y="3025"/>
                    <a:pt x="0" y="3813"/>
                  </a:cubicBezTo>
                  <a:cubicBezTo>
                    <a:pt x="492" y="3611"/>
                    <a:pt x="988" y="3505"/>
                    <a:pt x="1488" y="3505"/>
                  </a:cubicBezTo>
                  <a:cubicBezTo>
                    <a:pt x="2237" y="3505"/>
                    <a:pt x="2993" y="3743"/>
                    <a:pt x="3749" y="4254"/>
                  </a:cubicBezTo>
                  <a:cubicBezTo>
                    <a:pt x="4370" y="4673"/>
                    <a:pt x="5000" y="4878"/>
                    <a:pt x="5629" y="4878"/>
                  </a:cubicBezTo>
                  <a:cubicBezTo>
                    <a:pt x="6181" y="4878"/>
                    <a:pt x="6733" y="4721"/>
                    <a:pt x="7278" y="4411"/>
                  </a:cubicBezTo>
                  <a:cubicBezTo>
                    <a:pt x="7057" y="3372"/>
                    <a:pt x="6427" y="2427"/>
                    <a:pt x="5450" y="1922"/>
                  </a:cubicBezTo>
                  <a:cubicBezTo>
                    <a:pt x="5356" y="1859"/>
                    <a:pt x="5293" y="1765"/>
                    <a:pt x="5293" y="1639"/>
                  </a:cubicBezTo>
                  <a:lnTo>
                    <a:pt x="529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082" name="Google Shape;6082;p71"/>
          <p:cNvGrpSpPr/>
          <p:nvPr/>
        </p:nvGrpSpPr>
        <p:grpSpPr>
          <a:xfrm>
            <a:off x="5646577" y="1791888"/>
            <a:ext cx="264625" cy="264625"/>
            <a:chOff x="-26201650" y="3176075"/>
            <a:chExt cx="296175" cy="296175"/>
          </a:xfrm>
        </p:grpSpPr>
        <p:sp>
          <p:nvSpPr>
            <p:cNvPr id="6083" name="Google Shape;6083;p71"/>
            <p:cNvSpPr/>
            <p:nvPr/>
          </p:nvSpPr>
          <p:spPr>
            <a:xfrm>
              <a:off x="-26082700" y="3176075"/>
              <a:ext cx="51200" cy="226875"/>
            </a:xfrm>
            <a:custGeom>
              <a:avLst/>
              <a:gdLst/>
              <a:ahLst/>
              <a:cxnLst/>
              <a:rect l="l" t="t" r="r" b="b"/>
              <a:pathLst>
                <a:path w="2048" h="9075" extrusionOk="0">
                  <a:moveTo>
                    <a:pt x="1071" y="1"/>
                  </a:moveTo>
                  <a:cubicBezTo>
                    <a:pt x="882" y="1"/>
                    <a:pt x="725" y="158"/>
                    <a:pt x="725" y="347"/>
                  </a:cubicBezTo>
                  <a:lnTo>
                    <a:pt x="725" y="6554"/>
                  </a:lnTo>
                  <a:cubicBezTo>
                    <a:pt x="473" y="6900"/>
                    <a:pt x="0" y="7656"/>
                    <a:pt x="0" y="8034"/>
                  </a:cubicBezTo>
                  <a:cubicBezTo>
                    <a:pt x="0" y="8633"/>
                    <a:pt x="473" y="9074"/>
                    <a:pt x="1040" y="9074"/>
                  </a:cubicBezTo>
                  <a:cubicBezTo>
                    <a:pt x="1638" y="9074"/>
                    <a:pt x="2048" y="8602"/>
                    <a:pt x="2048" y="8034"/>
                  </a:cubicBezTo>
                  <a:cubicBezTo>
                    <a:pt x="2048" y="7656"/>
                    <a:pt x="1638" y="6900"/>
                    <a:pt x="1355" y="6554"/>
                  </a:cubicBezTo>
                  <a:lnTo>
                    <a:pt x="1355" y="347"/>
                  </a:lnTo>
                  <a:cubicBezTo>
                    <a:pt x="1386" y="158"/>
                    <a:pt x="1260" y="1"/>
                    <a:pt x="107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84" name="Google Shape;6084;p71"/>
            <p:cNvSpPr/>
            <p:nvPr/>
          </p:nvSpPr>
          <p:spPr>
            <a:xfrm>
              <a:off x="-26201650" y="3317075"/>
              <a:ext cx="296175" cy="155175"/>
            </a:xfrm>
            <a:custGeom>
              <a:avLst/>
              <a:gdLst/>
              <a:ahLst/>
              <a:cxnLst/>
              <a:rect l="l" t="t" r="r" b="b"/>
              <a:pathLst>
                <a:path w="11847" h="6207" extrusionOk="0">
                  <a:moveTo>
                    <a:pt x="3939" y="662"/>
                  </a:moveTo>
                  <a:cubicBezTo>
                    <a:pt x="3876" y="914"/>
                    <a:pt x="3750" y="1134"/>
                    <a:pt x="3624" y="1323"/>
                  </a:cubicBezTo>
                  <a:cubicBezTo>
                    <a:pt x="3624" y="1386"/>
                    <a:pt x="3593" y="1418"/>
                    <a:pt x="3593" y="1481"/>
                  </a:cubicBezTo>
                  <a:cubicBezTo>
                    <a:pt x="3277" y="1292"/>
                    <a:pt x="2836" y="1229"/>
                    <a:pt x="2490" y="1229"/>
                  </a:cubicBezTo>
                  <a:cubicBezTo>
                    <a:pt x="1986" y="1229"/>
                    <a:pt x="1293" y="1386"/>
                    <a:pt x="1041" y="1859"/>
                  </a:cubicBezTo>
                  <a:cubicBezTo>
                    <a:pt x="915" y="2048"/>
                    <a:pt x="757" y="2111"/>
                    <a:pt x="568" y="2111"/>
                  </a:cubicBezTo>
                  <a:lnTo>
                    <a:pt x="568" y="1008"/>
                  </a:lnTo>
                  <a:cubicBezTo>
                    <a:pt x="568" y="819"/>
                    <a:pt x="726" y="662"/>
                    <a:pt x="915" y="662"/>
                  </a:cubicBezTo>
                  <a:close/>
                  <a:moveTo>
                    <a:pt x="10681" y="662"/>
                  </a:moveTo>
                  <a:cubicBezTo>
                    <a:pt x="10870" y="662"/>
                    <a:pt x="11028" y="819"/>
                    <a:pt x="11028" y="1008"/>
                  </a:cubicBezTo>
                  <a:lnTo>
                    <a:pt x="11028" y="2111"/>
                  </a:lnTo>
                  <a:cubicBezTo>
                    <a:pt x="10870" y="2111"/>
                    <a:pt x="10681" y="2048"/>
                    <a:pt x="10555" y="1859"/>
                  </a:cubicBezTo>
                  <a:cubicBezTo>
                    <a:pt x="10335" y="1449"/>
                    <a:pt x="9894" y="1229"/>
                    <a:pt x="9452" y="1229"/>
                  </a:cubicBezTo>
                  <a:cubicBezTo>
                    <a:pt x="9011" y="1229"/>
                    <a:pt x="8602" y="1449"/>
                    <a:pt x="8350" y="1859"/>
                  </a:cubicBezTo>
                  <a:cubicBezTo>
                    <a:pt x="8318" y="1922"/>
                    <a:pt x="8224" y="2016"/>
                    <a:pt x="8192" y="2048"/>
                  </a:cubicBezTo>
                  <a:cubicBezTo>
                    <a:pt x="8161" y="1733"/>
                    <a:pt x="8003" y="1292"/>
                    <a:pt x="7657" y="662"/>
                  </a:cubicBezTo>
                  <a:close/>
                  <a:moveTo>
                    <a:pt x="2332" y="2741"/>
                  </a:moveTo>
                  <a:cubicBezTo>
                    <a:pt x="2521" y="2741"/>
                    <a:pt x="2679" y="2899"/>
                    <a:pt x="2679" y="3119"/>
                  </a:cubicBezTo>
                  <a:cubicBezTo>
                    <a:pt x="2679" y="3308"/>
                    <a:pt x="2521" y="3466"/>
                    <a:pt x="2332" y="3466"/>
                  </a:cubicBezTo>
                  <a:cubicBezTo>
                    <a:pt x="2143" y="3466"/>
                    <a:pt x="1986" y="3308"/>
                    <a:pt x="1986" y="3119"/>
                  </a:cubicBezTo>
                  <a:cubicBezTo>
                    <a:pt x="1986" y="2899"/>
                    <a:pt x="2143" y="2741"/>
                    <a:pt x="2332" y="2741"/>
                  </a:cubicBezTo>
                  <a:close/>
                  <a:moveTo>
                    <a:pt x="9295" y="2741"/>
                  </a:moveTo>
                  <a:cubicBezTo>
                    <a:pt x="9484" y="2741"/>
                    <a:pt x="9641" y="2899"/>
                    <a:pt x="9641" y="3119"/>
                  </a:cubicBezTo>
                  <a:cubicBezTo>
                    <a:pt x="9641" y="3308"/>
                    <a:pt x="9484" y="3466"/>
                    <a:pt x="9295" y="3466"/>
                  </a:cubicBezTo>
                  <a:cubicBezTo>
                    <a:pt x="9106" y="3466"/>
                    <a:pt x="8948" y="3308"/>
                    <a:pt x="8948" y="3119"/>
                  </a:cubicBezTo>
                  <a:cubicBezTo>
                    <a:pt x="8948" y="2899"/>
                    <a:pt x="9106" y="2741"/>
                    <a:pt x="9295" y="2741"/>
                  </a:cubicBezTo>
                  <a:close/>
                  <a:moveTo>
                    <a:pt x="1608" y="4127"/>
                  </a:moveTo>
                  <a:cubicBezTo>
                    <a:pt x="1828" y="4127"/>
                    <a:pt x="1986" y="4285"/>
                    <a:pt x="1986" y="4474"/>
                  </a:cubicBezTo>
                  <a:cubicBezTo>
                    <a:pt x="1986" y="4694"/>
                    <a:pt x="1828" y="4852"/>
                    <a:pt x="1608" y="4852"/>
                  </a:cubicBezTo>
                  <a:cubicBezTo>
                    <a:pt x="1419" y="4852"/>
                    <a:pt x="1261" y="4694"/>
                    <a:pt x="1261" y="4474"/>
                  </a:cubicBezTo>
                  <a:cubicBezTo>
                    <a:pt x="1261" y="4285"/>
                    <a:pt x="1419" y="4127"/>
                    <a:pt x="1608" y="4127"/>
                  </a:cubicBezTo>
                  <a:close/>
                  <a:moveTo>
                    <a:pt x="3025" y="4127"/>
                  </a:moveTo>
                  <a:cubicBezTo>
                    <a:pt x="3246" y="4127"/>
                    <a:pt x="3404" y="4285"/>
                    <a:pt x="3404" y="4474"/>
                  </a:cubicBezTo>
                  <a:cubicBezTo>
                    <a:pt x="3404" y="4694"/>
                    <a:pt x="3183" y="4852"/>
                    <a:pt x="3025" y="4852"/>
                  </a:cubicBezTo>
                  <a:cubicBezTo>
                    <a:pt x="2836" y="4852"/>
                    <a:pt x="2679" y="4694"/>
                    <a:pt x="2679" y="4474"/>
                  </a:cubicBezTo>
                  <a:cubicBezTo>
                    <a:pt x="2679" y="4285"/>
                    <a:pt x="2836" y="4127"/>
                    <a:pt x="3025" y="4127"/>
                  </a:cubicBezTo>
                  <a:close/>
                  <a:moveTo>
                    <a:pt x="8602" y="4127"/>
                  </a:moveTo>
                  <a:cubicBezTo>
                    <a:pt x="8791" y="4127"/>
                    <a:pt x="8948" y="4285"/>
                    <a:pt x="8948" y="4474"/>
                  </a:cubicBezTo>
                  <a:cubicBezTo>
                    <a:pt x="8948" y="4694"/>
                    <a:pt x="8791" y="4852"/>
                    <a:pt x="8602" y="4852"/>
                  </a:cubicBezTo>
                  <a:cubicBezTo>
                    <a:pt x="8381" y="4852"/>
                    <a:pt x="8224" y="4694"/>
                    <a:pt x="8224" y="4474"/>
                  </a:cubicBezTo>
                  <a:cubicBezTo>
                    <a:pt x="8224" y="4285"/>
                    <a:pt x="8381" y="4127"/>
                    <a:pt x="8602" y="4127"/>
                  </a:cubicBezTo>
                  <a:close/>
                  <a:moveTo>
                    <a:pt x="9957" y="4127"/>
                  </a:moveTo>
                  <a:cubicBezTo>
                    <a:pt x="10177" y="4127"/>
                    <a:pt x="10335" y="4285"/>
                    <a:pt x="10335" y="4474"/>
                  </a:cubicBezTo>
                  <a:cubicBezTo>
                    <a:pt x="10335" y="4694"/>
                    <a:pt x="10177" y="4852"/>
                    <a:pt x="9957" y="4852"/>
                  </a:cubicBezTo>
                  <a:cubicBezTo>
                    <a:pt x="9768" y="4852"/>
                    <a:pt x="9610" y="4694"/>
                    <a:pt x="9610" y="4474"/>
                  </a:cubicBezTo>
                  <a:cubicBezTo>
                    <a:pt x="9610" y="4285"/>
                    <a:pt x="9768" y="4127"/>
                    <a:pt x="9957" y="4127"/>
                  </a:cubicBezTo>
                  <a:close/>
                  <a:moveTo>
                    <a:pt x="1041" y="0"/>
                  </a:moveTo>
                  <a:cubicBezTo>
                    <a:pt x="442" y="0"/>
                    <a:pt x="1" y="473"/>
                    <a:pt x="1" y="1008"/>
                  </a:cubicBezTo>
                  <a:lnTo>
                    <a:pt x="1" y="5860"/>
                  </a:lnTo>
                  <a:cubicBezTo>
                    <a:pt x="1" y="6049"/>
                    <a:pt x="159" y="6207"/>
                    <a:pt x="348" y="6207"/>
                  </a:cubicBezTo>
                  <a:lnTo>
                    <a:pt x="11500" y="6207"/>
                  </a:lnTo>
                  <a:cubicBezTo>
                    <a:pt x="11689" y="6207"/>
                    <a:pt x="11847" y="6049"/>
                    <a:pt x="11847" y="5860"/>
                  </a:cubicBezTo>
                  <a:lnTo>
                    <a:pt x="11847" y="1008"/>
                  </a:lnTo>
                  <a:cubicBezTo>
                    <a:pt x="11752" y="441"/>
                    <a:pt x="11280" y="0"/>
                    <a:pt x="10713" y="0"/>
                  </a:cubicBezTo>
                  <a:lnTo>
                    <a:pt x="7058" y="0"/>
                  </a:lnTo>
                  <a:cubicBezTo>
                    <a:pt x="6775" y="0"/>
                    <a:pt x="6617" y="315"/>
                    <a:pt x="6775" y="536"/>
                  </a:cubicBezTo>
                  <a:cubicBezTo>
                    <a:pt x="7342" y="1323"/>
                    <a:pt x="7594" y="1953"/>
                    <a:pt x="7594" y="2426"/>
                  </a:cubicBezTo>
                  <a:cubicBezTo>
                    <a:pt x="7594" y="2899"/>
                    <a:pt x="7405" y="3371"/>
                    <a:pt x="7027" y="3749"/>
                  </a:cubicBezTo>
                  <a:cubicBezTo>
                    <a:pt x="6686" y="4033"/>
                    <a:pt x="6243" y="4163"/>
                    <a:pt x="5813" y="4163"/>
                  </a:cubicBezTo>
                  <a:cubicBezTo>
                    <a:pt x="5766" y="4163"/>
                    <a:pt x="5719" y="4162"/>
                    <a:pt x="5672" y="4159"/>
                  </a:cubicBezTo>
                  <a:cubicBezTo>
                    <a:pt x="5168" y="4127"/>
                    <a:pt x="4695" y="3812"/>
                    <a:pt x="4443" y="3340"/>
                  </a:cubicBezTo>
                  <a:cubicBezTo>
                    <a:pt x="4128" y="2835"/>
                    <a:pt x="4097" y="2205"/>
                    <a:pt x="4349" y="1638"/>
                  </a:cubicBezTo>
                  <a:cubicBezTo>
                    <a:pt x="4506" y="1323"/>
                    <a:pt x="4695" y="945"/>
                    <a:pt x="4979" y="536"/>
                  </a:cubicBezTo>
                  <a:cubicBezTo>
                    <a:pt x="5136" y="315"/>
                    <a:pt x="4979" y="0"/>
                    <a:pt x="469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085" name="Google Shape;6085;p71"/>
          <p:cNvGrpSpPr/>
          <p:nvPr/>
        </p:nvGrpSpPr>
        <p:grpSpPr>
          <a:xfrm>
            <a:off x="5646220" y="2134804"/>
            <a:ext cx="265340" cy="263910"/>
            <a:chOff x="-26204800" y="3547050"/>
            <a:chExt cx="296975" cy="295375"/>
          </a:xfrm>
        </p:grpSpPr>
        <p:sp>
          <p:nvSpPr>
            <p:cNvPr id="6086" name="Google Shape;6086;p71"/>
            <p:cNvSpPr/>
            <p:nvPr/>
          </p:nvSpPr>
          <p:spPr>
            <a:xfrm>
              <a:off x="-26204000" y="3669125"/>
              <a:ext cx="296175" cy="173300"/>
            </a:xfrm>
            <a:custGeom>
              <a:avLst/>
              <a:gdLst/>
              <a:ahLst/>
              <a:cxnLst/>
              <a:rect l="l" t="t" r="r" b="b"/>
              <a:pathLst>
                <a:path w="11847" h="6932" extrusionOk="0">
                  <a:moveTo>
                    <a:pt x="7656" y="3466"/>
                  </a:moveTo>
                  <a:lnTo>
                    <a:pt x="7656" y="4852"/>
                  </a:lnTo>
                  <a:lnTo>
                    <a:pt x="6963" y="4852"/>
                  </a:lnTo>
                  <a:lnTo>
                    <a:pt x="6963" y="3466"/>
                  </a:lnTo>
                  <a:close/>
                  <a:moveTo>
                    <a:pt x="9074" y="3466"/>
                  </a:moveTo>
                  <a:lnTo>
                    <a:pt x="9074" y="4852"/>
                  </a:lnTo>
                  <a:lnTo>
                    <a:pt x="8381" y="4852"/>
                  </a:lnTo>
                  <a:lnTo>
                    <a:pt x="8381" y="3466"/>
                  </a:lnTo>
                  <a:close/>
                  <a:moveTo>
                    <a:pt x="10460" y="3435"/>
                  </a:moveTo>
                  <a:lnTo>
                    <a:pt x="10460" y="4852"/>
                  </a:lnTo>
                  <a:lnTo>
                    <a:pt x="9735" y="4852"/>
                  </a:lnTo>
                  <a:lnTo>
                    <a:pt x="9735" y="3466"/>
                  </a:lnTo>
                  <a:lnTo>
                    <a:pt x="10114" y="3466"/>
                  </a:lnTo>
                  <a:cubicBezTo>
                    <a:pt x="10208" y="3466"/>
                    <a:pt x="10334" y="3466"/>
                    <a:pt x="10460" y="3435"/>
                  </a:cubicBezTo>
                  <a:close/>
                  <a:moveTo>
                    <a:pt x="10114" y="1"/>
                  </a:moveTo>
                  <a:cubicBezTo>
                    <a:pt x="9515" y="1"/>
                    <a:pt x="9042" y="442"/>
                    <a:pt x="8633" y="788"/>
                  </a:cubicBezTo>
                  <a:cubicBezTo>
                    <a:pt x="8318" y="1103"/>
                    <a:pt x="8034" y="1387"/>
                    <a:pt x="7656" y="1387"/>
                  </a:cubicBezTo>
                  <a:cubicBezTo>
                    <a:pt x="7404" y="1387"/>
                    <a:pt x="7121" y="1229"/>
                    <a:pt x="7026" y="946"/>
                  </a:cubicBezTo>
                  <a:cubicBezTo>
                    <a:pt x="6974" y="815"/>
                    <a:pt x="6855" y="749"/>
                    <a:pt x="6708" y="749"/>
                  </a:cubicBezTo>
                  <a:cubicBezTo>
                    <a:pt x="6679" y="749"/>
                    <a:pt x="6648" y="752"/>
                    <a:pt x="6617" y="757"/>
                  </a:cubicBezTo>
                  <a:cubicBezTo>
                    <a:pt x="6018" y="914"/>
                    <a:pt x="5577" y="1481"/>
                    <a:pt x="5577" y="2080"/>
                  </a:cubicBezTo>
                  <a:cubicBezTo>
                    <a:pt x="5577" y="2616"/>
                    <a:pt x="5860" y="3025"/>
                    <a:pt x="6301" y="3277"/>
                  </a:cubicBezTo>
                  <a:lnTo>
                    <a:pt x="6301" y="4758"/>
                  </a:lnTo>
                  <a:cubicBezTo>
                    <a:pt x="6238" y="4758"/>
                    <a:pt x="6207" y="4726"/>
                    <a:pt x="6144" y="4726"/>
                  </a:cubicBezTo>
                  <a:lnTo>
                    <a:pt x="4443" y="3813"/>
                  </a:lnTo>
                  <a:cubicBezTo>
                    <a:pt x="4002" y="3592"/>
                    <a:pt x="3498" y="3466"/>
                    <a:pt x="2993" y="3466"/>
                  </a:cubicBezTo>
                  <a:lnTo>
                    <a:pt x="347" y="3466"/>
                  </a:lnTo>
                  <a:cubicBezTo>
                    <a:pt x="158" y="3466"/>
                    <a:pt x="0" y="3624"/>
                    <a:pt x="0" y="3813"/>
                  </a:cubicBezTo>
                  <a:lnTo>
                    <a:pt x="0" y="5199"/>
                  </a:lnTo>
                  <a:cubicBezTo>
                    <a:pt x="0" y="5388"/>
                    <a:pt x="158" y="5546"/>
                    <a:pt x="347" y="5546"/>
                  </a:cubicBezTo>
                  <a:lnTo>
                    <a:pt x="2993" y="5546"/>
                  </a:lnTo>
                  <a:cubicBezTo>
                    <a:pt x="3371" y="5546"/>
                    <a:pt x="3781" y="5672"/>
                    <a:pt x="4128" y="5829"/>
                  </a:cubicBezTo>
                  <a:lnTo>
                    <a:pt x="5829" y="6743"/>
                  </a:lnTo>
                  <a:cubicBezTo>
                    <a:pt x="6049" y="6869"/>
                    <a:pt x="6364" y="6932"/>
                    <a:pt x="6648" y="6932"/>
                  </a:cubicBezTo>
                  <a:lnTo>
                    <a:pt x="10807" y="6932"/>
                  </a:lnTo>
                  <a:cubicBezTo>
                    <a:pt x="11405" y="6932"/>
                    <a:pt x="11846" y="6459"/>
                    <a:pt x="11846" y="5924"/>
                  </a:cubicBezTo>
                  <a:cubicBezTo>
                    <a:pt x="11846" y="5483"/>
                    <a:pt x="11563" y="5073"/>
                    <a:pt x="11122" y="4915"/>
                  </a:cubicBezTo>
                  <a:lnTo>
                    <a:pt x="11122" y="3120"/>
                  </a:lnTo>
                  <a:cubicBezTo>
                    <a:pt x="11563" y="2805"/>
                    <a:pt x="11846" y="2301"/>
                    <a:pt x="11846" y="1733"/>
                  </a:cubicBezTo>
                  <a:cubicBezTo>
                    <a:pt x="11846" y="788"/>
                    <a:pt x="11059" y="1"/>
                    <a:pt x="1011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87" name="Google Shape;6087;p71"/>
            <p:cNvSpPr/>
            <p:nvPr/>
          </p:nvSpPr>
          <p:spPr>
            <a:xfrm>
              <a:off x="-26204800" y="3547050"/>
              <a:ext cx="296975" cy="122100"/>
            </a:xfrm>
            <a:custGeom>
              <a:avLst/>
              <a:gdLst/>
              <a:ahLst/>
              <a:cxnLst/>
              <a:rect l="l" t="t" r="r" b="b"/>
              <a:pathLst>
                <a:path w="11879" h="4884" extrusionOk="0">
                  <a:moveTo>
                    <a:pt x="10839" y="1702"/>
                  </a:moveTo>
                  <a:cubicBezTo>
                    <a:pt x="11028" y="1702"/>
                    <a:pt x="11185" y="1859"/>
                    <a:pt x="11185" y="2048"/>
                  </a:cubicBezTo>
                  <a:cubicBezTo>
                    <a:pt x="11154" y="2269"/>
                    <a:pt x="10996" y="2426"/>
                    <a:pt x="10839" y="2426"/>
                  </a:cubicBezTo>
                  <a:lnTo>
                    <a:pt x="10492" y="2426"/>
                  </a:lnTo>
                  <a:lnTo>
                    <a:pt x="10492" y="1702"/>
                  </a:lnTo>
                  <a:close/>
                  <a:moveTo>
                    <a:pt x="726" y="725"/>
                  </a:moveTo>
                  <a:lnTo>
                    <a:pt x="1419" y="757"/>
                  </a:lnTo>
                  <a:lnTo>
                    <a:pt x="1419" y="4002"/>
                  </a:lnTo>
                  <a:lnTo>
                    <a:pt x="726" y="4096"/>
                  </a:lnTo>
                  <a:lnTo>
                    <a:pt x="726" y="725"/>
                  </a:lnTo>
                  <a:close/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4537"/>
                  </a:lnTo>
                  <a:cubicBezTo>
                    <a:pt x="1" y="4726"/>
                    <a:pt x="221" y="4884"/>
                    <a:pt x="411" y="4884"/>
                  </a:cubicBezTo>
                  <a:lnTo>
                    <a:pt x="9578" y="3592"/>
                  </a:lnTo>
                  <a:cubicBezTo>
                    <a:pt x="9862" y="3561"/>
                    <a:pt x="10083" y="3403"/>
                    <a:pt x="10240" y="3151"/>
                  </a:cubicBezTo>
                  <a:lnTo>
                    <a:pt x="10807" y="3151"/>
                  </a:lnTo>
                  <a:cubicBezTo>
                    <a:pt x="11406" y="3151"/>
                    <a:pt x="11815" y="2678"/>
                    <a:pt x="11815" y="2143"/>
                  </a:cubicBezTo>
                  <a:cubicBezTo>
                    <a:pt x="11878" y="1513"/>
                    <a:pt x="11406" y="1040"/>
                    <a:pt x="10839" y="1040"/>
                  </a:cubicBezTo>
                  <a:lnTo>
                    <a:pt x="10240" y="1040"/>
                  </a:lnTo>
                  <a:cubicBezTo>
                    <a:pt x="10083" y="788"/>
                    <a:pt x="9831" y="694"/>
                    <a:pt x="9515" y="631"/>
                  </a:cubicBezTo>
                  <a:lnTo>
                    <a:pt x="37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6088" name="Google Shape;6088;p71"/>
          <p:cNvSpPr/>
          <p:nvPr/>
        </p:nvSpPr>
        <p:spPr>
          <a:xfrm>
            <a:off x="5670885" y="2471925"/>
            <a:ext cx="216757" cy="264625"/>
          </a:xfrm>
          <a:custGeom>
            <a:avLst/>
            <a:gdLst/>
            <a:ahLst/>
            <a:cxnLst/>
            <a:rect l="l" t="t" r="r" b="b"/>
            <a:pathLst>
              <a:path w="9704" h="11847" extrusionOk="0">
                <a:moveTo>
                  <a:pt x="7687" y="662"/>
                </a:moveTo>
                <a:cubicBezTo>
                  <a:pt x="7813" y="945"/>
                  <a:pt x="7971" y="1134"/>
                  <a:pt x="8160" y="1386"/>
                </a:cubicBezTo>
                <a:lnTo>
                  <a:pt x="1008" y="1386"/>
                </a:lnTo>
                <a:cubicBezTo>
                  <a:pt x="788" y="1386"/>
                  <a:pt x="630" y="1229"/>
                  <a:pt x="630" y="1040"/>
                </a:cubicBezTo>
                <a:cubicBezTo>
                  <a:pt x="630" y="819"/>
                  <a:pt x="788" y="662"/>
                  <a:pt x="1008" y="662"/>
                </a:cubicBezTo>
                <a:close/>
                <a:moveTo>
                  <a:pt x="6553" y="3466"/>
                </a:moveTo>
                <a:cubicBezTo>
                  <a:pt x="6742" y="3466"/>
                  <a:pt x="6900" y="3623"/>
                  <a:pt x="6900" y="3812"/>
                </a:cubicBezTo>
                <a:lnTo>
                  <a:pt x="6900" y="4852"/>
                </a:lnTo>
                <a:lnTo>
                  <a:pt x="7939" y="4852"/>
                </a:lnTo>
                <a:cubicBezTo>
                  <a:pt x="8128" y="4852"/>
                  <a:pt x="8286" y="5009"/>
                  <a:pt x="8286" y="5199"/>
                </a:cubicBezTo>
                <a:lnTo>
                  <a:pt x="8286" y="6585"/>
                </a:lnTo>
                <a:cubicBezTo>
                  <a:pt x="8286" y="6774"/>
                  <a:pt x="8128" y="6931"/>
                  <a:pt x="7939" y="6931"/>
                </a:cubicBezTo>
                <a:lnTo>
                  <a:pt x="6900" y="6931"/>
                </a:lnTo>
                <a:lnTo>
                  <a:pt x="6900" y="7971"/>
                </a:lnTo>
                <a:cubicBezTo>
                  <a:pt x="6900" y="8160"/>
                  <a:pt x="6742" y="8317"/>
                  <a:pt x="6553" y="8317"/>
                </a:cubicBezTo>
                <a:lnTo>
                  <a:pt x="5167" y="8317"/>
                </a:lnTo>
                <a:cubicBezTo>
                  <a:pt x="4978" y="8317"/>
                  <a:pt x="4820" y="8160"/>
                  <a:pt x="4820" y="7971"/>
                </a:cubicBezTo>
                <a:lnTo>
                  <a:pt x="4820" y="6931"/>
                </a:lnTo>
                <a:lnTo>
                  <a:pt x="3781" y="6931"/>
                </a:lnTo>
                <a:cubicBezTo>
                  <a:pt x="3592" y="6931"/>
                  <a:pt x="3434" y="6774"/>
                  <a:pt x="3434" y="6585"/>
                </a:cubicBezTo>
                <a:lnTo>
                  <a:pt x="3434" y="5199"/>
                </a:lnTo>
                <a:cubicBezTo>
                  <a:pt x="3434" y="5009"/>
                  <a:pt x="3592" y="4852"/>
                  <a:pt x="3781" y="4852"/>
                </a:cubicBezTo>
                <a:lnTo>
                  <a:pt x="4820" y="4852"/>
                </a:lnTo>
                <a:lnTo>
                  <a:pt x="4820" y="3812"/>
                </a:lnTo>
                <a:cubicBezTo>
                  <a:pt x="4820" y="3623"/>
                  <a:pt x="4978" y="3466"/>
                  <a:pt x="5167" y="3466"/>
                </a:cubicBezTo>
                <a:close/>
                <a:moveTo>
                  <a:pt x="7939" y="9735"/>
                </a:moveTo>
                <a:cubicBezTo>
                  <a:pt x="8128" y="9735"/>
                  <a:pt x="8286" y="9893"/>
                  <a:pt x="8286" y="10082"/>
                </a:cubicBezTo>
                <a:cubicBezTo>
                  <a:pt x="8286" y="10334"/>
                  <a:pt x="8128" y="10428"/>
                  <a:pt x="7939" y="10428"/>
                </a:cubicBezTo>
                <a:lnTo>
                  <a:pt x="3749" y="10428"/>
                </a:lnTo>
                <a:cubicBezTo>
                  <a:pt x="3560" y="10428"/>
                  <a:pt x="3403" y="10271"/>
                  <a:pt x="3403" y="10082"/>
                </a:cubicBezTo>
                <a:cubicBezTo>
                  <a:pt x="3403" y="9893"/>
                  <a:pt x="3560" y="9735"/>
                  <a:pt x="3749" y="9735"/>
                </a:cubicBezTo>
                <a:close/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lnTo>
                  <a:pt x="0" y="10428"/>
                </a:lnTo>
                <a:cubicBezTo>
                  <a:pt x="0" y="11184"/>
                  <a:pt x="630" y="11815"/>
                  <a:pt x="1386" y="11815"/>
                </a:cubicBezTo>
                <a:lnTo>
                  <a:pt x="1386" y="2048"/>
                </a:lnTo>
                <a:lnTo>
                  <a:pt x="2111" y="2048"/>
                </a:lnTo>
                <a:lnTo>
                  <a:pt x="2111" y="11815"/>
                </a:lnTo>
                <a:lnTo>
                  <a:pt x="9357" y="11815"/>
                </a:lnTo>
                <a:lnTo>
                  <a:pt x="9357" y="11846"/>
                </a:lnTo>
                <a:cubicBezTo>
                  <a:pt x="9546" y="11846"/>
                  <a:pt x="9704" y="11688"/>
                  <a:pt x="9704" y="11499"/>
                </a:cubicBezTo>
                <a:lnTo>
                  <a:pt x="9704" y="1733"/>
                </a:lnTo>
                <a:cubicBezTo>
                  <a:pt x="9704" y="1607"/>
                  <a:pt x="9609" y="1449"/>
                  <a:pt x="9452" y="1418"/>
                </a:cubicBezTo>
                <a:cubicBezTo>
                  <a:pt x="8822" y="1166"/>
                  <a:pt x="8443" y="756"/>
                  <a:pt x="8286" y="252"/>
                </a:cubicBezTo>
                <a:cubicBezTo>
                  <a:pt x="8254" y="95"/>
                  <a:pt x="8097" y="0"/>
                  <a:pt x="7971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6089" name="Google Shape;6089;p71"/>
          <p:cNvGrpSpPr/>
          <p:nvPr/>
        </p:nvGrpSpPr>
        <p:grpSpPr>
          <a:xfrm>
            <a:off x="4649661" y="2832288"/>
            <a:ext cx="258996" cy="264625"/>
            <a:chOff x="-24353875" y="3147725"/>
            <a:chExt cx="289875" cy="296175"/>
          </a:xfrm>
        </p:grpSpPr>
        <p:sp>
          <p:nvSpPr>
            <p:cNvPr id="6090" name="Google Shape;6090;p71"/>
            <p:cNvSpPr/>
            <p:nvPr/>
          </p:nvSpPr>
          <p:spPr>
            <a:xfrm>
              <a:off x="-24238100" y="3271375"/>
              <a:ext cx="52025" cy="51225"/>
            </a:xfrm>
            <a:custGeom>
              <a:avLst/>
              <a:gdLst/>
              <a:ahLst/>
              <a:cxnLst/>
              <a:rect l="l" t="t" r="r" b="b"/>
              <a:pathLst>
                <a:path w="2081" h="2049" extrusionOk="0">
                  <a:moveTo>
                    <a:pt x="1041" y="1"/>
                  </a:moveTo>
                  <a:cubicBezTo>
                    <a:pt x="505" y="1"/>
                    <a:pt x="32" y="473"/>
                    <a:pt x="32" y="1040"/>
                  </a:cubicBezTo>
                  <a:cubicBezTo>
                    <a:pt x="1" y="1576"/>
                    <a:pt x="473" y="2049"/>
                    <a:pt x="1041" y="2049"/>
                  </a:cubicBezTo>
                  <a:cubicBezTo>
                    <a:pt x="1639" y="2049"/>
                    <a:pt x="2080" y="1576"/>
                    <a:pt x="2080" y="1040"/>
                  </a:cubicBezTo>
                  <a:cubicBezTo>
                    <a:pt x="2080" y="442"/>
                    <a:pt x="1608" y="1"/>
                    <a:pt x="104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91" name="Google Shape;6091;p71"/>
            <p:cNvSpPr/>
            <p:nvPr/>
          </p:nvSpPr>
          <p:spPr>
            <a:xfrm>
              <a:off x="-24353875" y="3147725"/>
              <a:ext cx="289875" cy="296175"/>
            </a:xfrm>
            <a:custGeom>
              <a:avLst/>
              <a:gdLst/>
              <a:ahLst/>
              <a:cxnLst/>
              <a:rect l="l" t="t" r="r" b="b"/>
              <a:pathLst>
                <a:path w="11595" h="11847" extrusionOk="0">
                  <a:moveTo>
                    <a:pt x="5672" y="757"/>
                  </a:moveTo>
                  <a:cubicBezTo>
                    <a:pt x="6144" y="757"/>
                    <a:pt x="6680" y="1544"/>
                    <a:pt x="7026" y="2710"/>
                  </a:cubicBezTo>
                  <a:cubicBezTo>
                    <a:pt x="6585" y="2867"/>
                    <a:pt x="6176" y="3025"/>
                    <a:pt x="5672" y="3214"/>
                  </a:cubicBezTo>
                  <a:cubicBezTo>
                    <a:pt x="5262" y="3025"/>
                    <a:pt x="4789" y="2836"/>
                    <a:pt x="4348" y="2710"/>
                  </a:cubicBezTo>
                  <a:cubicBezTo>
                    <a:pt x="4695" y="1481"/>
                    <a:pt x="5199" y="757"/>
                    <a:pt x="5672" y="757"/>
                  </a:cubicBezTo>
                  <a:close/>
                  <a:moveTo>
                    <a:pt x="4191" y="3372"/>
                  </a:moveTo>
                  <a:cubicBezTo>
                    <a:pt x="4411" y="3466"/>
                    <a:pt x="4632" y="3529"/>
                    <a:pt x="4852" y="3624"/>
                  </a:cubicBezTo>
                  <a:cubicBezTo>
                    <a:pt x="4159" y="3970"/>
                    <a:pt x="4726" y="3655"/>
                    <a:pt x="4065" y="4096"/>
                  </a:cubicBezTo>
                  <a:lnTo>
                    <a:pt x="4191" y="3372"/>
                  </a:lnTo>
                  <a:close/>
                  <a:moveTo>
                    <a:pt x="7184" y="3372"/>
                  </a:moveTo>
                  <a:lnTo>
                    <a:pt x="7310" y="4096"/>
                  </a:lnTo>
                  <a:cubicBezTo>
                    <a:pt x="6585" y="3655"/>
                    <a:pt x="7184" y="4002"/>
                    <a:pt x="6522" y="3624"/>
                  </a:cubicBezTo>
                  <a:cubicBezTo>
                    <a:pt x="6743" y="3529"/>
                    <a:pt x="6995" y="3466"/>
                    <a:pt x="7184" y="3372"/>
                  </a:cubicBezTo>
                  <a:close/>
                  <a:moveTo>
                    <a:pt x="9191" y="3001"/>
                  </a:moveTo>
                  <a:cubicBezTo>
                    <a:pt x="9631" y="3001"/>
                    <a:pt x="10026" y="3084"/>
                    <a:pt x="10177" y="3340"/>
                  </a:cubicBezTo>
                  <a:cubicBezTo>
                    <a:pt x="10208" y="3435"/>
                    <a:pt x="10240" y="3529"/>
                    <a:pt x="10208" y="3655"/>
                  </a:cubicBezTo>
                  <a:cubicBezTo>
                    <a:pt x="9925" y="3687"/>
                    <a:pt x="9673" y="3907"/>
                    <a:pt x="9515" y="4159"/>
                  </a:cubicBezTo>
                  <a:cubicBezTo>
                    <a:pt x="9358" y="4474"/>
                    <a:pt x="9295" y="4852"/>
                    <a:pt x="9452" y="5104"/>
                  </a:cubicBezTo>
                  <a:cubicBezTo>
                    <a:pt x="9358" y="5230"/>
                    <a:pt x="9263" y="5356"/>
                    <a:pt x="9137" y="5482"/>
                  </a:cubicBezTo>
                  <a:cubicBezTo>
                    <a:pt x="8791" y="5167"/>
                    <a:pt x="8444" y="4884"/>
                    <a:pt x="8034" y="4600"/>
                  </a:cubicBezTo>
                  <a:cubicBezTo>
                    <a:pt x="8003" y="4128"/>
                    <a:pt x="7940" y="3655"/>
                    <a:pt x="7845" y="3183"/>
                  </a:cubicBezTo>
                  <a:cubicBezTo>
                    <a:pt x="8174" y="3100"/>
                    <a:pt x="8710" y="3001"/>
                    <a:pt x="9191" y="3001"/>
                  </a:cubicBezTo>
                  <a:close/>
                  <a:moveTo>
                    <a:pt x="2994" y="3119"/>
                  </a:moveTo>
                  <a:cubicBezTo>
                    <a:pt x="3151" y="3151"/>
                    <a:pt x="3309" y="3151"/>
                    <a:pt x="3466" y="3214"/>
                  </a:cubicBezTo>
                  <a:cubicBezTo>
                    <a:pt x="3403" y="3655"/>
                    <a:pt x="3309" y="4128"/>
                    <a:pt x="3277" y="4632"/>
                  </a:cubicBezTo>
                  <a:cubicBezTo>
                    <a:pt x="2899" y="4915"/>
                    <a:pt x="2490" y="5230"/>
                    <a:pt x="2174" y="5514"/>
                  </a:cubicBezTo>
                  <a:cubicBezTo>
                    <a:pt x="1733" y="5010"/>
                    <a:pt x="851" y="3939"/>
                    <a:pt x="1166" y="3340"/>
                  </a:cubicBezTo>
                  <a:cubicBezTo>
                    <a:pt x="1198" y="3277"/>
                    <a:pt x="1261" y="3183"/>
                    <a:pt x="1387" y="3151"/>
                  </a:cubicBezTo>
                  <a:cubicBezTo>
                    <a:pt x="1576" y="3372"/>
                    <a:pt x="1859" y="3529"/>
                    <a:pt x="2174" y="3529"/>
                  </a:cubicBezTo>
                  <a:cubicBezTo>
                    <a:pt x="2521" y="3529"/>
                    <a:pt x="2836" y="3372"/>
                    <a:pt x="2994" y="3119"/>
                  </a:cubicBezTo>
                  <a:close/>
                  <a:moveTo>
                    <a:pt x="3277" y="5482"/>
                  </a:moveTo>
                  <a:lnTo>
                    <a:pt x="3277" y="5482"/>
                  </a:lnTo>
                  <a:cubicBezTo>
                    <a:pt x="3246" y="6144"/>
                    <a:pt x="3246" y="5986"/>
                    <a:pt x="3277" y="6428"/>
                  </a:cubicBezTo>
                  <a:cubicBezTo>
                    <a:pt x="3088" y="6270"/>
                    <a:pt x="2899" y="6112"/>
                    <a:pt x="2742" y="5955"/>
                  </a:cubicBezTo>
                  <a:cubicBezTo>
                    <a:pt x="2899" y="5797"/>
                    <a:pt x="3088" y="5640"/>
                    <a:pt x="3277" y="5482"/>
                  </a:cubicBezTo>
                  <a:close/>
                  <a:moveTo>
                    <a:pt x="8097" y="5514"/>
                  </a:moveTo>
                  <a:cubicBezTo>
                    <a:pt x="8286" y="5671"/>
                    <a:pt x="8475" y="5829"/>
                    <a:pt x="8633" y="5986"/>
                  </a:cubicBezTo>
                  <a:cubicBezTo>
                    <a:pt x="8475" y="6144"/>
                    <a:pt x="8286" y="6301"/>
                    <a:pt x="8097" y="6459"/>
                  </a:cubicBezTo>
                  <a:lnTo>
                    <a:pt x="8097" y="5514"/>
                  </a:lnTo>
                  <a:close/>
                  <a:moveTo>
                    <a:pt x="5703" y="4002"/>
                  </a:moveTo>
                  <a:cubicBezTo>
                    <a:pt x="6333" y="4317"/>
                    <a:pt x="6743" y="4569"/>
                    <a:pt x="7373" y="5010"/>
                  </a:cubicBezTo>
                  <a:cubicBezTo>
                    <a:pt x="7436" y="5671"/>
                    <a:pt x="7436" y="6238"/>
                    <a:pt x="7373" y="6963"/>
                  </a:cubicBezTo>
                  <a:cubicBezTo>
                    <a:pt x="6837" y="7310"/>
                    <a:pt x="6333" y="7625"/>
                    <a:pt x="5703" y="7940"/>
                  </a:cubicBezTo>
                  <a:cubicBezTo>
                    <a:pt x="5073" y="7625"/>
                    <a:pt x="4537" y="7373"/>
                    <a:pt x="4002" y="6963"/>
                  </a:cubicBezTo>
                  <a:cubicBezTo>
                    <a:pt x="3907" y="6270"/>
                    <a:pt x="3907" y="5671"/>
                    <a:pt x="4002" y="5010"/>
                  </a:cubicBezTo>
                  <a:cubicBezTo>
                    <a:pt x="4600" y="4600"/>
                    <a:pt x="5041" y="4317"/>
                    <a:pt x="5703" y="4002"/>
                  </a:cubicBezTo>
                  <a:close/>
                  <a:moveTo>
                    <a:pt x="4065" y="7845"/>
                  </a:moveTo>
                  <a:cubicBezTo>
                    <a:pt x="4506" y="8097"/>
                    <a:pt x="4254" y="8003"/>
                    <a:pt x="4852" y="8318"/>
                  </a:cubicBezTo>
                  <a:cubicBezTo>
                    <a:pt x="4632" y="8381"/>
                    <a:pt x="4380" y="8507"/>
                    <a:pt x="4191" y="8538"/>
                  </a:cubicBezTo>
                  <a:lnTo>
                    <a:pt x="4065" y="7845"/>
                  </a:lnTo>
                  <a:close/>
                  <a:moveTo>
                    <a:pt x="7278" y="7845"/>
                  </a:moveTo>
                  <a:cubicBezTo>
                    <a:pt x="7247" y="8066"/>
                    <a:pt x="7215" y="8318"/>
                    <a:pt x="7152" y="8538"/>
                  </a:cubicBezTo>
                  <a:cubicBezTo>
                    <a:pt x="6900" y="8475"/>
                    <a:pt x="6711" y="8381"/>
                    <a:pt x="6491" y="8318"/>
                  </a:cubicBezTo>
                  <a:cubicBezTo>
                    <a:pt x="6837" y="8097"/>
                    <a:pt x="6869" y="8097"/>
                    <a:pt x="7278" y="7845"/>
                  </a:cubicBezTo>
                  <a:close/>
                  <a:moveTo>
                    <a:pt x="2237" y="6459"/>
                  </a:moveTo>
                  <a:cubicBezTo>
                    <a:pt x="2584" y="6774"/>
                    <a:pt x="2931" y="7058"/>
                    <a:pt x="3340" y="7310"/>
                  </a:cubicBezTo>
                  <a:cubicBezTo>
                    <a:pt x="3372" y="7845"/>
                    <a:pt x="3435" y="8255"/>
                    <a:pt x="3529" y="8727"/>
                  </a:cubicBezTo>
                  <a:cubicBezTo>
                    <a:pt x="3008" y="8861"/>
                    <a:pt x="2544" y="8927"/>
                    <a:pt x="2165" y="8927"/>
                  </a:cubicBezTo>
                  <a:cubicBezTo>
                    <a:pt x="1650" y="8927"/>
                    <a:pt x="1293" y="8806"/>
                    <a:pt x="1166" y="8570"/>
                  </a:cubicBezTo>
                  <a:cubicBezTo>
                    <a:pt x="851" y="8003"/>
                    <a:pt x="1733" y="6932"/>
                    <a:pt x="2237" y="6459"/>
                  </a:cubicBezTo>
                  <a:close/>
                  <a:moveTo>
                    <a:pt x="9137" y="6459"/>
                  </a:moveTo>
                  <a:cubicBezTo>
                    <a:pt x="9610" y="6932"/>
                    <a:pt x="10523" y="8003"/>
                    <a:pt x="10177" y="8570"/>
                  </a:cubicBezTo>
                  <a:cubicBezTo>
                    <a:pt x="10032" y="8806"/>
                    <a:pt x="9678" y="8927"/>
                    <a:pt x="9169" y="8927"/>
                  </a:cubicBezTo>
                  <a:cubicBezTo>
                    <a:pt x="8794" y="8927"/>
                    <a:pt x="8335" y="8861"/>
                    <a:pt x="7814" y="8727"/>
                  </a:cubicBezTo>
                  <a:cubicBezTo>
                    <a:pt x="7940" y="8318"/>
                    <a:pt x="8003" y="7845"/>
                    <a:pt x="8034" y="7310"/>
                  </a:cubicBezTo>
                  <a:cubicBezTo>
                    <a:pt x="8444" y="7058"/>
                    <a:pt x="8822" y="6743"/>
                    <a:pt x="9137" y="6459"/>
                  </a:cubicBezTo>
                  <a:close/>
                  <a:moveTo>
                    <a:pt x="5640" y="8696"/>
                  </a:moveTo>
                  <a:cubicBezTo>
                    <a:pt x="6081" y="8885"/>
                    <a:pt x="6554" y="9074"/>
                    <a:pt x="6995" y="9200"/>
                  </a:cubicBezTo>
                  <a:cubicBezTo>
                    <a:pt x="6680" y="10429"/>
                    <a:pt x="6176" y="11185"/>
                    <a:pt x="5672" y="11185"/>
                  </a:cubicBezTo>
                  <a:cubicBezTo>
                    <a:pt x="5609" y="11185"/>
                    <a:pt x="5482" y="11090"/>
                    <a:pt x="5356" y="11059"/>
                  </a:cubicBezTo>
                  <a:cubicBezTo>
                    <a:pt x="5482" y="10775"/>
                    <a:pt x="5451" y="10460"/>
                    <a:pt x="5293" y="10177"/>
                  </a:cubicBezTo>
                  <a:cubicBezTo>
                    <a:pt x="5136" y="9862"/>
                    <a:pt x="4821" y="9736"/>
                    <a:pt x="4474" y="9673"/>
                  </a:cubicBezTo>
                  <a:cubicBezTo>
                    <a:pt x="4411" y="9515"/>
                    <a:pt x="4348" y="9357"/>
                    <a:pt x="4317" y="9200"/>
                  </a:cubicBezTo>
                  <a:cubicBezTo>
                    <a:pt x="4726" y="9042"/>
                    <a:pt x="5167" y="8885"/>
                    <a:pt x="5640" y="8696"/>
                  </a:cubicBezTo>
                  <a:close/>
                  <a:moveTo>
                    <a:pt x="5640" y="1"/>
                  </a:moveTo>
                  <a:cubicBezTo>
                    <a:pt x="4758" y="1"/>
                    <a:pt x="4065" y="1072"/>
                    <a:pt x="3655" y="2489"/>
                  </a:cubicBezTo>
                  <a:cubicBezTo>
                    <a:pt x="3498" y="2426"/>
                    <a:pt x="3340" y="2395"/>
                    <a:pt x="3214" y="2395"/>
                  </a:cubicBezTo>
                  <a:cubicBezTo>
                    <a:pt x="3183" y="1859"/>
                    <a:pt x="2742" y="1418"/>
                    <a:pt x="2174" y="1418"/>
                  </a:cubicBezTo>
                  <a:cubicBezTo>
                    <a:pt x="1607" y="1418"/>
                    <a:pt x="1166" y="1891"/>
                    <a:pt x="1166" y="2426"/>
                  </a:cubicBezTo>
                  <a:cubicBezTo>
                    <a:pt x="883" y="2552"/>
                    <a:pt x="694" y="2710"/>
                    <a:pt x="568" y="2962"/>
                  </a:cubicBezTo>
                  <a:cubicBezTo>
                    <a:pt x="32" y="3907"/>
                    <a:pt x="977" y="5104"/>
                    <a:pt x="1702" y="5892"/>
                  </a:cubicBezTo>
                  <a:cubicBezTo>
                    <a:pt x="946" y="6743"/>
                    <a:pt x="1" y="8003"/>
                    <a:pt x="568" y="8885"/>
                  </a:cubicBezTo>
                  <a:cubicBezTo>
                    <a:pt x="879" y="9433"/>
                    <a:pt x="1519" y="9600"/>
                    <a:pt x="2210" y="9600"/>
                  </a:cubicBezTo>
                  <a:cubicBezTo>
                    <a:pt x="2710" y="9600"/>
                    <a:pt x="3237" y="9513"/>
                    <a:pt x="3687" y="9420"/>
                  </a:cubicBezTo>
                  <a:cubicBezTo>
                    <a:pt x="3718" y="9578"/>
                    <a:pt x="3750" y="9673"/>
                    <a:pt x="3844" y="9830"/>
                  </a:cubicBezTo>
                  <a:cubicBezTo>
                    <a:pt x="3403" y="10145"/>
                    <a:pt x="3246" y="10744"/>
                    <a:pt x="3529" y="11216"/>
                  </a:cubicBezTo>
                  <a:cubicBezTo>
                    <a:pt x="3718" y="11531"/>
                    <a:pt x="4065" y="11720"/>
                    <a:pt x="4411" y="11720"/>
                  </a:cubicBezTo>
                  <a:cubicBezTo>
                    <a:pt x="4600" y="11720"/>
                    <a:pt x="4789" y="11689"/>
                    <a:pt x="4947" y="11563"/>
                  </a:cubicBezTo>
                  <a:cubicBezTo>
                    <a:pt x="5167" y="11720"/>
                    <a:pt x="5419" y="11846"/>
                    <a:pt x="5703" y="11846"/>
                  </a:cubicBezTo>
                  <a:cubicBezTo>
                    <a:pt x="6585" y="11846"/>
                    <a:pt x="7278" y="10775"/>
                    <a:pt x="7688" y="9357"/>
                  </a:cubicBezTo>
                  <a:cubicBezTo>
                    <a:pt x="8143" y="9478"/>
                    <a:pt x="8678" y="9576"/>
                    <a:pt x="9184" y="9576"/>
                  </a:cubicBezTo>
                  <a:cubicBezTo>
                    <a:pt x="9868" y="9576"/>
                    <a:pt x="10499" y="9397"/>
                    <a:pt x="10807" y="8853"/>
                  </a:cubicBezTo>
                  <a:cubicBezTo>
                    <a:pt x="11374" y="7908"/>
                    <a:pt x="10429" y="6680"/>
                    <a:pt x="9673" y="5892"/>
                  </a:cubicBezTo>
                  <a:cubicBezTo>
                    <a:pt x="9799" y="5797"/>
                    <a:pt x="9862" y="5671"/>
                    <a:pt x="9988" y="5545"/>
                  </a:cubicBezTo>
                  <a:cubicBezTo>
                    <a:pt x="10145" y="5640"/>
                    <a:pt x="10271" y="5671"/>
                    <a:pt x="10429" y="5671"/>
                  </a:cubicBezTo>
                  <a:cubicBezTo>
                    <a:pt x="10775" y="5671"/>
                    <a:pt x="11122" y="5482"/>
                    <a:pt x="11311" y="5167"/>
                  </a:cubicBezTo>
                  <a:cubicBezTo>
                    <a:pt x="11594" y="4632"/>
                    <a:pt x="11437" y="4002"/>
                    <a:pt x="10933" y="3750"/>
                  </a:cubicBezTo>
                  <a:cubicBezTo>
                    <a:pt x="10964" y="3466"/>
                    <a:pt x="10901" y="3183"/>
                    <a:pt x="10775" y="2962"/>
                  </a:cubicBezTo>
                  <a:cubicBezTo>
                    <a:pt x="10457" y="2432"/>
                    <a:pt x="9842" y="2259"/>
                    <a:pt x="9179" y="2259"/>
                  </a:cubicBezTo>
                  <a:cubicBezTo>
                    <a:pt x="8661" y="2259"/>
                    <a:pt x="8113" y="2365"/>
                    <a:pt x="7656" y="2489"/>
                  </a:cubicBezTo>
                  <a:cubicBezTo>
                    <a:pt x="7278" y="1072"/>
                    <a:pt x="6585" y="1"/>
                    <a:pt x="56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092" name="Google Shape;6092;p71"/>
          <p:cNvGrpSpPr/>
          <p:nvPr/>
        </p:nvGrpSpPr>
        <p:grpSpPr>
          <a:xfrm>
            <a:off x="4655648" y="3191842"/>
            <a:ext cx="247024" cy="263933"/>
            <a:chOff x="-24344425" y="3519475"/>
            <a:chExt cx="276475" cy="295400"/>
          </a:xfrm>
        </p:grpSpPr>
        <p:sp>
          <p:nvSpPr>
            <p:cNvPr id="6093" name="Google Shape;6093;p71"/>
            <p:cNvSpPr/>
            <p:nvPr/>
          </p:nvSpPr>
          <p:spPr>
            <a:xfrm>
              <a:off x="-24240450" y="3554150"/>
              <a:ext cx="69325" cy="34450"/>
            </a:xfrm>
            <a:custGeom>
              <a:avLst/>
              <a:gdLst/>
              <a:ahLst/>
              <a:cxnLst/>
              <a:rect l="l" t="t" r="r" b="b"/>
              <a:pathLst>
                <a:path w="2773" h="1378" extrusionOk="0">
                  <a:moveTo>
                    <a:pt x="1387" y="0"/>
                  </a:moveTo>
                  <a:cubicBezTo>
                    <a:pt x="788" y="0"/>
                    <a:pt x="284" y="347"/>
                    <a:pt x="95" y="914"/>
                  </a:cubicBezTo>
                  <a:cubicBezTo>
                    <a:pt x="0" y="1071"/>
                    <a:pt x="95" y="1260"/>
                    <a:pt x="284" y="1355"/>
                  </a:cubicBezTo>
                  <a:cubicBezTo>
                    <a:pt x="318" y="1366"/>
                    <a:pt x="352" y="1371"/>
                    <a:pt x="385" y="1371"/>
                  </a:cubicBezTo>
                  <a:cubicBezTo>
                    <a:pt x="537" y="1371"/>
                    <a:pt x="673" y="1263"/>
                    <a:pt x="725" y="1134"/>
                  </a:cubicBezTo>
                  <a:cubicBezTo>
                    <a:pt x="788" y="882"/>
                    <a:pt x="1072" y="662"/>
                    <a:pt x="1387" y="662"/>
                  </a:cubicBezTo>
                  <a:cubicBezTo>
                    <a:pt x="1702" y="662"/>
                    <a:pt x="1922" y="882"/>
                    <a:pt x="2048" y="1134"/>
                  </a:cubicBezTo>
                  <a:cubicBezTo>
                    <a:pt x="2120" y="1301"/>
                    <a:pt x="2246" y="1378"/>
                    <a:pt x="2371" y="1378"/>
                  </a:cubicBezTo>
                  <a:cubicBezTo>
                    <a:pt x="2411" y="1378"/>
                    <a:pt x="2451" y="1370"/>
                    <a:pt x="2489" y="1355"/>
                  </a:cubicBezTo>
                  <a:cubicBezTo>
                    <a:pt x="2678" y="1260"/>
                    <a:pt x="2773" y="1071"/>
                    <a:pt x="2678" y="914"/>
                  </a:cubicBezTo>
                  <a:cubicBezTo>
                    <a:pt x="2489" y="347"/>
                    <a:pt x="1985" y="0"/>
                    <a:pt x="138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94" name="Google Shape;6094;p71"/>
            <p:cNvSpPr/>
            <p:nvPr/>
          </p:nvSpPr>
          <p:spPr>
            <a:xfrm>
              <a:off x="-24344425" y="3519475"/>
              <a:ext cx="276475" cy="295400"/>
            </a:xfrm>
            <a:custGeom>
              <a:avLst/>
              <a:gdLst/>
              <a:ahLst/>
              <a:cxnLst/>
              <a:rect l="l" t="t" r="r" b="b"/>
              <a:pathLst>
                <a:path w="11059" h="11816" extrusionOk="0">
                  <a:moveTo>
                    <a:pt x="5546" y="694"/>
                  </a:moveTo>
                  <a:cubicBezTo>
                    <a:pt x="6743" y="694"/>
                    <a:pt x="7625" y="1608"/>
                    <a:pt x="7625" y="2773"/>
                  </a:cubicBezTo>
                  <a:lnTo>
                    <a:pt x="7625" y="3120"/>
                  </a:lnTo>
                  <a:cubicBezTo>
                    <a:pt x="7625" y="3309"/>
                    <a:pt x="7467" y="3466"/>
                    <a:pt x="7278" y="3466"/>
                  </a:cubicBezTo>
                  <a:lnTo>
                    <a:pt x="5892" y="3466"/>
                  </a:lnTo>
                  <a:lnTo>
                    <a:pt x="5892" y="3120"/>
                  </a:lnTo>
                  <a:cubicBezTo>
                    <a:pt x="5892" y="2931"/>
                    <a:pt x="5735" y="2773"/>
                    <a:pt x="5546" y="2773"/>
                  </a:cubicBezTo>
                  <a:cubicBezTo>
                    <a:pt x="5357" y="2773"/>
                    <a:pt x="5199" y="2931"/>
                    <a:pt x="5199" y="3120"/>
                  </a:cubicBezTo>
                  <a:lnTo>
                    <a:pt x="5199" y="3466"/>
                  </a:lnTo>
                  <a:lnTo>
                    <a:pt x="3813" y="3466"/>
                  </a:lnTo>
                  <a:cubicBezTo>
                    <a:pt x="3624" y="3466"/>
                    <a:pt x="3466" y="3309"/>
                    <a:pt x="3466" y="3120"/>
                  </a:cubicBezTo>
                  <a:lnTo>
                    <a:pt x="3466" y="2773"/>
                  </a:lnTo>
                  <a:cubicBezTo>
                    <a:pt x="3466" y="1639"/>
                    <a:pt x="4411" y="694"/>
                    <a:pt x="5546" y="694"/>
                  </a:cubicBezTo>
                  <a:close/>
                  <a:moveTo>
                    <a:pt x="7940" y="4821"/>
                  </a:moveTo>
                  <a:cubicBezTo>
                    <a:pt x="8160" y="4821"/>
                    <a:pt x="8318" y="4979"/>
                    <a:pt x="8318" y="5168"/>
                  </a:cubicBezTo>
                  <a:cubicBezTo>
                    <a:pt x="8318" y="5357"/>
                    <a:pt x="8160" y="5514"/>
                    <a:pt x="7940" y="5514"/>
                  </a:cubicBezTo>
                  <a:lnTo>
                    <a:pt x="3088" y="5514"/>
                  </a:lnTo>
                  <a:cubicBezTo>
                    <a:pt x="2899" y="5514"/>
                    <a:pt x="2742" y="5357"/>
                    <a:pt x="2742" y="5168"/>
                  </a:cubicBezTo>
                  <a:cubicBezTo>
                    <a:pt x="2742" y="4979"/>
                    <a:pt x="2899" y="4821"/>
                    <a:pt x="3088" y="4821"/>
                  </a:cubicBezTo>
                  <a:close/>
                  <a:moveTo>
                    <a:pt x="4128" y="6932"/>
                  </a:moveTo>
                  <a:cubicBezTo>
                    <a:pt x="4317" y="6932"/>
                    <a:pt x="4474" y="7089"/>
                    <a:pt x="4474" y="7310"/>
                  </a:cubicBezTo>
                  <a:cubicBezTo>
                    <a:pt x="4474" y="7499"/>
                    <a:pt x="4317" y="7656"/>
                    <a:pt x="4128" y="7656"/>
                  </a:cubicBezTo>
                  <a:lnTo>
                    <a:pt x="3088" y="7656"/>
                  </a:lnTo>
                  <a:cubicBezTo>
                    <a:pt x="2899" y="7656"/>
                    <a:pt x="2742" y="7499"/>
                    <a:pt x="2742" y="7310"/>
                  </a:cubicBezTo>
                  <a:cubicBezTo>
                    <a:pt x="2742" y="7089"/>
                    <a:pt x="2899" y="6932"/>
                    <a:pt x="3088" y="6932"/>
                  </a:cubicBezTo>
                  <a:close/>
                  <a:moveTo>
                    <a:pt x="7940" y="6932"/>
                  </a:moveTo>
                  <a:cubicBezTo>
                    <a:pt x="8160" y="6932"/>
                    <a:pt x="8318" y="7089"/>
                    <a:pt x="8318" y="7310"/>
                  </a:cubicBezTo>
                  <a:cubicBezTo>
                    <a:pt x="8286" y="7499"/>
                    <a:pt x="8160" y="7656"/>
                    <a:pt x="7940" y="7656"/>
                  </a:cubicBezTo>
                  <a:lnTo>
                    <a:pt x="6932" y="7656"/>
                  </a:lnTo>
                  <a:cubicBezTo>
                    <a:pt x="6743" y="7656"/>
                    <a:pt x="6585" y="7499"/>
                    <a:pt x="6585" y="7310"/>
                  </a:cubicBezTo>
                  <a:cubicBezTo>
                    <a:pt x="6585" y="7089"/>
                    <a:pt x="6743" y="6932"/>
                    <a:pt x="6932" y="6932"/>
                  </a:cubicBezTo>
                  <a:close/>
                  <a:moveTo>
                    <a:pt x="3781" y="8318"/>
                  </a:moveTo>
                  <a:cubicBezTo>
                    <a:pt x="4002" y="8350"/>
                    <a:pt x="4128" y="8507"/>
                    <a:pt x="4128" y="8665"/>
                  </a:cubicBezTo>
                  <a:cubicBezTo>
                    <a:pt x="4128" y="8885"/>
                    <a:pt x="3970" y="9043"/>
                    <a:pt x="3781" y="9043"/>
                  </a:cubicBezTo>
                  <a:lnTo>
                    <a:pt x="3057" y="9043"/>
                  </a:lnTo>
                  <a:cubicBezTo>
                    <a:pt x="2868" y="9043"/>
                    <a:pt x="2710" y="8885"/>
                    <a:pt x="2710" y="8665"/>
                  </a:cubicBezTo>
                  <a:cubicBezTo>
                    <a:pt x="2710" y="8476"/>
                    <a:pt x="2868" y="8318"/>
                    <a:pt x="3057" y="8318"/>
                  </a:cubicBezTo>
                  <a:close/>
                  <a:moveTo>
                    <a:pt x="7940" y="8318"/>
                  </a:moveTo>
                  <a:cubicBezTo>
                    <a:pt x="8160" y="8350"/>
                    <a:pt x="8286" y="8507"/>
                    <a:pt x="8286" y="8665"/>
                  </a:cubicBezTo>
                  <a:cubicBezTo>
                    <a:pt x="8286" y="8885"/>
                    <a:pt x="8129" y="9043"/>
                    <a:pt x="7940" y="9043"/>
                  </a:cubicBezTo>
                  <a:lnTo>
                    <a:pt x="7247" y="9043"/>
                  </a:lnTo>
                  <a:cubicBezTo>
                    <a:pt x="7026" y="9043"/>
                    <a:pt x="6869" y="8885"/>
                    <a:pt x="6869" y="8665"/>
                  </a:cubicBezTo>
                  <a:cubicBezTo>
                    <a:pt x="6869" y="8476"/>
                    <a:pt x="7026" y="8318"/>
                    <a:pt x="7247" y="8318"/>
                  </a:cubicBezTo>
                  <a:close/>
                  <a:moveTo>
                    <a:pt x="2868" y="2049"/>
                  </a:moveTo>
                  <a:lnTo>
                    <a:pt x="2868" y="2049"/>
                  </a:lnTo>
                  <a:cubicBezTo>
                    <a:pt x="2805" y="2332"/>
                    <a:pt x="2805" y="2521"/>
                    <a:pt x="2805" y="2805"/>
                  </a:cubicBezTo>
                  <a:cubicBezTo>
                    <a:pt x="2395" y="2962"/>
                    <a:pt x="2080" y="3309"/>
                    <a:pt x="2080" y="3781"/>
                  </a:cubicBezTo>
                  <a:lnTo>
                    <a:pt x="2080" y="8665"/>
                  </a:lnTo>
                  <a:cubicBezTo>
                    <a:pt x="2080" y="9263"/>
                    <a:pt x="2553" y="9704"/>
                    <a:pt x="3088" y="9704"/>
                  </a:cubicBezTo>
                  <a:lnTo>
                    <a:pt x="5199" y="9704"/>
                  </a:lnTo>
                  <a:lnTo>
                    <a:pt x="5199" y="7247"/>
                  </a:lnTo>
                  <a:cubicBezTo>
                    <a:pt x="5199" y="7058"/>
                    <a:pt x="5357" y="6900"/>
                    <a:pt x="5546" y="6900"/>
                  </a:cubicBezTo>
                  <a:cubicBezTo>
                    <a:pt x="5735" y="6900"/>
                    <a:pt x="5892" y="7058"/>
                    <a:pt x="5892" y="7247"/>
                  </a:cubicBezTo>
                  <a:lnTo>
                    <a:pt x="5892" y="9704"/>
                  </a:lnTo>
                  <a:lnTo>
                    <a:pt x="8003" y="9704"/>
                  </a:lnTo>
                  <a:cubicBezTo>
                    <a:pt x="8570" y="9704"/>
                    <a:pt x="9011" y="9232"/>
                    <a:pt x="9011" y="8665"/>
                  </a:cubicBezTo>
                  <a:lnTo>
                    <a:pt x="9011" y="3844"/>
                  </a:lnTo>
                  <a:cubicBezTo>
                    <a:pt x="9011" y="3372"/>
                    <a:pt x="8728" y="2994"/>
                    <a:pt x="8318" y="2836"/>
                  </a:cubicBezTo>
                  <a:cubicBezTo>
                    <a:pt x="8318" y="2584"/>
                    <a:pt x="8318" y="2364"/>
                    <a:pt x="8223" y="2112"/>
                  </a:cubicBezTo>
                  <a:lnTo>
                    <a:pt x="8223" y="2112"/>
                  </a:lnTo>
                  <a:cubicBezTo>
                    <a:pt x="9043" y="2269"/>
                    <a:pt x="9736" y="2962"/>
                    <a:pt x="9736" y="3844"/>
                  </a:cubicBezTo>
                  <a:lnTo>
                    <a:pt x="9736" y="8696"/>
                  </a:lnTo>
                  <a:cubicBezTo>
                    <a:pt x="9736" y="9641"/>
                    <a:pt x="8948" y="10429"/>
                    <a:pt x="8003" y="10429"/>
                  </a:cubicBezTo>
                  <a:lnTo>
                    <a:pt x="3151" y="10429"/>
                  </a:lnTo>
                  <a:cubicBezTo>
                    <a:pt x="2206" y="10429"/>
                    <a:pt x="1418" y="9641"/>
                    <a:pt x="1418" y="8696"/>
                  </a:cubicBezTo>
                  <a:lnTo>
                    <a:pt x="1418" y="3781"/>
                  </a:lnTo>
                  <a:lnTo>
                    <a:pt x="1355" y="3781"/>
                  </a:lnTo>
                  <a:cubicBezTo>
                    <a:pt x="1355" y="2931"/>
                    <a:pt x="1985" y="2206"/>
                    <a:pt x="2868" y="2049"/>
                  </a:cubicBezTo>
                  <a:close/>
                  <a:moveTo>
                    <a:pt x="3088" y="1"/>
                  </a:moveTo>
                  <a:cubicBezTo>
                    <a:pt x="1355" y="1"/>
                    <a:pt x="1" y="1419"/>
                    <a:pt x="1" y="3120"/>
                  </a:cubicBezTo>
                  <a:lnTo>
                    <a:pt x="1" y="8728"/>
                  </a:lnTo>
                  <a:cubicBezTo>
                    <a:pt x="1" y="10397"/>
                    <a:pt x="1355" y="11815"/>
                    <a:pt x="3088" y="11815"/>
                  </a:cubicBezTo>
                  <a:lnTo>
                    <a:pt x="7940" y="11815"/>
                  </a:lnTo>
                  <a:cubicBezTo>
                    <a:pt x="9673" y="11815"/>
                    <a:pt x="11059" y="10397"/>
                    <a:pt x="11059" y="8728"/>
                  </a:cubicBezTo>
                  <a:lnTo>
                    <a:pt x="11059" y="3120"/>
                  </a:lnTo>
                  <a:cubicBezTo>
                    <a:pt x="11059" y="1387"/>
                    <a:pt x="9641" y="1"/>
                    <a:pt x="79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095" name="Google Shape;6095;p71"/>
          <p:cNvGrpSpPr/>
          <p:nvPr/>
        </p:nvGrpSpPr>
        <p:grpSpPr>
          <a:xfrm>
            <a:off x="4647908" y="3530783"/>
            <a:ext cx="262503" cy="261096"/>
            <a:chOff x="-24353075" y="3891250"/>
            <a:chExt cx="293800" cy="292225"/>
          </a:xfrm>
        </p:grpSpPr>
        <p:sp>
          <p:nvSpPr>
            <p:cNvPr id="6096" name="Google Shape;6096;p71"/>
            <p:cNvSpPr/>
            <p:nvPr/>
          </p:nvSpPr>
          <p:spPr>
            <a:xfrm>
              <a:off x="-24251475" y="4012525"/>
              <a:ext cx="88225" cy="65400"/>
            </a:xfrm>
            <a:custGeom>
              <a:avLst/>
              <a:gdLst/>
              <a:ahLst/>
              <a:cxnLst/>
              <a:rect l="l" t="t" r="r" b="b"/>
              <a:pathLst>
                <a:path w="3529" h="2616" extrusionOk="0">
                  <a:moveTo>
                    <a:pt x="725" y="1"/>
                  </a:moveTo>
                  <a:cubicBezTo>
                    <a:pt x="315" y="1"/>
                    <a:pt x="0" y="347"/>
                    <a:pt x="0" y="725"/>
                  </a:cubicBezTo>
                  <a:cubicBezTo>
                    <a:pt x="0" y="1356"/>
                    <a:pt x="1040" y="2049"/>
                    <a:pt x="1733" y="2616"/>
                  </a:cubicBezTo>
                  <a:cubicBezTo>
                    <a:pt x="2458" y="2017"/>
                    <a:pt x="3466" y="1356"/>
                    <a:pt x="3466" y="725"/>
                  </a:cubicBezTo>
                  <a:cubicBezTo>
                    <a:pt x="3529" y="410"/>
                    <a:pt x="3277" y="1"/>
                    <a:pt x="2804" y="1"/>
                  </a:cubicBezTo>
                  <a:cubicBezTo>
                    <a:pt x="2300" y="1"/>
                    <a:pt x="2111" y="599"/>
                    <a:pt x="2111" y="599"/>
                  </a:cubicBezTo>
                  <a:cubicBezTo>
                    <a:pt x="2063" y="745"/>
                    <a:pt x="1906" y="824"/>
                    <a:pt x="1753" y="824"/>
                  </a:cubicBezTo>
                  <a:cubicBezTo>
                    <a:pt x="1607" y="824"/>
                    <a:pt x="1464" y="753"/>
                    <a:pt x="1418" y="599"/>
                  </a:cubicBezTo>
                  <a:cubicBezTo>
                    <a:pt x="1418" y="568"/>
                    <a:pt x="1229" y="1"/>
                    <a:pt x="72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97" name="Google Shape;6097;p71"/>
            <p:cNvSpPr/>
            <p:nvPr/>
          </p:nvSpPr>
          <p:spPr>
            <a:xfrm>
              <a:off x="-24353075" y="3891250"/>
              <a:ext cx="293800" cy="292225"/>
            </a:xfrm>
            <a:custGeom>
              <a:avLst/>
              <a:gdLst/>
              <a:ahLst/>
              <a:cxnLst/>
              <a:rect l="l" t="t" r="r" b="b"/>
              <a:pathLst>
                <a:path w="11752" h="11689" extrusionOk="0">
                  <a:moveTo>
                    <a:pt x="6837" y="4159"/>
                  </a:moveTo>
                  <a:cubicBezTo>
                    <a:pt x="7624" y="4159"/>
                    <a:pt x="8223" y="4789"/>
                    <a:pt x="8223" y="5576"/>
                  </a:cubicBezTo>
                  <a:cubicBezTo>
                    <a:pt x="8254" y="6616"/>
                    <a:pt x="7309" y="7183"/>
                    <a:pt x="6049" y="8223"/>
                  </a:cubicBezTo>
                  <a:cubicBezTo>
                    <a:pt x="5986" y="8286"/>
                    <a:pt x="5907" y="8317"/>
                    <a:pt x="5829" y="8317"/>
                  </a:cubicBezTo>
                  <a:cubicBezTo>
                    <a:pt x="5750" y="8317"/>
                    <a:pt x="5671" y="8286"/>
                    <a:pt x="5608" y="8223"/>
                  </a:cubicBezTo>
                  <a:cubicBezTo>
                    <a:pt x="4348" y="7183"/>
                    <a:pt x="3403" y="6585"/>
                    <a:pt x="3403" y="5576"/>
                  </a:cubicBezTo>
                  <a:cubicBezTo>
                    <a:pt x="3403" y="4789"/>
                    <a:pt x="4033" y="4159"/>
                    <a:pt x="4789" y="4159"/>
                  </a:cubicBezTo>
                  <a:cubicBezTo>
                    <a:pt x="5293" y="4159"/>
                    <a:pt x="5608" y="4411"/>
                    <a:pt x="5797" y="4663"/>
                  </a:cubicBezTo>
                  <a:cubicBezTo>
                    <a:pt x="6018" y="4411"/>
                    <a:pt x="6364" y="4159"/>
                    <a:pt x="6837" y="4159"/>
                  </a:cubicBezTo>
                  <a:close/>
                  <a:moveTo>
                    <a:pt x="4474" y="0"/>
                  </a:moveTo>
                  <a:cubicBezTo>
                    <a:pt x="3875" y="0"/>
                    <a:pt x="3466" y="473"/>
                    <a:pt x="3466" y="1008"/>
                  </a:cubicBezTo>
                  <a:lnTo>
                    <a:pt x="3466" y="3466"/>
                  </a:lnTo>
                  <a:lnTo>
                    <a:pt x="1008" y="3466"/>
                  </a:lnTo>
                  <a:cubicBezTo>
                    <a:pt x="410" y="3466"/>
                    <a:pt x="0" y="3938"/>
                    <a:pt x="0" y="4474"/>
                  </a:cubicBezTo>
                  <a:lnTo>
                    <a:pt x="0" y="7246"/>
                  </a:lnTo>
                  <a:cubicBezTo>
                    <a:pt x="0" y="7813"/>
                    <a:pt x="473" y="8254"/>
                    <a:pt x="1008" y="8254"/>
                  </a:cubicBezTo>
                  <a:lnTo>
                    <a:pt x="3466" y="8254"/>
                  </a:lnTo>
                  <a:lnTo>
                    <a:pt x="3466" y="10649"/>
                  </a:lnTo>
                  <a:cubicBezTo>
                    <a:pt x="3466" y="11247"/>
                    <a:pt x="3938" y="11688"/>
                    <a:pt x="4474" y="11688"/>
                  </a:cubicBezTo>
                  <a:lnTo>
                    <a:pt x="7246" y="11688"/>
                  </a:lnTo>
                  <a:cubicBezTo>
                    <a:pt x="7813" y="11688"/>
                    <a:pt x="8254" y="11216"/>
                    <a:pt x="8254" y="10649"/>
                  </a:cubicBezTo>
                  <a:lnTo>
                    <a:pt x="8254" y="8254"/>
                  </a:lnTo>
                  <a:lnTo>
                    <a:pt x="10680" y="8254"/>
                  </a:lnTo>
                  <a:cubicBezTo>
                    <a:pt x="11279" y="8254"/>
                    <a:pt x="11720" y="7782"/>
                    <a:pt x="11720" y="7246"/>
                  </a:cubicBezTo>
                  <a:lnTo>
                    <a:pt x="11720" y="4474"/>
                  </a:lnTo>
                  <a:cubicBezTo>
                    <a:pt x="11751" y="3938"/>
                    <a:pt x="11279" y="3466"/>
                    <a:pt x="10680" y="3466"/>
                  </a:cubicBezTo>
                  <a:lnTo>
                    <a:pt x="8254" y="3466"/>
                  </a:lnTo>
                  <a:lnTo>
                    <a:pt x="8254" y="1008"/>
                  </a:lnTo>
                  <a:cubicBezTo>
                    <a:pt x="8254" y="410"/>
                    <a:pt x="7782" y="0"/>
                    <a:pt x="724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098" name="Google Shape;6098;p71"/>
          <p:cNvGrpSpPr/>
          <p:nvPr/>
        </p:nvGrpSpPr>
        <p:grpSpPr>
          <a:xfrm>
            <a:off x="5985511" y="3192010"/>
            <a:ext cx="265318" cy="263597"/>
            <a:chOff x="-22845575" y="3504075"/>
            <a:chExt cx="296950" cy="295025"/>
          </a:xfrm>
        </p:grpSpPr>
        <p:sp>
          <p:nvSpPr>
            <p:cNvPr id="6099" name="Google Shape;6099;p71"/>
            <p:cNvSpPr/>
            <p:nvPr/>
          </p:nvSpPr>
          <p:spPr>
            <a:xfrm>
              <a:off x="-22688825" y="3504100"/>
              <a:ext cx="140200" cy="295000"/>
            </a:xfrm>
            <a:custGeom>
              <a:avLst/>
              <a:gdLst/>
              <a:ahLst/>
              <a:cxnLst/>
              <a:rect l="l" t="t" r="r" b="b"/>
              <a:pathLst>
                <a:path w="5608" h="11800" extrusionOk="0">
                  <a:moveTo>
                    <a:pt x="1465" y="2908"/>
                  </a:moveTo>
                  <a:cubicBezTo>
                    <a:pt x="1552" y="2908"/>
                    <a:pt x="1638" y="2931"/>
                    <a:pt x="1701" y="2979"/>
                  </a:cubicBezTo>
                  <a:cubicBezTo>
                    <a:pt x="1827" y="3105"/>
                    <a:pt x="1827" y="3357"/>
                    <a:pt x="1701" y="3451"/>
                  </a:cubicBezTo>
                  <a:cubicBezTo>
                    <a:pt x="1292" y="3861"/>
                    <a:pt x="1292" y="4522"/>
                    <a:pt x="1701" y="4932"/>
                  </a:cubicBezTo>
                  <a:cubicBezTo>
                    <a:pt x="1827" y="5026"/>
                    <a:pt x="1827" y="5279"/>
                    <a:pt x="1701" y="5373"/>
                  </a:cubicBezTo>
                  <a:cubicBezTo>
                    <a:pt x="1632" y="5477"/>
                    <a:pt x="1544" y="5524"/>
                    <a:pt x="1452" y="5524"/>
                  </a:cubicBezTo>
                  <a:cubicBezTo>
                    <a:pt x="1377" y="5524"/>
                    <a:pt x="1300" y="5493"/>
                    <a:pt x="1229" y="5436"/>
                  </a:cubicBezTo>
                  <a:cubicBezTo>
                    <a:pt x="567" y="4774"/>
                    <a:pt x="567" y="3672"/>
                    <a:pt x="1229" y="2979"/>
                  </a:cubicBezTo>
                  <a:cubicBezTo>
                    <a:pt x="1292" y="2931"/>
                    <a:pt x="1378" y="2908"/>
                    <a:pt x="1465" y="2908"/>
                  </a:cubicBezTo>
                  <a:close/>
                  <a:moveTo>
                    <a:pt x="2461" y="7313"/>
                  </a:moveTo>
                  <a:cubicBezTo>
                    <a:pt x="2532" y="7313"/>
                    <a:pt x="2605" y="7318"/>
                    <a:pt x="2678" y="7326"/>
                  </a:cubicBezTo>
                  <a:cubicBezTo>
                    <a:pt x="2867" y="7358"/>
                    <a:pt x="3025" y="7515"/>
                    <a:pt x="2993" y="7704"/>
                  </a:cubicBezTo>
                  <a:cubicBezTo>
                    <a:pt x="2962" y="7925"/>
                    <a:pt x="2804" y="8019"/>
                    <a:pt x="2615" y="8019"/>
                  </a:cubicBezTo>
                  <a:cubicBezTo>
                    <a:pt x="2579" y="8016"/>
                    <a:pt x="2543" y="8014"/>
                    <a:pt x="2507" y="8014"/>
                  </a:cubicBezTo>
                  <a:cubicBezTo>
                    <a:pt x="1947" y="8014"/>
                    <a:pt x="1418" y="8467"/>
                    <a:pt x="1418" y="9059"/>
                  </a:cubicBezTo>
                  <a:cubicBezTo>
                    <a:pt x="1418" y="9248"/>
                    <a:pt x="1260" y="9406"/>
                    <a:pt x="1071" y="9406"/>
                  </a:cubicBezTo>
                  <a:cubicBezTo>
                    <a:pt x="882" y="9406"/>
                    <a:pt x="725" y="9248"/>
                    <a:pt x="725" y="9059"/>
                  </a:cubicBezTo>
                  <a:cubicBezTo>
                    <a:pt x="725" y="8091"/>
                    <a:pt x="1490" y="7313"/>
                    <a:pt x="2461" y="7313"/>
                  </a:cubicBezTo>
                  <a:close/>
                  <a:moveTo>
                    <a:pt x="1060" y="0"/>
                  </a:moveTo>
                  <a:cubicBezTo>
                    <a:pt x="689" y="0"/>
                    <a:pt x="327" y="130"/>
                    <a:pt x="0" y="364"/>
                  </a:cubicBezTo>
                  <a:lnTo>
                    <a:pt x="0" y="5247"/>
                  </a:lnTo>
                  <a:cubicBezTo>
                    <a:pt x="0" y="5814"/>
                    <a:pt x="473" y="6255"/>
                    <a:pt x="1040" y="6255"/>
                  </a:cubicBezTo>
                  <a:cubicBezTo>
                    <a:pt x="1229" y="6255"/>
                    <a:pt x="1386" y="6413"/>
                    <a:pt x="1386" y="6602"/>
                  </a:cubicBezTo>
                  <a:cubicBezTo>
                    <a:pt x="1386" y="6822"/>
                    <a:pt x="1229" y="6948"/>
                    <a:pt x="1040" y="6948"/>
                  </a:cubicBezTo>
                  <a:cubicBezTo>
                    <a:pt x="630" y="6948"/>
                    <a:pt x="284" y="6854"/>
                    <a:pt x="0" y="6602"/>
                  </a:cubicBezTo>
                  <a:lnTo>
                    <a:pt x="0" y="11453"/>
                  </a:lnTo>
                  <a:cubicBezTo>
                    <a:pt x="284" y="11705"/>
                    <a:pt x="630" y="11800"/>
                    <a:pt x="1040" y="11800"/>
                  </a:cubicBezTo>
                  <a:cubicBezTo>
                    <a:pt x="1733" y="11800"/>
                    <a:pt x="2363" y="11359"/>
                    <a:pt x="2647" y="10760"/>
                  </a:cubicBezTo>
                  <a:cubicBezTo>
                    <a:pt x="3497" y="10634"/>
                    <a:pt x="4190" y="9910"/>
                    <a:pt x="4190" y="9028"/>
                  </a:cubicBezTo>
                  <a:cubicBezTo>
                    <a:pt x="4190" y="8902"/>
                    <a:pt x="4159" y="8776"/>
                    <a:pt x="4159" y="8618"/>
                  </a:cubicBezTo>
                  <a:cubicBezTo>
                    <a:pt x="4505" y="8555"/>
                    <a:pt x="4820" y="8397"/>
                    <a:pt x="5104" y="8145"/>
                  </a:cubicBezTo>
                  <a:cubicBezTo>
                    <a:pt x="5419" y="7830"/>
                    <a:pt x="5608" y="7389"/>
                    <a:pt x="5608" y="6917"/>
                  </a:cubicBezTo>
                  <a:cubicBezTo>
                    <a:pt x="5608" y="6539"/>
                    <a:pt x="5482" y="6192"/>
                    <a:pt x="5261" y="5909"/>
                  </a:cubicBezTo>
                  <a:cubicBezTo>
                    <a:pt x="5482" y="5594"/>
                    <a:pt x="5608" y="5247"/>
                    <a:pt x="5608" y="4869"/>
                  </a:cubicBezTo>
                  <a:cubicBezTo>
                    <a:pt x="5608" y="4396"/>
                    <a:pt x="5387" y="3987"/>
                    <a:pt x="5072" y="3672"/>
                  </a:cubicBezTo>
                  <a:cubicBezTo>
                    <a:pt x="4852" y="3420"/>
                    <a:pt x="4505" y="3262"/>
                    <a:pt x="4127" y="3199"/>
                  </a:cubicBezTo>
                  <a:cubicBezTo>
                    <a:pt x="4253" y="2632"/>
                    <a:pt x="4096" y="2002"/>
                    <a:pt x="3655" y="1561"/>
                  </a:cubicBezTo>
                  <a:cubicBezTo>
                    <a:pt x="3403" y="1309"/>
                    <a:pt x="3025" y="1120"/>
                    <a:pt x="2647" y="1088"/>
                  </a:cubicBezTo>
                  <a:cubicBezTo>
                    <a:pt x="2394" y="584"/>
                    <a:pt x="1985" y="143"/>
                    <a:pt x="1449" y="49"/>
                  </a:cubicBezTo>
                  <a:cubicBezTo>
                    <a:pt x="1319" y="16"/>
                    <a:pt x="1189" y="0"/>
                    <a:pt x="106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00" name="Google Shape;6100;p71"/>
            <p:cNvSpPr/>
            <p:nvPr/>
          </p:nvSpPr>
          <p:spPr>
            <a:xfrm>
              <a:off x="-22845575" y="3504075"/>
              <a:ext cx="139425" cy="294250"/>
            </a:xfrm>
            <a:custGeom>
              <a:avLst/>
              <a:gdLst/>
              <a:ahLst/>
              <a:cxnLst/>
              <a:rect l="l" t="t" r="r" b="b"/>
              <a:pathLst>
                <a:path w="5577" h="11770" extrusionOk="0">
                  <a:moveTo>
                    <a:pt x="4187" y="2948"/>
                  </a:moveTo>
                  <a:cubicBezTo>
                    <a:pt x="4277" y="2948"/>
                    <a:pt x="4364" y="2980"/>
                    <a:pt x="4411" y="3043"/>
                  </a:cubicBezTo>
                  <a:cubicBezTo>
                    <a:pt x="5104" y="3673"/>
                    <a:pt x="5104" y="4775"/>
                    <a:pt x="4411" y="5437"/>
                  </a:cubicBezTo>
                  <a:cubicBezTo>
                    <a:pt x="4364" y="5500"/>
                    <a:pt x="4277" y="5532"/>
                    <a:pt x="4187" y="5532"/>
                  </a:cubicBezTo>
                  <a:cubicBezTo>
                    <a:pt x="4096" y="5532"/>
                    <a:pt x="4002" y="5500"/>
                    <a:pt x="3939" y="5437"/>
                  </a:cubicBezTo>
                  <a:cubicBezTo>
                    <a:pt x="3844" y="5311"/>
                    <a:pt x="3844" y="5090"/>
                    <a:pt x="3939" y="4964"/>
                  </a:cubicBezTo>
                  <a:cubicBezTo>
                    <a:pt x="4348" y="4555"/>
                    <a:pt x="4348" y="3893"/>
                    <a:pt x="3939" y="3515"/>
                  </a:cubicBezTo>
                  <a:cubicBezTo>
                    <a:pt x="3844" y="3389"/>
                    <a:pt x="3844" y="3137"/>
                    <a:pt x="3939" y="3043"/>
                  </a:cubicBezTo>
                  <a:cubicBezTo>
                    <a:pt x="4002" y="2980"/>
                    <a:pt x="4096" y="2948"/>
                    <a:pt x="4187" y="2948"/>
                  </a:cubicBezTo>
                  <a:close/>
                  <a:moveTo>
                    <a:pt x="3148" y="7314"/>
                  </a:moveTo>
                  <a:cubicBezTo>
                    <a:pt x="4123" y="7314"/>
                    <a:pt x="4915" y="8092"/>
                    <a:pt x="4915" y="9060"/>
                  </a:cubicBezTo>
                  <a:cubicBezTo>
                    <a:pt x="4915" y="9249"/>
                    <a:pt x="4726" y="9407"/>
                    <a:pt x="4537" y="9407"/>
                  </a:cubicBezTo>
                  <a:cubicBezTo>
                    <a:pt x="4348" y="9407"/>
                    <a:pt x="4191" y="9249"/>
                    <a:pt x="4191" y="9060"/>
                  </a:cubicBezTo>
                  <a:cubicBezTo>
                    <a:pt x="4191" y="8468"/>
                    <a:pt x="3662" y="8015"/>
                    <a:pt x="3101" y="8015"/>
                  </a:cubicBezTo>
                  <a:cubicBezTo>
                    <a:pt x="3066" y="8015"/>
                    <a:pt x="3030" y="8017"/>
                    <a:pt x="2994" y="8020"/>
                  </a:cubicBezTo>
                  <a:cubicBezTo>
                    <a:pt x="2968" y="8029"/>
                    <a:pt x="2944" y="8033"/>
                    <a:pt x="2920" y="8033"/>
                  </a:cubicBezTo>
                  <a:cubicBezTo>
                    <a:pt x="2765" y="8033"/>
                    <a:pt x="2643" y="7869"/>
                    <a:pt x="2616" y="7705"/>
                  </a:cubicBezTo>
                  <a:cubicBezTo>
                    <a:pt x="2584" y="7516"/>
                    <a:pt x="2742" y="7359"/>
                    <a:pt x="2931" y="7327"/>
                  </a:cubicBezTo>
                  <a:cubicBezTo>
                    <a:pt x="3004" y="7319"/>
                    <a:pt x="3077" y="7314"/>
                    <a:pt x="3148" y="7314"/>
                  </a:cubicBezTo>
                  <a:close/>
                  <a:moveTo>
                    <a:pt x="4581" y="0"/>
                  </a:moveTo>
                  <a:cubicBezTo>
                    <a:pt x="4444" y="0"/>
                    <a:pt x="4303" y="16"/>
                    <a:pt x="4159" y="50"/>
                  </a:cubicBezTo>
                  <a:cubicBezTo>
                    <a:pt x="3592" y="144"/>
                    <a:pt x="3214" y="585"/>
                    <a:pt x="2962" y="1089"/>
                  </a:cubicBezTo>
                  <a:cubicBezTo>
                    <a:pt x="2584" y="1152"/>
                    <a:pt x="2206" y="1310"/>
                    <a:pt x="1954" y="1562"/>
                  </a:cubicBezTo>
                  <a:cubicBezTo>
                    <a:pt x="1513" y="2003"/>
                    <a:pt x="1355" y="2633"/>
                    <a:pt x="1481" y="3200"/>
                  </a:cubicBezTo>
                  <a:cubicBezTo>
                    <a:pt x="1135" y="3232"/>
                    <a:pt x="820" y="3389"/>
                    <a:pt x="536" y="3673"/>
                  </a:cubicBezTo>
                  <a:cubicBezTo>
                    <a:pt x="221" y="3988"/>
                    <a:pt x="1" y="4397"/>
                    <a:pt x="1" y="4870"/>
                  </a:cubicBezTo>
                  <a:cubicBezTo>
                    <a:pt x="1" y="5280"/>
                    <a:pt x="127" y="5626"/>
                    <a:pt x="379" y="5910"/>
                  </a:cubicBezTo>
                  <a:cubicBezTo>
                    <a:pt x="127" y="6225"/>
                    <a:pt x="1" y="6571"/>
                    <a:pt x="1" y="6918"/>
                  </a:cubicBezTo>
                  <a:cubicBezTo>
                    <a:pt x="1" y="7390"/>
                    <a:pt x="221" y="7831"/>
                    <a:pt x="536" y="8146"/>
                  </a:cubicBezTo>
                  <a:cubicBezTo>
                    <a:pt x="788" y="8430"/>
                    <a:pt x="1135" y="8588"/>
                    <a:pt x="1481" y="8619"/>
                  </a:cubicBezTo>
                  <a:cubicBezTo>
                    <a:pt x="1229" y="9690"/>
                    <a:pt x="1985" y="10604"/>
                    <a:pt x="2931" y="10698"/>
                  </a:cubicBezTo>
                  <a:cubicBezTo>
                    <a:pt x="3214" y="11328"/>
                    <a:pt x="3781" y="11769"/>
                    <a:pt x="4537" y="11769"/>
                  </a:cubicBezTo>
                  <a:cubicBezTo>
                    <a:pt x="4947" y="11769"/>
                    <a:pt x="5293" y="11612"/>
                    <a:pt x="5577" y="11423"/>
                  </a:cubicBezTo>
                  <a:lnTo>
                    <a:pt x="5577" y="6571"/>
                  </a:lnTo>
                  <a:cubicBezTo>
                    <a:pt x="5293" y="6823"/>
                    <a:pt x="4947" y="6918"/>
                    <a:pt x="4537" y="6918"/>
                  </a:cubicBezTo>
                  <a:cubicBezTo>
                    <a:pt x="4348" y="6918"/>
                    <a:pt x="4191" y="6760"/>
                    <a:pt x="4191" y="6571"/>
                  </a:cubicBezTo>
                  <a:cubicBezTo>
                    <a:pt x="4191" y="6382"/>
                    <a:pt x="4348" y="6225"/>
                    <a:pt x="4537" y="6225"/>
                  </a:cubicBezTo>
                  <a:cubicBezTo>
                    <a:pt x="5136" y="6225"/>
                    <a:pt x="5577" y="5752"/>
                    <a:pt x="5577" y="5185"/>
                  </a:cubicBezTo>
                  <a:lnTo>
                    <a:pt x="5577" y="302"/>
                  </a:lnTo>
                  <a:cubicBezTo>
                    <a:pt x="5300" y="117"/>
                    <a:pt x="4956" y="0"/>
                    <a:pt x="458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101" name="Google Shape;6101;p71"/>
          <p:cNvGrpSpPr/>
          <p:nvPr/>
        </p:nvGrpSpPr>
        <p:grpSpPr>
          <a:xfrm>
            <a:off x="4330397" y="1792246"/>
            <a:ext cx="224508" cy="263910"/>
            <a:chOff x="-27691025" y="3175300"/>
            <a:chExt cx="251275" cy="295375"/>
          </a:xfrm>
        </p:grpSpPr>
        <p:sp>
          <p:nvSpPr>
            <p:cNvPr id="6102" name="Google Shape;6102;p71"/>
            <p:cNvSpPr/>
            <p:nvPr/>
          </p:nvSpPr>
          <p:spPr>
            <a:xfrm>
              <a:off x="-27492550" y="3298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99" y="663"/>
                    <a:pt x="725" y="505"/>
                    <a:pt x="725" y="347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03" name="Google Shape;6103;p71"/>
            <p:cNvSpPr/>
            <p:nvPr/>
          </p:nvSpPr>
          <p:spPr>
            <a:xfrm>
              <a:off x="-27613050" y="3175300"/>
              <a:ext cx="60650" cy="105550"/>
            </a:xfrm>
            <a:custGeom>
              <a:avLst/>
              <a:gdLst/>
              <a:ahLst/>
              <a:cxnLst/>
              <a:rect l="l" t="t" r="r" b="b"/>
              <a:pathLst>
                <a:path w="2426" h="4222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733"/>
                  </a:lnTo>
                  <a:cubicBezTo>
                    <a:pt x="32" y="1922"/>
                    <a:pt x="158" y="2080"/>
                    <a:pt x="347" y="2080"/>
                  </a:cubicBezTo>
                  <a:cubicBezTo>
                    <a:pt x="536" y="2080"/>
                    <a:pt x="693" y="1922"/>
                    <a:pt x="693" y="1733"/>
                  </a:cubicBezTo>
                  <a:lnTo>
                    <a:pt x="693" y="1386"/>
                  </a:lnTo>
                  <a:lnTo>
                    <a:pt x="1040" y="1386"/>
                  </a:lnTo>
                  <a:cubicBezTo>
                    <a:pt x="1260" y="1386"/>
                    <a:pt x="1418" y="1544"/>
                    <a:pt x="1418" y="1733"/>
                  </a:cubicBezTo>
                  <a:lnTo>
                    <a:pt x="1418" y="2899"/>
                  </a:lnTo>
                  <a:cubicBezTo>
                    <a:pt x="1197" y="3025"/>
                    <a:pt x="1040" y="3277"/>
                    <a:pt x="1040" y="3497"/>
                  </a:cubicBezTo>
                  <a:lnTo>
                    <a:pt x="1040" y="4222"/>
                  </a:lnTo>
                  <a:lnTo>
                    <a:pt x="2426" y="4222"/>
                  </a:lnTo>
                  <a:lnTo>
                    <a:pt x="2426" y="3497"/>
                  </a:lnTo>
                  <a:cubicBezTo>
                    <a:pt x="2426" y="3214"/>
                    <a:pt x="2268" y="3025"/>
                    <a:pt x="2079" y="2899"/>
                  </a:cubicBezTo>
                  <a:lnTo>
                    <a:pt x="2079" y="1733"/>
                  </a:lnTo>
                  <a:cubicBezTo>
                    <a:pt x="2079" y="1134"/>
                    <a:pt x="1607" y="693"/>
                    <a:pt x="1040" y="693"/>
                  </a:cubicBezTo>
                  <a:lnTo>
                    <a:pt x="693" y="693"/>
                  </a:ln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04" name="Google Shape;6104;p71"/>
            <p:cNvSpPr/>
            <p:nvPr/>
          </p:nvSpPr>
          <p:spPr>
            <a:xfrm>
              <a:off x="-27691025" y="3175300"/>
              <a:ext cx="60650" cy="105550"/>
            </a:xfrm>
            <a:custGeom>
              <a:avLst/>
              <a:gdLst/>
              <a:ahLst/>
              <a:cxnLst/>
              <a:rect l="l" t="t" r="r" b="b"/>
              <a:pathLst>
                <a:path w="2426" h="4222" extrusionOk="0">
                  <a:moveTo>
                    <a:pt x="2079" y="0"/>
                  </a:moveTo>
                  <a:cubicBezTo>
                    <a:pt x="1890" y="0"/>
                    <a:pt x="1733" y="158"/>
                    <a:pt x="1733" y="347"/>
                  </a:cubicBezTo>
                  <a:lnTo>
                    <a:pt x="1733" y="693"/>
                  </a:lnTo>
                  <a:lnTo>
                    <a:pt x="1386" y="693"/>
                  </a:lnTo>
                  <a:cubicBezTo>
                    <a:pt x="788" y="693"/>
                    <a:pt x="347" y="1166"/>
                    <a:pt x="347" y="1733"/>
                  </a:cubicBezTo>
                  <a:lnTo>
                    <a:pt x="347" y="2899"/>
                  </a:lnTo>
                  <a:cubicBezTo>
                    <a:pt x="158" y="3025"/>
                    <a:pt x="0" y="3277"/>
                    <a:pt x="0" y="3497"/>
                  </a:cubicBezTo>
                  <a:lnTo>
                    <a:pt x="0" y="4222"/>
                  </a:lnTo>
                  <a:lnTo>
                    <a:pt x="1386" y="4222"/>
                  </a:lnTo>
                  <a:lnTo>
                    <a:pt x="1386" y="3497"/>
                  </a:lnTo>
                  <a:cubicBezTo>
                    <a:pt x="1386" y="3214"/>
                    <a:pt x="1229" y="3025"/>
                    <a:pt x="1008" y="2899"/>
                  </a:cubicBezTo>
                  <a:lnTo>
                    <a:pt x="1008" y="1733"/>
                  </a:lnTo>
                  <a:cubicBezTo>
                    <a:pt x="1008" y="1544"/>
                    <a:pt x="1166" y="1386"/>
                    <a:pt x="1386" y="1386"/>
                  </a:cubicBezTo>
                  <a:lnTo>
                    <a:pt x="1733" y="1386"/>
                  </a:lnTo>
                  <a:lnTo>
                    <a:pt x="1733" y="1733"/>
                  </a:lnTo>
                  <a:cubicBezTo>
                    <a:pt x="1733" y="1922"/>
                    <a:pt x="1890" y="2080"/>
                    <a:pt x="2079" y="2080"/>
                  </a:cubicBezTo>
                  <a:cubicBezTo>
                    <a:pt x="2268" y="2080"/>
                    <a:pt x="2426" y="1922"/>
                    <a:pt x="2426" y="1733"/>
                  </a:cubicBezTo>
                  <a:lnTo>
                    <a:pt x="2426" y="347"/>
                  </a:lnTo>
                  <a:cubicBezTo>
                    <a:pt x="2426" y="158"/>
                    <a:pt x="2268" y="0"/>
                    <a:pt x="20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05" name="Google Shape;6105;p71"/>
            <p:cNvSpPr/>
            <p:nvPr/>
          </p:nvSpPr>
          <p:spPr>
            <a:xfrm>
              <a:off x="-27691025" y="3263500"/>
              <a:ext cx="251275" cy="207175"/>
            </a:xfrm>
            <a:custGeom>
              <a:avLst/>
              <a:gdLst/>
              <a:ahLst/>
              <a:cxnLst/>
              <a:rect l="l" t="t" r="r" b="b"/>
              <a:pathLst>
                <a:path w="10051" h="8287" extrusionOk="0">
                  <a:moveTo>
                    <a:pt x="8317" y="725"/>
                  </a:moveTo>
                  <a:cubicBezTo>
                    <a:pt x="8885" y="725"/>
                    <a:pt x="9326" y="1198"/>
                    <a:pt x="9326" y="1733"/>
                  </a:cubicBezTo>
                  <a:cubicBezTo>
                    <a:pt x="9326" y="2332"/>
                    <a:pt x="8853" y="2773"/>
                    <a:pt x="8317" y="2773"/>
                  </a:cubicBezTo>
                  <a:cubicBezTo>
                    <a:pt x="7750" y="2773"/>
                    <a:pt x="7278" y="2301"/>
                    <a:pt x="7278" y="1733"/>
                  </a:cubicBezTo>
                  <a:cubicBezTo>
                    <a:pt x="7278" y="1166"/>
                    <a:pt x="7750" y="725"/>
                    <a:pt x="8317" y="725"/>
                  </a:cubicBezTo>
                  <a:close/>
                  <a:moveTo>
                    <a:pt x="8317" y="1"/>
                  </a:moveTo>
                  <a:cubicBezTo>
                    <a:pt x="7372" y="1"/>
                    <a:pt x="6585" y="788"/>
                    <a:pt x="6585" y="1733"/>
                  </a:cubicBezTo>
                  <a:cubicBezTo>
                    <a:pt x="6585" y="2584"/>
                    <a:pt x="7152" y="3277"/>
                    <a:pt x="7939" y="3435"/>
                  </a:cubicBezTo>
                  <a:lnTo>
                    <a:pt x="7939" y="5199"/>
                  </a:lnTo>
                  <a:cubicBezTo>
                    <a:pt x="7939" y="6554"/>
                    <a:pt x="6837" y="7656"/>
                    <a:pt x="5513" y="7656"/>
                  </a:cubicBezTo>
                  <a:cubicBezTo>
                    <a:pt x="4190" y="7656"/>
                    <a:pt x="3088" y="6554"/>
                    <a:pt x="3088" y="5199"/>
                  </a:cubicBezTo>
                  <a:lnTo>
                    <a:pt x="3088" y="4506"/>
                  </a:lnTo>
                  <a:lnTo>
                    <a:pt x="3088" y="4443"/>
                  </a:lnTo>
                  <a:cubicBezTo>
                    <a:pt x="4316" y="4317"/>
                    <a:pt x="5324" y="3309"/>
                    <a:pt x="5482" y="2049"/>
                  </a:cubicBezTo>
                  <a:cubicBezTo>
                    <a:pt x="5513" y="1797"/>
                    <a:pt x="5513" y="1891"/>
                    <a:pt x="5513" y="1355"/>
                  </a:cubicBezTo>
                  <a:lnTo>
                    <a:pt x="4127" y="1355"/>
                  </a:lnTo>
                  <a:cubicBezTo>
                    <a:pt x="4127" y="1607"/>
                    <a:pt x="4127" y="1765"/>
                    <a:pt x="4096" y="2049"/>
                  </a:cubicBezTo>
                  <a:cubicBezTo>
                    <a:pt x="3938" y="2710"/>
                    <a:pt x="3340" y="3088"/>
                    <a:pt x="2741" y="3088"/>
                  </a:cubicBezTo>
                  <a:cubicBezTo>
                    <a:pt x="2174" y="3088"/>
                    <a:pt x="1575" y="2773"/>
                    <a:pt x="1418" y="2049"/>
                  </a:cubicBezTo>
                  <a:cubicBezTo>
                    <a:pt x="1386" y="1828"/>
                    <a:pt x="1386" y="1607"/>
                    <a:pt x="1386" y="1355"/>
                  </a:cubicBezTo>
                  <a:lnTo>
                    <a:pt x="0" y="1355"/>
                  </a:lnTo>
                  <a:cubicBezTo>
                    <a:pt x="0" y="1670"/>
                    <a:pt x="0" y="1733"/>
                    <a:pt x="32" y="2049"/>
                  </a:cubicBezTo>
                  <a:cubicBezTo>
                    <a:pt x="221" y="3277"/>
                    <a:pt x="1166" y="4317"/>
                    <a:pt x="2426" y="4474"/>
                  </a:cubicBezTo>
                  <a:lnTo>
                    <a:pt x="2426" y="5168"/>
                  </a:lnTo>
                  <a:cubicBezTo>
                    <a:pt x="2426" y="5672"/>
                    <a:pt x="2552" y="6144"/>
                    <a:pt x="2804" y="6585"/>
                  </a:cubicBezTo>
                  <a:cubicBezTo>
                    <a:pt x="3308" y="7625"/>
                    <a:pt x="4379" y="8286"/>
                    <a:pt x="5545" y="8286"/>
                  </a:cubicBezTo>
                  <a:cubicBezTo>
                    <a:pt x="7278" y="8286"/>
                    <a:pt x="8664" y="6869"/>
                    <a:pt x="8664" y="5168"/>
                  </a:cubicBezTo>
                  <a:lnTo>
                    <a:pt x="8664" y="3435"/>
                  </a:lnTo>
                  <a:cubicBezTo>
                    <a:pt x="9452" y="3277"/>
                    <a:pt x="10050" y="2584"/>
                    <a:pt x="10050" y="1733"/>
                  </a:cubicBezTo>
                  <a:cubicBezTo>
                    <a:pt x="10050" y="788"/>
                    <a:pt x="9263" y="1"/>
                    <a:pt x="831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106" name="Google Shape;6106;p71"/>
          <p:cNvGrpSpPr/>
          <p:nvPr/>
        </p:nvGrpSpPr>
        <p:grpSpPr>
          <a:xfrm>
            <a:off x="4309634" y="2181253"/>
            <a:ext cx="266033" cy="171011"/>
            <a:chOff x="-27721750" y="3598250"/>
            <a:chExt cx="297750" cy="191400"/>
          </a:xfrm>
        </p:grpSpPr>
        <p:sp>
          <p:nvSpPr>
            <p:cNvPr id="6107" name="Google Shape;6107;p71"/>
            <p:cNvSpPr/>
            <p:nvPr/>
          </p:nvSpPr>
          <p:spPr>
            <a:xfrm>
              <a:off x="-27616200" y="3651800"/>
              <a:ext cx="86650" cy="86675"/>
            </a:xfrm>
            <a:custGeom>
              <a:avLst/>
              <a:gdLst/>
              <a:ahLst/>
              <a:cxnLst/>
              <a:rect l="l" t="t" r="r" b="b"/>
              <a:pathLst>
                <a:path w="3466" h="3467" extrusionOk="0">
                  <a:moveTo>
                    <a:pt x="1386" y="662"/>
                  </a:moveTo>
                  <a:cubicBezTo>
                    <a:pt x="1764" y="662"/>
                    <a:pt x="2079" y="977"/>
                    <a:pt x="2079" y="1387"/>
                  </a:cubicBezTo>
                  <a:cubicBezTo>
                    <a:pt x="2079" y="1765"/>
                    <a:pt x="1764" y="2080"/>
                    <a:pt x="1386" y="2080"/>
                  </a:cubicBezTo>
                  <a:cubicBezTo>
                    <a:pt x="977" y="2080"/>
                    <a:pt x="662" y="1765"/>
                    <a:pt x="662" y="1387"/>
                  </a:cubicBezTo>
                  <a:cubicBezTo>
                    <a:pt x="662" y="977"/>
                    <a:pt x="977" y="662"/>
                    <a:pt x="1386" y="662"/>
                  </a:cubicBezTo>
                  <a:close/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679"/>
                    <a:pt x="788" y="3466"/>
                    <a:pt x="1733" y="3466"/>
                  </a:cubicBezTo>
                  <a:cubicBezTo>
                    <a:pt x="2678" y="3466"/>
                    <a:pt x="3466" y="2679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08" name="Google Shape;6108;p71"/>
            <p:cNvSpPr/>
            <p:nvPr/>
          </p:nvSpPr>
          <p:spPr>
            <a:xfrm>
              <a:off x="-27721750" y="3598250"/>
              <a:ext cx="297750" cy="191400"/>
            </a:xfrm>
            <a:custGeom>
              <a:avLst/>
              <a:gdLst/>
              <a:ahLst/>
              <a:cxnLst/>
              <a:rect l="l" t="t" r="r" b="b"/>
              <a:pathLst>
                <a:path w="11910" h="7656" extrusionOk="0">
                  <a:moveTo>
                    <a:pt x="5955" y="1418"/>
                  </a:moveTo>
                  <a:cubicBezTo>
                    <a:pt x="7278" y="1418"/>
                    <a:pt x="8381" y="2521"/>
                    <a:pt x="8381" y="3875"/>
                  </a:cubicBezTo>
                  <a:cubicBezTo>
                    <a:pt x="8381" y="5199"/>
                    <a:pt x="7278" y="6301"/>
                    <a:pt x="5955" y="6301"/>
                  </a:cubicBezTo>
                  <a:cubicBezTo>
                    <a:pt x="4600" y="6301"/>
                    <a:pt x="3497" y="5199"/>
                    <a:pt x="3497" y="3875"/>
                  </a:cubicBezTo>
                  <a:cubicBezTo>
                    <a:pt x="3497" y="2521"/>
                    <a:pt x="4600" y="1418"/>
                    <a:pt x="5955" y="1418"/>
                  </a:cubicBezTo>
                  <a:close/>
                  <a:moveTo>
                    <a:pt x="5955" y="0"/>
                  </a:moveTo>
                  <a:cubicBezTo>
                    <a:pt x="2710" y="0"/>
                    <a:pt x="189" y="3466"/>
                    <a:pt x="95" y="3623"/>
                  </a:cubicBezTo>
                  <a:cubicBezTo>
                    <a:pt x="0" y="3749"/>
                    <a:pt x="0" y="3907"/>
                    <a:pt x="95" y="4033"/>
                  </a:cubicBezTo>
                  <a:cubicBezTo>
                    <a:pt x="189" y="4190"/>
                    <a:pt x="2773" y="7656"/>
                    <a:pt x="5955" y="7656"/>
                  </a:cubicBezTo>
                  <a:cubicBezTo>
                    <a:pt x="9137" y="7656"/>
                    <a:pt x="11689" y="4190"/>
                    <a:pt x="11815" y="4033"/>
                  </a:cubicBezTo>
                  <a:cubicBezTo>
                    <a:pt x="11909" y="3907"/>
                    <a:pt x="11909" y="3749"/>
                    <a:pt x="11815" y="3623"/>
                  </a:cubicBezTo>
                  <a:cubicBezTo>
                    <a:pt x="11689" y="3466"/>
                    <a:pt x="9168" y="0"/>
                    <a:pt x="595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109" name="Google Shape;6109;p71"/>
          <p:cNvGrpSpPr/>
          <p:nvPr/>
        </p:nvGrpSpPr>
        <p:grpSpPr>
          <a:xfrm>
            <a:off x="4310684" y="2476412"/>
            <a:ext cx="263933" cy="255735"/>
            <a:chOff x="-27719400" y="3925600"/>
            <a:chExt cx="295400" cy="286225"/>
          </a:xfrm>
        </p:grpSpPr>
        <p:sp>
          <p:nvSpPr>
            <p:cNvPr id="6110" name="Google Shape;6110;p71"/>
            <p:cNvSpPr/>
            <p:nvPr/>
          </p:nvSpPr>
          <p:spPr>
            <a:xfrm>
              <a:off x="-27596525" y="3925600"/>
              <a:ext cx="172525" cy="162575"/>
            </a:xfrm>
            <a:custGeom>
              <a:avLst/>
              <a:gdLst/>
              <a:ahLst/>
              <a:cxnLst/>
              <a:rect l="l" t="t" r="r" b="b"/>
              <a:pathLst>
                <a:path w="6901" h="6503" extrusionOk="0">
                  <a:moveTo>
                    <a:pt x="5042" y="0"/>
                  </a:moveTo>
                  <a:cubicBezTo>
                    <a:pt x="4425" y="0"/>
                    <a:pt x="3809" y="237"/>
                    <a:pt x="3340" y="705"/>
                  </a:cubicBezTo>
                  <a:lnTo>
                    <a:pt x="1765" y="2281"/>
                  </a:lnTo>
                  <a:cubicBezTo>
                    <a:pt x="1639" y="2407"/>
                    <a:pt x="1639" y="2627"/>
                    <a:pt x="1765" y="2785"/>
                  </a:cubicBezTo>
                  <a:cubicBezTo>
                    <a:pt x="1860" y="2879"/>
                    <a:pt x="1891" y="2942"/>
                    <a:pt x="1891" y="3037"/>
                  </a:cubicBezTo>
                  <a:cubicBezTo>
                    <a:pt x="1891" y="3100"/>
                    <a:pt x="1860" y="3226"/>
                    <a:pt x="1765" y="3257"/>
                  </a:cubicBezTo>
                  <a:lnTo>
                    <a:pt x="1229" y="3824"/>
                  </a:lnTo>
                  <a:cubicBezTo>
                    <a:pt x="1009" y="3856"/>
                    <a:pt x="820" y="3919"/>
                    <a:pt x="662" y="4045"/>
                  </a:cubicBezTo>
                  <a:lnTo>
                    <a:pt x="1" y="4643"/>
                  </a:lnTo>
                  <a:lnTo>
                    <a:pt x="1860" y="6502"/>
                  </a:lnTo>
                  <a:lnTo>
                    <a:pt x="2427" y="5809"/>
                  </a:lnTo>
                  <a:cubicBezTo>
                    <a:pt x="2553" y="5652"/>
                    <a:pt x="2647" y="5494"/>
                    <a:pt x="2679" y="5305"/>
                  </a:cubicBezTo>
                  <a:lnTo>
                    <a:pt x="6774" y="1209"/>
                  </a:lnTo>
                  <a:cubicBezTo>
                    <a:pt x="6900" y="1083"/>
                    <a:pt x="6900" y="863"/>
                    <a:pt x="6774" y="737"/>
                  </a:cubicBezTo>
                  <a:cubicBezTo>
                    <a:pt x="6298" y="245"/>
                    <a:pt x="5669" y="0"/>
                    <a:pt x="504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11" name="Google Shape;6111;p71"/>
            <p:cNvSpPr/>
            <p:nvPr/>
          </p:nvSpPr>
          <p:spPr>
            <a:xfrm>
              <a:off x="-27719400" y="4054275"/>
              <a:ext cx="157550" cy="157550"/>
            </a:xfrm>
            <a:custGeom>
              <a:avLst/>
              <a:gdLst/>
              <a:ahLst/>
              <a:cxnLst/>
              <a:rect l="l" t="t" r="r" b="b"/>
              <a:pathLst>
                <a:path w="6302" h="6302" extrusionOk="0">
                  <a:moveTo>
                    <a:pt x="4412" y="1"/>
                  </a:moveTo>
                  <a:lnTo>
                    <a:pt x="537" y="3466"/>
                  </a:lnTo>
                  <a:cubicBezTo>
                    <a:pt x="190" y="3781"/>
                    <a:pt x="1" y="4222"/>
                    <a:pt x="1" y="4695"/>
                  </a:cubicBezTo>
                  <a:cubicBezTo>
                    <a:pt x="1" y="5136"/>
                    <a:pt x="158" y="5545"/>
                    <a:pt x="474" y="5829"/>
                  </a:cubicBezTo>
                  <a:cubicBezTo>
                    <a:pt x="789" y="6144"/>
                    <a:pt x="1167" y="6302"/>
                    <a:pt x="1608" y="6302"/>
                  </a:cubicBezTo>
                  <a:lnTo>
                    <a:pt x="1639" y="6302"/>
                  </a:lnTo>
                  <a:cubicBezTo>
                    <a:pt x="1954" y="6302"/>
                    <a:pt x="2269" y="6175"/>
                    <a:pt x="2553" y="5986"/>
                  </a:cubicBezTo>
                  <a:lnTo>
                    <a:pt x="1482" y="4915"/>
                  </a:lnTo>
                  <a:cubicBezTo>
                    <a:pt x="1356" y="4789"/>
                    <a:pt x="1356" y="4569"/>
                    <a:pt x="1482" y="4443"/>
                  </a:cubicBezTo>
                  <a:cubicBezTo>
                    <a:pt x="1545" y="4395"/>
                    <a:pt x="1631" y="4372"/>
                    <a:pt x="1718" y="4372"/>
                  </a:cubicBezTo>
                  <a:cubicBezTo>
                    <a:pt x="1805" y="4372"/>
                    <a:pt x="1891" y="4395"/>
                    <a:pt x="1954" y="4443"/>
                  </a:cubicBezTo>
                  <a:lnTo>
                    <a:pt x="3025" y="5514"/>
                  </a:lnTo>
                  <a:lnTo>
                    <a:pt x="3498" y="5010"/>
                  </a:lnTo>
                  <a:lnTo>
                    <a:pt x="2521" y="4002"/>
                  </a:lnTo>
                  <a:cubicBezTo>
                    <a:pt x="2395" y="3907"/>
                    <a:pt x="2395" y="3655"/>
                    <a:pt x="2521" y="3561"/>
                  </a:cubicBezTo>
                  <a:cubicBezTo>
                    <a:pt x="2569" y="3498"/>
                    <a:pt x="2655" y="3466"/>
                    <a:pt x="2746" y="3466"/>
                  </a:cubicBezTo>
                  <a:cubicBezTo>
                    <a:pt x="2836" y="3466"/>
                    <a:pt x="2931" y="3498"/>
                    <a:pt x="2994" y="3561"/>
                  </a:cubicBezTo>
                  <a:lnTo>
                    <a:pt x="3939" y="4474"/>
                  </a:lnTo>
                  <a:lnTo>
                    <a:pt x="4412" y="3970"/>
                  </a:lnTo>
                  <a:lnTo>
                    <a:pt x="3530" y="3120"/>
                  </a:lnTo>
                  <a:cubicBezTo>
                    <a:pt x="3403" y="2994"/>
                    <a:pt x="3403" y="2773"/>
                    <a:pt x="3530" y="2647"/>
                  </a:cubicBezTo>
                  <a:cubicBezTo>
                    <a:pt x="3593" y="2584"/>
                    <a:pt x="3679" y="2552"/>
                    <a:pt x="3766" y="2552"/>
                  </a:cubicBezTo>
                  <a:cubicBezTo>
                    <a:pt x="3852" y="2552"/>
                    <a:pt x="3939" y="2584"/>
                    <a:pt x="4002" y="2647"/>
                  </a:cubicBezTo>
                  <a:lnTo>
                    <a:pt x="4884" y="3498"/>
                  </a:lnTo>
                  <a:lnTo>
                    <a:pt x="5357" y="2994"/>
                  </a:lnTo>
                  <a:lnTo>
                    <a:pt x="4601" y="2237"/>
                  </a:lnTo>
                  <a:cubicBezTo>
                    <a:pt x="4475" y="2111"/>
                    <a:pt x="4475" y="1891"/>
                    <a:pt x="4601" y="1765"/>
                  </a:cubicBezTo>
                  <a:cubicBezTo>
                    <a:pt x="4671" y="1624"/>
                    <a:pt x="4771" y="1562"/>
                    <a:pt x="4867" y="1562"/>
                  </a:cubicBezTo>
                  <a:cubicBezTo>
                    <a:pt x="4944" y="1562"/>
                    <a:pt x="5018" y="1601"/>
                    <a:pt x="5073" y="1670"/>
                  </a:cubicBezTo>
                  <a:lnTo>
                    <a:pt x="5829" y="2395"/>
                  </a:lnTo>
                  <a:lnTo>
                    <a:pt x="6302" y="1891"/>
                  </a:lnTo>
                  <a:lnTo>
                    <a:pt x="441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112" name="Google Shape;6112;p71"/>
          <p:cNvGrpSpPr/>
          <p:nvPr/>
        </p:nvGrpSpPr>
        <p:grpSpPr>
          <a:xfrm>
            <a:off x="5976639" y="1791543"/>
            <a:ext cx="265318" cy="265318"/>
            <a:chOff x="-25834600" y="3176875"/>
            <a:chExt cx="296950" cy="296950"/>
          </a:xfrm>
        </p:grpSpPr>
        <p:sp>
          <p:nvSpPr>
            <p:cNvPr id="6113" name="Google Shape;6113;p71"/>
            <p:cNvSpPr/>
            <p:nvPr/>
          </p:nvSpPr>
          <p:spPr>
            <a:xfrm>
              <a:off x="-25625875" y="3316275"/>
              <a:ext cx="69325" cy="85875"/>
            </a:xfrm>
            <a:custGeom>
              <a:avLst/>
              <a:gdLst/>
              <a:ahLst/>
              <a:cxnLst/>
              <a:rect l="l" t="t" r="r" b="b"/>
              <a:pathLst>
                <a:path w="2773" h="3435" extrusionOk="0">
                  <a:moveTo>
                    <a:pt x="0" y="1"/>
                  </a:moveTo>
                  <a:lnTo>
                    <a:pt x="0" y="3435"/>
                  </a:lnTo>
                  <a:lnTo>
                    <a:pt x="2773" y="3435"/>
                  </a:lnTo>
                  <a:lnTo>
                    <a:pt x="2773" y="2741"/>
                  </a:lnTo>
                  <a:lnTo>
                    <a:pt x="1040" y="2741"/>
                  </a:lnTo>
                  <a:cubicBezTo>
                    <a:pt x="851" y="2741"/>
                    <a:pt x="693" y="2584"/>
                    <a:pt x="693" y="2395"/>
                  </a:cubicBezTo>
                  <a:cubicBezTo>
                    <a:pt x="693" y="2206"/>
                    <a:pt x="851" y="2048"/>
                    <a:pt x="1040" y="2048"/>
                  </a:cubicBezTo>
                  <a:lnTo>
                    <a:pt x="2773" y="2048"/>
                  </a:lnTo>
                  <a:lnTo>
                    <a:pt x="2773" y="1324"/>
                  </a:lnTo>
                  <a:lnTo>
                    <a:pt x="1040" y="1324"/>
                  </a:lnTo>
                  <a:cubicBezTo>
                    <a:pt x="851" y="1324"/>
                    <a:pt x="693" y="1166"/>
                    <a:pt x="693" y="977"/>
                  </a:cubicBezTo>
                  <a:cubicBezTo>
                    <a:pt x="693" y="851"/>
                    <a:pt x="851" y="694"/>
                    <a:pt x="1040" y="694"/>
                  </a:cubicBezTo>
                  <a:lnTo>
                    <a:pt x="2773" y="69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14" name="Google Shape;6114;p71"/>
            <p:cNvSpPr/>
            <p:nvPr/>
          </p:nvSpPr>
          <p:spPr>
            <a:xfrm>
              <a:off x="-25729075" y="3176875"/>
              <a:ext cx="191425" cy="296950"/>
            </a:xfrm>
            <a:custGeom>
              <a:avLst/>
              <a:gdLst/>
              <a:ahLst/>
              <a:cxnLst/>
              <a:rect l="l" t="t" r="r" b="b"/>
              <a:pathLst>
                <a:path w="7657" h="11878" extrusionOk="0">
                  <a:moveTo>
                    <a:pt x="2049" y="693"/>
                  </a:moveTo>
                  <a:lnTo>
                    <a:pt x="2049" y="2773"/>
                  </a:lnTo>
                  <a:lnTo>
                    <a:pt x="1356" y="2773"/>
                  </a:lnTo>
                  <a:lnTo>
                    <a:pt x="1356" y="693"/>
                  </a:lnTo>
                  <a:close/>
                  <a:moveTo>
                    <a:pt x="3435" y="693"/>
                  </a:moveTo>
                  <a:lnTo>
                    <a:pt x="3435" y="2773"/>
                  </a:lnTo>
                  <a:lnTo>
                    <a:pt x="2710" y="2773"/>
                  </a:lnTo>
                  <a:lnTo>
                    <a:pt x="2710" y="693"/>
                  </a:lnTo>
                  <a:close/>
                  <a:moveTo>
                    <a:pt x="4821" y="693"/>
                  </a:moveTo>
                  <a:lnTo>
                    <a:pt x="4821" y="2773"/>
                  </a:lnTo>
                  <a:lnTo>
                    <a:pt x="4097" y="2773"/>
                  </a:lnTo>
                  <a:lnTo>
                    <a:pt x="4097" y="693"/>
                  </a:lnTo>
                  <a:close/>
                  <a:moveTo>
                    <a:pt x="6176" y="693"/>
                  </a:moveTo>
                  <a:lnTo>
                    <a:pt x="6176" y="2773"/>
                  </a:lnTo>
                  <a:lnTo>
                    <a:pt x="5483" y="2773"/>
                  </a:lnTo>
                  <a:lnTo>
                    <a:pt x="5483" y="693"/>
                  </a:lnTo>
                  <a:close/>
                  <a:moveTo>
                    <a:pt x="1041" y="0"/>
                  </a:moveTo>
                  <a:cubicBezTo>
                    <a:pt x="442" y="0"/>
                    <a:pt x="1" y="473"/>
                    <a:pt x="1" y="1040"/>
                  </a:cubicBezTo>
                  <a:lnTo>
                    <a:pt x="1" y="3119"/>
                  </a:lnTo>
                  <a:cubicBezTo>
                    <a:pt x="1" y="3308"/>
                    <a:pt x="158" y="3466"/>
                    <a:pt x="379" y="3466"/>
                  </a:cubicBezTo>
                  <a:lnTo>
                    <a:pt x="726" y="3466"/>
                  </a:lnTo>
                  <a:lnTo>
                    <a:pt x="726" y="4883"/>
                  </a:lnTo>
                  <a:lnTo>
                    <a:pt x="2458" y="4883"/>
                  </a:lnTo>
                  <a:cubicBezTo>
                    <a:pt x="2647" y="4883"/>
                    <a:pt x="2805" y="5041"/>
                    <a:pt x="2805" y="5262"/>
                  </a:cubicBezTo>
                  <a:lnTo>
                    <a:pt x="2805" y="9420"/>
                  </a:lnTo>
                  <a:cubicBezTo>
                    <a:pt x="2805" y="9609"/>
                    <a:pt x="2647" y="9767"/>
                    <a:pt x="2458" y="9767"/>
                  </a:cubicBezTo>
                  <a:lnTo>
                    <a:pt x="2112" y="9767"/>
                  </a:lnTo>
                  <a:cubicBezTo>
                    <a:pt x="2112" y="10523"/>
                    <a:pt x="1797" y="11247"/>
                    <a:pt x="1261" y="11751"/>
                  </a:cubicBezTo>
                  <a:cubicBezTo>
                    <a:pt x="1419" y="11815"/>
                    <a:pt x="1576" y="11878"/>
                    <a:pt x="1734" y="11878"/>
                  </a:cubicBezTo>
                  <a:lnTo>
                    <a:pt x="5924" y="11878"/>
                  </a:lnTo>
                  <a:cubicBezTo>
                    <a:pt x="6522" y="11878"/>
                    <a:pt x="6932" y="11405"/>
                    <a:pt x="6932" y="10838"/>
                  </a:cubicBezTo>
                  <a:lnTo>
                    <a:pt x="6932" y="9798"/>
                  </a:lnTo>
                  <a:lnTo>
                    <a:pt x="3813" y="9798"/>
                  </a:lnTo>
                  <a:cubicBezTo>
                    <a:pt x="3624" y="9798"/>
                    <a:pt x="3467" y="9672"/>
                    <a:pt x="3467" y="9452"/>
                  </a:cubicBezTo>
                  <a:lnTo>
                    <a:pt x="3467" y="5293"/>
                  </a:lnTo>
                  <a:cubicBezTo>
                    <a:pt x="3467" y="5104"/>
                    <a:pt x="3624" y="4946"/>
                    <a:pt x="3813" y="4946"/>
                  </a:cubicBezTo>
                  <a:lnTo>
                    <a:pt x="6932" y="4946"/>
                  </a:lnTo>
                  <a:lnTo>
                    <a:pt x="6932" y="3529"/>
                  </a:lnTo>
                  <a:lnTo>
                    <a:pt x="7310" y="3529"/>
                  </a:lnTo>
                  <a:cubicBezTo>
                    <a:pt x="7499" y="3529"/>
                    <a:pt x="7657" y="3371"/>
                    <a:pt x="7657" y="3151"/>
                  </a:cubicBezTo>
                  <a:lnTo>
                    <a:pt x="7657" y="1040"/>
                  </a:lnTo>
                  <a:lnTo>
                    <a:pt x="7625" y="1040"/>
                  </a:lnTo>
                  <a:cubicBezTo>
                    <a:pt x="7625" y="441"/>
                    <a:pt x="7153" y="0"/>
                    <a:pt x="658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15" name="Google Shape;6115;p71"/>
            <p:cNvSpPr/>
            <p:nvPr/>
          </p:nvSpPr>
          <p:spPr>
            <a:xfrm>
              <a:off x="-25834600" y="3350150"/>
              <a:ext cx="69325" cy="96100"/>
            </a:xfrm>
            <a:custGeom>
              <a:avLst/>
              <a:gdLst/>
              <a:ahLst/>
              <a:cxnLst/>
              <a:rect l="l" t="t" r="r" b="b"/>
              <a:pathLst>
                <a:path w="2773" h="3844" extrusionOk="0">
                  <a:moveTo>
                    <a:pt x="2143" y="0"/>
                  </a:moveTo>
                  <a:cubicBezTo>
                    <a:pt x="1008" y="0"/>
                    <a:pt x="63" y="945"/>
                    <a:pt x="63" y="2080"/>
                  </a:cubicBezTo>
                  <a:cubicBezTo>
                    <a:pt x="0" y="2804"/>
                    <a:pt x="378" y="3434"/>
                    <a:pt x="914" y="3844"/>
                  </a:cubicBezTo>
                  <a:cubicBezTo>
                    <a:pt x="788" y="3529"/>
                    <a:pt x="725" y="3151"/>
                    <a:pt x="725" y="2804"/>
                  </a:cubicBezTo>
                  <a:cubicBezTo>
                    <a:pt x="725" y="1544"/>
                    <a:pt x="1576" y="473"/>
                    <a:pt x="2773" y="126"/>
                  </a:cubicBezTo>
                  <a:cubicBezTo>
                    <a:pt x="2584" y="63"/>
                    <a:pt x="2332" y="0"/>
                    <a:pt x="214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16" name="Google Shape;6116;p71"/>
            <p:cNvSpPr/>
            <p:nvPr/>
          </p:nvSpPr>
          <p:spPr>
            <a:xfrm>
              <a:off x="-25799950" y="3368250"/>
              <a:ext cx="104775" cy="104000"/>
            </a:xfrm>
            <a:custGeom>
              <a:avLst/>
              <a:gdLst/>
              <a:ahLst/>
              <a:cxnLst/>
              <a:rect l="l" t="t" r="r" b="b"/>
              <a:pathLst>
                <a:path w="4191" h="4160" extrusionOk="0">
                  <a:moveTo>
                    <a:pt x="2080" y="694"/>
                  </a:moveTo>
                  <a:cubicBezTo>
                    <a:pt x="2836" y="694"/>
                    <a:pt x="3466" y="1324"/>
                    <a:pt x="3466" y="2080"/>
                  </a:cubicBezTo>
                  <a:cubicBezTo>
                    <a:pt x="3466" y="2364"/>
                    <a:pt x="3403" y="2584"/>
                    <a:pt x="3246" y="2836"/>
                  </a:cubicBezTo>
                  <a:lnTo>
                    <a:pt x="1292" y="915"/>
                  </a:lnTo>
                  <a:cubicBezTo>
                    <a:pt x="1576" y="788"/>
                    <a:pt x="1828" y="694"/>
                    <a:pt x="2080" y="694"/>
                  </a:cubicBezTo>
                  <a:close/>
                  <a:moveTo>
                    <a:pt x="2111" y="1"/>
                  </a:moveTo>
                  <a:cubicBezTo>
                    <a:pt x="946" y="1"/>
                    <a:pt x="1" y="946"/>
                    <a:pt x="1" y="2080"/>
                  </a:cubicBezTo>
                  <a:cubicBezTo>
                    <a:pt x="1" y="3214"/>
                    <a:pt x="946" y="4160"/>
                    <a:pt x="2111" y="4160"/>
                  </a:cubicBezTo>
                  <a:cubicBezTo>
                    <a:pt x="3246" y="4160"/>
                    <a:pt x="4191" y="3214"/>
                    <a:pt x="4191" y="2080"/>
                  </a:cubicBezTo>
                  <a:cubicBezTo>
                    <a:pt x="4191" y="946"/>
                    <a:pt x="3246" y="1"/>
                    <a:pt x="211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17" name="Google Shape;6117;p71"/>
            <p:cNvSpPr/>
            <p:nvPr/>
          </p:nvSpPr>
          <p:spPr>
            <a:xfrm>
              <a:off x="-25712525" y="3317075"/>
              <a:ext cx="34675" cy="86650"/>
            </a:xfrm>
            <a:custGeom>
              <a:avLst/>
              <a:gdLst/>
              <a:ahLst/>
              <a:cxnLst/>
              <a:rect l="l" t="t" r="r" b="b"/>
              <a:pathLst>
                <a:path w="1387" h="3466" extrusionOk="0">
                  <a:moveTo>
                    <a:pt x="1" y="0"/>
                  </a:moveTo>
                  <a:lnTo>
                    <a:pt x="1" y="1764"/>
                  </a:lnTo>
                  <a:cubicBezTo>
                    <a:pt x="631" y="2111"/>
                    <a:pt x="1072" y="2709"/>
                    <a:pt x="1261" y="3466"/>
                  </a:cubicBezTo>
                  <a:lnTo>
                    <a:pt x="1387" y="3466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118" name="Google Shape;6118;p71"/>
          <p:cNvGrpSpPr/>
          <p:nvPr/>
        </p:nvGrpSpPr>
        <p:grpSpPr>
          <a:xfrm>
            <a:off x="5976639" y="2142543"/>
            <a:ext cx="265318" cy="248431"/>
            <a:chOff x="-25834600" y="3564375"/>
            <a:chExt cx="296950" cy="278050"/>
          </a:xfrm>
        </p:grpSpPr>
        <p:sp>
          <p:nvSpPr>
            <p:cNvPr id="6119" name="Google Shape;6119;p71"/>
            <p:cNvSpPr/>
            <p:nvPr/>
          </p:nvSpPr>
          <p:spPr>
            <a:xfrm>
              <a:off x="-25694400" y="3703775"/>
              <a:ext cx="17350" cy="17375"/>
            </a:xfrm>
            <a:custGeom>
              <a:avLst/>
              <a:gdLst/>
              <a:ahLst/>
              <a:cxnLst/>
              <a:rect l="l" t="t" r="r" b="b"/>
              <a:pathLst>
                <a:path w="694" h="695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7"/>
                    <a:pt x="158" y="694"/>
                    <a:pt x="347" y="694"/>
                  </a:cubicBezTo>
                  <a:cubicBezTo>
                    <a:pt x="536" y="694"/>
                    <a:pt x="693" y="537"/>
                    <a:pt x="693" y="347"/>
                  </a:cubicBezTo>
                  <a:cubicBezTo>
                    <a:pt x="693" y="158"/>
                    <a:pt x="504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20" name="Google Shape;6120;p71"/>
            <p:cNvSpPr/>
            <p:nvPr/>
          </p:nvSpPr>
          <p:spPr>
            <a:xfrm>
              <a:off x="-25591225" y="3703775"/>
              <a:ext cx="53575" cy="18150"/>
            </a:xfrm>
            <a:custGeom>
              <a:avLst/>
              <a:gdLst/>
              <a:ahLst/>
              <a:cxnLst/>
              <a:rect l="l" t="t" r="r" b="b"/>
              <a:pathLst>
                <a:path w="2143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7"/>
                    <a:pt x="158" y="726"/>
                    <a:pt x="347" y="726"/>
                  </a:cubicBezTo>
                  <a:lnTo>
                    <a:pt x="1765" y="726"/>
                  </a:lnTo>
                  <a:cubicBezTo>
                    <a:pt x="1985" y="726"/>
                    <a:pt x="2143" y="568"/>
                    <a:pt x="2143" y="347"/>
                  </a:cubicBezTo>
                  <a:cubicBezTo>
                    <a:pt x="2143" y="158"/>
                    <a:pt x="1985" y="1"/>
                    <a:pt x="17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21" name="Google Shape;6121;p71"/>
            <p:cNvSpPr/>
            <p:nvPr/>
          </p:nvSpPr>
          <p:spPr>
            <a:xfrm>
              <a:off x="-25834600" y="3703775"/>
              <a:ext cx="53575" cy="18150"/>
            </a:xfrm>
            <a:custGeom>
              <a:avLst/>
              <a:gdLst/>
              <a:ahLst/>
              <a:cxnLst/>
              <a:rect l="l" t="t" r="r" b="b"/>
              <a:pathLst>
                <a:path w="2143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1796" y="726"/>
                  </a:lnTo>
                  <a:cubicBezTo>
                    <a:pt x="1985" y="726"/>
                    <a:pt x="2143" y="568"/>
                    <a:pt x="2143" y="347"/>
                  </a:cubicBezTo>
                  <a:cubicBezTo>
                    <a:pt x="2143" y="158"/>
                    <a:pt x="1985" y="1"/>
                    <a:pt x="179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22" name="Google Shape;6122;p71"/>
            <p:cNvSpPr/>
            <p:nvPr/>
          </p:nvSpPr>
          <p:spPr>
            <a:xfrm>
              <a:off x="-25695200" y="3564375"/>
              <a:ext cx="17350" cy="52800"/>
            </a:xfrm>
            <a:custGeom>
              <a:avLst/>
              <a:gdLst/>
              <a:ahLst/>
              <a:cxnLst/>
              <a:rect l="l" t="t" r="r" b="b"/>
              <a:pathLst>
                <a:path w="694" h="2112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765"/>
                  </a:lnTo>
                  <a:cubicBezTo>
                    <a:pt x="1" y="1954"/>
                    <a:pt x="158" y="2111"/>
                    <a:pt x="347" y="2111"/>
                  </a:cubicBezTo>
                  <a:cubicBezTo>
                    <a:pt x="536" y="2111"/>
                    <a:pt x="694" y="1954"/>
                    <a:pt x="694" y="1765"/>
                  </a:cubicBezTo>
                  <a:lnTo>
                    <a:pt x="694" y="347"/>
                  </a:ln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23" name="Google Shape;6123;p71"/>
            <p:cNvSpPr/>
            <p:nvPr/>
          </p:nvSpPr>
          <p:spPr>
            <a:xfrm>
              <a:off x="-25792850" y="3606125"/>
              <a:ext cx="42550" cy="40975"/>
            </a:xfrm>
            <a:custGeom>
              <a:avLst/>
              <a:gdLst/>
              <a:ahLst/>
              <a:cxnLst/>
              <a:rect l="l" t="t" r="r" b="b"/>
              <a:pathLst>
                <a:path w="1702" h="1639" extrusionOk="0">
                  <a:moveTo>
                    <a:pt x="351" y="0"/>
                  </a:moveTo>
                  <a:cubicBezTo>
                    <a:pt x="260" y="0"/>
                    <a:pt x="173" y="32"/>
                    <a:pt x="126" y="95"/>
                  </a:cubicBezTo>
                  <a:cubicBezTo>
                    <a:pt x="0" y="221"/>
                    <a:pt x="0" y="441"/>
                    <a:pt x="126" y="567"/>
                  </a:cubicBezTo>
                  <a:lnTo>
                    <a:pt x="1103" y="1544"/>
                  </a:lnTo>
                  <a:cubicBezTo>
                    <a:pt x="1166" y="1607"/>
                    <a:pt x="1252" y="1639"/>
                    <a:pt x="1339" y="1639"/>
                  </a:cubicBezTo>
                  <a:cubicBezTo>
                    <a:pt x="1426" y="1639"/>
                    <a:pt x="1512" y="1607"/>
                    <a:pt x="1575" y="1544"/>
                  </a:cubicBezTo>
                  <a:cubicBezTo>
                    <a:pt x="1701" y="1418"/>
                    <a:pt x="1701" y="1198"/>
                    <a:pt x="1575" y="1071"/>
                  </a:cubicBezTo>
                  <a:lnTo>
                    <a:pt x="599" y="95"/>
                  </a:lnTo>
                  <a:cubicBezTo>
                    <a:pt x="536" y="32"/>
                    <a:pt x="441" y="0"/>
                    <a:pt x="3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24" name="Google Shape;6124;p71"/>
            <p:cNvSpPr/>
            <p:nvPr/>
          </p:nvSpPr>
          <p:spPr>
            <a:xfrm>
              <a:off x="-25621950" y="3606125"/>
              <a:ext cx="43350" cy="40975"/>
            </a:xfrm>
            <a:custGeom>
              <a:avLst/>
              <a:gdLst/>
              <a:ahLst/>
              <a:cxnLst/>
              <a:rect l="l" t="t" r="r" b="b"/>
              <a:pathLst>
                <a:path w="1734" h="1639" extrusionOk="0">
                  <a:moveTo>
                    <a:pt x="1351" y="0"/>
                  </a:moveTo>
                  <a:cubicBezTo>
                    <a:pt x="1261" y="0"/>
                    <a:pt x="1166" y="32"/>
                    <a:pt x="1103" y="95"/>
                  </a:cubicBezTo>
                  <a:lnTo>
                    <a:pt x="127" y="1071"/>
                  </a:lnTo>
                  <a:cubicBezTo>
                    <a:pt x="1" y="1198"/>
                    <a:pt x="1" y="1418"/>
                    <a:pt x="127" y="1544"/>
                  </a:cubicBezTo>
                  <a:cubicBezTo>
                    <a:pt x="190" y="1607"/>
                    <a:pt x="284" y="1639"/>
                    <a:pt x="375" y="1639"/>
                  </a:cubicBezTo>
                  <a:cubicBezTo>
                    <a:pt x="465" y="1639"/>
                    <a:pt x="552" y="1607"/>
                    <a:pt x="599" y="1544"/>
                  </a:cubicBezTo>
                  <a:lnTo>
                    <a:pt x="1576" y="567"/>
                  </a:lnTo>
                  <a:cubicBezTo>
                    <a:pt x="1733" y="441"/>
                    <a:pt x="1733" y="221"/>
                    <a:pt x="1576" y="95"/>
                  </a:cubicBezTo>
                  <a:cubicBezTo>
                    <a:pt x="1529" y="32"/>
                    <a:pt x="1442" y="0"/>
                    <a:pt x="13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25" name="Google Shape;6125;p71"/>
            <p:cNvSpPr/>
            <p:nvPr/>
          </p:nvSpPr>
          <p:spPr>
            <a:xfrm>
              <a:off x="-25783400" y="3806975"/>
              <a:ext cx="192200" cy="35450"/>
            </a:xfrm>
            <a:custGeom>
              <a:avLst/>
              <a:gdLst/>
              <a:ahLst/>
              <a:cxnLst/>
              <a:rect l="l" t="t" r="r" b="b"/>
              <a:pathLst>
                <a:path w="7688" h="1418" extrusionOk="0">
                  <a:moveTo>
                    <a:pt x="725" y="0"/>
                  </a:moveTo>
                  <a:cubicBezTo>
                    <a:pt x="315" y="0"/>
                    <a:pt x="0" y="315"/>
                    <a:pt x="0" y="725"/>
                  </a:cubicBezTo>
                  <a:lnTo>
                    <a:pt x="0" y="1071"/>
                  </a:lnTo>
                  <a:cubicBezTo>
                    <a:pt x="0" y="1260"/>
                    <a:pt x="158" y="1418"/>
                    <a:pt x="378" y="1418"/>
                  </a:cubicBezTo>
                  <a:lnTo>
                    <a:pt x="7309" y="1418"/>
                  </a:lnTo>
                  <a:cubicBezTo>
                    <a:pt x="7530" y="1418"/>
                    <a:pt x="7687" y="1260"/>
                    <a:pt x="7687" y="1071"/>
                  </a:cubicBezTo>
                  <a:lnTo>
                    <a:pt x="7687" y="725"/>
                  </a:lnTo>
                  <a:cubicBezTo>
                    <a:pt x="7687" y="315"/>
                    <a:pt x="7372" y="0"/>
                    <a:pt x="699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26" name="Google Shape;6126;p71"/>
            <p:cNvSpPr/>
            <p:nvPr/>
          </p:nvSpPr>
          <p:spPr>
            <a:xfrm>
              <a:off x="-25764500" y="3635275"/>
              <a:ext cx="153600" cy="155175"/>
            </a:xfrm>
            <a:custGeom>
              <a:avLst/>
              <a:gdLst/>
              <a:ahLst/>
              <a:cxnLst/>
              <a:rect l="l" t="t" r="r" b="b"/>
              <a:pathLst>
                <a:path w="6144" h="6207" extrusionOk="0">
                  <a:moveTo>
                    <a:pt x="3025" y="0"/>
                  </a:moveTo>
                  <a:cubicBezTo>
                    <a:pt x="1355" y="0"/>
                    <a:pt x="0" y="1355"/>
                    <a:pt x="0" y="3087"/>
                  </a:cubicBezTo>
                  <a:lnTo>
                    <a:pt x="0" y="6206"/>
                  </a:lnTo>
                  <a:lnTo>
                    <a:pt x="2773" y="6206"/>
                  </a:lnTo>
                  <a:lnTo>
                    <a:pt x="2773" y="4064"/>
                  </a:lnTo>
                  <a:cubicBezTo>
                    <a:pt x="2363" y="3938"/>
                    <a:pt x="2048" y="3560"/>
                    <a:pt x="2048" y="3087"/>
                  </a:cubicBezTo>
                  <a:cubicBezTo>
                    <a:pt x="2048" y="2489"/>
                    <a:pt x="2521" y="2079"/>
                    <a:pt x="3088" y="2079"/>
                  </a:cubicBezTo>
                  <a:cubicBezTo>
                    <a:pt x="3655" y="2079"/>
                    <a:pt x="4096" y="2552"/>
                    <a:pt x="4096" y="3087"/>
                  </a:cubicBezTo>
                  <a:cubicBezTo>
                    <a:pt x="4096" y="3529"/>
                    <a:pt x="3812" y="3938"/>
                    <a:pt x="3403" y="4064"/>
                  </a:cubicBezTo>
                  <a:lnTo>
                    <a:pt x="3403" y="6206"/>
                  </a:lnTo>
                  <a:lnTo>
                    <a:pt x="6144" y="6206"/>
                  </a:lnTo>
                  <a:lnTo>
                    <a:pt x="6144" y="3087"/>
                  </a:lnTo>
                  <a:cubicBezTo>
                    <a:pt x="6144" y="1355"/>
                    <a:pt x="4726" y="0"/>
                    <a:pt x="302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127" name="Google Shape;6127;p71"/>
          <p:cNvGrpSpPr/>
          <p:nvPr/>
        </p:nvGrpSpPr>
        <p:grpSpPr>
          <a:xfrm>
            <a:off x="5975231" y="2472058"/>
            <a:ext cx="268132" cy="264446"/>
            <a:chOff x="-25834600" y="3915850"/>
            <a:chExt cx="300100" cy="295975"/>
          </a:xfrm>
        </p:grpSpPr>
        <p:sp>
          <p:nvSpPr>
            <p:cNvPr id="6128" name="Google Shape;6128;p71"/>
            <p:cNvSpPr/>
            <p:nvPr/>
          </p:nvSpPr>
          <p:spPr>
            <a:xfrm>
              <a:off x="-25677875" y="3915850"/>
              <a:ext cx="143375" cy="137675"/>
            </a:xfrm>
            <a:custGeom>
              <a:avLst/>
              <a:gdLst/>
              <a:ahLst/>
              <a:cxnLst/>
              <a:rect l="l" t="t" r="r" b="b"/>
              <a:pathLst>
                <a:path w="5735" h="5507" extrusionOk="0">
                  <a:moveTo>
                    <a:pt x="1123" y="1"/>
                  </a:moveTo>
                  <a:cubicBezTo>
                    <a:pt x="859" y="1"/>
                    <a:pt x="599" y="103"/>
                    <a:pt x="410" y="308"/>
                  </a:cubicBezTo>
                  <a:cubicBezTo>
                    <a:pt x="1" y="686"/>
                    <a:pt x="1" y="1379"/>
                    <a:pt x="410" y="1757"/>
                  </a:cubicBezTo>
                  <a:lnTo>
                    <a:pt x="3813" y="5191"/>
                  </a:lnTo>
                  <a:cubicBezTo>
                    <a:pt x="4033" y="5380"/>
                    <a:pt x="4285" y="5506"/>
                    <a:pt x="4569" y="5506"/>
                  </a:cubicBezTo>
                  <a:cubicBezTo>
                    <a:pt x="4853" y="5506"/>
                    <a:pt x="5136" y="5380"/>
                    <a:pt x="5325" y="5191"/>
                  </a:cubicBezTo>
                  <a:cubicBezTo>
                    <a:pt x="5735" y="4781"/>
                    <a:pt x="5735" y="4120"/>
                    <a:pt x="5325" y="3742"/>
                  </a:cubicBezTo>
                  <a:lnTo>
                    <a:pt x="1860" y="308"/>
                  </a:lnTo>
                  <a:cubicBezTo>
                    <a:pt x="1655" y="103"/>
                    <a:pt x="1387" y="1"/>
                    <a:pt x="112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29" name="Google Shape;6129;p71"/>
            <p:cNvSpPr/>
            <p:nvPr/>
          </p:nvSpPr>
          <p:spPr>
            <a:xfrm>
              <a:off x="-25834600" y="4167700"/>
              <a:ext cx="43350" cy="44125"/>
            </a:xfrm>
            <a:custGeom>
              <a:avLst/>
              <a:gdLst/>
              <a:ahLst/>
              <a:cxnLst/>
              <a:rect l="l" t="t" r="r" b="b"/>
              <a:pathLst>
                <a:path w="1734" h="1765" extrusionOk="0">
                  <a:moveTo>
                    <a:pt x="756" y="0"/>
                  </a:moveTo>
                  <a:lnTo>
                    <a:pt x="221" y="630"/>
                  </a:lnTo>
                  <a:cubicBezTo>
                    <a:pt x="95" y="756"/>
                    <a:pt x="0" y="945"/>
                    <a:pt x="0" y="1103"/>
                  </a:cubicBezTo>
                  <a:cubicBezTo>
                    <a:pt x="0" y="1292"/>
                    <a:pt x="95" y="1449"/>
                    <a:pt x="221" y="1575"/>
                  </a:cubicBezTo>
                  <a:cubicBezTo>
                    <a:pt x="347" y="1702"/>
                    <a:pt x="536" y="1765"/>
                    <a:pt x="693" y="1765"/>
                  </a:cubicBezTo>
                  <a:cubicBezTo>
                    <a:pt x="882" y="1765"/>
                    <a:pt x="1040" y="1702"/>
                    <a:pt x="1166" y="1575"/>
                  </a:cubicBezTo>
                  <a:lnTo>
                    <a:pt x="1733" y="977"/>
                  </a:lnTo>
                  <a:lnTo>
                    <a:pt x="75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30" name="Google Shape;6130;p71"/>
            <p:cNvSpPr/>
            <p:nvPr/>
          </p:nvSpPr>
          <p:spPr>
            <a:xfrm>
              <a:off x="-25800725" y="3972375"/>
              <a:ext cx="206375" cy="207950"/>
            </a:xfrm>
            <a:custGeom>
              <a:avLst/>
              <a:gdLst/>
              <a:ahLst/>
              <a:cxnLst/>
              <a:rect l="l" t="t" r="r" b="b"/>
              <a:pathLst>
                <a:path w="8255" h="8318" extrusionOk="0">
                  <a:moveTo>
                    <a:pt x="4285" y="2457"/>
                  </a:moveTo>
                  <a:lnTo>
                    <a:pt x="5797" y="3938"/>
                  </a:lnTo>
                  <a:lnTo>
                    <a:pt x="5261" y="4474"/>
                  </a:lnTo>
                  <a:cubicBezTo>
                    <a:pt x="4868" y="4868"/>
                    <a:pt x="4342" y="5064"/>
                    <a:pt x="3814" y="5064"/>
                  </a:cubicBezTo>
                  <a:cubicBezTo>
                    <a:pt x="3708" y="5064"/>
                    <a:pt x="3602" y="5057"/>
                    <a:pt x="3497" y="5041"/>
                  </a:cubicBezTo>
                  <a:lnTo>
                    <a:pt x="3214" y="5009"/>
                  </a:lnTo>
                  <a:lnTo>
                    <a:pt x="3182" y="4726"/>
                  </a:lnTo>
                  <a:cubicBezTo>
                    <a:pt x="3119" y="4096"/>
                    <a:pt x="3308" y="3434"/>
                    <a:pt x="3781" y="2962"/>
                  </a:cubicBezTo>
                  <a:lnTo>
                    <a:pt x="4285" y="2457"/>
                  </a:lnTo>
                  <a:close/>
                  <a:moveTo>
                    <a:pt x="4789" y="0"/>
                  </a:moveTo>
                  <a:lnTo>
                    <a:pt x="3056" y="1796"/>
                  </a:lnTo>
                  <a:cubicBezTo>
                    <a:pt x="2174" y="2678"/>
                    <a:pt x="1733" y="4001"/>
                    <a:pt x="1890" y="5261"/>
                  </a:cubicBezTo>
                  <a:lnTo>
                    <a:pt x="1922" y="5419"/>
                  </a:lnTo>
                  <a:lnTo>
                    <a:pt x="0" y="7341"/>
                  </a:lnTo>
                  <a:lnTo>
                    <a:pt x="977" y="8317"/>
                  </a:lnTo>
                  <a:lnTo>
                    <a:pt x="2898" y="6396"/>
                  </a:lnTo>
                  <a:lnTo>
                    <a:pt x="3056" y="6427"/>
                  </a:lnTo>
                  <a:cubicBezTo>
                    <a:pt x="3214" y="6459"/>
                    <a:pt x="3371" y="6459"/>
                    <a:pt x="3592" y="6459"/>
                  </a:cubicBezTo>
                  <a:cubicBezTo>
                    <a:pt x="4694" y="6459"/>
                    <a:pt x="5734" y="6049"/>
                    <a:pt x="6522" y="5261"/>
                  </a:cubicBezTo>
                  <a:lnTo>
                    <a:pt x="8254" y="3466"/>
                  </a:lnTo>
                  <a:lnTo>
                    <a:pt x="7278" y="2489"/>
                  </a:lnTo>
                  <a:lnTo>
                    <a:pt x="6301" y="3466"/>
                  </a:lnTo>
                  <a:lnTo>
                    <a:pt x="4852" y="2016"/>
                  </a:lnTo>
                  <a:lnTo>
                    <a:pt x="5828" y="1040"/>
                  </a:lnTo>
                  <a:lnTo>
                    <a:pt x="478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131" name="Google Shape;6131;p71"/>
          <p:cNvGrpSpPr/>
          <p:nvPr/>
        </p:nvGrpSpPr>
        <p:grpSpPr>
          <a:xfrm>
            <a:off x="5026802" y="2832980"/>
            <a:ext cx="171726" cy="263240"/>
            <a:chOff x="-23930925" y="3149300"/>
            <a:chExt cx="192200" cy="294625"/>
          </a:xfrm>
        </p:grpSpPr>
        <p:sp>
          <p:nvSpPr>
            <p:cNvPr id="6132" name="Google Shape;6132;p71"/>
            <p:cNvSpPr/>
            <p:nvPr/>
          </p:nvSpPr>
          <p:spPr>
            <a:xfrm>
              <a:off x="-23930125" y="3149300"/>
              <a:ext cx="191400" cy="35475"/>
            </a:xfrm>
            <a:custGeom>
              <a:avLst/>
              <a:gdLst/>
              <a:ahLst/>
              <a:cxnLst/>
              <a:rect l="l" t="t" r="r" b="b"/>
              <a:pathLst>
                <a:path w="7656" h="1419" extrusionOk="0">
                  <a:moveTo>
                    <a:pt x="1040" y="1"/>
                  </a:moveTo>
                  <a:cubicBezTo>
                    <a:pt x="441" y="1"/>
                    <a:pt x="0" y="473"/>
                    <a:pt x="0" y="1040"/>
                  </a:cubicBezTo>
                  <a:lnTo>
                    <a:pt x="0" y="1418"/>
                  </a:lnTo>
                  <a:lnTo>
                    <a:pt x="7656" y="1418"/>
                  </a:lnTo>
                  <a:lnTo>
                    <a:pt x="7656" y="1040"/>
                  </a:lnTo>
                  <a:lnTo>
                    <a:pt x="7593" y="1040"/>
                  </a:lnTo>
                  <a:cubicBezTo>
                    <a:pt x="7593" y="442"/>
                    <a:pt x="7120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33" name="Google Shape;6133;p71"/>
            <p:cNvSpPr/>
            <p:nvPr/>
          </p:nvSpPr>
          <p:spPr>
            <a:xfrm>
              <a:off x="-23878925" y="3237525"/>
              <a:ext cx="86650" cy="86650"/>
            </a:xfrm>
            <a:custGeom>
              <a:avLst/>
              <a:gdLst/>
              <a:ahLst/>
              <a:cxnLst/>
              <a:rect l="l" t="t" r="r" b="b"/>
              <a:pathLst>
                <a:path w="3466" h="3466" extrusionOk="0">
                  <a:moveTo>
                    <a:pt x="1386" y="0"/>
                  </a:moveTo>
                  <a:lnTo>
                    <a:pt x="1386" y="1008"/>
                  </a:lnTo>
                  <a:cubicBezTo>
                    <a:pt x="1386" y="1197"/>
                    <a:pt x="1229" y="1355"/>
                    <a:pt x="1008" y="1355"/>
                  </a:cubicBezTo>
                  <a:lnTo>
                    <a:pt x="0" y="1355"/>
                  </a:lnTo>
                  <a:lnTo>
                    <a:pt x="0" y="2079"/>
                  </a:lnTo>
                  <a:lnTo>
                    <a:pt x="1008" y="2079"/>
                  </a:lnTo>
                  <a:cubicBezTo>
                    <a:pt x="1229" y="2079"/>
                    <a:pt x="1386" y="2237"/>
                    <a:pt x="1386" y="2426"/>
                  </a:cubicBezTo>
                  <a:lnTo>
                    <a:pt x="1386" y="3466"/>
                  </a:lnTo>
                  <a:lnTo>
                    <a:pt x="2079" y="3466"/>
                  </a:lnTo>
                  <a:lnTo>
                    <a:pt x="2079" y="2426"/>
                  </a:lnTo>
                  <a:cubicBezTo>
                    <a:pt x="2079" y="2237"/>
                    <a:pt x="2237" y="2079"/>
                    <a:pt x="2426" y="2079"/>
                  </a:cubicBezTo>
                  <a:lnTo>
                    <a:pt x="3466" y="2079"/>
                  </a:lnTo>
                  <a:lnTo>
                    <a:pt x="3466" y="1355"/>
                  </a:lnTo>
                  <a:lnTo>
                    <a:pt x="2426" y="1355"/>
                  </a:lnTo>
                  <a:cubicBezTo>
                    <a:pt x="2237" y="1355"/>
                    <a:pt x="2079" y="1197"/>
                    <a:pt x="2079" y="1008"/>
                  </a:cubicBezTo>
                  <a:lnTo>
                    <a:pt x="207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34" name="Google Shape;6134;p71"/>
            <p:cNvSpPr/>
            <p:nvPr/>
          </p:nvSpPr>
          <p:spPr>
            <a:xfrm>
              <a:off x="-23930925" y="3375350"/>
              <a:ext cx="190625" cy="68575"/>
            </a:xfrm>
            <a:custGeom>
              <a:avLst/>
              <a:gdLst/>
              <a:ahLst/>
              <a:cxnLst/>
              <a:rect l="l" t="t" r="r" b="b"/>
              <a:pathLst>
                <a:path w="7625" h="2743" extrusionOk="0">
                  <a:moveTo>
                    <a:pt x="4159" y="694"/>
                  </a:moveTo>
                  <a:cubicBezTo>
                    <a:pt x="4348" y="694"/>
                    <a:pt x="4506" y="851"/>
                    <a:pt x="4506" y="1040"/>
                  </a:cubicBezTo>
                  <a:cubicBezTo>
                    <a:pt x="4506" y="1261"/>
                    <a:pt x="4348" y="1418"/>
                    <a:pt x="4159" y="1418"/>
                  </a:cubicBezTo>
                  <a:lnTo>
                    <a:pt x="3466" y="1418"/>
                  </a:lnTo>
                  <a:cubicBezTo>
                    <a:pt x="3246" y="1418"/>
                    <a:pt x="3088" y="1261"/>
                    <a:pt x="3088" y="1040"/>
                  </a:cubicBezTo>
                  <a:cubicBezTo>
                    <a:pt x="3088" y="851"/>
                    <a:pt x="3246" y="694"/>
                    <a:pt x="3466" y="694"/>
                  </a:cubicBezTo>
                  <a:close/>
                  <a:moveTo>
                    <a:pt x="1" y="0"/>
                  </a:moveTo>
                  <a:lnTo>
                    <a:pt x="1" y="1733"/>
                  </a:lnTo>
                  <a:cubicBezTo>
                    <a:pt x="1" y="2300"/>
                    <a:pt x="473" y="2741"/>
                    <a:pt x="1009" y="2741"/>
                  </a:cubicBezTo>
                  <a:lnTo>
                    <a:pt x="6554" y="2741"/>
                  </a:lnTo>
                  <a:cubicBezTo>
                    <a:pt x="6573" y="2742"/>
                    <a:pt x="6592" y="2743"/>
                    <a:pt x="6610" y="2743"/>
                  </a:cubicBezTo>
                  <a:cubicBezTo>
                    <a:pt x="7182" y="2743"/>
                    <a:pt x="7625" y="2282"/>
                    <a:pt x="7625" y="1733"/>
                  </a:cubicBezTo>
                  <a:lnTo>
                    <a:pt x="762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35" name="Google Shape;6135;p71"/>
            <p:cNvSpPr/>
            <p:nvPr/>
          </p:nvSpPr>
          <p:spPr>
            <a:xfrm>
              <a:off x="-23930925" y="3202075"/>
              <a:ext cx="190625" cy="155975"/>
            </a:xfrm>
            <a:custGeom>
              <a:avLst/>
              <a:gdLst/>
              <a:ahLst/>
              <a:cxnLst/>
              <a:rect l="l" t="t" r="r" b="b"/>
              <a:pathLst>
                <a:path w="7625" h="6239" extrusionOk="0">
                  <a:moveTo>
                    <a:pt x="4506" y="693"/>
                  </a:moveTo>
                  <a:cubicBezTo>
                    <a:pt x="4727" y="693"/>
                    <a:pt x="4884" y="851"/>
                    <a:pt x="4884" y="1040"/>
                  </a:cubicBezTo>
                  <a:lnTo>
                    <a:pt x="4884" y="2080"/>
                  </a:lnTo>
                  <a:lnTo>
                    <a:pt x="5892" y="2080"/>
                  </a:lnTo>
                  <a:cubicBezTo>
                    <a:pt x="6081" y="2080"/>
                    <a:pt x="6239" y="2237"/>
                    <a:pt x="6239" y="2426"/>
                  </a:cubicBezTo>
                  <a:lnTo>
                    <a:pt x="6239" y="3812"/>
                  </a:lnTo>
                  <a:cubicBezTo>
                    <a:pt x="6239" y="4001"/>
                    <a:pt x="6081" y="4159"/>
                    <a:pt x="5892" y="4159"/>
                  </a:cubicBezTo>
                  <a:lnTo>
                    <a:pt x="4884" y="4159"/>
                  </a:lnTo>
                  <a:lnTo>
                    <a:pt x="4884" y="5199"/>
                  </a:lnTo>
                  <a:cubicBezTo>
                    <a:pt x="4884" y="5388"/>
                    <a:pt x="4727" y="5545"/>
                    <a:pt x="4506" y="5545"/>
                  </a:cubicBezTo>
                  <a:lnTo>
                    <a:pt x="3151" y="5545"/>
                  </a:lnTo>
                  <a:cubicBezTo>
                    <a:pt x="2931" y="5545"/>
                    <a:pt x="2773" y="5388"/>
                    <a:pt x="2773" y="5199"/>
                  </a:cubicBezTo>
                  <a:lnTo>
                    <a:pt x="2773" y="4159"/>
                  </a:lnTo>
                  <a:lnTo>
                    <a:pt x="1765" y="4159"/>
                  </a:lnTo>
                  <a:cubicBezTo>
                    <a:pt x="1576" y="4159"/>
                    <a:pt x="1419" y="4001"/>
                    <a:pt x="1419" y="3812"/>
                  </a:cubicBezTo>
                  <a:lnTo>
                    <a:pt x="1419" y="2426"/>
                  </a:lnTo>
                  <a:cubicBezTo>
                    <a:pt x="1419" y="2237"/>
                    <a:pt x="1576" y="2080"/>
                    <a:pt x="1765" y="2080"/>
                  </a:cubicBezTo>
                  <a:lnTo>
                    <a:pt x="2773" y="2080"/>
                  </a:lnTo>
                  <a:lnTo>
                    <a:pt x="2773" y="1040"/>
                  </a:lnTo>
                  <a:cubicBezTo>
                    <a:pt x="2773" y="851"/>
                    <a:pt x="2931" y="693"/>
                    <a:pt x="3151" y="693"/>
                  </a:cubicBezTo>
                  <a:close/>
                  <a:moveTo>
                    <a:pt x="1" y="0"/>
                  </a:moveTo>
                  <a:lnTo>
                    <a:pt x="1" y="6238"/>
                  </a:lnTo>
                  <a:lnTo>
                    <a:pt x="7625" y="6238"/>
                  </a:lnTo>
                  <a:lnTo>
                    <a:pt x="762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136" name="Google Shape;6136;p71"/>
          <p:cNvGrpSpPr/>
          <p:nvPr/>
        </p:nvGrpSpPr>
        <p:grpSpPr>
          <a:xfrm>
            <a:off x="4994425" y="3191842"/>
            <a:ext cx="236480" cy="263933"/>
            <a:chOff x="-23962425" y="3519475"/>
            <a:chExt cx="264675" cy="295400"/>
          </a:xfrm>
        </p:grpSpPr>
        <p:sp>
          <p:nvSpPr>
            <p:cNvPr id="6137" name="Google Shape;6137;p71"/>
            <p:cNvSpPr/>
            <p:nvPr/>
          </p:nvSpPr>
          <p:spPr>
            <a:xfrm>
              <a:off x="-23961625" y="3580925"/>
              <a:ext cx="263875" cy="233950"/>
            </a:xfrm>
            <a:custGeom>
              <a:avLst/>
              <a:gdLst/>
              <a:ahLst/>
              <a:cxnLst/>
              <a:rect l="l" t="t" r="r" b="b"/>
              <a:pathLst>
                <a:path w="10555" h="9358" extrusionOk="0">
                  <a:moveTo>
                    <a:pt x="1701" y="3119"/>
                  </a:moveTo>
                  <a:cubicBezTo>
                    <a:pt x="1890" y="3119"/>
                    <a:pt x="2048" y="3277"/>
                    <a:pt x="2048" y="3466"/>
                  </a:cubicBezTo>
                  <a:lnTo>
                    <a:pt x="2048" y="4159"/>
                  </a:lnTo>
                  <a:cubicBezTo>
                    <a:pt x="2048" y="4379"/>
                    <a:pt x="2205" y="4537"/>
                    <a:pt x="2394" y="4537"/>
                  </a:cubicBezTo>
                  <a:lnTo>
                    <a:pt x="3119" y="4537"/>
                  </a:lnTo>
                  <a:cubicBezTo>
                    <a:pt x="3308" y="4537"/>
                    <a:pt x="3466" y="4663"/>
                    <a:pt x="3466" y="4883"/>
                  </a:cubicBezTo>
                  <a:cubicBezTo>
                    <a:pt x="3466" y="5072"/>
                    <a:pt x="3308" y="5230"/>
                    <a:pt x="3119" y="5230"/>
                  </a:cubicBezTo>
                  <a:lnTo>
                    <a:pt x="2394" y="5230"/>
                  </a:lnTo>
                  <a:cubicBezTo>
                    <a:pt x="1796" y="5198"/>
                    <a:pt x="1323" y="4726"/>
                    <a:pt x="1323" y="4159"/>
                  </a:cubicBezTo>
                  <a:lnTo>
                    <a:pt x="1323" y="3466"/>
                  </a:lnTo>
                  <a:cubicBezTo>
                    <a:pt x="1323" y="3277"/>
                    <a:pt x="1512" y="3119"/>
                    <a:pt x="1701" y="3119"/>
                  </a:cubicBezTo>
                  <a:close/>
                  <a:moveTo>
                    <a:pt x="3781" y="6585"/>
                  </a:moveTo>
                  <a:lnTo>
                    <a:pt x="3781" y="6931"/>
                  </a:lnTo>
                  <a:cubicBezTo>
                    <a:pt x="3781" y="7120"/>
                    <a:pt x="3623" y="7278"/>
                    <a:pt x="3434" y="7278"/>
                  </a:cubicBezTo>
                  <a:cubicBezTo>
                    <a:pt x="3214" y="7278"/>
                    <a:pt x="3056" y="7120"/>
                    <a:pt x="3056" y="6931"/>
                  </a:cubicBezTo>
                  <a:lnTo>
                    <a:pt x="3056" y="6585"/>
                  </a:lnTo>
                  <a:close/>
                  <a:moveTo>
                    <a:pt x="6900" y="0"/>
                  </a:moveTo>
                  <a:cubicBezTo>
                    <a:pt x="5986" y="0"/>
                    <a:pt x="5293" y="693"/>
                    <a:pt x="5293" y="1607"/>
                  </a:cubicBezTo>
                  <a:cubicBezTo>
                    <a:pt x="5293" y="2363"/>
                    <a:pt x="5765" y="2741"/>
                    <a:pt x="6238" y="3182"/>
                  </a:cubicBezTo>
                  <a:lnTo>
                    <a:pt x="7561" y="4379"/>
                  </a:lnTo>
                  <a:lnTo>
                    <a:pt x="7561" y="7624"/>
                  </a:lnTo>
                  <a:cubicBezTo>
                    <a:pt x="7561" y="8223"/>
                    <a:pt x="7089" y="8664"/>
                    <a:pt x="6553" y="8664"/>
                  </a:cubicBezTo>
                  <a:lnTo>
                    <a:pt x="4820" y="8664"/>
                  </a:lnTo>
                  <a:cubicBezTo>
                    <a:pt x="4348" y="8664"/>
                    <a:pt x="3938" y="8349"/>
                    <a:pt x="3812" y="7876"/>
                  </a:cubicBezTo>
                  <a:cubicBezTo>
                    <a:pt x="4222" y="7719"/>
                    <a:pt x="4505" y="7372"/>
                    <a:pt x="4505" y="6931"/>
                  </a:cubicBezTo>
                  <a:lnTo>
                    <a:pt x="4505" y="6585"/>
                  </a:lnTo>
                  <a:lnTo>
                    <a:pt x="5198" y="6585"/>
                  </a:lnTo>
                  <a:cubicBezTo>
                    <a:pt x="6144" y="6585"/>
                    <a:pt x="6931" y="5797"/>
                    <a:pt x="6931" y="4852"/>
                  </a:cubicBezTo>
                  <a:lnTo>
                    <a:pt x="6931" y="4631"/>
                  </a:lnTo>
                  <a:lnTo>
                    <a:pt x="5829" y="3686"/>
                  </a:lnTo>
                  <a:cubicBezTo>
                    <a:pt x="5671" y="3529"/>
                    <a:pt x="5482" y="3371"/>
                    <a:pt x="5293" y="3182"/>
                  </a:cubicBezTo>
                  <a:cubicBezTo>
                    <a:pt x="4568" y="3151"/>
                    <a:pt x="3875" y="2899"/>
                    <a:pt x="3182" y="2332"/>
                  </a:cubicBezTo>
                  <a:cubicBezTo>
                    <a:pt x="2720" y="1911"/>
                    <a:pt x="1880" y="1701"/>
                    <a:pt x="1091" y="1701"/>
                  </a:cubicBezTo>
                  <a:cubicBezTo>
                    <a:pt x="697" y="1701"/>
                    <a:pt x="315" y="1754"/>
                    <a:pt x="0" y="1859"/>
                  </a:cubicBezTo>
                  <a:lnTo>
                    <a:pt x="0" y="4883"/>
                  </a:lnTo>
                  <a:cubicBezTo>
                    <a:pt x="0" y="5829"/>
                    <a:pt x="788" y="6616"/>
                    <a:pt x="1733" y="6616"/>
                  </a:cubicBezTo>
                  <a:lnTo>
                    <a:pt x="2457" y="6616"/>
                  </a:lnTo>
                  <a:lnTo>
                    <a:pt x="2457" y="6963"/>
                  </a:lnTo>
                  <a:cubicBezTo>
                    <a:pt x="2394" y="7404"/>
                    <a:pt x="2678" y="7782"/>
                    <a:pt x="3119" y="7908"/>
                  </a:cubicBezTo>
                  <a:cubicBezTo>
                    <a:pt x="3277" y="8727"/>
                    <a:pt x="3970" y="9357"/>
                    <a:pt x="4820" y="9357"/>
                  </a:cubicBezTo>
                  <a:lnTo>
                    <a:pt x="6553" y="9357"/>
                  </a:lnTo>
                  <a:cubicBezTo>
                    <a:pt x="7498" y="9357"/>
                    <a:pt x="8286" y="8569"/>
                    <a:pt x="8286" y="7624"/>
                  </a:cubicBezTo>
                  <a:lnTo>
                    <a:pt x="8286" y="4379"/>
                  </a:lnTo>
                  <a:cubicBezTo>
                    <a:pt x="9294" y="3497"/>
                    <a:pt x="9546" y="3277"/>
                    <a:pt x="9546" y="3277"/>
                  </a:cubicBezTo>
                  <a:cubicBezTo>
                    <a:pt x="9987" y="2867"/>
                    <a:pt x="10554" y="2395"/>
                    <a:pt x="10554" y="1607"/>
                  </a:cubicBezTo>
                  <a:cubicBezTo>
                    <a:pt x="10554" y="693"/>
                    <a:pt x="9830" y="0"/>
                    <a:pt x="8948" y="0"/>
                  </a:cubicBezTo>
                  <a:cubicBezTo>
                    <a:pt x="8538" y="0"/>
                    <a:pt x="8191" y="126"/>
                    <a:pt x="7908" y="347"/>
                  </a:cubicBezTo>
                  <a:cubicBezTo>
                    <a:pt x="7656" y="95"/>
                    <a:pt x="7278" y="0"/>
                    <a:pt x="690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38" name="Google Shape;6138;p71"/>
            <p:cNvSpPr/>
            <p:nvPr/>
          </p:nvSpPr>
          <p:spPr>
            <a:xfrm>
              <a:off x="-23962425" y="3519475"/>
              <a:ext cx="158350" cy="122125"/>
            </a:xfrm>
            <a:custGeom>
              <a:avLst/>
              <a:gdLst/>
              <a:ahLst/>
              <a:cxnLst/>
              <a:rect l="l" t="t" r="r" b="b"/>
              <a:pathLst>
                <a:path w="6334" h="4885" extrusionOk="0">
                  <a:moveTo>
                    <a:pt x="3844" y="631"/>
                  </a:moveTo>
                  <a:cubicBezTo>
                    <a:pt x="4065" y="631"/>
                    <a:pt x="4222" y="788"/>
                    <a:pt x="4222" y="1009"/>
                  </a:cubicBezTo>
                  <a:lnTo>
                    <a:pt x="4222" y="1387"/>
                  </a:lnTo>
                  <a:lnTo>
                    <a:pt x="2773" y="1387"/>
                  </a:lnTo>
                  <a:lnTo>
                    <a:pt x="2773" y="1009"/>
                  </a:lnTo>
                  <a:cubicBezTo>
                    <a:pt x="2773" y="788"/>
                    <a:pt x="2931" y="631"/>
                    <a:pt x="3151" y="631"/>
                  </a:cubicBezTo>
                  <a:close/>
                  <a:moveTo>
                    <a:pt x="3088" y="1"/>
                  </a:moveTo>
                  <a:cubicBezTo>
                    <a:pt x="2521" y="1"/>
                    <a:pt x="2080" y="473"/>
                    <a:pt x="2080" y="1040"/>
                  </a:cubicBezTo>
                  <a:lnTo>
                    <a:pt x="2080" y="1419"/>
                  </a:lnTo>
                  <a:lnTo>
                    <a:pt x="1733" y="1419"/>
                  </a:lnTo>
                  <a:cubicBezTo>
                    <a:pt x="788" y="1419"/>
                    <a:pt x="1" y="2206"/>
                    <a:pt x="1" y="3151"/>
                  </a:cubicBezTo>
                  <a:lnTo>
                    <a:pt x="1" y="3592"/>
                  </a:lnTo>
                  <a:cubicBezTo>
                    <a:pt x="332" y="3503"/>
                    <a:pt x="705" y="3459"/>
                    <a:pt x="1087" y="3459"/>
                  </a:cubicBezTo>
                  <a:cubicBezTo>
                    <a:pt x="2048" y="3459"/>
                    <a:pt x="3069" y="3736"/>
                    <a:pt x="3655" y="4254"/>
                  </a:cubicBezTo>
                  <a:cubicBezTo>
                    <a:pt x="4002" y="4569"/>
                    <a:pt x="4411" y="4758"/>
                    <a:pt x="4789" y="4884"/>
                  </a:cubicBezTo>
                  <a:cubicBezTo>
                    <a:pt x="4726" y="4664"/>
                    <a:pt x="4632" y="4380"/>
                    <a:pt x="4632" y="4096"/>
                  </a:cubicBezTo>
                  <a:cubicBezTo>
                    <a:pt x="4632" y="2994"/>
                    <a:pt x="5356" y="2112"/>
                    <a:pt x="6333" y="1860"/>
                  </a:cubicBezTo>
                  <a:cubicBezTo>
                    <a:pt x="6018" y="1576"/>
                    <a:pt x="5608" y="1419"/>
                    <a:pt x="5199" y="1419"/>
                  </a:cubicBezTo>
                  <a:lnTo>
                    <a:pt x="4821" y="1419"/>
                  </a:lnTo>
                  <a:lnTo>
                    <a:pt x="4821" y="1040"/>
                  </a:lnTo>
                  <a:cubicBezTo>
                    <a:pt x="4821" y="442"/>
                    <a:pt x="4348" y="1"/>
                    <a:pt x="381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6139" name="Google Shape;6139;p71"/>
          <p:cNvSpPr/>
          <p:nvPr/>
        </p:nvSpPr>
        <p:spPr>
          <a:xfrm>
            <a:off x="4972251" y="3532126"/>
            <a:ext cx="281512" cy="258326"/>
          </a:xfrm>
          <a:custGeom>
            <a:avLst/>
            <a:gdLst/>
            <a:ahLst/>
            <a:cxnLst/>
            <a:rect l="l" t="t" r="r" b="b"/>
            <a:pathLst>
              <a:path w="12603" h="11565" extrusionOk="0">
                <a:moveTo>
                  <a:pt x="9200" y="822"/>
                </a:moveTo>
                <a:lnTo>
                  <a:pt x="11311" y="2933"/>
                </a:lnTo>
                <a:cubicBezTo>
                  <a:pt x="11279" y="3185"/>
                  <a:pt x="11185" y="3437"/>
                  <a:pt x="11090" y="3689"/>
                </a:cubicBezTo>
                <a:lnTo>
                  <a:pt x="8444" y="1074"/>
                </a:lnTo>
                <a:cubicBezTo>
                  <a:pt x="8664" y="948"/>
                  <a:pt x="8916" y="853"/>
                  <a:pt x="9200" y="822"/>
                </a:cubicBezTo>
                <a:close/>
                <a:moveTo>
                  <a:pt x="7814" y="1389"/>
                </a:moveTo>
                <a:lnTo>
                  <a:pt x="10712" y="4287"/>
                </a:lnTo>
                <a:cubicBezTo>
                  <a:pt x="10649" y="4413"/>
                  <a:pt x="10555" y="4476"/>
                  <a:pt x="10492" y="4571"/>
                </a:cubicBezTo>
                <a:cubicBezTo>
                  <a:pt x="10397" y="4634"/>
                  <a:pt x="10334" y="4728"/>
                  <a:pt x="10208" y="4791"/>
                </a:cubicBezTo>
                <a:lnTo>
                  <a:pt x="7310" y="1893"/>
                </a:lnTo>
                <a:cubicBezTo>
                  <a:pt x="7373" y="1798"/>
                  <a:pt x="7467" y="1704"/>
                  <a:pt x="7530" y="1609"/>
                </a:cubicBezTo>
                <a:cubicBezTo>
                  <a:pt x="7625" y="1546"/>
                  <a:pt x="7688" y="1452"/>
                  <a:pt x="7814" y="1389"/>
                </a:cubicBezTo>
                <a:close/>
                <a:moveTo>
                  <a:pt x="6994" y="2523"/>
                </a:moveTo>
                <a:lnTo>
                  <a:pt x="9609" y="5169"/>
                </a:lnTo>
                <a:cubicBezTo>
                  <a:pt x="9389" y="5264"/>
                  <a:pt x="9105" y="5327"/>
                  <a:pt x="8885" y="5390"/>
                </a:cubicBezTo>
                <a:lnTo>
                  <a:pt x="6742" y="3279"/>
                </a:lnTo>
                <a:cubicBezTo>
                  <a:pt x="6774" y="3027"/>
                  <a:pt x="6868" y="2743"/>
                  <a:pt x="6994" y="2523"/>
                </a:cubicBezTo>
                <a:close/>
                <a:moveTo>
                  <a:pt x="3812" y="6209"/>
                </a:moveTo>
                <a:lnTo>
                  <a:pt x="5923" y="8351"/>
                </a:lnTo>
                <a:cubicBezTo>
                  <a:pt x="5892" y="8572"/>
                  <a:pt x="5797" y="8855"/>
                  <a:pt x="5671" y="9107"/>
                </a:cubicBezTo>
                <a:lnTo>
                  <a:pt x="3056" y="6461"/>
                </a:lnTo>
                <a:cubicBezTo>
                  <a:pt x="3277" y="6335"/>
                  <a:pt x="3560" y="6272"/>
                  <a:pt x="3812" y="6209"/>
                </a:cubicBezTo>
                <a:close/>
                <a:moveTo>
                  <a:pt x="2426" y="6776"/>
                </a:moveTo>
                <a:lnTo>
                  <a:pt x="5325" y="9675"/>
                </a:lnTo>
                <a:cubicBezTo>
                  <a:pt x="5262" y="9801"/>
                  <a:pt x="5167" y="9895"/>
                  <a:pt x="5104" y="9958"/>
                </a:cubicBezTo>
                <a:cubicBezTo>
                  <a:pt x="5010" y="10053"/>
                  <a:pt x="4947" y="10116"/>
                  <a:pt x="4821" y="10210"/>
                </a:cubicBezTo>
                <a:lnTo>
                  <a:pt x="1891" y="7280"/>
                </a:lnTo>
                <a:cubicBezTo>
                  <a:pt x="1985" y="7217"/>
                  <a:pt x="2080" y="7091"/>
                  <a:pt x="2143" y="6997"/>
                </a:cubicBezTo>
                <a:cubicBezTo>
                  <a:pt x="2206" y="6934"/>
                  <a:pt x="2300" y="6839"/>
                  <a:pt x="2426" y="6776"/>
                </a:cubicBezTo>
                <a:close/>
                <a:moveTo>
                  <a:pt x="1576" y="7910"/>
                </a:moveTo>
                <a:lnTo>
                  <a:pt x="4222" y="10557"/>
                </a:lnTo>
                <a:cubicBezTo>
                  <a:pt x="4002" y="10620"/>
                  <a:pt x="3718" y="10714"/>
                  <a:pt x="3466" y="10777"/>
                </a:cubicBezTo>
                <a:lnTo>
                  <a:pt x="1355" y="8666"/>
                </a:lnTo>
                <a:cubicBezTo>
                  <a:pt x="1387" y="8414"/>
                  <a:pt x="1481" y="8162"/>
                  <a:pt x="1576" y="7910"/>
                </a:cubicBezTo>
                <a:close/>
                <a:moveTo>
                  <a:pt x="10602" y="0"/>
                </a:moveTo>
                <a:cubicBezTo>
                  <a:pt x="9383" y="0"/>
                  <a:pt x="7954" y="274"/>
                  <a:pt x="7089" y="1168"/>
                </a:cubicBezTo>
                <a:cubicBezTo>
                  <a:pt x="6207" y="2082"/>
                  <a:pt x="5923" y="3500"/>
                  <a:pt x="5923" y="4728"/>
                </a:cubicBezTo>
                <a:cubicBezTo>
                  <a:pt x="6238" y="4760"/>
                  <a:pt x="6459" y="4791"/>
                  <a:pt x="6522" y="4791"/>
                </a:cubicBezTo>
                <a:lnTo>
                  <a:pt x="6585" y="4791"/>
                </a:lnTo>
                <a:lnTo>
                  <a:pt x="6585" y="4130"/>
                </a:lnTo>
                <a:lnTo>
                  <a:pt x="7971" y="5516"/>
                </a:lnTo>
                <a:cubicBezTo>
                  <a:pt x="7751" y="5532"/>
                  <a:pt x="7540" y="5538"/>
                  <a:pt x="7348" y="5538"/>
                </a:cubicBezTo>
                <a:cubicBezTo>
                  <a:pt x="6772" y="5538"/>
                  <a:pt x="6364" y="5484"/>
                  <a:pt x="6364" y="5484"/>
                </a:cubicBezTo>
                <a:cubicBezTo>
                  <a:pt x="6314" y="5459"/>
                  <a:pt x="5810" y="5369"/>
                  <a:pt x="5121" y="5369"/>
                </a:cubicBezTo>
                <a:cubicBezTo>
                  <a:pt x="4077" y="5369"/>
                  <a:pt x="2606" y="5575"/>
                  <a:pt x="1639" y="6524"/>
                </a:cubicBezTo>
                <a:cubicBezTo>
                  <a:pt x="0" y="8162"/>
                  <a:pt x="536" y="11155"/>
                  <a:pt x="567" y="11250"/>
                </a:cubicBezTo>
                <a:cubicBezTo>
                  <a:pt x="599" y="11407"/>
                  <a:pt x="725" y="11533"/>
                  <a:pt x="914" y="11533"/>
                </a:cubicBezTo>
                <a:lnTo>
                  <a:pt x="1009" y="11533"/>
                </a:lnTo>
                <a:cubicBezTo>
                  <a:pt x="1198" y="11502"/>
                  <a:pt x="1324" y="11344"/>
                  <a:pt x="1261" y="11155"/>
                </a:cubicBezTo>
                <a:cubicBezTo>
                  <a:pt x="1261" y="11155"/>
                  <a:pt x="1166" y="10399"/>
                  <a:pt x="1229" y="9517"/>
                </a:cubicBezTo>
                <a:lnTo>
                  <a:pt x="1229" y="9517"/>
                </a:lnTo>
                <a:lnTo>
                  <a:pt x="2615" y="10903"/>
                </a:lnTo>
                <a:cubicBezTo>
                  <a:pt x="2447" y="10903"/>
                  <a:pt x="2293" y="10917"/>
                  <a:pt x="2153" y="10917"/>
                </a:cubicBezTo>
                <a:cubicBezTo>
                  <a:pt x="2083" y="10917"/>
                  <a:pt x="2017" y="10914"/>
                  <a:pt x="1954" y="10903"/>
                </a:cubicBezTo>
                <a:lnTo>
                  <a:pt x="1954" y="10966"/>
                </a:lnTo>
                <a:cubicBezTo>
                  <a:pt x="1985" y="11187"/>
                  <a:pt x="1954" y="11407"/>
                  <a:pt x="1859" y="11565"/>
                </a:cubicBezTo>
                <a:lnTo>
                  <a:pt x="2048" y="11565"/>
                </a:lnTo>
                <a:cubicBezTo>
                  <a:pt x="3277" y="11565"/>
                  <a:pt x="4695" y="11281"/>
                  <a:pt x="5577" y="10399"/>
                </a:cubicBezTo>
                <a:cubicBezTo>
                  <a:pt x="6427" y="9517"/>
                  <a:pt x="6742" y="8068"/>
                  <a:pt x="6742" y="6839"/>
                </a:cubicBezTo>
                <a:cubicBezTo>
                  <a:pt x="6396" y="6808"/>
                  <a:pt x="6144" y="6776"/>
                  <a:pt x="6112" y="6776"/>
                </a:cubicBezTo>
                <a:lnTo>
                  <a:pt x="6049" y="6776"/>
                </a:lnTo>
                <a:lnTo>
                  <a:pt x="6049" y="7438"/>
                </a:lnTo>
                <a:lnTo>
                  <a:pt x="4663" y="6051"/>
                </a:lnTo>
                <a:cubicBezTo>
                  <a:pt x="4876" y="6036"/>
                  <a:pt x="5083" y="6030"/>
                  <a:pt x="5273" y="6030"/>
                </a:cubicBezTo>
                <a:cubicBezTo>
                  <a:pt x="5845" y="6030"/>
                  <a:pt x="6270" y="6083"/>
                  <a:pt x="6270" y="6083"/>
                </a:cubicBezTo>
                <a:cubicBezTo>
                  <a:pt x="6301" y="6083"/>
                  <a:pt x="6837" y="6178"/>
                  <a:pt x="7499" y="6178"/>
                </a:cubicBezTo>
                <a:cubicBezTo>
                  <a:pt x="8727" y="6178"/>
                  <a:pt x="10145" y="5862"/>
                  <a:pt x="10996" y="4980"/>
                </a:cubicBezTo>
                <a:cubicBezTo>
                  <a:pt x="12602" y="3374"/>
                  <a:pt x="12098" y="381"/>
                  <a:pt x="12067" y="255"/>
                </a:cubicBezTo>
                <a:cubicBezTo>
                  <a:pt x="12035" y="160"/>
                  <a:pt x="11878" y="34"/>
                  <a:pt x="11657" y="34"/>
                </a:cubicBezTo>
                <a:cubicBezTo>
                  <a:pt x="11468" y="66"/>
                  <a:pt x="11342" y="223"/>
                  <a:pt x="11405" y="444"/>
                </a:cubicBezTo>
                <a:cubicBezTo>
                  <a:pt x="11405" y="444"/>
                  <a:pt x="11531" y="1168"/>
                  <a:pt x="11437" y="2050"/>
                </a:cubicBezTo>
                <a:lnTo>
                  <a:pt x="10050" y="664"/>
                </a:lnTo>
                <a:cubicBezTo>
                  <a:pt x="10218" y="664"/>
                  <a:pt x="10373" y="650"/>
                  <a:pt x="10513" y="650"/>
                </a:cubicBezTo>
                <a:cubicBezTo>
                  <a:pt x="10583" y="650"/>
                  <a:pt x="10649" y="654"/>
                  <a:pt x="10712" y="664"/>
                </a:cubicBezTo>
                <a:lnTo>
                  <a:pt x="10712" y="601"/>
                </a:lnTo>
                <a:cubicBezTo>
                  <a:pt x="10681" y="381"/>
                  <a:pt x="10712" y="160"/>
                  <a:pt x="10807" y="3"/>
                </a:cubicBezTo>
                <a:cubicBezTo>
                  <a:pt x="10739" y="1"/>
                  <a:pt x="10671" y="0"/>
                  <a:pt x="10602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6140" name="Google Shape;6140;p71"/>
          <p:cNvGrpSpPr/>
          <p:nvPr/>
        </p:nvGrpSpPr>
        <p:grpSpPr>
          <a:xfrm>
            <a:off x="6028431" y="3529376"/>
            <a:ext cx="179477" cy="263910"/>
            <a:chOff x="-22788075" y="3904625"/>
            <a:chExt cx="200875" cy="295375"/>
          </a:xfrm>
        </p:grpSpPr>
        <p:sp>
          <p:nvSpPr>
            <p:cNvPr id="6141" name="Google Shape;6141;p71"/>
            <p:cNvSpPr/>
            <p:nvPr/>
          </p:nvSpPr>
          <p:spPr>
            <a:xfrm>
              <a:off x="-22775475" y="4165325"/>
              <a:ext cx="65400" cy="34675"/>
            </a:xfrm>
            <a:custGeom>
              <a:avLst/>
              <a:gdLst/>
              <a:ahLst/>
              <a:cxnLst/>
              <a:rect l="l" t="t" r="r" b="b"/>
              <a:pathLst>
                <a:path w="2616" h="1387" extrusionOk="0">
                  <a:moveTo>
                    <a:pt x="32" y="1"/>
                  </a:moveTo>
                  <a:cubicBezTo>
                    <a:pt x="1" y="883"/>
                    <a:pt x="631" y="1387"/>
                    <a:pt x="1292" y="1387"/>
                  </a:cubicBezTo>
                  <a:cubicBezTo>
                    <a:pt x="1985" y="1387"/>
                    <a:pt x="2615" y="851"/>
                    <a:pt x="255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42" name="Google Shape;6142;p71"/>
            <p:cNvSpPr/>
            <p:nvPr/>
          </p:nvSpPr>
          <p:spPr>
            <a:xfrm>
              <a:off x="-22669150" y="3904725"/>
              <a:ext cx="81950" cy="244100"/>
            </a:xfrm>
            <a:custGeom>
              <a:avLst/>
              <a:gdLst/>
              <a:ahLst/>
              <a:cxnLst/>
              <a:rect l="l" t="t" r="r" b="b"/>
              <a:pathLst>
                <a:path w="3278" h="9764" extrusionOk="0">
                  <a:moveTo>
                    <a:pt x="1198" y="5541"/>
                  </a:moveTo>
                  <a:cubicBezTo>
                    <a:pt x="1387" y="5604"/>
                    <a:pt x="1544" y="5699"/>
                    <a:pt x="1544" y="5888"/>
                  </a:cubicBezTo>
                  <a:lnTo>
                    <a:pt x="1576" y="6266"/>
                  </a:lnTo>
                  <a:lnTo>
                    <a:pt x="788" y="6266"/>
                  </a:lnTo>
                  <a:lnTo>
                    <a:pt x="788" y="5888"/>
                  </a:lnTo>
                  <a:cubicBezTo>
                    <a:pt x="788" y="5699"/>
                    <a:pt x="946" y="5541"/>
                    <a:pt x="1198" y="5541"/>
                  </a:cubicBezTo>
                  <a:close/>
                  <a:moveTo>
                    <a:pt x="2885" y="0"/>
                  </a:moveTo>
                  <a:cubicBezTo>
                    <a:pt x="2798" y="0"/>
                    <a:pt x="2714" y="40"/>
                    <a:pt x="2647" y="123"/>
                  </a:cubicBezTo>
                  <a:lnTo>
                    <a:pt x="914" y="2202"/>
                  </a:lnTo>
                  <a:cubicBezTo>
                    <a:pt x="883" y="2296"/>
                    <a:pt x="820" y="2360"/>
                    <a:pt x="820" y="2454"/>
                  </a:cubicBezTo>
                  <a:lnTo>
                    <a:pt x="820" y="4974"/>
                  </a:lnTo>
                  <a:cubicBezTo>
                    <a:pt x="442" y="5069"/>
                    <a:pt x="127" y="5478"/>
                    <a:pt x="127" y="5920"/>
                  </a:cubicBezTo>
                  <a:lnTo>
                    <a:pt x="1" y="9763"/>
                  </a:lnTo>
                  <a:lnTo>
                    <a:pt x="2458" y="9763"/>
                  </a:lnTo>
                  <a:lnTo>
                    <a:pt x="2238" y="5857"/>
                  </a:lnTo>
                  <a:cubicBezTo>
                    <a:pt x="2206" y="5447"/>
                    <a:pt x="1923" y="5069"/>
                    <a:pt x="1513" y="4974"/>
                  </a:cubicBezTo>
                  <a:lnTo>
                    <a:pt x="1513" y="2549"/>
                  </a:lnTo>
                  <a:lnTo>
                    <a:pt x="3151" y="595"/>
                  </a:lnTo>
                  <a:cubicBezTo>
                    <a:pt x="3277" y="375"/>
                    <a:pt x="3277" y="186"/>
                    <a:pt x="3120" y="91"/>
                  </a:cubicBezTo>
                  <a:cubicBezTo>
                    <a:pt x="3045" y="32"/>
                    <a:pt x="2964" y="0"/>
                    <a:pt x="288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43" name="Google Shape;6143;p71"/>
            <p:cNvSpPr/>
            <p:nvPr/>
          </p:nvSpPr>
          <p:spPr>
            <a:xfrm>
              <a:off x="-22788075" y="3904625"/>
              <a:ext cx="87450" cy="244200"/>
            </a:xfrm>
            <a:custGeom>
              <a:avLst/>
              <a:gdLst/>
              <a:ahLst/>
              <a:cxnLst/>
              <a:rect l="l" t="t" r="r" b="b"/>
              <a:pathLst>
                <a:path w="3498" h="9768" extrusionOk="0">
                  <a:moveTo>
                    <a:pt x="1733" y="1355"/>
                  </a:moveTo>
                  <a:cubicBezTo>
                    <a:pt x="1922" y="1355"/>
                    <a:pt x="2080" y="1513"/>
                    <a:pt x="2080" y="1702"/>
                  </a:cubicBezTo>
                  <a:cubicBezTo>
                    <a:pt x="2080" y="1922"/>
                    <a:pt x="1922" y="2048"/>
                    <a:pt x="1733" y="2048"/>
                  </a:cubicBezTo>
                  <a:cubicBezTo>
                    <a:pt x="1544" y="2048"/>
                    <a:pt x="1387" y="1891"/>
                    <a:pt x="1387" y="1702"/>
                  </a:cubicBezTo>
                  <a:cubicBezTo>
                    <a:pt x="1387" y="1513"/>
                    <a:pt x="1544" y="1355"/>
                    <a:pt x="1733" y="1355"/>
                  </a:cubicBezTo>
                  <a:close/>
                  <a:moveTo>
                    <a:pt x="1765" y="5545"/>
                  </a:moveTo>
                  <a:cubicBezTo>
                    <a:pt x="1954" y="5608"/>
                    <a:pt x="2111" y="5703"/>
                    <a:pt x="2111" y="5892"/>
                  </a:cubicBezTo>
                  <a:lnTo>
                    <a:pt x="2174" y="6270"/>
                  </a:lnTo>
                  <a:lnTo>
                    <a:pt x="1387" y="6270"/>
                  </a:lnTo>
                  <a:lnTo>
                    <a:pt x="1387" y="5892"/>
                  </a:lnTo>
                  <a:cubicBezTo>
                    <a:pt x="1387" y="5703"/>
                    <a:pt x="1544" y="5545"/>
                    <a:pt x="1765" y="5545"/>
                  </a:cubicBezTo>
                  <a:close/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553"/>
                    <a:pt x="599" y="3277"/>
                    <a:pt x="1387" y="3435"/>
                  </a:cubicBezTo>
                  <a:lnTo>
                    <a:pt x="1387" y="4947"/>
                  </a:lnTo>
                  <a:cubicBezTo>
                    <a:pt x="977" y="5073"/>
                    <a:pt x="662" y="5482"/>
                    <a:pt x="662" y="5892"/>
                  </a:cubicBezTo>
                  <a:lnTo>
                    <a:pt x="536" y="9767"/>
                  </a:lnTo>
                  <a:lnTo>
                    <a:pt x="2993" y="9767"/>
                  </a:lnTo>
                  <a:lnTo>
                    <a:pt x="2804" y="5861"/>
                  </a:lnTo>
                  <a:cubicBezTo>
                    <a:pt x="2741" y="5419"/>
                    <a:pt x="2489" y="5073"/>
                    <a:pt x="2048" y="4947"/>
                  </a:cubicBezTo>
                  <a:lnTo>
                    <a:pt x="2048" y="3435"/>
                  </a:lnTo>
                  <a:cubicBezTo>
                    <a:pt x="2836" y="3277"/>
                    <a:pt x="3435" y="2553"/>
                    <a:pt x="3435" y="1733"/>
                  </a:cubicBezTo>
                  <a:cubicBezTo>
                    <a:pt x="3498" y="757"/>
                    <a:pt x="2710" y="1"/>
                    <a:pt x="17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44" name="Google Shape;6144;p71"/>
            <p:cNvSpPr/>
            <p:nvPr/>
          </p:nvSpPr>
          <p:spPr>
            <a:xfrm>
              <a:off x="-22670725" y="4165325"/>
              <a:ext cx="64625" cy="34675"/>
            </a:xfrm>
            <a:custGeom>
              <a:avLst/>
              <a:gdLst/>
              <a:ahLst/>
              <a:cxnLst/>
              <a:rect l="l" t="t" r="r" b="b"/>
              <a:pathLst>
                <a:path w="2585" h="1387" extrusionOk="0">
                  <a:moveTo>
                    <a:pt x="32" y="1"/>
                  </a:moveTo>
                  <a:cubicBezTo>
                    <a:pt x="1" y="883"/>
                    <a:pt x="631" y="1387"/>
                    <a:pt x="1292" y="1387"/>
                  </a:cubicBezTo>
                  <a:cubicBezTo>
                    <a:pt x="1954" y="1387"/>
                    <a:pt x="2584" y="851"/>
                    <a:pt x="255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145" name="Google Shape;6145;p71"/>
          <p:cNvGrpSpPr/>
          <p:nvPr/>
        </p:nvGrpSpPr>
        <p:grpSpPr>
          <a:xfrm>
            <a:off x="4644904" y="1791900"/>
            <a:ext cx="266033" cy="264602"/>
            <a:chOff x="-27351575" y="3175300"/>
            <a:chExt cx="297750" cy="296150"/>
          </a:xfrm>
        </p:grpSpPr>
        <p:sp>
          <p:nvSpPr>
            <p:cNvPr id="6146" name="Google Shape;6146;p71"/>
            <p:cNvSpPr/>
            <p:nvPr/>
          </p:nvSpPr>
          <p:spPr>
            <a:xfrm>
              <a:off x="-27351575" y="3175300"/>
              <a:ext cx="296975" cy="157550"/>
            </a:xfrm>
            <a:custGeom>
              <a:avLst/>
              <a:gdLst/>
              <a:ahLst/>
              <a:cxnLst/>
              <a:rect l="l" t="t" r="r" b="b"/>
              <a:pathLst>
                <a:path w="11879" h="6302" extrusionOk="0">
                  <a:moveTo>
                    <a:pt x="7688" y="2080"/>
                  </a:moveTo>
                  <a:lnTo>
                    <a:pt x="7688" y="2836"/>
                  </a:lnTo>
                  <a:lnTo>
                    <a:pt x="4191" y="2836"/>
                  </a:lnTo>
                  <a:lnTo>
                    <a:pt x="4191" y="2080"/>
                  </a:lnTo>
                  <a:close/>
                  <a:moveTo>
                    <a:pt x="10177" y="3497"/>
                  </a:moveTo>
                  <a:cubicBezTo>
                    <a:pt x="10586" y="3497"/>
                    <a:pt x="10996" y="3781"/>
                    <a:pt x="11154" y="4222"/>
                  </a:cubicBezTo>
                  <a:lnTo>
                    <a:pt x="820" y="4222"/>
                  </a:lnTo>
                  <a:cubicBezTo>
                    <a:pt x="914" y="3812"/>
                    <a:pt x="1292" y="3497"/>
                    <a:pt x="1765" y="3497"/>
                  </a:cubicBezTo>
                  <a:close/>
                  <a:moveTo>
                    <a:pt x="3844" y="0"/>
                  </a:moveTo>
                  <a:cubicBezTo>
                    <a:pt x="2899" y="0"/>
                    <a:pt x="2112" y="788"/>
                    <a:pt x="2112" y="1733"/>
                  </a:cubicBezTo>
                  <a:lnTo>
                    <a:pt x="2112" y="2836"/>
                  </a:lnTo>
                  <a:lnTo>
                    <a:pt x="1734" y="2836"/>
                  </a:lnTo>
                  <a:cubicBezTo>
                    <a:pt x="788" y="2836"/>
                    <a:pt x="1" y="3623"/>
                    <a:pt x="1" y="4568"/>
                  </a:cubicBezTo>
                  <a:lnTo>
                    <a:pt x="1" y="6301"/>
                  </a:lnTo>
                  <a:lnTo>
                    <a:pt x="1387" y="6301"/>
                  </a:lnTo>
                  <a:lnTo>
                    <a:pt x="1387" y="5955"/>
                  </a:lnTo>
                  <a:lnTo>
                    <a:pt x="1418" y="5955"/>
                  </a:lnTo>
                  <a:cubicBezTo>
                    <a:pt x="1418" y="5734"/>
                    <a:pt x="1576" y="5577"/>
                    <a:pt x="1765" y="5577"/>
                  </a:cubicBezTo>
                  <a:lnTo>
                    <a:pt x="3151" y="5577"/>
                  </a:lnTo>
                  <a:cubicBezTo>
                    <a:pt x="3340" y="5577"/>
                    <a:pt x="3529" y="5734"/>
                    <a:pt x="3529" y="5955"/>
                  </a:cubicBezTo>
                  <a:lnTo>
                    <a:pt x="3529" y="6301"/>
                  </a:lnTo>
                  <a:lnTo>
                    <a:pt x="8413" y="6301"/>
                  </a:lnTo>
                  <a:lnTo>
                    <a:pt x="8413" y="5955"/>
                  </a:lnTo>
                  <a:cubicBezTo>
                    <a:pt x="8413" y="5734"/>
                    <a:pt x="8570" y="5577"/>
                    <a:pt x="8759" y="5577"/>
                  </a:cubicBezTo>
                  <a:lnTo>
                    <a:pt x="10145" y="5577"/>
                  </a:lnTo>
                  <a:cubicBezTo>
                    <a:pt x="10334" y="5577"/>
                    <a:pt x="10492" y="5734"/>
                    <a:pt x="10492" y="5955"/>
                  </a:cubicBezTo>
                  <a:lnTo>
                    <a:pt x="10492" y="6301"/>
                  </a:lnTo>
                  <a:lnTo>
                    <a:pt x="11878" y="6301"/>
                  </a:lnTo>
                  <a:lnTo>
                    <a:pt x="11878" y="4568"/>
                  </a:lnTo>
                  <a:cubicBezTo>
                    <a:pt x="11878" y="3623"/>
                    <a:pt x="11091" y="2836"/>
                    <a:pt x="10145" y="2836"/>
                  </a:cubicBezTo>
                  <a:lnTo>
                    <a:pt x="9767" y="2836"/>
                  </a:lnTo>
                  <a:lnTo>
                    <a:pt x="9767" y="1733"/>
                  </a:lnTo>
                  <a:cubicBezTo>
                    <a:pt x="9767" y="788"/>
                    <a:pt x="8980" y="0"/>
                    <a:pt x="803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47" name="Google Shape;6147;p71"/>
            <p:cNvSpPr/>
            <p:nvPr/>
          </p:nvSpPr>
          <p:spPr>
            <a:xfrm>
              <a:off x="-27123950" y="3332825"/>
              <a:ext cx="17350" cy="52000"/>
            </a:xfrm>
            <a:custGeom>
              <a:avLst/>
              <a:gdLst/>
              <a:ahLst/>
              <a:cxnLst/>
              <a:rect l="l" t="t" r="r" b="b"/>
              <a:pathLst>
                <a:path w="694" h="2080" extrusionOk="0">
                  <a:moveTo>
                    <a:pt x="1" y="0"/>
                  </a:moveTo>
                  <a:lnTo>
                    <a:pt x="1" y="1733"/>
                  </a:lnTo>
                  <a:cubicBezTo>
                    <a:pt x="1" y="1922"/>
                    <a:pt x="158" y="2079"/>
                    <a:pt x="347" y="2079"/>
                  </a:cubicBezTo>
                  <a:cubicBezTo>
                    <a:pt x="536" y="2079"/>
                    <a:pt x="694" y="1922"/>
                    <a:pt x="694" y="1733"/>
                  </a:cubicBezTo>
                  <a:lnTo>
                    <a:pt x="69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48" name="Google Shape;6148;p71"/>
            <p:cNvSpPr/>
            <p:nvPr/>
          </p:nvSpPr>
          <p:spPr>
            <a:xfrm>
              <a:off x="-27350775" y="3350150"/>
              <a:ext cx="296950" cy="121300"/>
            </a:xfrm>
            <a:custGeom>
              <a:avLst/>
              <a:gdLst/>
              <a:ahLst/>
              <a:cxnLst/>
              <a:rect l="l" t="t" r="r" b="b"/>
              <a:pathLst>
                <a:path w="11878" h="4852" extrusionOk="0">
                  <a:moveTo>
                    <a:pt x="5923" y="693"/>
                  </a:moveTo>
                  <a:cubicBezTo>
                    <a:pt x="6112" y="693"/>
                    <a:pt x="6270" y="851"/>
                    <a:pt x="6270" y="1040"/>
                  </a:cubicBezTo>
                  <a:lnTo>
                    <a:pt x="6270" y="1733"/>
                  </a:lnTo>
                  <a:lnTo>
                    <a:pt x="6994" y="1733"/>
                  </a:lnTo>
                  <a:cubicBezTo>
                    <a:pt x="7183" y="1733"/>
                    <a:pt x="7341" y="1891"/>
                    <a:pt x="7341" y="2080"/>
                  </a:cubicBezTo>
                  <a:cubicBezTo>
                    <a:pt x="7341" y="2300"/>
                    <a:pt x="7183" y="2458"/>
                    <a:pt x="6994" y="2458"/>
                  </a:cubicBezTo>
                  <a:lnTo>
                    <a:pt x="6270" y="2458"/>
                  </a:lnTo>
                  <a:lnTo>
                    <a:pt x="6270" y="3151"/>
                  </a:lnTo>
                  <a:cubicBezTo>
                    <a:pt x="6270" y="3340"/>
                    <a:pt x="6112" y="3497"/>
                    <a:pt x="5923" y="3497"/>
                  </a:cubicBezTo>
                  <a:cubicBezTo>
                    <a:pt x="5734" y="3497"/>
                    <a:pt x="5577" y="3340"/>
                    <a:pt x="5577" y="3151"/>
                  </a:cubicBezTo>
                  <a:lnTo>
                    <a:pt x="5577" y="2458"/>
                  </a:lnTo>
                  <a:lnTo>
                    <a:pt x="4852" y="2458"/>
                  </a:lnTo>
                  <a:cubicBezTo>
                    <a:pt x="4663" y="2458"/>
                    <a:pt x="4505" y="2300"/>
                    <a:pt x="4505" y="2080"/>
                  </a:cubicBezTo>
                  <a:cubicBezTo>
                    <a:pt x="4537" y="1891"/>
                    <a:pt x="4695" y="1733"/>
                    <a:pt x="4852" y="1733"/>
                  </a:cubicBezTo>
                  <a:lnTo>
                    <a:pt x="5577" y="1733"/>
                  </a:lnTo>
                  <a:lnTo>
                    <a:pt x="5577" y="1040"/>
                  </a:lnTo>
                  <a:cubicBezTo>
                    <a:pt x="5577" y="851"/>
                    <a:pt x="5734" y="693"/>
                    <a:pt x="5923" y="693"/>
                  </a:cubicBezTo>
                  <a:close/>
                  <a:moveTo>
                    <a:pt x="126" y="0"/>
                  </a:moveTo>
                  <a:lnTo>
                    <a:pt x="126" y="3119"/>
                  </a:lnTo>
                  <a:cubicBezTo>
                    <a:pt x="0" y="4064"/>
                    <a:pt x="756" y="4852"/>
                    <a:pt x="1733" y="4852"/>
                  </a:cubicBezTo>
                  <a:lnTo>
                    <a:pt x="10145" y="4852"/>
                  </a:lnTo>
                  <a:cubicBezTo>
                    <a:pt x="11090" y="4852"/>
                    <a:pt x="11878" y="4064"/>
                    <a:pt x="11878" y="3119"/>
                  </a:cubicBezTo>
                  <a:lnTo>
                    <a:pt x="11878" y="0"/>
                  </a:lnTo>
                  <a:lnTo>
                    <a:pt x="10491" y="0"/>
                  </a:lnTo>
                  <a:lnTo>
                    <a:pt x="10491" y="1040"/>
                  </a:lnTo>
                  <a:cubicBezTo>
                    <a:pt x="10491" y="1639"/>
                    <a:pt x="10019" y="2048"/>
                    <a:pt x="9452" y="2048"/>
                  </a:cubicBezTo>
                  <a:cubicBezTo>
                    <a:pt x="8885" y="2048"/>
                    <a:pt x="8444" y="1576"/>
                    <a:pt x="8444" y="1040"/>
                  </a:cubicBezTo>
                  <a:lnTo>
                    <a:pt x="8444" y="0"/>
                  </a:lnTo>
                  <a:lnTo>
                    <a:pt x="3560" y="0"/>
                  </a:lnTo>
                  <a:lnTo>
                    <a:pt x="3560" y="1040"/>
                  </a:lnTo>
                  <a:cubicBezTo>
                    <a:pt x="3560" y="1639"/>
                    <a:pt x="3088" y="2048"/>
                    <a:pt x="2521" y="2048"/>
                  </a:cubicBezTo>
                  <a:cubicBezTo>
                    <a:pt x="1954" y="2048"/>
                    <a:pt x="1513" y="1576"/>
                    <a:pt x="1513" y="1040"/>
                  </a:cubicBezTo>
                  <a:lnTo>
                    <a:pt x="151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49" name="Google Shape;6149;p71"/>
            <p:cNvSpPr/>
            <p:nvPr/>
          </p:nvSpPr>
          <p:spPr>
            <a:xfrm>
              <a:off x="-27299575" y="3332825"/>
              <a:ext cx="18125" cy="52000"/>
            </a:xfrm>
            <a:custGeom>
              <a:avLst/>
              <a:gdLst/>
              <a:ahLst/>
              <a:cxnLst/>
              <a:rect l="l" t="t" r="r" b="b"/>
              <a:pathLst>
                <a:path w="725" h="2080" extrusionOk="0">
                  <a:moveTo>
                    <a:pt x="0" y="0"/>
                  </a:moveTo>
                  <a:lnTo>
                    <a:pt x="0" y="1733"/>
                  </a:lnTo>
                  <a:cubicBezTo>
                    <a:pt x="0" y="1922"/>
                    <a:pt x="158" y="2079"/>
                    <a:pt x="378" y="2079"/>
                  </a:cubicBezTo>
                  <a:cubicBezTo>
                    <a:pt x="567" y="2079"/>
                    <a:pt x="725" y="1922"/>
                    <a:pt x="725" y="1733"/>
                  </a:cubicBezTo>
                  <a:lnTo>
                    <a:pt x="72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150" name="Google Shape;6150;p71"/>
          <p:cNvGrpSpPr/>
          <p:nvPr/>
        </p:nvGrpSpPr>
        <p:grpSpPr>
          <a:xfrm>
            <a:off x="4676936" y="2134357"/>
            <a:ext cx="201970" cy="264804"/>
            <a:chOff x="-27313750" y="3545275"/>
            <a:chExt cx="226050" cy="296375"/>
          </a:xfrm>
        </p:grpSpPr>
        <p:sp>
          <p:nvSpPr>
            <p:cNvPr id="6151" name="Google Shape;6151;p71"/>
            <p:cNvSpPr/>
            <p:nvPr/>
          </p:nvSpPr>
          <p:spPr>
            <a:xfrm>
              <a:off x="-27305100" y="3598450"/>
              <a:ext cx="208750" cy="173100"/>
            </a:xfrm>
            <a:custGeom>
              <a:avLst/>
              <a:gdLst/>
              <a:ahLst/>
              <a:cxnLst/>
              <a:rect l="l" t="t" r="r" b="b"/>
              <a:pathLst>
                <a:path w="8350" h="6924" extrusionOk="0">
                  <a:moveTo>
                    <a:pt x="4128" y="2733"/>
                  </a:moveTo>
                  <a:cubicBezTo>
                    <a:pt x="4380" y="3048"/>
                    <a:pt x="4726" y="3269"/>
                    <a:pt x="5167" y="3552"/>
                  </a:cubicBezTo>
                  <a:lnTo>
                    <a:pt x="5167" y="4497"/>
                  </a:lnTo>
                  <a:cubicBezTo>
                    <a:pt x="5167" y="4844"/>
                    <a:pt x="5010" y="5159"/>
                    <a:pt x="4695" y="5348"/>
                  </a:cubicBezTo>
                  <a:cubicBezTo>
                    <a:pt x="4537" y="5474"/>
                    <a:pt x="4325" y="5537"/>
                    <a:pt x="4112" y="5537"/>
                  </a:cubicBezTo>
                  <a:cubicBezTo>
                    <a:pt x="3899" y="5537"/>
                    <a:pt x="3687" y="5474"/>
                    <a:pt x="3529" y="5348"/>
                  </a:cubicBezTo>
                  <a:cubicBezTo>
                    <a:pt x="3277" y="5159"/>
                    <a:pt x="3057" y="4844"/>
                    <a:pt x="3057" y="4497"/>
                  </a:cubicBezTo>
                  <a:lnTo>
                    <a:pt x="3057" y="3552"/>
                  </a:lnTo>
                  <a:lnTo>
                    <a:pt x="3120" y="3552"/>
                  </a:lnTo>
                  <a:cubicBezTo>
                    <a:pt x="3529" y="3269"/>
                    <a:pt x="3907" y="2985"/>
                    <a:pt x="4128" y="2733"/>
                  </a:cubicBezTo>
                  <a:close/>
                  <a:moveTo>
                    <a:pt x="4222" y="0"/>
                  </a:moveTo>
                  <a:cubicBezTo>
                    <a:pt x="3568" y="0"/>
                    <a:pt x="2915" y="166"/>
                    <a:pt x="2363" y="496"/>
                  </a:cubicBezTo>
                  <a:cubicBezTo>
                    <a:pt x="1702" y="906"/>
                    <a:pt x="1229" y="1473"/>
                    <a:pt x="946" y="2166"/>
                  </a:cubicBezTo>
                  <a:lnTo>
                    <a:pt x="190" y="4560"/>
                  </a:lnTo>
                  <a:cubicBezTo>
                    <a:pt x="1" y="5002"/>
                    <a:pt x="64" y="5474"/>
                    <a:pt x="316" y="5915"/>
                  </a:cubicBezTo>
                  <a:cubicBezTo>
                    <a:pt x="662" y="6514"/>
                    <a:pt x="1324" y="6892"/>
                    <a:pt x="2080" y="6923"/>
                  </a:cubicBezTo>
                  <a:cubicBezTo>
                    <a:pt x="2363" y="6923"/>
                    <a:pt x="2615" y="6892"/>
                    <a:pt x="2805" y="6766"/>
                  </a:cubicBezTo>
                  <a:cubicBezTo>
                    <a:pt x="3120" y="6608"/>
                    <a:pt x="3403" y="6419"/>
                    <a:pt x="3561" y="6104"/>
                  </a:cubicBezTo>
                  <a:cubicBezTo>
                    <a:pt x="3750" y="6199"/>
                    <a:pt x="3939" y="6230"/>
                    <a:pt x="4191" y="6230"/>
                  </a:cubicBezTo>
                  <a:cubicBezTo>
                    <a:pt x="4380" y="6230"/>
                    <a:pt x="4600" y="6199"/>
                    <a:pt x="4821" y="6104"/>
                  </a:cubicBezTo>
                  <a:cubicBezTo>
                    <a:pt x="5010" y="6388"/>
                    <a:pt x="5230" y="6608"/>
                    <a:pt x="5545" y="6766"/>
                  </a:cubicBezTo>
                  <a:cubicBezTo>
                    <a:pt x="5797" y="6892"/>
                    <a:pt x="6018" y="6923"/>
                    <a:pt x="6270" y="6923"/>
                  </a:cubicBezTo>
                  <a:lnTo>
                    <a:pt x="6302" y="6923"/>
                  </a:lnTo>
                  <a:cubicBezTo>
                    <a:pt x="7026" y="6892"/>
                    <a:pt x="7688" y="6451"/>
                    <a:pt x="8034" y="5915"/>
                  </a:cubicBezTo>
                  <a:cubicBezTo>
                    <a:pt x="8318" y="5474"/>
                    <a:pt x="8349" y="5002"/>
                    <a:pt x="8192" y="4623"/>
                  </a:cubicBezTo>
                  <a:lnTo>
                    <a:pt x="7436" y="2135"/>
                  </a:lnTo>
                  <a:cubicBezTo>
                    <a:pt x="7184" y="1473"/>
                    <a:pt x="6711" y="906"/>
                    <a:pt x="6081" y="496"/>
                  </a:cubicBezTo>
                  <a:cubicBezTo>
                    <a:pt x="5530" y="166"/>
                    <a:pt x="4876" y="0"/>
                    <a:pt x="422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52" name="Google Shape;6152;p71"/>
            <p:cNvSpPr/>
            <p:nvPr/>
          </p:nvSpPr>
          <p:spPr>
            <a:xfrm>
              <a:off x="-27313750" y="3770725"/>
              <a:ext cx="226050" cy="70925"/>
            </a:xfrm>
            <a:custGeom>
              <a:avLst/>
              <a:gdLst/>
              <a:ahLst/>
              <a:cxnLst/>
              <a:rect l="l" t="t" r="r" b="b"/>
              <a:pathLst>
                <a:path w="9042" h="2837" extrusionOk="0">
                  <a:moveTo>
                    <a:pt x="4159" y="1"/>
                  </a:moveTo>
                  <a:cubicBezTo>
                    <a:pt x="3970" y="190"/>
                    <a:pt x="3686" y="379"/>
                    <a:pt x="3403" y="505"/>
                  </a:cubicBezTo>
                  <a:cubicBezTo>
                    <a:pt x="3151" y="631"/>
                    <a:pt x="2772" y="694"/>
                    <a:pt x="2426" y="694"/>
                  </a:cubicBezTo>
                  <a:cubicBezTo>
                    <a:pt x="1764" y="662"/>
                    <a:pt x="1166" y="442"/>
                    <a:pt x="693" y="32"/>
                  </a:cubicBezTo>
                  <a:cubicBezTo>
                    <a:pt x="252" y="473"/>
                    <a:pt x="0" y="1072"/>
                    <a:pt x="0" y="1734"/>
                  </a:cubicBezTo>
                  <a:lnTo>
                    <a:pt x="0" y="2490"/>
                  </a:lnTo>
                  <a:cubicBezTo>
                    <a:pt x="0" y="2679"/>
                    <a:pt x="158" y="2836"/>
                    <a:pt x="347" y="2836"/>
                  </a:cubicBezTo>
                  <a:lnTo>
                    <a:pt x="8695" y="2836"/>
                  </a:lnTo>
                  <a:cubicBezTo>
                    <a:pt x="8884" y="2836"/>
                    <a:pt x="9042" y="2679"/>
                    <a:pt x="9042" y="2490"/>
                  </a:cubicBezTo>
                  <a:lnTo>
                    <a:pt x="9042" y="1765"/>
                  </a:lnTo>
                  <a:cubicBezTo>
                    <a:pt x="9042" y="1135"/>
                    <a:pt x="8821" y="505"/>
                    <a:pt x="8349" y="95"/>
                  </a:cubicBezTo>
                  <a:cubicBezTo>
                    <a:pt x="7876" y="473"/>
                    <a:pt x="7309" y="725"/>
                    <a:pt x="6679" y="757"/>
                  </a:cubicBezTo>
                  <a:lnTo>
                    <a:pt x="6616" y="757"/>
                  </a:lnTo>
                  <a:cubicBezTo>
                    <a:pt x="6238" y="757"/>
                    <a:pt x="5891" y="662"/>
                    <a:pt x="5576" y="505"/>
                  </a:cubicBezTo>
                  <a:cubicBezTo>
                    <a:pt x="5324" y="379"/>
                    <a:pt x="5072" y="221"/>
                    <a:pt x="4883" y="1"/>
                  </a:cubicBezTo>
                  <a:cubicBezTo>
                    <a:pt x="4757" y="32"/>
                    <a:pt x="4631" y="32"/>
                    <a:pt x="4505" y="32"/>
                  </a:cubicBezTo>
                  <a:cubicBezTo>
                    <a:pt x="4411" y="32"/>
                    <a:pt x="4285" y="32"/>
                    <a:pt x="415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53" name="Google Shape;6153;p71"/>
            <p:cNvSpPr/>
            <p:nvPr/>
          </p:nvSpPr>
          <p:spPr>
            <a:xfrm>
              <a:off x="-27261000" y="3545275"/>
              <a:ext cx="122100" cy="51425"/>
            </a:xfrm>
            <a:custGeom>
              <a:avLst/>
              <a:gdLst/>
              <a:ahLst/>
              <a:cxnLst/>
              <a:rect l="l" t="t" r="r" b="b"/>
              <a:pathLst>
                <a:path w="4884" h="2057" extrusionOk="0">
                  <a:moveTo>
                    <a:pt x="2454" y="1"/>
                  </a:moveTo>
                  <a:cubicBezTo>
                    <a:pt x="1639" y="1"/>
                    <a:pt x="820" y="339"/>
                    <a:pt x="127" y="1017"/>
                  </a:cubicBezTo>
                  <a:cubicBezTo>
                    <a:pt x="32" y="1111"/>
                    <a:pt x="1" y="1237"/>
                    <a:pt x="32" y="1332"/>
                  </a:cubicBezTo>
                  <a:lnTo>
                    <a:pt x="190" y="2056"/>
                  </a:lnTo>
                  <a:cubicBezTo>
                    <a:pt x="820" y="1647"/>
                    <a:pt x="1608" y="1458"/>
                    <a:pt x="2395" y="1458"/>
                  </a:cubicBezTo>
                  <a:cubicBezTo>
                    <a:pt x="3183" y="1458"/>
                    <a:pt x="3970" y="1647"/>
                    <a:pt x="4601" y="2056"/>
                  </a:cubicBezTo>
                  <a:lnTo>
                    <a:pt x="4664" y="2056"/>
                  </a:lnTo>
                  <a:lnTo>
                    <a:pt x="4853" y="1332"/>
                  </a:lnTo>
                  <a:cubicBezTo>
                    <a:pt x="4884" y="1237"/>
                    <a:pt x="4853" y="1111"/>
                    <a:pt x="4758" y="1017"/>
                  </a:cubicBezTo>
                  <a:cubicBezTo>
                    <a:pt x="4081" y="339"/>
                    <a:pt x="3269" y="1"/>
                    <a:pt x="245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154" name="Google Shape;6154;p71"/>
          <p:cNvGrpSpPr/>
          <p:nvPr/>
        </p:nvGrpSpPr>
        <p:grpSpPr>
          <a:xfrm>
            <a:off x="4644904" y="2470560"/>
            <a:ext cx="266033" cy="267440"/>
            <a:chOff x="-27351575" y="3915650"/>
            <a:chExt cx="297750" cy="299325"/>
          </a:xfrm>
        </p:grpSpPr>
        <p:sp>
          <p:nvSpPr>
            <p:cNvPr id="6155" name="Google Shape;6155;p71"/>
            <p:cNvSpPr/>
            <p:nvPr/>
          </p:nvSpPr>
          <p:spPr>
            <a:xfrm>
              <a:off x="-27351575" y="4059000"/>
              <a:ext cx="153625" cy="155975"/>
            </a:xfrm>
            <a:custGeom>
              <a:avLst/>
              <a:gdLst/>
              <a:ahLst/>
              <a:cxnLst/>
              <a:rect l="l" t="t" r="r" b="b"/>
              <a:pathLst>
                <a:path w="6145" h="6239" extrusionOk="0">
                  <a:moveTo>
                    <a:pt x="3183" y="1"/>
                  </a:moveTo>
                  <a:lnTo>
                    <a:pt x="2490" y="725"/>
                  </a:lnTo>
                  <a:cubicBezTo>
                    <a:pt x="2206" y="1009"/>
                    <a:pt x="1986" y="1387"/>
                    <a:pt x="1860" y="1828"/>
                  </a:cubicBezTo>
                  <a:cubicBezTo>
                    <a:pt x="1608" y="2742"/>
                    <a:pt x="1229" y="3435"/>
                    <a:pt x="725" y="4002"/>
                  </a:cubicBezTo>
                  <a:lnTo>
                    <a:pt x="316" y="4411"/>
                  </a:lnTo>
                  <a:cubicBezTo>
                    <a:pt x="127" y="4632"/>
                    <a:pt x="1" y="4884"/>
                    <a:pt x="1" y="5167"/>
                  </a:cubicBezTo>
                  <a:cubicBezTo>
                    <a:pt x="1" y="5451"/>
                    <a:pt x="127" y="5734"/>
                    <a:pt x="316" y="5923"/>
                  </a:cubicBezTo>
                  <a:cubicBezTo>
                    <a:pt x="505" y="6113"/>
                    <a:pt x="788" y="6239"/>
                    <a:pt x="1072" y="6239"/>
                  </a:cubicBezTo>
                  <a:cubicBezTo>
                    <a:pt x="1355" y="6113"/>
                    <a:pt x="1608" y="5986"/>
                    <a:pt x="1765" y="5797"/>
                  </a:cubicBezTo>
                  <a:lnTo>
                    <a:pt x="2206" y="5419"/>
                  </a:lnTo>
                  <a:cubicBezTo>
                    <a:pt x="2710" y="4884"/>
                    <a:pt x="3435" y="4506"/>
                    <a:pt x="4380" y="4254"/>
                  </a:cubicBezTo>
                  <a:cubicBezTo>
                    <a:pt x="4664" y="4191"/>
                    <a:pt x="4916" y="4033"/>
                    <a:pt x="5168" y="3876"/>
                  </a:cubicBezTo>
                  <a:lnTo>
                    <a:pt x="4664" y="3372"/>
                  </a:lnTo>
                  <a:cubicBezTo>
                    <a:pt x="4537" y="3246"/>
                    <a:pt x="4537" y="2994"/>
                    <a:pt x="4664" y="2899"/>
                  </a:cubicBezTo>
                  <a:cubicBezTo>
                    <a:pt x="4711" y="2836"/>
                    <a:pt x="4797" y="2805"/>
                    <a:pt x="4888" y="2805"/>
                  </a:cubicBezTo>
                  <a:cubicBezTo>
                    <a:pt x="4979" y="2805"/>
                    <a:pt x="5073" y="2836"/>
                    <a:pt x="5136" y="2899"/>
                  </a:cubicBezTo>
                  <a:lnTo>
                    <a:pt x="5672" y="3435"/>
                  </a:lnTo>
                  <a:lnTo>
                    <a:pt x="6144" y="2962"/>
                  </a:lnTo>
                  <a:lnTo>
                    <a:pt x="318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56" name="Google Shape;6156;p71"/>
            <p:cNvSpPr/>
            <p:nvPr/>
          </p:nvSpPr>
          <p:spPr>
            <a:xfrm>
              <a:off x="-27257050" y="3915650"/>
              <a:ext cx="203225" cy="202450"/>
            </a:xfrm>
            <a:custGeom>
              <a:avLst/>
              <a:gdLst/>
              <a:ahLst/>
              <a:cxnLst/>
              <a:rect l="l" t="t" r="r" b="b"/>
              <a:pathLst>
                <a:path w="8129" h="8098" extrusionOk="0">
                  <a:moveTo>
                    <a:pt x="1891" y="2364"/>
                  </a:moveTo>
                  <a:cubicBezTo>
                    <a:pt x="1985" y="2364"/>
                    <a:pt x="2048" y="2395"/>
                    <a:pt x="2143" y="2490"/>
                  </a:cubicBezTo>
                  <a:lnTo>
                    <a:pt x="5545" y="5892"/>
                  </a:lnTo>
                  <a:cubicBezTo>
                    <a:pt x="5671" y="6018"/>
                    <a:pt x="5671" y="6239"/>
                    <a:pt x="5545" y="6365"/>
                  </a:cubicBezTo>
                  <a:cubicBezTo>
                    <a:pt x="5498" y="6428"/>
                    <a:pt x="5411" y="6459"/>
                    <a:pt x="5321" y="6459"/>
                  </a:cubicBezTo>
                  <a:cubicBezTo>
                    <a:pt x="5230" y="6459"/>
                    <a:pt x="5136" y="6428"/>
                    <a:pt x="5073" y="6365"/>
                  </a:cubicBezTo>
                  <a:lnTo>
                    <a:pt x="1670" y="2962"/>
                  </a:lnTo>
                  <a:cubicBezTo>
                    <a:pt x="1544" y="2836"/>
                    <a:pt x="1544" y="2647"/>
                    <a:pt x="1670" y="2490"/>
                  </a:cubicBezTo>
                  <a:cubicBezTo>
                    <a:pt x="1733" y="2395"/>
                    <a:pt x="1828" y="2364"/>
                    <a:pt x="1891" y="2364"/>
                  </a:cubicBezTo>
                  <a:close/>
                  <a:moveTo>
                    <a:pt x="6742" y="1"/>
                  </a:moveTo>
                  <a:cubicBezTo>
                    <a:pt x="6333" y="1"/>
                    <a:pt x="6018" y="158"/>
                    <a:pt x="5766" y="379"/>
                  </a:cubicBezTo>
                  <a:lnTo>
                    <a:pt x="4128" y="2017"/>
                  </a:lnTo>
                  <a:cubicBezTo>
                    <a:pt x="3938" y="2206"/>
                    <a:pt x="3679" y="2301"/>
                    <a:pt x="3415" y="2301"/>
                  </a:cubicBezTo>
                  <a:cubicBezTo>
                    <a:pt x="3151" y="2301"/>
                    <a:pt x="2883" y="2206"/>
                    <a:pt x="2678" y="2017"/>
                  </a:cubicBezTo>
                  <a:cubicBezTo>
                    <a:pt x="2489" y="1812"/>
                    <a:pt x="2229" y="1710"/>
                    <a:pt x="1965" y="1710"/>
                  </a:cubicBezTo>
                  <a:cubicBezTo>
                    <a:pt x="1702" y="1710"/>
                    <a:pt x="1434" y="1812"/>
                    <a:pt x="1229" y="2017"/>
                  </a:cubicBezTo>
                  <a:cubicBezTo>
                    <a:pt x="851" y="2395"/>
                    <a:pt x="851" y="3057"/>
                    <a:pt x="1229" y="3466"/>
                  </a:cubicBezTo>
                  <a:lnTo>
                    <a:pt x="1481" y="3687"/>
                  </a:lnTo>
                  <a:lnTo>
                    <a:pt x="0" y="5167"/>
                  </a:lnTo>
                  <a:lnTo>
                    <a:pt x="2962" y="8097"/>
                  </a:lnTo>
                  <a:lnTo>
                    <a:pt x="3403" y="7625"/>
                  </a:lnTo>
                  <a:lnTo>
                    <a:pt x="2836" y="7089"/>
                  </a:lnTo>
                  <a:cubicBezTo>
                    <a:pt x="2710" y="6963"/>
                    <a:pt x="2710" y="6743"/>
                    <a:pt x="2836" y="6617"/>
                  </a:cubicBezTo>
                  <a:cubicBezTo>
                    <a:pt x="2899" y="6554"/>
                    <a:pt x="2985" y="6522"/>
                    <a:pt x="3072" y="6522"/>
                  </a:cubicBezTo>
                  <a:cubicBezTo>
                    <a:pt x="3159" y="6522"/>
                    <a:pt x="3245" y="6554"/>
                    <a:pt x="3308" y="6617"/>
                  </a:cubicBezTo>
                  <a:lnTo>
                    <a:pt x="3875" y="7152"/>
                  </a:lnTo>
                  <a:lnTo>
                    <a:pt x="4380" y="6648"/>
                  </a:lnTo>
                  <a:lnTo>
                    <a:pt x="4600" y="6900"/>
                  </a:lnTo>
                  <a:cubicBezTo>
                    <a:pt x="4821" y="7089"/>
                    <a:pt x="5073" y="7215"/>
                    <a:pt x="5356" y="7215"/>
                  </a:cubicBezTo>
                  <a:cubicBezTo>
                    <a:pt x="5640" y="7215"/>
                    <a:pt x="5923" y="7089"/>
                    <a:pt x="6112" y="6900"/>
                  </a:cubicBezTo>
                  <a:cubicBezTo>
                    <a:pt x="6490" y="6491"/>
                    <a:pt x="6490" y="5829"/>
                    <a:pt x="6112" y="5420"/>
                  </a:cubicBezTo>
                  <a:cubicBezTo>
                    <a:pt x="5703" y="5041"/>
                    <a:pt x="5703" y="4380"/>
                    <a:pt x="6112" y="3970"/>
                  </a:cubicBezTo>
                  <a:lnTo>
                    <a:pt x="7719" y="2364"/>
                  </a:lnTo>
                  <a:cubicBezTo>
                    <a:pt x="8003" y="2080"/>
                    <a:pt x="8129" y="1733"/>
                    <a:pt x="8129" y="1387"/>
                  </a:cubicBezTo>
                  <a:cubicBezTo>
                    <a:pt x="8129" y="1009"/>
                    <a:pt x="7971" y="662"/>
                    <a:pt x="7719" y="379"/>
                  </a:cubicBezTo>
                  <a:cubicBezTo>
                    <a:pt x="7436" y="127"/>
                    <a:pt x="7120" y="1"/>
                    <a:pt x="674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157" name="Google Shape;6157;p71"/>
          <p:cNvGrpSpPr/>
          <p:nvPr/>
        </p:nvGrpSpPr>
        <p:grpSpPr>
          <a:xfrm>
            <a:off x="3660522" y="2832209"/>
            <a:ext cx="239295" cy="264782"/>
            <a:chOff x="-25445525" y="3175900"/>
            <a:chExt cx="267825" cy="296350"/>
          </a:xfrm>
        </p:grpSpPr>
        <p:sp>
          <p:nvSpPr>
            <p:cNvPr id="6158" name="Google Shape;6158;p71"/>
            <p:cNvSpPr/>
            <p:nvPr/>
          </p:nvSpPr>
          <p:spPr>
            <a:xfrm>
              <a:off x="-25445525" y="3367475"/>
              <a:ext cx="123675" cy="104775"/>
            </a:xfrm>
            <a:custGeom>
              <a:avLst/>
              <a:gdLst/>
              <a:ahLst/>
              <a:cxnLst/>
              <a:rect l="l" t="t" r="r" b="b"/>
              <a:pathLst>
                <a:path w="4947" h="4191" extrusionOk="0">
                  <a:moveTo>
                    <a:pt x="3088" y="0"/>
                  </a:moveTo>
                  <a:cubicBezTo>
                    <a:pt x="2364" y="883"/>
                    <a:pt x="1387" y="2080"/>
                    <a:pt x="127" y="3655"/>
                  </a:cubicBezTo>
                  <a:cubicBezTo>
                    <a:pt x="1" y="3718"/>
                    <a:pt x="1" y="3875"/>
                    <a:pt x="32" y="4001"/>
                  </a:cubicBezTo>
                  <a:cubicBezTo>
                    <a:pt x="95" y="4127"/>
                    <a:pt x="253" y="4191"/>
                    <a:pt x="379" y="4191"/>
                  </a:cubicBezTo>
                  <a:lnTo>
                    <a:pt x="3246" y="4191"/>
                  </a:lnTo>
                  <a:cubicBezTo>
                    <a:pt x="3372" y="4191"/>
                    <a:pt x="3435" y="4159"/>
                    <a:pt x="3529" y="4096"/>
                  </a:cubicBezTo>
                  <a:lnTo>
                    <a:pt x="4947" y="2363"/>
                  </a:lnTo>
                  <a:lnTo>
                    <a:pt x="3466" y="536"/>
                  </a:lnTo>
                  <a:lnTo>
                    <a:pt x="3120" y="63"/>
                  </a:lnTo>
                  <a:cubicBezTo>
                    <a:pt x="3120" y="32"/>
                    <a:pt x="3088" y="32"/>
                    <a:pt x="308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59" name="Google Shape;6159;p71"/>
            <p:cNvSpPr/>
            <p:nvPr/>
          </p:nvSpPr>
          <p:spPr>
            <a:xfrm>
              <a:off x="-25398250" y="3175900"/>
              <a:ext cx="220550" cy="296350"/>
            </a:xfrm>
            <a:custGeom>
              <a:avLst/>
              <a:gdLst/>
              <a:ahLst/>
              <a:cxnLst/>
              <a:rect l="l" t="t" r="r" b="b"/>
              <a:pathLst>
                <a:path w="8822" h="11854" extrusionOk="0">
                  <a:moveTo>
                    <a:pt x="3491" y="1"/>
                  </a:moveTo>
                  <a:cubicBezTo>
                    <a:pt x="3420" y="1"/>
                    <a:pt x="3348" y="3"/>
                    <a:pt x="3277" y="8"/>
                  </a:cubicBezTo>
                  <a:cubicBezTo>
                    <a:pt x="1481" y="134"/>
                    <a:pt x="0" y="1709"/>
                    <a:pt x="0" y="3568"/>
                  </a:cubicBezTo>
                  <a:cubicBezTo>
                    <a:pt x="0" y="4733"/>
                    <a:pt x="945" y="6246"/>
                    <a:pt x="1764" y="7285"/>
                  </a:cubicBezTo>
                  <a:lnTo>
                    <a:pt x="2142" y="7758"/>
                  </a:lnTo>
                  <a:lnTo>
                    <a:pt x="5324" y="11759"/>
                  </a:lnTo>
                  <a:cubicBezTo>
                    <a:pt x="5387" y="11822"/>
                    <a:pt x="5482" y="11854"/>
                    <a:pt x="5608" y="11854"/>
                  </a:cubicBezTo>
                  <a:lnTo>
                    <a:pt x="8475" y="11854"/>
                  </a:lnTo>
                  <a:cubicBezTo>
                    <a:pt x="8601" y="11854"/>
                    <a:pt x="8695" y="11790"/>
                    <a:pt x="8790" y="11664"/>
                  </a:cubicBezTo>
                  <a:cubicBezTo>
                    <a:pt x="8821" y="11538"/>
                    <a:pt x="8821" y="11381"/>
                    <a:pt x="8758" y="11318"/>
                  </a:cubicBezTo>
                  <a:cubicBezTo>
                    <a:pt x="7939" y="10278"/>
                    <a:pt x="7183" y="9302"/>
                    <a:pt x="6459" y="8482"/>
                  </a:cubicBezTo>
                  <a:cubicBezTo>
                    <a:pt x="6144" y="8073"/>
                    <a:pt x="5828" y="7695"/>
                    <a:pt x="5513" y="7348"/>
                  </a:cubicBezTo>
                  <a:cubicBezTo>
                    <a:pt x="5387" y="7191"/>
                    <a:pt x="5293" y="7065"/>
                    <a:pt x="5167" y="6907"/>
                  </a:cubicBezTo>
                  <a:cubicBezTo>
                    <a:pt x="4600" y="6246"/>
                    <a:pt x="4127" y="5647"/>
                    <a:pt x="3749" y="5080"/>
                  </a:cubicBezTo>
                  <a:cubicBezTo>
                    <a:pt x="3088" y="4198"/>
                    <a:pt x="2646" y="3568"/>
                    <a:pt x="2363" y="3032"/>
                  </a:cubicBezTo>
                  <a:cubicBezTo>
                    <a:pt x="2174" y="2686"/>
                    <a:pt x="2079" y="2371"/>
                    <a:pt x="2079" y="2182"/>
                  </a:cubicBezTo>
                  <a:cubicBezTo>
                    <a:pt x="2079" y="1425"/>
                    <a:pt x="2678" y="764"/>
                    <a:pt x="3466" y="764"/>
                  </a:cubicBezTo>
                  <a:cubicBezTo>
                    <a:pt x="4253" y="764"/>
                    <a:pt x="4852" y="1425"/>
                    <a:pt x="4852" y="2182"/>
                  </a:cubicBezTo>
                  <a:cubicBezTo>
                    <a:pt x="4852" y="2308"/>
                    <a:pt x="4820" y="2528"/>
                    <a:pt x="4568" y="3001"/>
                  </a:cubicBezTo>
                  <a:cubicBezTo>
                    <a:pt x="4379" y="3347"/>
                    <a:pt x="4159" y="3757"/>
                    <a:pt x="3907" y="4103"/>
                  </a:cubicBezTo>
                  <a:cubicBezTo>
                    <a:pt x="4064" y="4292"/>
                    <a:pt x="4190" y="4513"/>
                    <a:pt x="4316" y="4670"/>
                  </a:cubicBezTo>
                  <a:cubicBezTo>
                    <a:pt x="4694" y="5206"/>
                    <a:pt x="5167" y="5805"/>
                    <a:pt x="5734" y="6435"/>
                  </a:cubicBezTo>
                  <a:lnTo>
                    <a:pt x="5765" y="6466"/>
                  </a:lnTo>
                  <a:cubicBezTo>
                    <a:pt x="6396" y="5521"/>
                    <a:pt x="6931" y="4418"/>
                    <a:pt x="6931" y="3505"/>
                  </a:cubicBezTo>
                  <a:cubicBezTo>
                    <a:pt x="6931" y="1621"/>
                    <a:pt x="5408" y="1"/>
                    <a:pt x="349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60" name="Google Shape;6160;p71"/>
            <p:cNvSpPr/>
            <p:nvPr/>
          </p:nvSpPr>
          <p:spPr>
            <a:xfrm>
              <a:off x="-25328950" y="3211525"/>
              <a:ext cx="35475" cy="36250"/>
            </a:xfrm>
            <a:custGeom>
              <a:avLst/>
              <a:gdLst/>
              <a:ahLst/>
              <a:cxnLst/>
              <a:rect l="l" t="t" r="r" b="b"/>
              <a:pathLst>
                <a:path w="1419" h="1450" extrusionOk="0">
                  <a:moveTo>
                    <a:pt x="694" y="0"/>
                  </a:moveTo>
                  <a:cubicBezTo>
                    <a:pt x="316" y="0"/>
                    <a:pt x="0" y="347"/>
                    <a:pt x="0" y="757"/>
                  </a:cubicBezTo>
                  <a:cubicBezTo>
                    <a:pt x="0" y="757"/>
                    <a:pt x="0" y="914"/>
                    <a:pt x="190" y="1292"/>
                  </a:cubicBezTo>
                  <a:cubicBezTo>
                    <a:pt x="221" y="1355"/>
                    <a:pt x="221" y="1418"/>
                    <a:pt x="253" y="1450"/>
                  </a:cubicBezTo>
                  <a:cubicBezTo>
                    <a:pt x="379" y="1418"/>
                    <a:pt x="536" y="1387"/>
                    <a:pt x="662" y="1387"/>
                  </a:cubicBezTo>
                  <a:cubicBezTo>
                    <a:pt x="788" y="1387"/>
                    <a:pt x="946" y="1418"/>
                    <a:pt x="1040" y="1450"/>
                  </a:cubicBezTo>
                  <a:cubicBezTo>
                    <a:pt x="1103" y="1418"/>
                    <a:pt x="1135" y="1355"/>
                    <a:pt x="1135" y="1292"/>
                  </a:cubicBezTo>
                  <a:cubicBezTo>
                    <a:pt x="1324" y="914"/>
                    <a:pt x="1324" y="757"/>
                    <a:pt x="1324" y="757"/>
                  </a:cubicBezTo>
                  <a:cubicBezTo>
                    <a:pt x="1418" y="347"/>
                    <a:pt x="1103" y="0"/>
                    <a:pt x="69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161" name="Google Shape;6161;p71"/>
          <p:cNvGrpSpPr/>
          <p:nvPr/>
        </p:nvGrpSpPr>
        <p:grpSpPr>
          <a:xfrm>
            <a:off x="3646808" y="3199952"/>
            <a:ext cx="266725" cy="247716"/>
            <a:chOff x="-25465200" y="3565175"/>
            <a:chExt cx="298525" cy="277250"/>
          </a:xfrm>
        </p:grpSpPr>
        <p:sp>
          <p:nvSpPr>
            <p:cNvPr id="6162" name="Google Shape;6162;p71"/>
            <p:cNvSpPr/>
            <p:nvPr/>
          </p:nvSpPr>
          <p:spPr>
            <a:xfrm>
              <a:off x="-25413225" y="3565175"/>
              <a:ext cx="172500" cy="103975"/>
            </a:xfrm>
            <a:custGeom>
              <a:avLst/>
              <a:gdLst/>
              <a:ahLst/>
              <a:cxnLst/>
              <a:rect l="l" t="t" r="r" b="b"/>
              <a:pathLst>
                <a:path w="6900" h="4159" extrusionOk="0">
                  <a:moveTo>
                    <a:pt x="4884" y="1166"/>
                  </a:moveTo>
                  <a:lnTo>
                    <a:pt x="5797" y="2079"/>
                  </a:lnTo>
                  <a:lnTo>
                    <a:pt x="4884" y="2079"/>
                  </a:lnTo>
                  <a:lnTo>
                    <a:pt x="4884" y="1166"/>
                  </a:lnTo>
                  <a:close/>
                  <a:moveTo>
                    <a:pt x="379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3151"/>
                  </a:lnTo>
                  <a:cubicBezTo>
                    <a:pt x="284" y="2899"/>
                    <a:pt x="631" y="2804"/>
                    <a:pt x="1040" y="2804"/>
                  </a:cubicBezTo>
                  <a:lnTo>
                    <a:pt x="4065" y="2804"/>
                  </a:lnTo>
                  <a:cubicBezTo>
                    <a:pt x="4726" y="2804"/>
                    <a:pt x="5325" y="3151"/>
                    <a:pt x="5608" y="3718"/>
                  </a:cubicBezTo>
                  <a:lnTo>
                    <a:pt x="5797" y="4159"/>
                  </a:lnTo>
                  <a:lnTo>
                    <a:pt x="6900" y="4159"/>
                  </a:lnTo>
                  <a:lnTo>
                    <a:pt x="6900" y="2426"/>
                  </a:lnTo>
                  <a:cubicBezTo>
                    <a:pt x="6900" y="2394"/>
                    <a:pt x="6869" y="2237"/>
                    <a:pt x="6774" y="2205"/>
                  </a:cubicBezTo>
                  <a:lnTo>
                    <a:pt x="4695" y="126"/>
                  </a:lnTo>
                  <a:cubicBezTo>
                    <a:pt x="4726" y="32"/>
                    <a:pt x="4632" y="0"/>
                    <a:pt x="453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63" name="Google Shape;6163;p71"/>
            <p:cNvSpPr/>
            <p:nvPr/>
          </p:nvSpPr>
          <p:spPr>
            <a:xfrm>
              <a:off x="-25465200" y="3650225"/>
              <a:ext cx="298525" cy="192200"/>
            </a:xfrm>
            <a:custGeom>
              <a:avLst/>
              <a:gdLst/>
              <a:ahLst/>
              <a:cxnLst/>
              <a:rect l="l" t="t" r="r" b="b"/>
              <a:pathLst>
                <a:path w="11941" h="7688" extrusionOk="0">
                  <a:moveTo>
                    <a:pt x="10838" y="3529"/>
                  </a:moveTo>
                  <a:cubicBezTo>
                    <a:pt x="10964" y="3529"/>
                    <a:pt x="11027" y="3561"/>
                    <a:pt x="11121" y="3655"/>
                  </a:cubicBezTo>
                  <a:cubicBezTo>
                    <a:pt x="11184" y="3718"/>
                    <a:pt x="11184" y="3813"/>
                    <a:pt x="11184" y="3907"/>
                  </a:cubicBezTo>
                  <a:lnTo>
                    <a:pt x="10901" y="5703"/>
                  </a:lnTo>
                  <a:lnTo>
                    <a:pt x="10365" y="3529"/>
                  </a:lnTo>
                  <a:close/>
                  <a:moveTo>
                    <a:pt x="5227" y="2768"/>
                  </a:moveTo>
                  <a:cubicBezTo>
                    <a:pt x="5400" y="2768"/>
                    <a:pt x="5580" y="2884"/>
                    <a:pt x="5608" y="3025"/>
                  </a:cubicBezTo>
                  <a:lnTo>
                    <a:pt x="5892" y="4159"/>
                  </a:lnTo>
                  <a:lnTo>
                    <a:pt x="7341" y="4159"/>
                  </a:lnTo>
                  <a:cubicBezTo>
                    <a:pt x="7530" y="4159"/>
                    <a:pt x="7687" y="4317"/>
                    <a:pt x="7687" y="4506"/>
                  </a:cubicBezTo>
                  <a:cubicBezTo>
                    <a:pt x="7687" y="4758"/>
                    <a:pt x="7530" y="4915"/>
                    <a:pt x="7341" y="4915"/>
                  </a:cubicBezTo>
                  <a:lnTo>
                    <a:pt x="6018" y="4915"/>
                  </a:lnTo>
                  <a:lnTo>
                    <a:pt x="6270" y="5829"/>
                  </a:lnTo>
                  <a:cubicBezTo>
                    <a:pt x="6301" y="6050"/>
                    <a:pt x="6175" y="6207"/>
                    <a:pt x="6018" y="6270"/>
                  </a:cubicBezTo>
                  <a:lnTo>
                    <a:pt x="5955" y="6270"/>
                  </a:lnTo>
                  <a:cubicBezTo>
                    <a:pt x="5797" y="6270"/>
                    <a:pt x="5640" y="6176"/>
                    <a:pt x="5608" y="6018"/>
                  </a:cubicBezTo>
                  <a:lnTo>
                    <a:pt x="5324" y="4852"/>
                  </a:lnTo>
                  <a:lnTo>
                    <a:pt x="3875" y="4852"/>
                  </a:lnTo>
                  <a:cubicBezTo>
                    <a:pt x="3686" y="4852"/>
                    <a:pt x="3529" y="4695"/>
                    <a:pt x="3529" y="4506"/>
                  </a:cubicBezTo>
                  <a:cubicBezTo>
                    <a:pt x="3529" y="4317"/>
                    <a:pt x="3686" y="4159"/>
                    <a:pt x="3875" y="4159"/>
                  </a:cubicBezTo>
                  <a:lnTo>
                    <a:pt x="5167" y="4159"/>
                  </a:lnTo>
                  <a:lnTo>
                    <a:pt x="4946" y="3214"/>
                  </a:lnTo>
                  <a:cubicBezTo>
                    <a:pt x="4883" y="3025"/>
                    <a:pt x="5009" y="2868"/>
                    <a:pt x="5167" y="2773"/>
                  </a:cubicBezTo>
                  <a:cubicBezTo>
                    <a:pt x="5187" y="2770"/>
                    <a:pt x="5207" y="2768"/>
                    <a:pt x="5227" y="2768"/>
                  </a:cubicBezTo>
                  <a:close/>
                  <a:moveTo>
                    <a:pt x="3151" y="1"/>
                  </a:moveTo>
                  <a:cubicBezTo>
                    <a:pt x="2584" y="1"/>
                    <a:pt x="2142" y="473"/>
                    <a:pt x="2142" y="1040"/>
                  </a:cubicBezTo>
                  <a:lnTo>
                    <a:pt x="2142" y="1387"/>
                  </a:lnTo>
                  <a:lnTo>
                    <a:pt x="1103" y="1387"/>
                  </a:lnTo>
                  <a:cubicBezTo>
                    <a:pt x="788" y="1387"/>
                    <a:pt x="473" y="1544"/>
                    <a:pt x="284" y="1796"/>
                  </a:cubicBezTo>
                  <a:cubicBezTo>
                    <a:pt x="95" y="2017"/>
                    <a:pt x="0" y="2332"/>
                    <a:pt x="95" y="2679"/>
                  </a:cubicBezTo>
                  <a:lnTo>
                    <a:pt x="1166" y="6869"/>
                  </a:lnTo>
                  <a:cubicBezTo>
                    <a:pt x="1260" y="7341"/>
                    <a:pt x="1701" y="7656"/>
                    <a:pt x="2174" y="7656"/>
                  </a:cubicBezTo>
                  <a:lnTo>
                    <a:pt x="10995" y="7688"/>
                  </a:lnTo>
                  <a:cubicBezTo>
                    <a:pt x="11153" y="7688"/>
                    <a:pt x="11310" y="7593"/>
                    <a:pt x="11342" y="7436"/>
                  </a:cubicBezTo>
                  <a:lnTo>
                    <a:pt x="11909" y="4033"/>
                  </a:lnTo>
                  <a:cubicBezTo>
                    <a:pt x="11941" y="3718"/>
                    <a:pt x="11846" y="3435"/>
                    <a:pt x="11657" y="3214"/>
                  </a:cubicBezTo>
                  <a:cubicBezTo>
                    <a:pt x="11468" y="2962"/>
                    <a:pt x="11184" y="2868"/>
                    <a:pt x="10869" y="2868"/>
                  </a:cubicBezTo>
                  <a:lnTo>
                    <a:pt x="10208" y="2868"/>
                  </a:lnTo>
                  <a:lnTo>
                    <a:pt x="10050" y="2269"/>
                  </a:lnTo>
                  <a:cubicBezTo>
                    <a:pt x="9924" y="1796"/>
                    <a:pt x="9546" y="1450"/>
                    <a:pt x="9042" y="1450"/>
                  </a:cubicBezTo>
                  <a:lnTo>
                    <a:pt x="7530" y="1450"/>
                  </a:lnTo>
                  <a:lnTo>
                    <a:pt x="7120" y="599"/>
                  </a:lnTo>
                  <a:cubicBezTo>
                    <a:pt x="6963" y="253"/>
                    <a:pt x="6585" y="1"/>
                    <a:pt x="617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164" name="Google Shape;6164;p71"/>
          <p:cNvGrpSpPr/>
          <p:nvPr/>
        </p:nvGrpSpPr>
        <p:grpSpPr>
          <a:xfrm>
            <a:off x="3646461" y="3529599"/>
            <a:ext cx="267417" cy="263464"/>
            <a:chOff x="-25465200" y="3916150"/>
            <a:chExt cx="299300" cy="294875"/>
          </a:xfrm>
        </p:grpSpPr>
        <p:sp>
          <p:nvSpPr>
            <p:cNvPr id="6165" name="Google Shape;6165;p71"/>
            <p:cNvSpPr/>
            <p:nvPr/>
          </p:nvSpPr>
          <p:spPr>
            <a:xfrm>
              <a:off x="-25316350" y="3916150"/>
              <a:ext cx="150450" cy="149175"/>
            </a:xfrm>
            <a:custGeom>
              <a:avLst/>
              <a:gdLst/>
              <a:ahLst/>
              <a:cxnLst/>
              <a:rect l="l" t="t" r="r" b="b"/>
              <a:pathLst>
                <a:path w="6018" h="5967" extrusionOk="0">
                  <a:moveTo>
                    <a:pt x="3836" y="0"/>
                  </a:moveTo>
                  <a:cubicBezTo>
                    <a:pt x="3278" y="0"/>
                    <a:pt x="2726" y="214"/>
                    <a:pt x="2332" y="642"/>
                  </a:cubicBezTo>
                  <a:lnTo>
                    <a:pt x="1891" y="1083"/>
                  </a:lnTo>
                  <a:lnTo>
                    <a:pt x="2458" y="1619"/>
                  </a:lnTo>
                  <a:cubicBezTo>
                    <a:pt x="2552" y="1745"/>
                    <a:pt x="2552" y="1966"/>
                    <a:pt x="2458" y="2092"/>
                  </a:cubicBezTo>
                  <a:cubicBezTo>
                    <a:pt x="2363" y="2186"/>
                    <a:pt x="2300" y="2218"/>
                    <a:pt x="2206" y="2218"/>
                  </a:cubicBezTo>
                  <a:cubicBezTo>
                    <a:pt x="2143" y="2218"/>
                    <a:pt x="2017" y="2186"/>
                    <a:pt x="1985" y="2092"/>
                  </a:cubicBezTo>
                  <a:lnTo>
                    <a:pt x="1418" y="1556"/>
                  </a:lnTo>
                  <a:lnTo>
                    <a:pt x="946" y="2029"/>
                  </a:lnTo>
                  <a:lnTo>
                    <a:pt x="1513" y="2564"/>
                  </a:lnTo>
                  <a:cubicBezTo>
                    <a:pt x="1607" y="2690"/>
                    <a:pt x="1607" y="2911"/>
                    <a:pt x="1513" y="3037"/>
                  </a:cubicBezTo>
                  <a:cubicBezTo>
                    <a:pt x="1418" y="3131"/>
                    <a:pt x="1355" y="3163"/>
                    <a:pt x="1261" y="3163"/>
                  </a:cubicBezTo>
                  <a:cubicBezTo>
                    <a:pt x="1198" y="3163"/>
                    <a:pt x="1072" y="3131"/>
                    <a:pt x="1040" y="3037"/>
                  </a:cubicBezTo>
                  <a:lnTo>
                    <a:pt x="473" y="2501"/>
                  </a:lnTo>
                  <a:lnTo>
                    <a:pt x="1" y="3005"/>
                  </a:lnTo>
                  <a:lnTo>
                    <a:pt x="2962" y="5967"/>
                  </a:lnTo>
                  <a:lnTo>
                    <a:pt x="5388" y="3478"/>
                  </a:lnTo>
                  <a:cubicBezTo>
                    <a:pt x="5829" y="3037"/>
                    <a:pt x="6018" y="2501"/>
                    <a:pt x="5987" y="1903"/>
                  </a:cubicBezTo>
                  <a:cubicBezTo>
                    <a:pt x="5892" y="1398"/>
                    <a:pt x="5640" y="831"/>
                    <a:pt x="5167" y="453"/>
                  </a:cubicBezTo>
                  <a:cubicBezTo>
                    <a:pt x="4779" y="151"/>
                    <a:pt x="4305" y="0"/>
                    <a:pt x="383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66" name="Google Shape;6166;p71"/>
            <p:cNvSpPr/>
            <p:nvPr/>
          </p:nvSpPr>
          <p:spPr>
            <a:xfrm>
              <a:off x="-25465200" y="4003875"/>
              <a:ext cx="208725" cy="207150"/>
            </a:xfrm>
            <a:custGeom>
              <a:avLst/>
              <a:gdLst/>
              <a:ahLst/>
              <a:cxnLst/>
              <a:rect l="l" t="t" r="r" b="b"/>
              <a:pathLst>
                <a:path w="8349" h="8286" extrusionOk="0">
                  <a:moveTo>
                    <a:pt x="5419" y="0"/>
                  </a:moveTo>
                  <a:lnTo>
                    <a:pt x="4883" y="567"/>
                  </a:lnTo>
                  <a:lnTo>
                    <a:pt x="5450" y="1103"/>
                  </a:lnTo>
                  <a:cubicBezTo>
                    <a:pt x="5545" y="1229"/>
                    <a:pt x="5545" y="1449"/>
                    <a:pt x="5450" y="1575"/>
                  </a:cubicBezTo>
                  <a:cubicBezTo>
                    <a:pt x="5356" y="1670"/>
                    <a:pt x="5293" y="1702"/>
                    <a:pt x="5198" y="1702"/>
                  </a:cubicBezTo>
                  <a:cubicBezTo>
                    <a:pt x="5135" y="1702"/>
                    <a:pt x="5009" y="1670"/>
                    <a:pt x="4978" y="1575"/>
                  </a:cubicBezTo>
                  <a:lnTo>
                    <a:pt x="4411" y="1040"/>
                  </a:lnTo>
                  <a:lnTo>
                    <a:pt x="3938" y="1512"/>
                  </a:lnTo>
                  <a:lnTo>
                    <a:pt x="4505" y="2048"/>
                  </a:lnTo>
                  <a:cubicBezTo>
                    <a:pt x="4631" y="2174"/>
                    <a:pt x="4631" y="2395"/>
                    <a:pt x="4505" y="2521"/>
                  </a:cubicBezTo>
                  <a:cubicBezTo>
                    <a:pt x="4411" y="2615"/>
                    <a:pt x="4348" y="2647"/>
                    <a:pt x="4253" y="2647"/>
                  </a:cubicBezTo>
                  <a:cubicBezTo>
                    <a:pt x="4190" y="2647"/>
                    <a:pt x="4064" y="2615"/>
                    <a:pt x="4033" y="2521"/>
                  </a:cubicBezTo>
                  <a:lnTo>
                    <a:pt x="3466" y="1985"/>
                  </a:lnTo>
                  <a:lnTo>
                    <a:pt x="3214" y="2237"/>
                  </a:lnTo>
                  <a:cubicBezTo>
                    <a:pt x="2773" y="2678"/>
                    <a:pt x="2458" y="3277"/>
                    <a:pt x="2363" y="3907"/>
                  </a:cubicBezTo>
                  <a:cubicBezTo>
                    <a:pt x="2300" y="4379"/>
                    <a:pt x="2111" y="4852"/>
                    <a:pt x="1733" y="5167"/>
                  </a:cubicBezTo>
                  <a:lnTo>
                    <a:pt x="410" y="6490"/>
                  </a:lnTo>
                  <a:cubicBezTo>
                    <a:pt x="0" y="6900"/>
                    <a:pt x="0" y="7561"/>
                    <a:pt x="410" y="7971"/>
                  </a:cubicBezTo>
                  <a:cubicBezTo>
                    <a:pt x="599" y="8160"/>
                    <a:pt x="882" y="8286"/>
                    <a:pt x="1166" y="8286"/>
                  </a:cubicBezTo>
                  <a:cubicBezTo>
                    <a:pt x="1418" y="8286"/>
                    <a:pt x="1701" y="8160"/>
                    <a:pt x="1890" y="7971"/>
                  </a:cubicBezTo>
                  <a:lnTo>
                    <a:pt x="3245" y="6616"/>
                  </a:lnTo>
                  <a:cubicBezTo>
                    <a:pt x="3592" y="6270"/>
                    <a:pt x="4033" y="6081"/>
                    <a:pt x="4505" y="5986"/>
                  </a:cubicBezTo>
                  <a:cubicBezTo>
                    <a:pt x="5135" y="5923"/>
                    <a:pt x="5734" y="5608"/>
                    <a:pt x="6144" y="5167"/>
                  </a:cubicBezTo>
                  <a:lnTo>
                    <a:pt x="8349" y="2962"/>
                  </a:lnTo>
                  <a:lnTo>
                    <a:pt x="541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167" name="Google Shape;6167;p71"/>
          <p:cNvGrpSpPr/>
          <p:nvPr/>
        </p:nvGrpSpPr>
        <p:grpSpPr>
          <a:xfrm>
            <a:off x="5317041" y="2832299"/>
            <a:ext cx="263910" cy="264602"/>
            <a:chOff x="-23615075" y="3148525"/>
            <a:chExt cx="295375" cy="296150"/>
          </a:xfrm>
        </p:grpSpPr>
        <p:sp>
          <p:nvSpPr>
            <p:cNvPr id="6168" name="Google Shape;6168;p71"/>
            <p:cNvSpPr/>
            <p:nvPr/>
          </p:nvSpPr>
          <p:spPr>
            <a:xfrm>
              <a:off x="-23493775" y="3183950"/>
              <a:ext cx="52775" cy="53600"/>
            </a:xfrm>
            <a:custGeom>
              <a:avLst/>
              <a:gdLst/>
              <a:ahLst/>
              <a:cxnLst/>
              <a:rect l="l" t="t" r="r" b="b"/>
              <a:pathLst>
                <a:path w="2111" h="2144" extrusionOk="0">
                  <a:moveTo>
                    <a:pt x="1040" y="1"/>
                  </a:moveTo>
                  <a:cubicBezTo>
                    <a:pt x="851" y="1"/>
                    <a:pt x="693" y="158"/>
                    <a:pt x="693" y="347"/>
                  </a:cubicBezTo>
                  <a:lnTo>
                    <a:pt x="693" y="725"/>
                  </a:lnTo>
                  <a:lnTo>
                    <a:pt x="347" y="725"/>
                  </a:lnTo>
                  <a:cubicBezTo>
                    <a:pt x="158" y="725"/>
                    <a:pt x="0" y="883"/>
                    <a:pt x="0" y="1072"/>
                  </a:cubicBezTo>
                  <a:cubicBezTo>
                    <a:pt x="0" y="1261"/>
                    <a:pt x="158" y="1418"/>
                    <a:pt x="347" y="1418"/>
                  </a:cubicBezTo>
                  <a:lnTo>
                    <a:pt x="693" y="1418"/>
                  </a:lnTo>
                  <a:lnTo>
                    <a:pt x="693" y="1765"/>
                  </a:lnTo>
                  <a:cubicBezTo>
                    <a:pt x="693" y="1986"/>
                    <a:pt x="851" y="2143"/>
                    <a:pt x="1040" y="2143"/>
                  </a:cubicBezTo>
                  <a:cubicBezTo>
                    <a:pt x="1260" y="2143"/>
                    <a:pt x="1418" y="1986"/>
                    <a:pt x="1418" y="1765"/>
                  </a:cubicBezTo>
                  <a:lnTo>
                    <a:pt x="1418" y="1418"/>
                  </a:lnTo>
                  <a:lnTo>
                    <a:pt x="1764" y="1418"/>
                  </a:lnTo>
                  <a:cubicBezTo>
                    <a:pt x="1953" y="1418"/>
                    <a:pt x="2111" y="1261"/>
                    <a:pt x="2111" y="1072"/>
                  </a:cubicBezTo>
                  <a:cubicBezTo>
                    <a:pt x="2111" y="883"/>
                    <a:pt x="1953" y="725"/>
                    <a:pt x="1764" y="725"/>
                  </a:cubicBezTo>
                  <a:lnTo>
                    <a:pt x="1418" y="725"/>
                  </a:lnTo>
                  <a:lnTo>
                    <a:pt x="1418" y="347"/>
                  </a:lnTo>
                  <a:cubicBezTo>
                    <a:pt x="1418" y="158"/>
                    <a:pt x="1260" y="1"/>
                    <a:pt x="10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69" name="Google Shape;6169;p71"/>
            <p:cNvSpPr/>
            <p:nvPr/>
          </p:nvSpPr>
          <p:spPr>
            <a:xfrm>
              <a:off x="-23615075" y="3268225"/>
              <a:ext cx="34675" cy="173300"/>
            </a:xfrm>
            <a:custGeom>
              <a:avLst/>
              <a:gdLst/>
              <a:ahLst/>
              <a:cxnLst/>
              <a:rect l="l" t="t" r="r" b="b"/>
              <a:pathLst>
                <a:path w="1387" h="6932" extrusionOk="0">
                  <a:moveTo>
                    <a:pt x="1008" y="1"/>
                  </a:moveTo>
                  <a:cubicBezTo>
                    <a:pt x="441" y="1"/>
                    <a:pt x="0" y="473"/>
                    <a:pt x="0" y="1040"/>
                  </a:cubicBezTo>
                  <a:lnTo>
                    <a:pt x="0" y="6585"/>
                  </a:lnTo>
                  <a:cubicBezTo>
                    <a:pt x="0" y="6774"/>
                    <a:pt x="158" y="6932"/>
                    <a:pt x="347" y="6932"/>
                  </a:cubicBezTo>
                  <a:lnTo>
                    <a:pt x="1386" y="6932"/>
                  </a:lnTo>
                  <a:lnTo>
                    <a:pt x="1386" y="4285"/>
                  </a:lnTo>
                  <a:lnTo>
                    <a:pt x="662" y="4285"/>
                  </a:lnTo>
                  <a:lnTo>
                    <a:pt x="662" y="3561"/>
                  </a:lnTo>
                  <a:lnTo>
                    <a:pt x="1386" y="3561"/>
                  </a:lnTo>
                  <a:lnTo>
                    <a:pt x="1386" y="2868"/>
                  </a:lnTo>
                  <a:lnTo>
                    <a:pt x="662" y="2868"/>
                  </a:lnTo>
                  <a:lnTo>
                    <a:pt x="662" y="2143"/>
                  </a:lnTo>
                  <a:lnTo>
                    <a:pt x="1386" y="2143"/>
                  </a:lnTo>
                  <a:lnTo>
                    <a:pt x="1386" y="1418"/>
                  </a:lnTo>
                  <a:lnTo>
                    <a:pt x="662" y="1418"/>
                  </a:lnTo>
                  <a:lnTo>
                    <a:pt x="662" y="1072"/>
                  </a:lnTo>
                  <a:cubicBezTo>
                    <a:pt x="662" y="883"/>
                    <a:pt x="819" y="725"/>
                    <a:pt x="1008" y="725"/>
                  </a:cubicBezTo>
                  <a:lnTo>
                    <a:pt x="1386" y="725"/>
                  </a:lnTo>
                  <a:lnTo>
                    <a:pt x="138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70" name="Google Shape;6170;p71"/>
            <p:cNvSpPr/>
            <p:nvPr/>
          </p:nvSpPr>
          <p:spPr>
            <a:xfrm>
              <a:off x="-23354375" y="3270600"/>
              <a:ext cx="34675" cy="173300"/>
            </a:xfrm>
            <a:custGeom>
              <a:avLst/>
              <a:gdLst/>
              <a:ahLst/>
              <a:cxnLst/>
              <a:rect l="l" t="t" r="r" b="b"/>
              <a:pathLst>
                <a:path w="1387" h="6932" extrusionOk="0">
                  <a:moveTo>
                    <a:pt x="0" y="0"/>
                  </a:moveTo>
                  <a:lnTo>
                    <a:pt x="0" y="725"/>
                  </a:lnTo>
                  <a:lnTo>
                    <a:pt x="347" y="725"/>
                  </a:lnTo>
                  <a:cubicBezTo>
                    <a:pt x="568" y="725"/>
                    <a:pt x="725" y="882"/>
                    <a:pt x="725" y="1071"/>
                  </a:cubicBezTo>
                  <a:lnTo>
                    <a:pt x="725" y="1418"/>
                  </a:lnTo>
                  <a:lnTo>
                    <a:pt x="0" y="1418"/>
                  </a:lnTo>
                  <a:lnTo>
                    <a:pt x="0" y="2143"/>
                  </a:lnTo>
                  <a:lnTo>
                    <a:pt x="725" y="2143"/>
                  </a:lnTo>
                  <a:lnTo>
                    <a:pt x="725" y="2836"/>
                  </a:lnTo>
                  <a:lnTo>
                    <a:pt x="0" y="2836"/>
                  </a:lnTo>
                  <a:lnTo>
                    <a:pt x="0" y="3560"/>
                  </a:lnTo>
                  <a:lnTo>
                    <a:pt x="725" y="3560"/>
                  </a:lnTo>
                  <a:lnTo>
                    <a:pt x="725" y="4253"/>
                  </a:lnTo>
                  <a:lnTo>
                    <a:pt x="0" y="4253"/>
                  </a:lnTo>
                  <a:lnTo>
                    <a:pt x="0" y="6931"/>
                  </a:lnTo>
                  <a:lnTo>
                    <a:pt x="1040" y="6931"/>
                  </a:lnTo>
                  <a:cubicBezTo>
                    <a:pt x="1229" y="6931"/>
                    <a:pt x="1387" y="6774"/>
                    <a:pt x="1387" y="6585"/>
                  </a:cubicBezTo>
                  <a:lnTo>
                    <a:pt x="1387" y="1040"/>
                  </a:lnTo>
                  <a:cubicBezTo>
                    <a:pt x="1387" y="441"/>
                    <a:pt x="914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71" name="Google Shape;6171;p71"/>
            <p:cNvSpPr/>
            <p:nvPr/>
          </p:nvSpPr>
          <p:spPr>
            <a:xfrm>
              <a:off x="-23562300" y="3148525"/>
              <a:ext cx="191400" cy="296150"/>
            </a:xfrm>
            <a:custGeom>
              <a:avLst/>
              <a:gdLst/>
              <a:ahLst/>
              <a:cxnLst/>
              <a:rect l="l" t="t" r="r" b="b"/>
              <a:pathLst>
                <a:path w="7656" h="11846" extrusionOk="0">
                  <a:moveTo>
                    <a:pt x="5545" y="662"/>
                  </a:moveTo>
                  <a:lnTo>
                    <a:pt x="5545" y="1764"/>
                  </a:lnTo>
                  <a:lnTo>
                    <a:pt x="5545" y="4222"/>
                  </a:lnTo>
                  <a:lnTo>
                    <a:pt x="2079" y="4222"/>
                  </a:lnTo>
                  <a:lnTo>
                    <a:pt x="2079" y="1764"/>
                  </a:lnTo>
                  <a:lnTo>
                    <a:pt x="2079" y="662"/>
                  </a:lnTo>
                  <a:close/>
                  <a:moveTo>
                    <a:pt x="3434" y="4883"/>
                  </a:moveTo>
                  <a:lnTo>
                    <a:pt x="3434" y="5608"/>
                  </a:lnTo>
                  <a:lnTo>
                    <a:pt x="2079" y="5608"/>
                  </a:lnTo>
                  <a:lnTo>
                    <a:pt x="2079" y="4883"/>
                  </a:lnTo>
                  <a:close/>
                  <a:moveTo>
                    <a:pt x="5513" y="4883"/>
                  </a:moveTo>
                  <a:lnTo>
                    <a:pt x="5513" y="5608"/>
                  </a:lnTo>
                  <a:lnTo>
                    <a:pt x="4159" y="5608"/>
                  </a:lnTo>
                  <a:lnTo>
                    <a:pt x="4159" y="4883"/>
                  </a:lnTo>
                  <a:close/>
                  <a:moveTo>
                    <a:pt x="3434" y="6301"/>
                  </a:moveTo>
                  <a:lnTo>
                    <a:pt x="3434" y="7026"/>
                  </a:lnTo>
                  <a:lnTo>
                    <a:pt x="2079" y="7026"/>
                  </a:lnTo>
                  <a:lnTo>
                    <a:pt x="2079" y="6301"/>
                  </a:lnTo>
                  <a:close/>
                  <a:moveTo>
                    <a:pt x="5513" y="6301"/>
                  </a:moveTo>
                  <a:lnTo>
                    <a:pt x="5513" y="7026"/>
                  </a:lnTo>
                  <a:lnTo>
                    <a:pt x="4159" y="7026"/>
                  </a:lnTo>
                  <a:lnTo>
                    <a:pt x="4159" y="6301"/>
                  </a:lnTo>
                  <a:close/>
                  <a:moveTo>
                    <a:pt x="3434" y="7687"/>
                  </a:moveTo>
                  <a:lnTo>
                    <a:pt x="3434" y="8380"/>
                  </a:lnTo>
                  <a:lnTo>
                    <a:pt x="2079" y="8380"/>
                  </a:lnTo>
                  <a:lnTo>
                    <a:pt x="2079" y="7687"/>
                  </a:lnTo>
                  <a:close/>
                  <a:moveTo>
                    <a:pt x="5513" y="7687"/>
                  </a:moveTo>
                  <a:lnTo>
                    <a:pt x="5513" y="8380"/>
                  </a:lnTo>
                  <a:lnTo>
                    <a:pt x="4159" y="8380"/>
                  </a:lnTo>
                  <a:lnTo>
                    <a:pt x="4159" y="7687"/>
                  </a:lnTo>
                  <a:close/>
                  <a:moveTo>
                    <a:pt x="1733" y="0"/>
                  </a:moveTo>
                  <a:cubicBezTo>
                    <a:pt x="1544" y="0"/>
                    <a:pt x="1386" y="158"/>
                    <a:pt x="1386" y="347"/>
                  </a:cubicBezTo>
                  <a:lnTo>
                    <a:pt x="1386" y="1449"/>
                  </a:lnTo>
                  <a:lnTo>
                    <a:pt x="1040" y="1449"/>
                  </a:lnTo>
                  <a:cubicBezTo>
                    <a:pt x="441" y="1449"/>
                    <a:pt x="0" y="1922"/>
                    <a:pt x="0" y="2489"/>
                  </a:cubicBezTo>
                  <a:lnTo>
                    <a:pt x="0" y="11846"/>
                  </a:lnTo>
                  <a:lnTo>
                    <a:pt x="2804" y="11846"/>
                  </a:lnTo>
                  <a:lnTo>
                    <a:pt x="2804" y="10491"/>
                  </a:lnTo>
                  <a:lnTo>
                    <a:pt x="4883" y="10491"/>
                  </a:lnTo>
                  <a:cubicBezTo>
                    <a:pt x="4852" y="10586"/>
                    <a:pt x="4852" y="11688"/>
                    <a:pt x="4852" y="11846"/>
                  </a:cubicBezTo>
                  <a:lnTo>
                    <a:pt x="7656" y="11846"/>
                  </a:lnTo>
                  <a:lnTo>
                    <a:pt x="7656" y="2489"/>
                  </a:lnTo>
                  <a:cubicBezTo>
                    <a:pt x="7656" y="1890"/>
                    <a:pt x="7183" y="1449"/>
                    <a:pt x="6616" y="1449"/>
                  </a:cubicBezTo>
                  <a:lnTo>
                    <a:pt x="6270" y="1449"/>
                  </a:lnTo>
                  <a:lnTo>
                    <a:pt x="6270" y="347"/>
                  </a:lnTo>
                  <a:cubicBezTo>
                    <a:pt x="6270" y="158"/>
                    <a:pt x="6112" y="0"/>
                    <a:pt x="592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6172" name="Google Shape;6172;p71"/>
          <p:cNvSpPr/>
          <p:nvPr/>
        </p:nvSpPr>
        <p:spPr>
          <a:xfrm>
            <a:off x="5315613" y="3191068"/>
            <a:ext cx="267440" cy="265407"/>
          </a:xfrm>
          <a:custGeom>
            <a:avLst/>
            <a:gdLst/>
            <a:ahLst/>
            <a:cxnLst/>
            <a:rect l="l" t="t" r="r" b="b"/>
            <a:pathLst>
              <a:path w="11973" h="11882" extrusionOk="0">
                <a:moveTo>
                  <a:pt x="6302" y="725"/>
                </a:moveTo>
                <a:lnTo>
                  <a:pt x="6302" y="1639"/>
                </a:lnTo>
                <a:cubicBezTo>
                  <a:pt x="6302" y="2111"/>
                  <a:pt x="6522" y="2552"/>
                  <a:pt x="6837" y="2867"/>
                </a:cubicBezTo>
                <a:lnTo>
                  <a:pt x="7152" y="3182"/>
                </a:lnTo>
                <a:cubicBezTo>
                  <a:pt x="6900" y="3340"/>
                  <a:pt x="6774" y="3560"/>
                  <a:pt x="6711" y="3749"/>
                </a:cubicBezTo>
                <a:cubicBezTo>
                  <a:pt x="6479" y="3517"/>
                  <a:pt x="6209" y="3407"/>
                  <a:pt x="5942" y="3407"/>
                </a:cubicBezTo>
                <a:cubicBezTo>
                  <a:pt x="5665" y="3407"/>
                  <a:pt x="5392" y="3525"/>
                  <a:pt x="5168" y="3749"/>
                </a:cubicBezTo>
                <a:cubicBezTo>
                  <a:pt x="5042" y="3497"/>
                  <a:pt x="4979" y="3340"/>
                  <a:pt x="4758" y="3151"/>
                </a:cubicBezTo>
                <a:lnTo>
                  <a:pt x="5105" y="2836"/>
                </a:lnTo>
                <a:cubicBezTo>
                  <a:pt x="5420" y="2521"/>
                  <a:pt x="5609" y="2080"/>
                  <a:pt x="5609" y="1607"/>
                </a:cubicBezTo>
                <a:lnTo>
                  <a:pt x="5609" y="725"/>
                </a:lnTo>
                <a:close/>
                <a:moveTo>
                  <a:pt x="5231" y="0"/>
                </a:moveTo>
                <a:cubicBezTo>
                  <a:pt x="5042" y="0"/>
                  <a:pt x="4884" y="158"/>
                  <a:pt x="4884" y="347"/>
                </a:cubicBezTo>
                <a:lnTo>
                  <a:pt x="4884" y="725"/>
                </a:lnTo>
                <a:lnTo>
                  <a:pt x="4884" y="1639"/>
                </a:lnTo>
                <a:cubicBezTo>
                  <a:pt x="4884" y="1922"/>
                  <a:pt x="4758" y="2206"/>
                  <a:pt x="4569" y="2395"/>
                </a:cubicBezTo>
                <a:lnTo>
                  <a:pt x="4096" y="2867"/>
                </a:lnTo>
                <a:lnTo>
                  <a:pt x="4033" y="2867"/>
                </a:lnTo>
                <a:cubicBezTo>
                  <a:pt x="2206" y="2867"/>
                  <a:pt x="127" y="7404"/>
                  <a:pt x="32" y="9830"/>
                </a:cubicBezTo>
                <a:cubicBezTo>
                  <a:pt x="1" y="11311"/>
                  <a:pt x="631" y="11846"/>
                  <a:pt x="1292" y="11846"/>
                </a:cubicBezTo>
                <a:cubicBezTo>
                  <a:pt x="1346" y="11852"/>
                  <a:pt x="1398" y="11855"/>
                  <a:pt x="1450" y="11855"/>
                </a:cubicBezTo>
                <a:cubicBezTo>
                  <a:pt x="2222" y="11855"/>
                  <a:pt x="2817" y="11224"/>
                  <a:pt x="3466" y="10869"/>
                </a:cubicBezTo>
                <a:cubicBezTo>
                  <a:pt x="4033" y="10554"/>
                  <a:pt x="4537" y="10271"/>
                  <a:pt x="4884" y="9767"/>
                </a:cubicBezTo>
                <a:cubicBezTo>
                  <a:pt x="5357" y="9137"/>
                  <a:pt x="5640" y="7593"/>
                  <a:pt x="5640" y="6144"/>
                </a:cubicBezTo>
                <a:lnTo>
                  <a:pt x="5640" y="6144"/>
                </a:lnTo>
                <a:lnTo>
                  <a:pt x="4222" y="7561"/>
                </a:lnTo>
                <a:cubicBezTo>
                  <a:pt x="4222" y="7593"/>
                  <a:pt x="4191" y="7593"/>
                  <a:pt x="4191" y="7624"/>
                </a:cubicBezTo>
                <a:cubicBezTo>
                  <a:pt x="4159" y="7687"/>
                  <a:pt x="4159" y="7687"/>
                  <a:pt x="4096" y="7687"/>
                </a:cubicBezTo>
                <a:lnTo>
                  <a:pt x="2773" y="9011"/>
                </a:lnTo>
                <a:cubicBezTo>
                  <a:pt x="2710" y="9074"/>
                  <a:pt x="2616" y="9105"/>
                  <a:pt x="2525" y="9105"/>
                </a:cubicBezTo>
                <a:cubicBezTo>
                  <a:pt x="2435" y="9105"/>
                  <a:pt x="2348" y="9074"/>
                  <a:pt x="2301" y="9011"/>
                </a:cubicBezTo>
                <a:cubicBezTo>
                  <a:pt x="2175" y="8885"/>
                  <a:pt x="2175" y="8664"/>
                  <a:pt x="2301" y="8538"/>
                </a:cubicBezTo>
                <a:lnTo>
                  <a:pt x="3435" y="7404"/>
                </a:lnTo>
                <a:lnTo>
                  <a:pt x="2994" y="6963"/>
                </a:lnTo>
                <a:cubicBezTo>
                  <a:pt x="2931" y="6900"/>
                  <a:pt x="2899" y="6805"/>
                  <a:pt x="2899" y="6742"/>
                </a:cubicBezTo>
                <a:cubicBezTo>
                  <a:pt x="2899" y="6648"/>
                  <a:pt x="2931" y="6585"/>
                  <a:pt x="2962" y="6490"/>
                </a:cubicBezTo>
                <a:cubicBezTo>
                  <a:pt x="3029" y="6424"/>
                  <a:pt x="3122" y="6384"/>
                  <a:pt x="3213" y="6384"/>
                </a:cubicBezTo>
                <a:cubicBezTo>
                  <a:pt x="3295" y="6384"/>
                  <a:pt x="3375" y="6416"/>
                  <a:pt x="3435" y="6490"/>
                </a:cubicBezTo>
                <a:lnTo>
                  <a:pt x="3907" y="6931"/>
                </a:lnTo>
                <a:lnTo>
                  <a:pt x="5546" y="5262"/>
                </a:lnTo>
                <a:lnTo>
                  <a:pt x="5451" y="4568"/>
                </a:lnTo>
                <a:lnTo>
                  <a:pt x="5703" y="4285"/>
                </a:lnTo>
                <a:cubicBezTo>
                  <a:pt x="5766" y="4222"/>
                  <a:pt x="5861" y="4190"/>
                  <a:pt x="5951" y="4190"/>
                </a:cubicBezTo>
                <a:cubicBezTo>
                  <a:pt x="6042" y="4190"/>
                  <a:pt x="6128" y="4222"/>
                  <a:pt x="6176" y="4285"/>
                </a:cubicBezTo>
                <a:lnTo>
                  <a:pt x="6459" y="4568"/>
                </a:lnTo>
                <a:cubicBezTo>
                  <a:pt x="6428" y="4789"/>
                  <a:pt x="6396" y="5010"/>
                  <a:pt x="6333" y="5262"/>
                </a:cubicBezTo>
                <a:lnTo>
                  <a:pt x="8035" y="6963"/>
                </a:lnTo>
                <a:lnTo>
                  <a:pt x="8476" y="6522"/>
                </a:lnTo>
                <a:cubicBezTo>
                  <a:pt x="8539" y="6475"/>
                  <a:pt x="8625" y="6451"/>
                  <a:pt x="8712" y="6451"/>
                </a:cubicBezTo>
                <a:cubicBezTo>
                  <a:pt x="8799" y="6451"/>
                  <a:pt x="8885" y="6475"/>
                  <a:pt x="8948" y="6522"/>
                </a:cubicBezTo>
                <a:cubicBezTo>
                  <a:pt x="9074" y="6648"/>
                  <a:pt x="9074" y="6900"/>
                  <a:pt x="8948" y="6994"/>
                </a:cubicBezTo>
                <a:lnTo>
                  <a:pt x="8507" y="7435"/>
                </a:lnTo>
                <a:lnTo>
                  <a:pt x="9641" y="8570"/>
                </a:lnTo>
                <a:cubicBezTo>
                  <a:pt x="9767" y="8696"/>
                  <a:pt x="9767" y="8948"/>
                  <a:pt x="9641" y="9042"/>
                </a:cubicBezTo>
                <a:cubicBezTo>
                  <a:pt x="9594" y="9105"/>
                  <a:pt x="9507" y="9137"/>
                  <a:pt x="9417" y="9137"/>
                </a:cubicBezTo>
                <a:cubicBezTo>
                  <a:pt x="9326" y="9137"/>
                  <a:pt x="9232" y="9105"/>
                  <a:pt x="9169" y="9042"/>
                </a:cubicBezTo>
                <a:lnTo>
                  <a:pt x="6302" y="6175"/>
                </a:lnTo>
                <a:lnTo>
                  <a:pt x="6302" y="6175"/>
                </a:lnTo>
                <a:cubicBezTo>
                  <a:pt x="6270" y="7624"/>
                  <a:pt x="6585" y="9168"/>
                  <a:pt x="7058" y="9798"/>
                </a:cubicBezTo>
                <a:cubicBezTo>
                  <a:pt x="7404" y="10302"/>
                  <a:pt x="7909" y="10617"/>
                  <a:pt x="8476" y="10901"/>
                </a:cubicBezTo>
                <a:cubicBezTo>
                  <a:pt x="9136" y="11291"/>
                  <a:pt x="9711" y="11882"/>
                  <a:pt x="10527" y="11882"/>
                </a:cubicBezTo>
                <a:cubicBezTo>
                  <a:pt x="10567" y="11882"/>
                  <a:pt x="10608" y="11881"/>
                  <a:pt x="10649" y="11878"/>
                </a:cubicBezTo>
                <a:cubicBezTo>
                  <a:pt x="11028" y="11846"/>
                  <a:pt x="11973" y="11626"/>
                  <a:pt x="11910" y="9893"/>
                </a:cubicBezTo>
                <a:cubicBezTo>
                  <a:pt x="11752" y="7372"/>
                  <a:pt x="9673" y="2836"/>
                  <a:pt x="7846" y="2836"/>
                </a:cubicBezTo>
                <a:lnTo>
                  <a:pt x="7751" y="2836"/>
                </a:lnTo>
                <a:lnTo>
                  <a:pt x="7310" y="2363"/>
                </a:lnTo>
                <a:cubicBezTo>
                  <a:pt x="7089" y="2174"/>
                  <a:pt x="6963" y="1891"/>
                  <a:pt x="6963" y="1607"/>
                </a:cubicBezTo>
                <a:lnTo>
                  <a:pt x="6963" y="725"/>
                </a:lnTo>
                <a:lnTo>
                  <a:pt x="6963" y="347"/>
                </a:lnTo>
                <a:cubicBezTo>
                  <a:pt x="6963" y="158"/>
                  <a:pt x="6806" y="0"/>
                  <a:pt x="6617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6173" name="Google Shape;6173;p71"/>
          <p:cNvGrpSpPr/>
          <p:nvPr/>
        </p:nvGrpSpPr>
        <p:grpSpPr>
          <a:xfrm>
            <a:off x="5316684" y="3536758"/>
            <a:ext cx="264625" cy="249146"/>
            <a:chOff x="-23615075" y="3906200"/>
            <a:chExt cx="296175" cy="278850"/>
          </a:xfrm>
        </p:grpSpPr>
        <p:sp>
          <p:nvSpPr>
            <p:cNvPr id="6174" name="Google Shape;6174;p71"/>
            <p:cNvSpPr/>
            <p:nvPr/>
          </p:nvSpPr>
          <p:spPr>
            <a:xfrm>
              <a:off x="-23615075" y="3954250"/>
              <a:ext cx="296175" cy="193775"/>
            </a:xfrm>
            <a:custGeom>
              <a:avLst/>
              <a:gdLst/>
              <a:ahLst/>
              <a:cxnLst/>
              <a:rect l="l" t="t" r="r" b="b"/>
              <a:pathLst>
                <a:path w="11847" h="7751" extrusionOk="0">
                  <a:moveTo>
                    <a:pt x="10838" y="2993"/>
                  </a:moveTo>
                  <a:cubicBezTo>
                    <a:pt x="11027" y="2993"/>
                    <a:pt x="11185" y="3119"/>
                    <a:pt x="11185" y="3340"/>
                  </a:cubicBezTo>
                  <a:cubicBezTo>
                    <a:pt x="11153" y="3403"/>
                    <a:pt x="11153" y="3497"/>
                    <a:pt x="11059" y="3529"/>
                  </a:cubicBezTo>
                  <a:cubicBezTo>
                    <a:pt x="10996" y="3592"/>
                    <a:pt x="10901" y="3687"/>
                    <a:pt x="10806" y="3687"/>
                  </a:cubicBezTo>
                  <a:lnTo>
                    <a:pt x="1040" y="3687"/>
                  </a:lnTo>
                  <a:cubicBezTo>
                    <a:pt x="914" y="3687"/>
                    <a:pt x="819" y="3655"/>
                    <a:pt x="756" y="3529"/>
                  </a:cubicBezTo>
                  <a:cubicBezTo>
                    <a:pt x="725" y="3497"/>
                    <a:pt x="662" y="3403"/>
                    <a:pt x="662" y="3340"/>
                  </a:cubicBezTo>
                  <a:cubicBezTo>
                    <a:pt x="662" y="3119"/>
                    <a:pt x="819" y="2993"/>
                    <a:pt x="1040" y="2993"/>
                  </a:cubicBezTo>
                  <a:close/>
                  <a:moveTo>
                    <a:pt x="9735" y="4411"/>
                  </a:moveTo>
                  <a:cubicBezTo>
                    <a:pt x="9641" y="4947"/>
                    <a:pt x="9357" y="5671"/>
                    <a:pt x="8507" y="6364"/>
                  </a:cubicBezTo>
                  <a:cubicBezTo>
                    <a:pt x="8444" y="6396"/>
                    <a:pt x="8349" y="6459"/>
                    <a:pt x="8318" y="6459"/>
                  </a:cubicBezTo>
                  <a:cubicBezTo>
                    <a:pt x="8192" y="6459"/>
                    <a:pt x="8129" y="6396"/>
                    <a:pt x="8034" y="6333"/>
                  </a:cubicBezTo>
                  <a:cubicBezTo>
                    <a:pt x="7908" y="6175"/>
                    <a:pt x="7971" y="5986"/>
                    <a:pt x="8066" y="5860"/>
                  </a:cubicBezTo>
                  <a:cubicBezTo>
                    <a:pt x="8696" y="5356"/>
                    <a:pt x="8948" y="4821"/>
                    <a:pt x="9011" y="4411"/>
                  </a:cubicBezTo>
                  <a:close/>
                  <a:moveTo>
                    <a:pt x="3497" y="0"/>
                  </a:moveTo>
                  <a:cubicBezTo>
                    <a:pt x="3434" y="95"/>
                    <a:pt x="3340" y="221"/>
                    <a:pt x="3214" y="347"/>
                  </a:cubicBezTo>
                  <a:lnTo>
                    <a:pt x="2237" y="1324"/>
                  </a:lnTo>
                  <a:cubicBezTo>
                    <a:pt x="2111" y="1450"/>
                    <a:pt x="1985" y="1576"/>
                    <a:pt x="1765" y="1639"/>
                  </a:cubicBezTo>
                  <a:lnTo>
                    <a:pt x="2174" y="2237"/>
                  </a:lnTo>
                  <a:lnTo>
                    <a:pt x="1040" y="2237"/>
                  </a:lnTo>
                  <a:cubicBezTo>
                    <a:pt x="441" y="2237"/>
                    <a:pt x="0" y="2710"/>
                    <a:pt x="0" y="3245"/>
                  </a:cubicBezTo>
                  <a:cubicBezTo>
                    <a:pt x="0" y="3497"/>
                    <a:pt x="63" y="3687"/>
                    <a:pt x="189" y="3876"/>
                  </a:cubicBezTo>
                  <a:cubicBezTo>
                    <a:pt x="315" y="4096"/>
                    <a:pt x="504" y="4191"/>
                    <a:pt x="756" y="4254"/>
                  </a:cubicBezTo>
                  <a:cubicBezTo>
                    <a:pt x="945" y="6018"/>
                    <a:pt x="1765" y="6932"/>
                    <a:pt x="2930" y="7719"/>
                  </a:cubicBezTo>
                  <a:cubicBezTo>
                    <a:pt x="2962" y="7751"/>
                    <a:pt x="3025" y="7751"/>
                    <a:pt x="3119" y="7751"/>
                  </a:cubicBezTo>
                  <a:lnTo>
                    <a:pt x="8696" y="7751"/>
                  </a:lnTo>
                  <a:cubicBezTo>
                    <a:pt x="8790" y="7751"/>
                    <a:pt x="8822" y="7719"/>
                    <a:pt x="8916" y="7719"/>
                  </a:cubicBezTo>
                  <a:cubicBezTo>
                    <a:pt x="10239" y="6805"/>
                    <a:pt x="10932" y="5671"/>
                    <a:pt x="11090" y="4254"/>
                  </a:cubicBezTo>
                  <a:cubicBezTo>
                    <a:pt x="11311" y="4159"/>
                    <a:pt x="11500" y="4033"/>
                    <a:pt x="11626" y="3876"/>
                  </a:cubicBezTo>
                  <a:cubicBezTo>
                    <a:pt x="11752" y="3687"/>
                    <a:pt x="11815" y="3497"/>
                    <a:pt x="11815" y="3245"/>
                  </a:cubicBezTo>
                  <a:cubicBezTo>
                    <a:pt x="11846" y="2741"/>
                    <a:pt x="11374" y="2269"/>
                    <a:pt x="10775" y="2269"/>
                  </a:cubicBezTo>
                  <a:lnTo>
                    <a:pt x="10712" y="2269"/>
                  </a:lnTo>
                  <a:cubicBezTo>
                    <a:pt x="10996" y="1733"/>
                    <a:pt x="11153" y="1135"/>
                    <a:pt x="11153" y="536"/>
                  </a:cubicBezTo>
                  <a:cubicBezTo>
                    <a:pt x="11153" y="347"/>
                    <a:pt x="10996" y="189"/>
                    <a:pt x="10775" y="189"/>
                  </a:cubicBezTo>
                  <a:cubicBezTo>
                    <a:pt x="9326" y="189"/>
                    <a:pt x="8034" y="1009"/>
                    <a:pt x="7404" y="2269"/>
                  </a:cubicBezTo>
                  <a:lnTo>
                    <a:pt x="6301" y="2269"/>
                  </a:lnTo>
                  <a:lnTo>
                    <a:pt x="349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75" name="Google Shape;6175;p71"/>
            <p:cNvSpPr/>
            <p:nvPr/>
          </p:nvSpPr>
          <p:spPr>
            <a:xfrm>
              <a:off x="-23615075" y="3906200"/>
              <a:ext cx="77200" cy="77225"/>
            </a:xfrm>
            <a:custGeom>
              <a:avLst/>
              <a:gdLst/>
              <a:ahLst/>
              <a:cxnLst/>
              <a:rect l="l" t="t" r="r" b="b"/>
              <a:pathLst>
                <a:path w="3088" h="3089" extrusionOk="0">
                  <a:moveTo>
                    <a:pt x="2009" y="1"/>
                  </a:moveTo>
                  <a:cubicBezTo>
                    <a:pt x="1733" y="1"/>
                    <a:pt x="1465" y="95"/>
                    <a:pt x="1292" y="284"/>
                  </a:cubicBezTo>
                  <a:lnTo>
                    <a:pt x="315" y="1292"/>
                  </a:lnTo>
                  <a:cubicBezTo>
                    <a:pt x="126" y="1481"/>
                    <a:pt x="0" y="1765"/>
                    <a:pt x="0" y="2017"/>
                  </a:cubicBezTo>
                  <a:cubicBezTo>
                    <a:pt x="0" y="2301"/>
                    <a:pt x="126" y="2584"/>
                    <a:pt x="315" y="2773"/>
                  </a:cubicBezTo>
                  <a:cubicBezTo>
                    <a:pt x="504" y="2962"/>
                    <a:pt x="756" y="3088"/>
                    <a:pt x="1040" y="3088"/>
                  </a:cubicBezTo>
                  <a:cubicBezTo>
                    <a:pt x="1292" y="3088"/>
                    <a:pt x="1576" y="2962"/>
                    <a:pt x="1765" y="2773"/>
                  </a:cubicBezTo>
                  <a:lnTo>
                    <a:pt x="2773" y="1796"/>
                  </a:lnTo>
                  <a:cubicBezTo>
                    <a:pt x="2962" y="1576"/>
                    <a:pt x="3088" y="1324"/>
                    <a:pt x="3088" y="1040"/>
                  </a:cubicBezTo>
                  <a:cubicBezTo>
                    <a:pt x="3088" y="757"/>
                    <a:pt x="2962" y="505"/>
                    <a:pt x="2773" y="284"/>
                  </a:cubicBezTo>
                  <a:cubicBezTo>
                    <a:pt x="2568" y="95"/>
                    <a:pt x="2284" y="1"/>
                    <a:pt x="20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76" name="Google Shape;6176;p71"/>
            <p:cNvSpPr/>
            <p:nvPr/>
          </p:nvSpPr>
          <p:spPr>
            <a:xfrm>
              <a:off x="-23543400" y="4167700"/>
              <a:ext cx="153600" cy="17350"/>
            </a:xfrm>
            <a:custGeom>
              <a:avLst/>
              <a:gdLst/>
              <a:ahLst/>
              <a:cxnLst/>
              <a:rect l="l" t="t" r="r" b="b"/>
              <a:pathLst>
                <a:path w="6144" h="694" extrusionOk="0">
                  <a:moveTo>
                    <a:pt x="0" y="0"/>
                  </a:moveTo>
                  <a:cubicBezTo>
                    <a:pt x="158" y="378"/>
                    <a:pt x="536" y="693"/>
                    <a:pt x="1008" y="693"/>
                  </a:cubicBezTo>
                  <a:lnTo>
                    <a:pt x="5167" y="693"/>
                  </a:lnTo>
                  <a:cubicBezTo>
                    <a:pt x="5608" y="693"/>
                    <a:pt x="5986" y="441"/>
                    <a:pt x="614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6177" name="Google Shape;6177;p71"/>
          <p:cNvSpPr/>
          <p:nvPr/>
        </p:nvSpPr>
        <p:spPr>
          <a:xfrm>
            <a:off x="4655807" y="3860734"/>
            <a:ext cx="263910" cy="263218"/>
          </a:xfrm>
          <a:custGeom>
            <a:avLst/>
            <a:gdLst/>
            <a:ahLst/>
            <a:cxnLst/>
            <a:rect l="l" t="t" r="r" b="b"/>
            <a:pathLst>
              <a:path w="11815" h="11784" extrusionOk="0">
                <a:moveTo>
                  <a:pt x="6616" y="3434"/>
                </a:moveTo>
                <a:cubicBezTo>
                  <a:pt x="7215" y="3434"/>
                  <a:pt x="7625" y="3907"/>
                  <a:pt x="7625" y="4474"/>
                </a:cubicBezTo>
                <a:lnTo>
                  <a:pt x="7625" y="5514"/>
                </a:lnTo>
                <a:lnTo>
                  <a:pt x="6742" y="5514"/>
                </a:lnTo>
                <a:cubicBezTo>
                  <a:pt x="6648" y="5451"/>
                  <a:pt x="6585" y="5325"/>
                  <a:pt x="6490" y="5262"/>
                </a:cubicBezTo>
                <a:cubicBezTo>
                  <a:pt x="5986" y="4789"/>
                  <a:pt x="5388" y="4411"/>
                  <a:pt x="4695" y="4222"/>
                </a:cubicBezTo>
                <a:lnTo>
                  <a:pt x="4569" y="3434"/>
                </a:lnTo>
                <a:close/>
                <a:moveTo>
                  <a:pt x="3466" y="4884"/>
                </a:moveTo>
                <a:lnTo>
                  <a:pt x="3466" y="5577"/>
                </a:lnTo>
                <a:cubicBezTo>
                  <a:pt x="3056" y="5640"/>
                  <a:pt x="2678" y="5797"/>
                  <a:pt x="2363" y="6018"/>
                </a:cubicBezTo>
                <a:lnTo>
                  <a:pt x="1891" y="5577"/>
                </a:lnTo>
                <a:cubicBezTo>
                  <a:pt x="2332" y="5199"/>
                  <a:pt x="2867" y="4978"/>
                  <a:pt x="3466" y="4884"/>
                </a:cubicBezTo>
                <a:close/>
                <a:moveTo>
                  <a:pt x="4128" y="4852"/>
                </a:moveTo>
                <a:cubicBezTo>
                  <a:pt x="4726" y="4947"/>
                  <a:pt x="5262" y="5167"/>
                  <a:pt x="5703" y="5514"/>
                </a:cubicBezTo>
                <a:lnTo>
                  <a:pt x="5230" y="6049"/>
                </a:lnTo>
                <a:cubicBezTo>
                  <a:pt x="4915" y="5797"/>
                  <a:pt x="4537" y="5640"/>
                  <a:pt x="4128" y="5577"/>
                </a:cubicBezTo>
                <a:lnTo>
                  <a:pt x="4128" y="4852"/>
                </a:lnTo>
                <a:close/>
                <a:moveTo>
                  <a:pt x="1387" y="6049"/>
                </a:moveTo>
                <a:lnTo>
                  <a:pt x="1859" y="6522"/>
                </a:lnTo>
                <a:cubicBezTo>
                  <a:pt x="1607" y="6837"/>
                  <a:pt x="1450" y="7215"/>
                  <a:pt x="1387" y="7625"/>
                </a:cubicBezTo>
                <a:lnTo>
                  <a:pt x="662" y="7625"/>
                </a:lnTo>
                <a:cubicBezTo>
                  <a:pt x="788" y="7026"/>
                  <a:pt x="1009" y="6459"/>
                  <a:pt x="1387" y="6049"/>
                </a:cubicBezTo>
                <a:close/>
                <a:moveTo>
                  <a:pt x="6175" y="6049"/>
                </a:moveTo>
                <a:cubicBezTo>
                  <a:pt x="6553" y="6459"/>
                  <a:pt x="6774" y="7026"/>
                  <a:pt x="6837" y="7625"/>
                </a:cubicBezTo>
                <a:lnTo>
                  <a:pt x="6175" y="7625"/>
                </a:lnTo>
                <a:cubicBezTo>
                  <a:pt x="6112" y="7215"/>
                  <a:pt x="5955" y="6837"/>
                  <a:pt x="5703" y="6522"/>
                </a:cubicBezTo>
                <a:lnTo>
                  <a:pt x="6175" y="6049"/>
                </a:lnTo>
                <a:close/>
                <a:moveTo>
                  <a:pt x="1418" y="8318"/>
                </a:moveTo>
                <a:cubicBezTo>
                  <a:pt x="1481" y="8727"/>
                  <a:pt x="1670" y="9105"/>
                  <a:pt x="1891" y="9420"/>
                </a:cubicBezTo>
                <a:lnTo>
                  <a:pt x="1418" y="9893"/>
                </a:lnTo>
                <a:cubicBezTo>
                  <a:pt x="1009" y="9452"/>
                  <a:pt x="788" y="8916"/>
                  <a:pt x="693" y="8318"/>
                </a:cubicBezTo>
                <a:close/>
                <a:moveTo>
                  <a:pt x="6931" y="8318"/>
                </a:moveTo>
                <a:cubicBezTo>
                  <a:pt x="6805" y="8916"/>
                  <a:pt x="6585" y="9452"/>
                  <a:pt x="6207" y="9893"/>
                </a:cubicBezTo>
                <a:lnTo>
                  <a:pt x="5766" y="9420"/>
                </a:lnTo>
                <a:cubicBezTo>
                  <a:pt x="5986" y="9105"/>
                  <a:pt x="6144" y="8727"/>
                  <a:pt x="6207" y="8318"/>
                </a:cubicBezTo>
                <a:close/>
                <a:moveTo>
                  <a:pt x="2363" y="9893"/>
                </a:moveTo>
                <a:cubicBezTo>
                  <a:pt x="2678" y="10145"/>
                  <a:pt x="3056" y="10303"/>
                  <a:pt x="3466" y="10366"/>
                </a:cubicBezTo>
                <a:lnTo>
                  <a:pt x="3466" y="11027"/>
                </a:lnTo>
                <a:cubicBezTo>
                  <a:pt x="2867" y="10964"/>
                  <a:pt x="2332" y="10712"/>
                  <a:pt x="1891" y="10366"/>
                </a:cubicBezTo>
                <a:lnTo>
                  <a:pt x="2363" y="9893"/>
                </a:lnTo>
                <a:close/>
                <a:moveTo>
                  <a:pt x="5230" y="9861"/>
                </a:moveTo>
                <a:lnTo>
                  <a:pt x="5703" y="10334"/>
                </a:lnTo>
                <a:cubicBezTo>
                  <a:pt x="5262" y="10744"/>
                  <a:pt x="4726" y="10996"/>
                  <a:pt x="4128" y="11027"/>
                </a:cubicBezTo>
                <a:lnTo>
                  <a:pt x="4128" y="10334"/>
                </a:lnTo>
                <a:cubicBezTo>
                  <a:pt x="4537" y="10240"/>
                  <a:pt x="4915" y="10082"/>
                  <a:pt x="5230" y="9861"/>
                </a:cubicBezTo>
                <a:close/>
                <a:moveTo>
                  <a:pt x="9326" y="10366"/>
                </a:moveTo>
                <a:cubicBezTo>
                  <a:pt x="9546" y="10366"/>
                  <a:pt x="9704" y="10523"/>
                  <a:pt x="9704" y="10712"/>
                </a:cubicBezTo>
                <a:cubicBezTo>
                  <a:pt x="9672" y="10933"/>
                  <a:pt x="9546" y="11090"/>
                  <a:pt x="9326" y="11090"/>
                </a:cubicBezTo>
                <a:cubicBezTo>
                  <a:pt x="9137" y="11090"/>
                  <a:pt x="8979" y="10933"/>
                  <a:pt x="8979" y="10712"/>
                </a:cubicBezTo>
                <a:cubicBezTo>
                  <a:pt x="8979" y="10523"/>
                  <a:pt x="9137" y="10366"/>
                  <a:pt x="9326" y="10366"/>
                </a:cubicBezTo>
                <a:close/>
                <a:moveTo>
                  <a:pt x="1103" y="0"/>
                </a:moveTo>
                <a:cubicBezTo>
                  <a:pt x="504" y="0"/>
                  <a:pt x="63" y="473"/>
                  <a:pt x="63" y="1040"/>
                </a:cubicBezTo>
                <a:cubicBezTo>
                  <a:pt x="63" y="1576"/>
                  <a:pt x="536" y="2048"/>
                  <a:pt x="1103" y="2048"/>
                </a:cubicBezTo>
                <a:cubicBezTo>
                  <a:pt x="2048" y="2048"/>
                  <a:pt x="2363" y="2836"/>
                  <a:pt x="2489" y="3497"/>
                </a:cubicBezTo>
                <a:lnTo>
                  <a:pt x="2584" y="4348"/>
                </a:lnTo>
                <a:cubicBezTo>
                  <a:pt x="1072" y="4852"/>
                  <a:pt x="0" y="6301"/>
                  <a:pt x="0" y="7971"/>
                </a:cubicBezTo>
                <a:cubicBezTo>
                  <a:pt x="0" y="10050"/>
                  <a:pt x="1702" y="11783"/>
                  <a:pt x="3812" y="11783"/>
                </a:cubicBezTo>
                <a:cubicBezTo>
                  <a:pt x="5797" y="11783"/>
                  <a:pt x="7436" y="10240"/>
                  <a:pt x="7593" y="8318"/>
                </a:cubicBezTo>
                <a:lnTo>
                  <a:pt x="9011" y="8318"/>
                </a:lnTo>
                <a:lnTo>
                  <a:pt x="9011" y="9767"/>
                </a:lnTo>
                <a:cubicBezTo>
                  <a:pt x="8633" y="9924"/>
                  <a:pt x="8318" y="10271"/>
                  <a:pt x="8318" y="10744"/>
                </a:cubicBezTo>
                <a:cubicBezTo>
                  <a:pt x="8318" y="11342"/>
                  <a:pt x="8790" y="11783"/>
                  <a:pt x="9326" y="11783"/>
                </a:cubicBezTo>
                <a:cubicBezTo>
                  <a:pt x="9767" y="11783"/>
                  <a:pt x="10145" y="11500"/>
                  <a:pt x="10302" y="11059"/>
                </a:cubicBezTo>
                <a:lnTo>
                  <a:pt x="11468" y="11059"/>
                </a:lnTo>
                <a:cubicBezTo>
                  <a:pt x="11657" y="11059"/>
                  <a:pt x="11815" y="10901"/>
                  <a:pt x="11815" y="10712"/>
                </a:cubicBezTo>
                <a:cubicBezTo>
                  <a:pt x="11815" y="10555"/>
                  <a:pt x="11657" y="10397"/>
                  <a:pt x="11468" y="10397"/>
                </a:cubicBezTo>
                <a:lnTo>
                  <a:pt x="10302" y="10397"/>
                </a:lnTo>
                <a:cubicBezTo>
                  <a:pt x="10208" y="10145"/>
                  <a:pt x="9956" y="9893"/>
                  <a:pt x="9672" y="9767"/>
                </a:cubicBezTo>
                <a:lnTo>
                  <a:pt x="9672" y="8318"/>
                </a:lnTo>
                <a:lnTo>
                  <a:pt x="10744" y="8318"/>
                </a:lnTo>
                <a:cubicBezTo>
                  <a:pt x="10933" y="8318"/>
                  <a:pt x="11122" y="8160"/>
                  <a:pt x="11122" y="7971"/>
                </a:cubicBezTo>
                <a:cubicBezTo>
                  <a:pt x="11122" y="7782"/>
                  <a:pt x="10933" y="7593"/>
                  <a:pt x="10744" y="7593"/>
                </a:cubicBezTo>
                <a:lnTo>
                  <a:pt x="10397" y="7593"/>
                </a:lnTo>
                <a:lnTo>
                  <a:pt x="10397" y="7247"/>
                </a:lnTo>
                <a:cubicBezTo>
                  <a:pt x="10397" y="6301"/>
                  <a:pt x="9609" y="5514"/>
                  <a:pt x="8664" y="5514"/>
                </a:cubicBezTo>
                <a:lnTo>
                  <a:pt x="8318" y="5514"/>
                </a:lnTo>
                <a:lnTo>
                  <a:pt x="8318" y="4506"/>
                </a:lnTo>
                <a:cubicBezTo>
                  <a:pt x="8318" y="3560"/>
                  <a:pt x="7530" y="2773"/>
                  <a:pt x="6585" y="2773"/>
                </a:cubicBezTo>
                <a:lnTo>
                  <a:pt x="4411" y="2773"/>
                </a:lnTo>
                <a:cubicBezTo>
                  <a:pt x="3970" y="1040"/>
                  <a:pt x="2741" y="0"/>
                  <a:pt x="1103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6178" name="Google Shape;6178;p71"/>
          <p:cNvGrpSpPr/>
          <p:nvPr/>
        </p:nvGrpSpPr>
        <p:grpSpPr>
          <a:xfrm>
            <a:off x="4978410" y="1791989"/>
            <a:ext cx="265318" cy="264424"/>
            <a:chOff x="-26980600" y="3175500"/>
            <a:chExt cx="296950" cy="295950"/>
          </a:xfrm>
        </p:grpSpPr>
        <p:sp>
          <p:nvSpPr>
            <p:cNvPr id="6179" name="Google Shape;6179;p71"/>
            <p:cNvSpPr/>
            <p:nvPr/>
          </p:nvSpPr>
          <p:spPr>
            <a:xfrm>
              <a:off x="-26798650" y="3175500"/>
              <a:ext cx="115000" cy="114025"/>
            </a:xfrm>
            <a:custGeom>
              <a:avLst/>
              <a:gdLst/>
              <a:ahLst/>
              <a:cxnLst/>
              <a:rect l="l" t="t" r="r" b="b"/>
              <a:pathLst>
                <a:path w="4600" h="4561" extrusionOk="0">
                  <a:moveTo>
                    <a:pt x="1115" y="0"/>
                  </a:moveTo>
                  <a:cubicBezTo>
                    <a:pt x="851" y="0"/>
                    <a:pt x="583" y="102"/>
                    <a:pt x="378" y="307"/>
                  </a:cubicBezTo>
                  <a:cubicBezTo>
                    <a:pt x="0" y="685"/>
                    <a:pt x="0" y="1378"/>
                    <a:pt x="378" y="1756"/>
                  </a:cubicBezTo>
                  <a:lnTo>
                    <a:pt x="2773" y="4245"/>
                  </a:lnTo>
                  <a:cubicBezTo>
                    <a:pt x="2962" y="4434"/>
                    <a:pt x="3245" y="4560"/>
                    <a:pt x="3529" y="4560"/>
                  </a:cubicBezTo>
                  <a:cubicBezTo>
                    <a:pt x="3812" y="4560"/>
                    <a:pt x="4064" y="4434"/>
                    <a:pt x="4285" y="4245"/>
                  </a:cubicBezTo>
                  <a:cubicBezTo>
                    <a:pt x="4474" y="4056"/>
                    <a:pt x="4600" y="3773"/>
                    <a:pt x="4600" y="3489"/>
                  </a:cubicBezTo>
                  <a:cubicBezTo>
                    <a:pt x="4600" y="3206"/>
                    <a:pt x="4474" y="2954"/>
                    <a:pt x="4285" y="2733"/>
                  </a:cubicBezTo>
                  <a:lnTo>
                    <a:pt x="1828" y="307"/>
                  </a:lnTo>
                  <a:cubicBezTo>
                    <a:pt x="1639" y="102"/>
                    <a:pt x="1379" y="0"/>
                    <a:pt x="11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80" name="Google Shape;6180;p71"/>
            <p:cNvSpPr/>
            <p:nvPr/>
          </p:nvSpPr>
          <p:spPr>
            <a:xfrm>
              <a:off x="-26980600" y="3325725"/>
              <a:ext cx="168575" cy="145725"/>
            </a:xfrm>
            <a:custGeom>
              <a:avLst/>
              <a:gdLst/>
              <a:ahLst/>
              <a:cxnLst/>
              <a:rect l="l" t="t" r="r" b="b"/>
              <a:pathLst>
                <a:path w="6743" h="5829" extrusionOk="0">
                  <a:moveTo>
                    <a:pt x="3797" y="2167"/>
                  </a:moveTo>
                  <a:cubicBezTo>
                    <a:pt x="3884" y="2167"/>
                    <a:pt x="3970" y="2190"/>
                    <a:pt x="4033" y="2237"/>
                  </a:cubicBezTo>
                  <a:cubicBezTo>
                    <a:pt x="4159" y="2363"/>
                    <a:pt x="4159" y="2616"/>
                    <a:pt x="4033" y="2710"/>
                  </a:cubicBezTo>
                  <a:cubicBezTo>
                    <a:pt x="3970" y="2773"/>
                    <a:pt x="3884" y="2805"/>
                    <a:pt x="3797" y="2805"/>
                  </a:cubicBezTo>
                  <a:cubicBezTo>
                    <a:pt x="3710" y="2805"/>
                    <a:pt x="3624" y="2773"/>
                    <a:pt x="3561" y="2710"/>
                  </a:cubicBezTo>
                  <a:cubicBezTo>
                    <a:pt x="3435" y="2616"/>
                    <a:pt x="3435" y="2363"/>
                    <a:pt x="3561" y="2237"/>
                  </a:cubicBezTo>
                  <a:cubicBezTo>
                    <a:pt x="3624" y="2190"/>
                    <a:pt x="3710" y="2167"/>
                    <a:pt x="3797" y="2167"/>
                  </a:cubicBezTo>
                  <a:close/>
                  <a:moveTo>
                    <a:pt x="2336" y="2639"/>
                  </a:moveTo>
                  <a:cubicBezTo>
                    <a:pt x="2426" y="2639"/>
                    <a:pt x="2521" y="2663"/>
                    <a:pt x="2584" y="2710"/>
                  </a:cubicBezTo>
                  <a:cubicBezTo>
                    <a:pt x="2679" y="2836"/>
                    <a:pt x="2679" y="3057"/>
                    <a:pt x="2584" y="3183"/>
                  </a:cubicBezTo>
                  <a:cubicBezTo>
                    <a:pt x="2521" y="3246"/>
                    <a:pt x="2426" y="3277"/>
                    <a:pt x="2336" y="3277"/>
                  </a:cubicBezTo>
                  <a:cubicBezTo>
                    <a:pt x="2245" y="3277"/>
                    <a:pt x="2159" y="3246"/>
                    <a:pt x="2111" y="3183"/>
                  </a:cubicBezTo>
                  <a:cubicBezTo>
                    <a:pt x="1985" y="3057"/>
                    <a:pt x="1985" y="2868"/>
                    <a:pt x="2111" y="2710"/>
                  </a:cubicBezTo>
                  <a:cubicBezTo>
                    <a:pt x="2159" y="2663"/>
                    <a:pt x="2245" y="2639"/>
                    <a:pt x="2336" y="2639"/>
                  </a:cubicBezTo>
                  <a:close/>
                  <a:moveTo>
                    <a:pt x="2931" y="1"/>
                  </a:moveTo>
                  <a:lnTo>
                    <a:pt x="599" y="2332"/>
                  </a:lnTo>
                  <a:cubicBezTo>
                    <a:pt x="221" y="2710"/>
                    <a:pt x="1" y="3214"/>
                    <a:pt x="1" y="3781"/>
                  </a:cubicBezTo>
                  <a:cubicBezTo>
                    <a:pt x="1" y="4317"/>
                    <a:pt x="221" y="4852"/>
                    <a:pt x="599" y="5230"/>
                  </a:cubicBezTo>
                  <a:cubicBezTo>
                    <a:pt x="1009" y="5608"/>
                    <a:pt x="1513" y="5829"/>
                    <a:pt x="2048" y="5829"/>
                  </a:cubicBezTo>
                  <a:cubicBezTo>
                    <a:pt x="2616" y="5829"/>
                    <a:pt x="3120" y="5640"/>
                    <a:pt x="3529" y="5230"/>
                  </a:cubicBezTo>
                  <a:lnTo>
                    <a:pt x="6743" y="2048"/>
                  </a:lnTo>
                  <a:cubicBezTo>
                    <a:pt x="6743" y="2017"/>
                    <a:pt x="6711" y="1954"/>
                    <a:pt x="6711" y="1922"/>
                  </a:cubicBezTo>
                  <a:cubicBezTo>
                    <a:pt x="6396" y="1418"/>
                    <a:pt x="5829" y="1103"/>
                    <a:pt x="5136" y="1103"/>
                  </a:cubicBezTo>
                  <a:lnTo>
                    <a:pt x="5104" y="1103"/>
                  </a:lnTo>
                  <a:cubicBezTo>
                    <a:pt x="5075" y="1104"/>
                    <a:pt x="5045" y="1105"/>
                    <a:pt x="5016" y="1105"/>
                  </a:cubicBezTo>
                  <a:cubicBezTo>
                    <a:pt x="4168" y="1105"/>
                    <a:pt x="3387" y="670"/>
                    <a:pt x="293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81" name="Google Shape;6181;p71"/>
            <p:cNvSpPr/>
            <p:nvPr/>
          </p:nvSpPr>
          <p:spPr>
            <a:xfrm>
              <a:off x="-26893950" y="3226500"/>
              <a:ext cx="159125" cy="137850"/>
            </a:xfrm>
            <a:custGeom>
              <a:avLst/>
              <a:gdLst/>
              <a:ahLst/>
              <a:cxnLst/>
              <a:rect l="l" t="t" r="r" b="b"/>
              <a:pathLst>
                <a:path w="6365" h="5514" extrusionOk="0">
                  <a:moveTo>
                    <a:pt x="3403" y="0"/>
                  </a:moveTo>
                  <a:lnTo>
                    <a:pt x="2678" y="693"/>
                  </a:lnTo>
                  <a:lnTo>
                    <a:pt x="2300" y="1103"/>
                  </a:lnTo>
                  <a:lnTo>
                    <a:pt x="3056" y="1859"/>
                  </a:lnTo>
                  <a:cubicBezTo>
                    <a:pt x="3151" y="1953"/>
                    <a:pt x="3151" y="2205"/>
                    <a:pt x="3056" y="2331"/>
                  </a:cubicBezTo>
                  <a:cubicBezTo>
                    <a:pt x="2962" y="2394"/>
                    <a:pt x="2899" y="2426"/>
                    <a:pt x="2804" y="2426"/>
                  </a:cubicBezTo>
                  <a:cubicBezTo>
                    <a:pt x="2741" y="2426"/>
                    <a:pt x="2615" y="2394"/>
                    <a:pt x="2584" y="2331"/>
                  </a:cubicBezTo>
                  <a:lnTo>
                    <a:pt x="1827" y="1575"/>
                  </a:lnTo>
                  <a:lnTo>
                    <a:pt x="1355" y="2048"/>
                  </a:lnTo>
                  <a:lnTo>
                    <a:pt x="2111" y="2804"/>
                  </a:lnTo>
                  <a:cubicBezTo>
                    <a:pt x="2205" y="2898"/>
                    <a:pt x="2205" y="3150"/>
                    <a:pt x="2111" y="3277"/>
                  </a:cubicBezTo>
                  <a:cubicBezTo>
                    <a:pt x="2016" y="3340"/>
                    <a:pt x="1953" y="3371"/>
                    <a:pt x="1859" y="3371"/>
                  </a:cubicBezTo>
                  <a:cubicBezTo>
                    <a:pt x="1796" y="3371"/>
                    <a:pt x="1670" y="3340"/>
                    <a:pt x="1638" y="3277"/>
                  </a:cubicBezTo>
                  <a:lnTo>
                    <a:pt x="882" y="2520"/>
                  </a:lnTo>
                  <a:lnTo>
                    <a:pt x="0" y="3371"/>
                  </a:lnTo>
                  <a:cubicBezTo>
                    <a:pt x="0" y="3403"/>
                    <a:pt x="63" y="3466"/>
                    <a:pt x="63" y="3497"/>
                  </a:cubicBezTo>
                  <a:cubicBezTo>
                    <a:pt x="364" y="4068"/>
                    <a:pt x="894" y="4381"/>
                    <a:pt x="1490" y="4381"/>
                  </a:cubicBezTo>
                  <a:cubicBezTo>
                    <a:pt x="1518" y="4381"/>
                    <a:pt x="1547" y="4381"/>
                    <a:pt x="1575" y="4379"/>
                  </a:cubicBezTo>
                  <a:cubicBezTo>
                    <a:pt x="1890" y="4379"/>
                    <a:pt x="2174" y="4411"/>
                    <a:pt x="2458" y="4474"/>
                  </a:cubicBezTo>
                  <a:cubicBezTo>
                    <a:pt x="2993" y="4631"/>
                    <a:pt x="3529" y="5009"/>
                    <a:pt x="3781" y="5513"/>
                  </a:cubicBezTo>
                  <a:lnTo>
                    <a:pt x="6364" y="2961"/>
                  </a:lnTo>
                  <a:lnTo>
                    <a:pt x="340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6182" name="Google Shape;6182;p71"/>
          <p:cNvSpPr/>
          <p:nvPr/>
        </p:nvSpPr>
        <p:spPr>
          <a:xfrm>
            <a:off x="4995336" y="2134754"/>
            <a:ext cx="232237" cy="263933"/>
          </a:xfrm>
          <a:custGeom>
            <a:avLst/>
            <a:gdLst/>
            <a:ahLst/>
            <a:cxnLst/>
            <a:rect l="l" t="t" r="r" b="b"/>
            <a:pathLst>
              <a:path w="10397" h="11816" extrusionOk="0">
                <a:moveTo>
                  <a:pt x="6939" y="1373"/>
                </a:moveTo>
                <a:cubicBezTo>
                  <a:pt x="7177" y="1373"/>
                  <a:pt x="7419" y="1418"/>
                  <a:pt x="7656" y="1513"/>
                </a:cubicBezTo>
                <a:cubicBezTo>
                  <a:pt x="8255" y="1734"/>
                  <a:pt x="8696" y="2206"/>
                  <a:pt x="8853" y="2836"/>
                </a:cubicBezTo>
                <a:cubicBezTo>
                  <a:pt x="8916" y="3435"/>
                  <a:pt x="8822" y="4065"/>
                  <a:pt x="8412" y="4538"/>
                </a:cubicBezTo>
                <a:cubicBezTo>
                  <a:pt x="8349" y="4601"/>
                  <a:pt x="8255" y="4664"/>
                  <a:pt x="8129" y="4664"/>
                </a:cubicBezTo>
                <a:cubicBezTo>
                  <a:pt x="8066" y="4664"/>
                  <a:pt x="7971" y="4601"/>
                  <a:pt x="7939" y="4569"/>
                </a:cubicBezTo>
                <a:cubicBezTo>
                  <a:pt x="7782" y="4443"/>
                  <a:pt x="7782" y="4223"/>
                  <a:pt x="7908" y="4097"/>
                </a:cubicBezTo>
                <a:cubicBezTo>
                  <a:pt x="8129" y="3782"/>
                  <a:pt x="8223" y="3403"/>
                  <a:pt x="8129" y="2962"/>
                </a:cubicBezTo>
                <a:cubicBezTo>
                  <a:pt x="8066" y="2553"/>
                  <a:pt x="7750" y="2238"/>
                  <a:pt x="7404" y="2143"/>
                </a:cubicBezTo>
                <a:cubicBezTo>
                  <a:pt x="7254" y="2086"/>
                  <a:pt x="7095" y="2057"/>
                  <a:pt x="6939" y="2057"/>
                </a:cubicBezTo>
                <a:cubicBezTo>
                  <a:pt x="6669" y="2057"/>
                  <a:pt x="6406" y="2141"/>
                  <a:pt x="6207" y="2301"/>
                </a:cubicBezTo>
                <a:cubicBezTo>
                  <a:pt x="6148" y="2336"/>
                  <a:pt x="6084" y="2354"/>
                  <a:pt x="6021" y="2354"/>
                </a:cubicBezTo>
                <a:cubicBezTo>
                  <a:pt x="5916" y="2354"/>
                  <a:pt x="5813" y="2305"/>
                  <a:pt x="5734" y="2206"/>
                </a:cubicBezTo>
                <a:cubicBezTo>
                  <a:pt x="5608" y="2049"/>
                  <a:pt x="5671" y="1860"/>
                  <a:pt x="5829" y="1734"/>
                </a:cubicBezTo>
                <a:cubicBezTo>
                  <a:pt x="6163" y="1498"/>
                  <a:pt x="6545" y="1373"/>
                  <a:pt x="6939" y="1373"/>
                </a:cubicBezTo>
                <a:close/>
                <a:moveTo>
                  <a:pt x="3466" y="1"/>
                </a:moveTo>
                <a:cubicBezTo>
                  <a:pt x="3182" y="1"/>
                  <a:pt x="2899" y="32"/>
                  <a:pt x="2678" y="95"/>
                </a:cubicBezTo>
                <a:cubicBezTo>
                  <a:pt x="1481" y="348"/>
                  <a:pt x="504" y="1293"/>
                  <a:pt x="221" y="2490"/>
                </a:cubicBezTo>
                <a:cubicBezTo>
                  <a:pt x="0" y="3498"/>
                  <a:pt x="189" y="4569"/>
                  <a:pt x="851" y="5388"/>
                </a:cubicBezTo>
                <a:cubicBezTo>
                  <a:pt x="1292" y="5955"/>
                  <a:pt x="1512" y="6711"/>
                  <a:pt x="1512" y="7499"/>
                </a:cubicBezTo>
                <a:lnTo>
                  <a:pt x="1512" y="10209"/>
                </a:lnTo>
                <a:cubicBezTo>
                  <a:pt x="1512" y="11122"/>
                  <a:pt x="2237" y="11815"/>
                  <a:pt x="3151" y="11815"/>
                </a:cubicBezTo>
                <a:cubicBezTo>
                  <a:pt x="4033" y="11815"/>
                  <a:pt x="4757" y="11122"/>
                  <a:pt x="4757" y="10209"/>
                </a:cubicBezTo>
                <a:lnTo>
                  <a:pt x="4757" y="8539"/>
                </a:lnTo>
                <a:cubicBezTo>
                  <a:pt x="4757" y="8318"/>
                  <a:pt x="4947" y="8066"/>
                  <a:pt x="5230" y="8066"/>
                </a:cubicBezTo>
                <a:cubicBezTo>
                  <a:pt x="5451" y="8066"/>
                  <a:pt x="5703" y="8287"/>
                  <a:pt x="5703" y="8539"/>
                </a:cubicBezTo>
                <a:lnTo>
                  <a:pt x="5703" y="10209"/>
                </a:lnTo>
                <a:cubicBezTo>
                  <a:pt x="5703" y="11122"/>
                  <a:pt x="6396" y="11815"/>
                  <a:pt x="7309" y="11815"/>
                </a:cubicBezTo>
                <a:cubicBezTo>
                  <a:pt x="8223" y="11815"/>
                  <a:pt x="8916" y="11122"/>
                  <a:pt x="8916" y="10209"/>
                </a:cubicBezTo>
                <a:lnTo>
                  <a:pt x="8916" y="7499"/>
                </a:lnTo>
                <a:cubicBezTo>
                  <a:pt x="8916" y="6711"/>
                  <a:pt x="9168" y="5955"/>
                  <a:pt x="9609" y="5388"/>
                </a:cubicBezTo>
                <a:cubicBezTo>
                  <a:pt x="10145" y="4569"/>
                  <a:pt x="10397" y="3498"/>
                  <a:pt x="10145" y="2490"/>
                </a:cubicBezTo>
                <a:cubicBezTo>
                  <a:pt x="9893" y="1293"/>
                  <a:pt x="8885" y="348"/>
                  <a:pt x="7719" y="95"/>
                </a:cubicBezTo>
                <a:cubicBezTo>
                  <a:pt x="7435" y="1"/>
                  <a:pt x="7152" y="1"/>
                  <a:pt x="6931" y="1"/>
                </a:cubicBezTo>
                <a:cubicBezTo>
                  <a:pt x="6333" y="1"/>
                  <a:pt x="5703" y="158"/>
                  <a:pt x="5199" y="474"/>
                </a:cubicBezTo>
                <a:cubicBezTo>
                  <a:pt x="4663" y="158"/>
                  <a:pt x="4033" y="1"/>
                  <a:pt x="3466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6183" name="Google Shape;6183;p71"/>
          <p:cNvGrpSpPr/>
          <p:nvPr/>
        </p:nvGrpSpPr>
        <p:grpSpPr>
          <a:xfrm>
            <a:off x="4978768" y="2495891"/>
            <a:ext cx="264602" cy="216779"/>
            <a:chOff x="-26981375" y="3951875"/>
            <a:chExt cx="296150" cy="242625"/>
          </a:xfrm>
        </p:grpSpPr>
        <p:sp>
          <p:nvSpPr>
            <p:cNvPr id="6184" name="Google Shape;6184;p71"/>
            <p:cNvSpPr/>
            <p:nvPr/>
          </p:nvSpPr>
          <p:spPr>
            <a:xfrm>
              <a:off x="-26978225" y="3951875"/>
              <a:ext cx="173300" cy="155975"/>
            </a:xfrm>
            <a:custGeom>
              <a:avLst/>
              <a:gdLst/>
              <a:ahLst/>
              <a:cxnLst/>
              <a:rect l="l" t="t" r="r" b="b"/>
              <a:pathLst>
                <a:path w="6932" h="6239" extrusionOk="0">
                  <a:moveTo>
                    <a:pt x="3340" y="2364"/>
                  </a:moveTo>
                  <a:cubicBezTo>
                    <a:pt x="3529" y="2364"/>
                    <a:pt x="3686" y="2521"/>
                    <a:pt x="3686" y="2710"/>
                  </a:cubicBezTo>
                  <a:lnTo>
                    <a:pt x="3686" y="3435"/>
                  </a:lnTo>
                  <a:lnTo>
                    <a:pt x="4411" y="3435"/>
                  </a:lnTo>
                  <a:cubicBezTo>
                    <a:pt x="4600" y="3435"/>
                    <a:pt x="4757" y="3592"/>
                    <a:pt x="4757" y="3782"/>
                  </a:cubicBezTo>
                  <a:cubicBezTo>
                    <a:pt x="4757" y="3971"/>
                    <a:pt x="4600" y="4128"/>
                    <a:pt x="4411" y="4128"/>
                  </a:cubicBezTo>
                  <a:lnTo>
                    <a:pt x="3686" y="4128"/>
                  </a:lnTo>
                  <a:lnTo>
                    <a:pt x="3686" y="4853"/>
                  </a:lnTo>
                  <a:cubicBezTo>
                    <a:pt x="3686" y="5042"/>
                    <a:pt x="3529" y="5199"/>
                    <a:pt x="3340" y="5199"/>
                  </a:cubicBezTo>
                  <a:cubicBezTo>
                    <a:pt x="3151" y="5199"/>
                    <a:pt x="2993" y="5042"/>
                    <a:pt x="2993" y="4853"/>
                  </a:cubicBezTo>
                  <a:lnTo>
                    <a:pt x="2993" y="4128"/>
                  </a:lnTo>
                  <a:lnTo>
                    <a:pt x="2268" y="4128"/>
                  </a:lnTo>
                  <a:cubicBezTo>
                    <a:pt x="2079" y="4128"/>
                    <a:pt x="1922" y="3971"/>
                    <a:pt x="1922" y="3782"/>
                  </a:cubicBezTo>
                  <a:cubicBezTo>
                    <a:pt x="1922" y="3592"/>
                    <a:pt x="2079" y="3435"/>
                    <a:pt x="2268" y="3435"/>
                  </a:cubicBezTo>
                  <a:lnTo>
                    <a:pt x="2993" y="3435"/>
                  </a:lnTo>
                  <a:lnTo>
                    <a:pt x="2993" y="2710"/>
                  </a:lnTo>
                  <a:cubicBezTo>
                    <a:pt x="2993" y="2521"/>
                    <a:pt x="3151" y="2364"/>
                    <a:pt x="3340" y="2364"/>
                  </a:cubicBezTo>
                  <a:close/>
                  <a:moveTo>
                    <a:pt x="3434" y="1"/>
                  </a:moveTo>
                  <a:cubicBezTo>
                    <a:pt x="2836" y="1"/>
                    <a:pt x="2394" y="474"/>
                    <a:pt x="2394" y="1041"/>
                  </a:cubicBezTo>
                  <a:lnTo>
                    <a:pt x="2394" y="1387"/>
                  </a:lnTo>
                  <a:lnTo>
                    <a:pt x="1008" y="1387"/>
                  </a:lnTo>
                  <a:cubicBezTo>
                    <a:pt x="441" y="1387"/>
                    <a:pt x="0" y="1860"/>
                    <a:pt x="0" y="2395"/>
                  </a:cubicBezTo>
                  <a:lnTo>
                    <a:pt x="0" y="6239"/>
                  </a:lnTo>
                  <a:lnTo>
                    <a:pt x="6931" y="6239"/>
                  </a:lnTo>
                  <a:lnTo>
                    <a:pt x="6931" y="2395"/>
                  </a:lnTo>
                  <a:lnTo>
                    <a:pt x="6837" y="2395"/>
                  </a:lnTo>
                  <a:cubicBezTo>
                    <a:pt x="6837" y="1828"/>
                    <a:pt x="6364" y="1387"/>
                    <a:pt x="5829" y="1387"/>
                  </a:cubicBezTo>
                  <a:lnTo>
                    <a:pt x="4442" y="1387"/>
                  </a:lnTo>
                  <a:lnTo>
                    <a:pt x="4442" y="1041"/>
                  </a:lnTo>
                  <a:cubicBezTo>
                    <a:pt x="4442" y="442"/>
                    <a:pt x="3970" y="1"/>
                    <a:pt x="343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85" name="Google Shape;6185;p71"/>
            <p:cNvSpPr/>
            <p:nvPr/>
          </p:nvSpPr>
          <p:spPr>
            <a:xfrm>
              <a:off x="-26981375" y="4124375"/>
              <a:ext cx="174075" cy="70125"/>
            </a:xfrm>
            <a:custGeom>
              <a:avLst/>
              <a:gdLst/>
              <a:ahLst/>
              <a:cxnLst/>
              <a:rect l="l" t="t" r="r" b="b"/>
              <a:pathLst>
                <a:path w="6963" h="2805" extrusionOk="0">
                  <a:moveTo>
                    <a:pt x="2457" y="1418"/>
                  </a:moveTo>
                  <a:cubicBezTo>
                    <a:pt x="2647" y="1418"/>
                    <a:pt x="2804" y="1576"/>
                    <a:pt x="2804" y="1765"/>
                  </a:cubicBezTo>
                  <a:cubicBezTo>
                    <a:pt x="2804" y="1954"/>
                    <a:pt x="2647" y="2111"/>
                    <a:pt x="2457" y="2111"/>
                  </a:cubicBezTo>
                  <a:cubicBezTo>
                    <a:pt x="2237" y="2111"/>
                    <a:pt x="2079" y="1954"/>
                    <a:pt x="2079" y="1765"/>
                  </a:cubicBezTo>
                  <a:cubicBezTo>
                    <a:pt x="2079" y="1576"/>
                    <a:pt x="2237" y="1418"/>
                    <a:pt x="2457" y="1418"/>
                  </a:cubicBezTo>
                  <a:close/>
                  <a:moveTo>
                    <a:pt x="32" y="0"/>
                  </a:moveTo>
                  <a:lnTo>
                    <a:pt x="32" y="1009"/>
                  </a:lnTo>
                  <a:cubicBezTo>
                    <a:pt x="0" y="1607"/>
                    <a:pt x="473" y="2080"/>
                    <a:pt x="1071" y="2080"/>
                  </a:cubicBezTo>
                  <a:lnTo>
                    <a:pt x="1449" y="2080"/>
                  </a:lnTo>
                  <a:cubicBezTo>
                    <a:pt x="1607" y="2489"/>
                    <a:pt x="1985" y="2804"/>
                    <a:pt x="2457" y="2804"/>
                  </a:cubicBezTo>
                  <a:cubicBezTo>
                    <a:pt x="2867" y="2804"/>
                    <a:pt x="3277" y="2521"/>
                    <a:pt x="3434" y="2080"/>
                  </a:cubicBezTo>
                  <a:lnTo>
                    <a:pt x="6963" y="2080"/>
                  </a:lnTo>
                  <a:lnTo>
                    <a:pt x="696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86" name="Google Shape;6186;p71"/>
            <p:cNvSpPr/>
            <p:nvPr/>
          </p:nvSpPr>
          <p:spPr>
            <a:xfrm>
              <a:off x="-26790000" y="4002300"/>
              <a:ext cx="104775" cy="192200"/>
            </a:xfrm>
            <a:custGeom>
              <a:avLst/>
              <a:gdLst/>
              <a:ahLst/>
              <a:cxnLst/>
              <a:rect l="l" t="t" r="r" b="b"/>
              <a:pathLst>
                <a:path w="4191" h="7688" extrusionOk="0">
                  <a:moveTo>
                    <a:pt x="1513" y="693"/>
                  </a:moveTo>
                  <a:cubicBezTo>
                    <a:pt x="1954" y="693"/>
                    <a:pt x="2364" y="977"/>
                    <a:pt x="2521" y="1386"/>
                  </a:cubicBezTo>
                  <a:lnTo>
                    <a:pt x="3372" y="3497"/>
                  </a:lnTo>
                  <a:lnTo>
                    <a:pt x="1765" y="3497"/>
                  </a:lnTo>
                  <a:cubicBezTo>
                    <a:pt x="1576" y="3497"/>
                    <a:pt x="1419" y="3340"/>
                    <a:pt x="1419" y="3151"/>
                  </a:cubicBezTo>
                  <a:lnTo>
                    <a:pt x="1419" y="693"/>
                  </a:lnTo>
                  <a:close/>
                  <a:moveTo>
                    <a:pt x="1765" y="6270"/>
                  </a:moveTo>
                  <a:cubicBezTo>
                    <a:pt x="1954" y="6270"/>
                    <a:pt x="2112" y="6427"/>
                    <a:pt x="2112" y="6616"/>
                  </a:cubicBezTo>
                  <a:cubicBezTo>
                    <a:pt x="2112" y="6805"/>
                    <a:pt x="1954" y="6963"/>
                    <a:pt x="1765" y="6963"/>
                  </a:cubicBezTo>
                  <a:cubicBezTo>
                    <a:pt x="1576" y="6963"/>
                    <a:pt x="1419" y="6805"/>
                    <a:pt x="1419" y="6616"/>
                  </a:cubicBezTo>
                  <a:cubicBezTo>
                    <a:pt x="1419" y="6427"/>
                    <a:pt x="1576" y="6270"/>
                    <a:pt x="1765" y="6270"/>
                  </a:cubicBezTo>
                  <a:close/>
                  <a:moveTo>
                    <a:pt x="1" y="0"/>
                  </a:moveTo>
                  <a:lnTo>
                    <a:pt x="1" y="6963"/>
                  </a:lnTo>
                  <a:lnTo>
                    <a:pt x="788" y="6963"/>
                  </a:lnTo>
                  <a:cubicBezTo>
                    <a:pt x="946" y="7372"/>
                    <a:pt x="1293" y="7687"/>
                    <a:pt x="1765" y="7687"/>
                  </a:cubicBezTo>
                  <a:cubicBezTo>
                    <a:pt x="2206" y="7687"/>
                    <a:pt x="2584" y="7404"/>
                    <a:pt x="2742" y="6963"/>
                  </a:cubicBezTo>
                  <a:lnTo>
                    <a:pt x="3151" y="6963"/>
                  </a:lnTo>
                  <a:cubicBezTo>
                    <a:pt x="3718" y="6963"/>
                    <a:pt x="4159" y="6490"/>
                    <a:pt x="4159" y="5955"/>
                  </a:cubicBezTo>
                  <a:lnTo>
                    <a:pt x="4159" y="5577"/>
                  </a:lnTo>
                  <a:lnTo>
                    <a:pt x="3151" y="5577"/>
                  </a:lnTo>
                  <a:cubicBezTo>
                    <a:pt x="2931" y="5577"/>
                    <a:pt x="2773" y="5419"/>
                    <a:pt x="2773" y="5230"/>
                  </a:cubicBezTo>
                  <a:cubicBezTo>
                    <a:pt x="2773" y="5041"/>
                    <a:pt x="2994" y="4883"/>
                    <a:pt x="3183" y="4883"/>
                  </a:cubicBezTo>
                  <a:lnTo>
                    <a:pt x="4191" y="4883"/>
                  </a:lnTo>
                  <a:lnTo>
                    <a:pt x="4191" y="4096"/>
                  </a:lnTo>
                  <a:cubicBezTo>
                    <a:pt x="4191" y="3970"/>
                    <a:pt x="4159" y="3812"/>
                    <a:pt x="4159" y="3686"/>
                  </a:cubicBezTo>
                  <a:cubicBezTo>
                    <a:pt x="4096" y="3466"/>
                    <a:pt x="3246" y="1386"/>
                    <a:pt x="3151" y="1103"/>
                  </a:cubicBezTo>
                  <a:cubicBezTo>
                    <a:pt x="2868" y="410"/>
                    <a:pt x="2238" y="0"/>
                    <a:pt x="154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187" name="Google Shape;6187;p71"/>
          <p:cNvGrpSpPr/>
          <p:nvPr/>
        </p:nvGrpSpPr>
        <p:grpSpPr>
          <a:xfrm>
            <a:off x="3977549" y="2831584"/>
            <a:ext cx="263933" cy="266033"/>
            <a:chOff x="-25094250" y="3176075"/>
            <a:chExt cx="295400" cy="297750"/>
          </a:xfrm>
        </p:grpSpPr>
        <p:sp>
          <p:nvSpPr>
            <p:cNvPr id="6188" name="Google Shape;6188;p71"/>
            <p:cNvSpPr/>
            <p:nvPr/>
          </p:nvSpPr>
          <p:spPr>
            <a:xfrm>
              <a:off x="-24989225" y="3176075"/>
              <a:ext cx="87200" cy="122500"/>
            </a:xfrm>
            <a:custGeom>
              <a:avLst/>
              <a:gdLst/>
              <a:ahLst/>
              <a:cxnLst/>
              <a:rect l="l" t="t" r="r" b="b"/>
              <a:pathLst>
                <a:path w="3488" h="4900" extrusionOk="0">
                  <a:moveTo>
                    <a:pt x="1408" y="1"/>
                  </a:moveTo>
                  <a:lnTo>
                    <a:pt x="1408" y="1922"/>
                  </a:lnTo>
                  <a:cubicBezTo>
                    <a:pt x="1408" y="2647"/>
                    <a:pt x="998" y="3277"/>
                    <a:pt x="463" y="3561"/>
                  </a:cubicBezTo>
                  <a:cubicBezTo>
                    <a:pt x="211" y="3655"/>
                    <a:pt x="53" y="3907"/>
                    <a:pt x="22" y="4128"/>
                  </a:cubicBezTo>
                  <a:cubicBezTo>
                    <a:pt x="1" y="4609"/>
                    <a:pt x="369" y="4896"/>
                    <a:pt x="738" y="4896"/>
                  </a:cubicBezTo>
                  <a:cubicBezTo>
                    <a:pt x="925" y="4896"/>
                    <a:pt x="1113" y="4822"/>
                    <a:pt x="1250" y="4663"/>
                  </a:cubicBezTo>
                  <a:cubicBezTo>
                    <a:pt x="1361" y="4506"/>
                    <a:pt x="1557" y="4427"/>
                    <a:pt x="1754" y="4427"/>
                  </a:cubicBezTo>
                  <a:cubicBezTo>
                    <a:pt x="1951" y="4427"/>
                    <a:pt x="2148" y="4506"/>
                    <a:pt x="2258" y="4663"/>
                  </a:cubicBezTo>
                  <a:cubicBezTo>
                    <a:pt x="2411" y="4826"/>
                    <a:pt x="2604" y="4899"/>
                    <a:pt x="2792" y="4899"/>
                  </a:cubicBezTo>
                  <a:cubicBezTo>
                    <a:pt x="3149" y="4899"/>
                    <a:pt x="3487" y="4635"/>
                    <a:pt x="3487" y="4222"/>
                  </a:cubicBezTo>
                  <a:cubicBezTo>
                    <a:pt x="3487" y="3939"/>
                    <a:pt x="3330" y="3718"/>
                    <a:pt x="3109" y="3592"/>
                  </a:cubicBezTo>
                  <a:cubicBezTo>
                    <a:pt x="2479" y="3277"/>
                    <a:pt x="2101" y="2710"/>
                    <a:pt x="2101" y="2143"/>
                  </a:cubicBezTo>
                  <a:lnTo>
                    <a:pt x="2101" y="32"/>
                  </a:lnTo>
                  <a:cubicBezTo>
                    <a:pt x="2006" y="32"/>
                    <a:pt x="1880" y="1"/>
                    <a:pt x="175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89" name="Google Shape;6189;p71"/>
            <p:cNvSpPr/>
            <p:nvPr/>
          </p:nvSpPr>
          <p:spPr>
            <a:xfrm>
              <a:off x="-25094250" y="3179225"/>
              <a:ext cx="295400" cy="291450"/>
            </a:xfrm>
            <a:custGeom>
              <a:avLst/>
              <a:gdLst/>
              <a:ahLst/>
              <a:cxnLst/>
              <a:rect l="l" t="t" r="r" b="b"/>
              <a:pathLst>
                <a:path w="11816" h="11658" extrusionOk="0">
                  <a:moveTo>
                    <a:pt x="4884" y="1"/>
                  </a:moveTo>
                  <a:cubicBezTo>
                    <a:pt x="2143" y="505"/>
                    <a:pt x="1" y="2899"/>
                    <a:pt x="1" y="5829"/>
                  </a:cubicBezTo>
                  <a:cubicBezTo>
                    <a:pt x="1" y="8696"/>
                    <a:pt x="2143" y="11153"/>
                    <a:pt x="4884" y="11657"/>
                  </a:cubicBezTo>
                  <a:lnTo>
                    <a:pt x="4884" y="9799"/>
                  </a:lnTo>
                  <a:cubicBezTo>
                    <a:pt x="4884" y="9358"/>
                    <a:pt x="4664" y="8980"/>
                    <a:pt x="4349" y="8822"/>
                  </a:cubicBezTo>
                  <a:cubicBezTo>
                    <a:pt x="3876" y="8633"/>
                    <a:pt x="3561" y="8160"/>
                    <a:pt x="3530" y="7625"/>
                  </a:cubicBezTo>
                  <a:cubicBezTo>
                    <a:pt x="3446" y="6731"/>
                    <a:pt x="4186" y="6180"/>
                    <a:pt x="4925" y="6180"/>
                  </a:cubicBezTo>
                  <a:cubicBezTo>
                    <a:pt x="5306" y="6180"/>
                    <a:pt x="5687" y="6327"/>
                    <a:pt x="5955" y="6648"/>
                  </a:cubicBezTo>
                  <a:cubicBezTo>
                    <a:pt x="6188" y="6316"/>
                    <a:pt x="6553" y="6163"/>
                    <a:pt x="6929" y="6163"/>
                  </a:cubicBezTo>
                  <a:cubicBezTo>
                    <a:pt x="7621" y="6163"/>
                    <a:pt x="8350" y="6684"/>
                    <a:pt x="8350" y="7562"/>
                  </a:cubicBezTo>
                  <a:cubicBezTo>
                    <a:pt x="8350" y="8066"/>
                    <a:pt x="8035" y="8570"/>
                    <a:pt x="7562" y="8822"/>
                  </a:cubicBezTo>
                  <a:cubicBezTo>
                    <a:pt x="7184" y="9011"/>
                    <a:pt x="6995" y="9326"/>
                    <a:pt x="6995" y="9641"/>
                  </a:cubicBezTo>
                  <a:lnTo>
                    <a:pt x="6995" y="11657"/>
                  </a:lnTo>
                  <a:cubicBezTo>
                    <a:pt x="9736" y="11153"/>
                    <a:pt x="11815" y="8728"/>
                    <a:pt x="11815" y="5829"/>
                  </a:cubicBezTo>
                  <a:cubicBezTo>
                    <a:pt x="11815" y="2899"/>
                    <a:pt x="9736" y="505"/>
                    <a:pt x="6995" y="1"/>
                  </a:cubicBezTo>
                  <a:lnTo>
                    <a:pt x="6995" y="2017"/>
                  </a:lnTo>
                  <a:cubicBezTo>
                    <a:pt x="6995" y="2364"/>
                    <a:pt x="7216" y="2679"/>
                    <a:pt x="7562" y="2836"/>
                  </a:cubicBezTo>
                  <a:cubicBezTo>
                    <a:pt x="8035" y="3057"/>
                    <a:pt x="8350" y="3529"/>
                    <a:pt x="8350" y="4096"/>
                  </a:cubicBezTo>
                  <a:cubicBezTo>
                    <a:pt x="8350" y="4945"/>
                    <a:pt x="7656" y="5495"/>
                    <a:pt x="6948" y="5495"/>
                  </a:cubicBezTo>
                  <a:cubicBezTo>
                    <a:pt x="6578" y="5495"/>
                    <a:pt x="6205" y="5345"/>
                    <a:pt x="5924" y="5010"/>
                  </a:cubicBezTo>
                  <a:cubicBezTo>
                    <a:pt x="5691" y="5321"/>
                    <a:pt x="5310" y="5471"/>
                    <a:pt x="4919" y="5471"/>
                  </a:cubicBezTo>
                  <a:cubicBezTo>
                    <a:pt x="4200" y="5471"/>
                    <a:pt x="3448" y="4961"/>
                    <a:pt x="3530" y="4002"/>
                  </a:cubicBezTo>
                  <a:cubicBezTo>
                    <a:pt x="3561" y="3498"/>
                    <a:pt x="3876" y="3057"/>
                    <a:pt x="4349" y="2836"/>
                  </a:cubicBezTo>
                  <a:cubicBezTo>
                    <a:pt x="4664" y="2679"/>
                    <a:pt x="4884" y="2269"/>
                    <a:pt x="4884" y="1859"/>
                  </a:cubicBezTo>
                  <a:lnTo>
                    <a:pt x="488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90" name="Google Shape;6190;p71"/>
            <p:cNvSpPr/>
            <p:nvPr/>
          </p:nvSpPr>
          <p:spPr>
            <a:xfrm>
              <a:off x="-24989225" y="3350975"/>
              <a:ext cx="87200" cy="122850"/>
            </a:xfrm>
            <a:custGeom>
              <a:avLst/>
              <a:gdLst/>
              <a:ahLst/>
              <a:cxnLst/>
              <a:rect l="l" t="t" r="r" b="b"/>
              <a:pathLst>
                <a:path w="3488" h="4914" extrusionOk="0">
                  <a:moveTo>
                    <a:pt x="2777" y="1"/>
                  </a:moveTo>
                  <a:cubicBezTo>
                    <a:pt x="2589" y="1"/>
                    <a:pt x="2399" y="77"/>
                    <a:pt x="2258" y="251"/>
                  </a:cubicBezTo>
                  <a:cubicBezTo>
                    <a:pt x="2148" y="408"/>
                    <a:pt x="1951" y="487"/>
                    <a:pt x="1754" y="487"/>
                  </a:cubicBezTo>
                  <a:cubicBezTo>
                    <a:pt x="1557" y="487"/>
                    <a:pt x="1361" y="408"/>
                    <a:pt x="1250" y="251"/>
                  </a:cubicBezTo>
                  <a:cubicBezTo>
                    <a:pt x="1122" y="91"/>
                    <a:pt x="936" y="17"/>
                    <a:pt x="748" y="17"/>
                  </a:cubicBezTo>
                  <a:cubicBezTo>
                    <a:pt x="379" y="17"/>
                    <a:pt x="1" y="297"/>
                    <a:pt x="22" y="755"/>
                  </a:cubicBezTo>
                  <a:cubicBezTo>
                    <a:pt x="22" y="1007"/>
                    <a:pt x="242" y="1227"/>
                    <a:pt x="463" y="1353"/>
                  </a:cubicBezTo>
                  <a:cubicBezTo>
                    <a:pt x="1061" y="1637"/>
                    <a:pt x="1408" y="2267"/>
                    <a:pt x="1408" y="2960"/>
                  </a:cubicBezTo>
                  <a:lnTo>
                    <a:pt x="1408" y="4914"/>
                  </a:lnTo>
                  <a:cubicBezTo>
                    <a:pt x="1534" y="4851"/>
                    <a:pt x="1660" y="4851"/>
                    <a:pt x="1754" y="4851"/>
                  </a:cubicBezTo>
                  <a:lnTo>
                    <a:pt x="2101" y="4851"/>
                  </a:lnTo>
                  <a:lnTo>
                    <a:pt x="2101" y="2771"/>
                  </a:lnTo>
                  <a:cubicBezTo>
                    <a:pt x="2101" y="2141"/>
                    <a:pt x="2479" y="1606"/>
                    <a:pt x="3109" y="1322"/>
                  </a:cubicBezTo>
                  <a:cubicBezTo>
                    <a:pt x="3330" y="1196"/>
                    <a:pt x="3487" y="975"/>
                    <a:pt x="3487" y="692"/>
                  </a:cubicBezTo>
                  <a:cubicBezTo>
                    <a:pt x="3487" y="279"/>
                    <a:pt x="3135" y="1"/>
                    <a:pt x="277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191" name="Google Shape;6191;p71"/>
          <p:cNvGrpSpPr/>
          <p:nvPr/>
        </p:nvGrpSpPr>
        <p:grpSpPr>
          <a:xfrm>
            <a:off x="3977549" y="3191855"/>
            <a:ext cx="263933" cy="263910"/>
            <a:chOff x="-25094250" y="3547050"/>
            <a:chExt cx="295400" cy="295375"/>
          </a:xfrm>
        </p:grpSpPr>
        <p:sp>
          <p:nvSpPr>
            <p:cNvPr id="6192" name="Google Shape;6192;p71"/>
            <p:cNvSpPr/>
            <p:nvPr/>
          </p:nvSpPr>
          <p:spPr>
            <a:xfrm>
              <a:off x="-24990275" y="358092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36" y="693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93" name="Google Shape;6193;p71"/>
            <p:cNvSpPr/>
            <p:nvPr/>
          </p:nvSpPr>
          <p:spPr>
            <a:xfrm>
              <a:off x="-25041475" y="3668350"/>
              <a:ext cx="52025" cy="52000"/>
            </a:xfrm>
            <a:custGeom>
              <a:avLst/>
              <a:gdLst/>
              <a:ahLst/>
              <a:cxnLst/>
              <a:rect l="l" t="t" r="r" b="b"/>
              <a:pathLst>
                <a:path w="2081" h="2080" extrusionOk="0">
                  <a:moveTo>
                    <a:pt x="1" y="0"/>
                  </a:moveTo>
                  <a:lnTo>
                    <a:pt x="1" y="2080"/>
                  </a:lnTo>
                  <a:lnTo>
                    <a:pt x="2080" y="2080"/>
                  </a:lnTo>
                  <a:lnTo>
                    <a:pt x="208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94" name="Google Shape;6194;p71"/>
            <p:cNvSpPr/>
            <p:nvPr/>
          </p:nvSpPr>
          <p:spPr>
            <a:xfrm>
              <a:off x="-25094250" y="3547050"/>
              <a:ext cx="224500" cy="295375"/>
            </a:xfrm>
            <a:custGeom>
              <a:avLst/>
              <a:gdLst/>
              <a:ahLst/>
              <a:cxnLst/>
              <a:rect l="l" t="t" r="r" b="b"/>
              <a:pathLst>
                <a:path w="8980" h="11815" extrusionOk="0">
                  <a:moveTo>
                    <a:pt x="4538" y="694"/>
                  </a:moveTo>
                  <a:cubicBezTo>
                    <a:pt x="5136" y="694"/>
                    <a:pt x="5577" y="1166"/>
                    <a:pt x="5577" y="1702"/>
                  </a:cubicBezTo>
                  <a:cubicBezTo>
                    <a:pt x="5577" y="1891"/>
                    <a:pt x="5735" y="2048"/>
                    <a:pt x="5924" y="2048"/>
                  </a:cubicBezTo>
                  <a:lnTo>
                    <a:pt x="6649" y="2048"/>
                  </a:lnTo>
                  <a:cubicBezTo>
                    <a:pt x="6838" y="2048"/>
                    <a:pt x="6995" y="2206"/>
                    <a:pt x="6995" y="2426"/>
                  </a:cubicBezTo>
                  <a:lnTo>
                    <a:pt x="6995" y="2773"/>
                  </a:lnTo>
                  <a:lnTo>
                    <a:pt x="2143" y="2773"/>
                  </a:lnTo>
                  <a:lnTo>
                    <a:pt x="2143" y="2426"/>
                  </a:lnTo>
                  <a:lnTo>
                    <a:pt x="2112" y="2426"/>
                  </a:lnTo>
                  <a:cubicBezTo>
                    <a:pt x="2112" y="2206"/>
                    <a:pt x="2269" y="2048"/>
                    <a:pt x="2458" y="2048"/>
                  </a:cubicBezTo>
                  <a:lnTo>
                    <a:pt x="3183" y="2048"/>
                  </a:lnTo>
                  <a:cubicBezTo>
                    <a:pt x="3372" y="2048"/>
                    <a:pt x="3530" y="1891"/>
                    <a:pt x="3530" y="1702"/>
                  </a:cubicBezTo>
                  <a:cubicBezTo>
                    <a:pt x="3530" y="1103"/>
                    <a:pt x="4002" y="694"/>
                    <a:pt x="4538" y="694"/>
                  </a:cubicBezTo>
                  <a:close/>
                  <a:moveTo>
                    <a:pt x="7310" y="4159"/>
                  </a:moveTo>
                  <a:cubicBezTo>
                    <a:pt x="7499" y="4159"/>
                    <a:pt x="7657" y="4317"/>
                    <a:pt x="7657" y="4506"/>
                  </a:cubicBezTo>
                  <a:cubicBezTo>
                    <a:pt x="7657" y="4695"/>
                    <a:pt x="7499" y="4852"/>
                    <a:pt x="7310" y="4852"/>
                  </a:cubicBezTo>
                  <a:lnTo>
                    <a:pt x="5924" y="4852"/>
                  </a:lnTo>
                  <a:cubicBezTo>
                    <a:pt x="5735" y="4852"/>
                    <a:pt x="5577" y="4695"/>
                    <a:pt x="5577" y="4506"/>
                  </a:cubicBezTo>
                  <a:cubicBezTo>
                    <a:pt x="5577" y="4317"/>
                    <a:pt x="5735" y="4159"/>
                    <a:pt x="5924" y="4159"/>
                  </a:cubicBezTo>
                  <a:close/>
                  <a:moveTo>
                    <a:pt x="7310" y="5514"/>
                  </a:moveTo>
                  <a:cubicBezTo>
                    <a:pt x="7499" y="5514"/>
                    <a:pt x="7657" y="5671"/>
                    <a:pt x="7657" y="5892"/>
                  </a:cubicBezTo>
                  <a:cubicBezTo>
                    <a:pt x="7657" y="6081"/>
                    <a:pt x="7499" y="6238"/>
                    <a:pt x="7310" y="6238"/>
                  </a:cubicBezTo>
                  <a:lnTo>
                    <a:pt x="5924" y="6238"/>
                  </a:lnTo>
                  <a:cubicBezTo>
                    <a:pt x="5735" y="6238"/>
                    <a:pt x="5577" y="6081"/>
                    <a:pt x="5577" y="5892"/>
                  </a:cubicBezTo>
                  <a:cubicBezTo>
                    <a:pt x="5577" y="5671"/>
                    <a:pt x="5735" y="5514"/>
                    <a:pt x="5924" y="5514"/>
                  </a:cubicBezTo>
                  <a:close/>
                  <a:moveTo>
                    <a:pt x="4506" y="4159"/>
                  </a:moveTo>
                  <a:cubicBezTo>
                    <a:pt x="4695" y="4159"/>
                    <a:pt x="4853" y="4317"/>
                    <a:pt x="4853" y="4506"/>
                  </a:cubicBezTo>
                  <a:lnTo>
                    <a:pt x="4853" y="7247"/>
                  </a:lnTo>
                  <a:cubicBezTo>
                    <a:pt x="4853" y="7467"/>
                    <a:pt x="4695" y="7593"/>
                    <a:pt x="4506" y="7593"/>
                  </a:cubicBezTo>
                  <a:lnTo>
                    <a:pt x="1734" y="7593"/>
                  </a:lnTo>
                  <a:cubicBezTo>
                    <a:pt x="1545" y="7593"/>
                    <a:pt x="1387" y="7467"/>
                    <a:pt x="1387" y="7247"/>
                  </a:cubicBezTo>
                  <a:lnTo>
                    <a:pt x="1387" y="4506"/>
                  </a:lnTo>
                  <a:cubicBezTo>
                    <a:pt x="1387" y="4317"/>
                    <a:pt x="1545" y="4159"/>
                    <a:pt x="1734" y="4159"/>
                  </a:cubicBezTo>
                  <a:close/>
                  <a:moveTo>
                    <a:pt x="7310" y="6900"/>
                  </a:moveTo>
                  <a:cubicBezTo>
                    <a:pt x="7499" y="6900"/>
                    <a:pt x="7657" y="7058"/>
                    <a:pt x="7657" y="7247"/>
                  </a:cubicBezTo>
                  <a:cubicBezTo>
                    <a:pt x="7657" y="7467"/>
                    <a:pt x="7499" y="7593"/>
                    <a:pt x="7310" y="7593"/>
                  </a:cubicBezTo>
                  <a:lnTo>
                    <a:pt x="5924" y="7593"/>
                  </a:lnTo>
                  <a:cubicBezTo>
                    <a:pt x="5735" y="7593"/>
                    <a:pt x="5577" y="7467"/>
                    <a:pt x="5577" y="7247"/>
                  </a:cubicBezTo>
                  <a:cubicBezTo>
                    <a:pt x="5577" y="7058"/>
                    <a:pt x="5735" y="6900"/>
                    <a:pt x="5924" y="6900"/>
                  </a:cubicBezTo>
                  <a:close/>
                  <a:moveTo>
                    <a:pt x="7310" y="8318"/>
                  </a:moveTo>
                  <a:cubicBezTo>
                    <a:pt x="7499" y="8318"/>
                    <a:pt x="7657" y="8475"/>
                    <a:pt x="7657" y="8664"/>
                  </a:cubicBezTo>
                  <a:cubicBezTo>
                    <a:pt x="7657" y="8853"/>
                    <a:pt x="7499" y="9011"/>
                    <a:pt x="7310" y="9011"/>
                  </a:cubicBezTo>
                  <a:lnTo>
                    <a:pt x="1734" y="9011"/>
                  </a:lnTo>
                  <a:cubicBezTo>
                    <a:pt x="1545" y="9011"/>
                    <a:pt x="1387" y="8853"/>
                    <a:pt x="1387" y="8664"/>
                  </a:cubicBezTo>
                  <a:cubicBezTo>
                    <a:pt x="1387" y="8475"/>
                    <a:pt x="1545" y="8318"/>
                    <a:pt x="1734" y="8318"/>
                  </a:cubicBezTo>
                  <a:close/>
                  <a:moveTo>
                    <a:pt x="7310" y="9704"/>
                  </a:moveTo>
                  <a:cubicBezTo>
                    <a:pt x="7499" y="9704"/>
                    <a:pt x="7657" y="9861"/>
                    <a:pt x="7657" y="10050"/>
                  </a:cubicBezTo>
                  <a:cubicBezTo>
                    <a:pt x="7657" y="10240"/>
                    <a:pt x="7499" y="10397"/>
                    <a:pt x="7310" y="10397"/>
                  </a:cubicBezTo>
                  <a:lnTo>
                    <a:pt x="1734" y="10397"/>
                  </a:lnTo>
                  <a:cubicBezTo>
                    <a:pt x="1545" y="10397"/>
                    <a:pt x="1387" y="10240"/>
                    <a:pt x="1387" y="10050"/>
                  </a:cubicBezTo>
                  <a:cubicBezTo>
                    <a:pt x="1387" y="9861"/>
                    <a:pt x="1545" y="9704"/>
                    <a:pt x="1734" y="9704"/>
                  </a:cubicBezTo>
                  <a:close/>
                  <a:moveTo>
                    <a:pt x="4506" y="0"/>
                  </a:moveTo>
                  <a:cubicBezTo>
                    <a:pt x="3687" y="0"/>
                    <a:pt x="2962" y="599"/>
                    <a:pt x="2805" y="1387"/>
                  </a:cubicBezTo>
                  <a:lnTo>
                    <a:pt x="2427" y="1387"/>
                  </a:lnTo>
                  <a:cubicBezTo>
                    <a:pt x="1986" y="1387"/>
                    <a:pt x="1576" y="1670"/>
                    <a:pt x="1419" y="2080"/>
                  </a:cubicBezTo>
                  <a:lnTo>
                    <a:pt x="1041" y="2080"/>
                  </a:lnTo>
                  <a:cubicBezTo>
                    <a:pt x="442" y="2080"/>
                    <a:pt x="1" y="2552"/>
                    <a:pt x="1" y="3119"/>
                  </a:cubicBezTo>
                  <a:lnTo>
                    <a:pt x="1" y="10807"/>
                  </a:lnTo>
                  <a:cubicBezTo>
                    <a:pt x="1" y="11342"/>
                    <a:pt x="474" y="11815"/>
                    <a:pt x="1041" y="11815"/>
                  </a:cubicBezTo>
                  <a:lnTo>
                    <a:pt x="7972" y="11815"/>
                  </a:lnTo>
                  <a:cubicBezTo>
                    <a:pt x="8570" y="11815"/>
                    <a:pt x="8980" y="11342"/>
                    <a:pt x="8980" y="10807"/>
                  </a:cubicBezTo>
                  <a:lnTo>
                    <a:pt x="8980" y="3119"/>
                  </a:lnTo>
                  <a:cubicBezTo>
                    <a:pt x="8980" y="2521"/>
                    <a:pt x="8507" y="2080"/>
                    <a:pt x="7972" y="2080"/>
                  </a:cubicBezTo>
                  <a:lnTo>
                    <a:pt x="7562" y="2080"/>
                  </a:lnTo>
                  <a:cubicBezTo>
                    <a:pt x="7405" y="1702"/>
                    <a:pt x="7058" y="1387"/>
                    <a:pt x="6585" y="1387"/>
                  </a:cubicBezTo>
                  <a:lnTo>
                    <a:pt x="6207" y="1387"/>
                  </a:lnTo>
                  <a:cubicBezTo>
                    <a:pt x="6050" y="599"/>
                    <a:pt x="5325" y="0"/>
                    <a:pt x="450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95" name="Google Shape;6195;p71"/>
            <p:cNvSpPr/>
            <p:nvPr/>
          </p:nvSpPr>
          <p:spPr>
            <a:xfrm>
              <a:off x="-24851650" y="3582300"/>
              <a:ext cx="52800" cy="190825"/>
            </a:xfrm>
            <a:custGeom>
              <a:avLst/>
              <a:gdLst/>
              <a:ahLst/>
              <a:cxnLst/>
              <a:rect l="l" t="t" r="r" b="b"/>
              <a:pathLst>
                <a:path w="2112" h="7633" extrusionOk="0">
                  <a:moveTo>
                    <a:pt x="1060" y="0"/>
                  </a:moveTo>
                  <a:cubicBezTo>
                    <a:pt x="930" y="0"/>
                    <a:pt x="804" y="55"/>
                    <a:pt x="757" y="166"/>
                  </a:cubicBezTo>
                  <a:lnTo>
                    <a:pt x="32" y="1552"/>
                  </a:lnTo>
                  <a:cubicBezTo>
                    <a:pt x="0" y="1583"/>
                    <a:pt x="0" y="1678"/>
                    <a:pt x="0" y="1709"/>
                  </a:cubicBezTo>
                  <a:lnTo>
                    <a:pt x="0" y="7632"/>
                  </a:lnTo>
                  <a:lnTo>
                    <a:pt x="2080" y="7632"/>
                  </a:lnTo>
                  <a:lnTo>
                    <a:pt x="2080" y="1709"/>
                  </a:lnTo>
                  <a:lnTo>
                    <a:pt x="2111" y="1709"/>
                  </a:lnTo>
                  <a:cubicBezTo>
                    <a:pt x="2111" y="1678"/>
                    <a:pt x="2111" y="1583"/>
                    <a:pt x="2080" y="1552"/>
                  </a:cubicBezTo>
                  <a:lnTo>
                    <a:pt x="1387" y="166"/>
                  </a:lnTo>
                  <a:cubicBezTo>
                    <a:pt x="1324" y="55"/>
                    <a:pt x="1190" y="0"/>
                    <a:pt x="106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96" name="Google Shape;6196;p71"/>
            <p:cNvSpPr/>
            <p:nvPr/>
          </p:nvSpPr>
          <p:spPr>
            <a:xfrm>
              <a:off x="-24850875" y="3788050"/>
              <a:ext cx="52025" cy="53600"/>
            </a:xfrm>
            <a:custGeom>
              <a:avLst/>
              <a:gdLst/>
              <a:ahLst/>
              <a:cxnLst/>
              <a:rect l="l" t="t" r="r" b="b"/>
              <a:pathLst>
                <a:path w="2081" h="2144" extrusionOk="0">
                  <a:moveTo>
                    <a:pt x="1" y="1"/>
                  </a:moveTo>
                  <a:lnTo>
                    <a:pt x="1" y="1104"/>
                  </a:lnTo>
                  <a:lnTo>
                    <a:pt x="64" y="1104"/>
                  </a:lnTo>
                  <a:cubicBezTo>
                    <a:pt x="64" y="1702"/>
                    <a:pt x="505" y="2143"/>
                    <a:pt x="1072" y="2143"/>
                  </a:cubicBezTo>
                  <a:cubicBezTo>
                    <a:pt x="1671" y="2143"/>
                    <a:pt x="2080" y="1671"/>
                    <a:pt x="2080" y="1104"/>
                  </a:cubicBezTo>
                  <a:lnTo>
                    <a:pt x="208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6197" name="Google Shape;6197;p71"/>
          <p:cNvSpPr/>
          <p:nvPr/>
        </p:nvSpPr>
        <p:spPr>
          <a:xfrm>
            <a:off x="3977562" y="3570590"/>
            <a:ext cx="264625" cy="181398"/>
          </a:xfrm>
          <a:custGeom>
            <a:avLst/>
            <a:gdLst/>
            <a:ahLst/>
            <a:cxnLst/>
            <a:rect l="l" t="t" r="r" b="b"/>
            <a:pathLst>
              <a:path w="11847" h="8121" extrusionOk="0">
                <a:moveTo>
                  <a:pt x="5640" y="1221"/>
                </a:moveTo>
                <a:lnTo>
                  <a:pt x="5640" y="1914"/>
                </a:lnTo>
                <a:lnTo>
                  <a:pt x="4916" y="1914"/>
                </a:lnTo>
                <a:lnTo>
                  <a:pt x="4916" y="1568"/>
                </a:lnTo>
                <a:cubicBezTo>
                  <a:pt x="4916" y="1379"/>
                  <a:pt x="5073" y="1221"/>
                  <a:pt x="5294" y="1221"/>
                </a:cubicBezTo>
                <a:close/>
                <a:moveTo>
                  <a:pt x="8066" y="1253"/>
                </a:moveTo>
                <a:cubicBezTo>
                  <a:pt x="8287" y="1253"/>
                  <a:pt x="8444" y="1410"/>
                  <a:pt x="8444" y="1599"/>
                </a:cubicBezTo>
                <a:lnTo>
                  <a:pt x="8444" y="1946"/>
                </a:lnTo>
                <a:lnTo>
                  <a:pt x="7720" y="1946"/>
                </a:lnTo>
                <a:lnTo>
                  <a:pt x="7720" y="1253"/>
                </a:lnTo>
                <a:close/>
                <a:moveTo>
                  <a:pt x="7027" y="1253"/>
                </a:moveTo>
                <a:lnTo>
                  <a:pt x="7027" y="1977"/>
                </a:lnTo>
                <a:lnTo>
                  <a:pt x="6302" y="1977"/>
                </a:lnTo>
                <a:lnTo>
                  <a:pt x="6302" y="1253"/>
                </a:lnTo>
                <a:close/>
                <a:moveTo>
                  <a:pt x="8098" y="3994"/>
                </a:moveTo>
                <a:lnTo>
                  <a:pt x="6648" y="4844"/>
                </a:lnTo>
                <a:lnTo>
                  <a:pt x="5199" y="3994"/>
                </a:lnTo>
                <a:close/>
                <a:moveTo>
                  <a:pt x="6648" y="5663"/>
                </a:moveTo>
                <a:lnTo>
                  <a:pt x="8665" y="6797"/>
                </a:lnTo>
                <a:lnTo>
                  <a:pt x="4664" y="6797"/>
                </a:lnTo>
                <a:lnTo>
                  <a:pt x="6648" y="5663"/>
                </a:lnTo>
                <a:close/>
                <a:moveTo>
                  <a:pt x="3183" y="6766"/>
                </a:moveTo>
                <a:cubicBezTo>
                  <a:pt x="3372" y="6766"/>
                  <a:pt x="3561" y="6924"/>
                  <a:pt x="3561" y="7113"/>
                </a:cubicBezTo>
                <a:cubicBezTo>
                  <a:pt x="3561" y="7333"/>
                  <a:pt x="3372" y="7491"/>
                  <a:pt x="3183" y="7491"/>
                </a:cubicBezTo>
                <a:cubicBezTo>
                  <a:pt x="2994" y="7491"/>
                  <a:pt x="2836" y="7333"/>
                  <a:pt x="2836" y="7113"/>
                </a:cubicBezTo>
                <a:cubicBezTo>
                  <a:pt x="2836" y="6924"/>
                  <a:pt x="2994" y="6766"/>
                  <a:pt x="3183" y="6766"/>
                </a:cubicBezTo>
                <a:close/>
                <a:moveTo>
                  <a:pt x="10114" y="6797"/>
                </a:moveTo>
                <a:cubicBezTo>
                  <a:pt x="10303" y="6797"/>
                  <a:pt x="10461" y="6955"/>
                  <a:pt x="10461" y="7144"/>
                </a:cubicBezTo>
                <a:cubicBezTo>
                  <a:pt x="10461" y="7365"/>
                  <a:pt x="10303" y="7522"/>
                  <a:pt x="10114" y="7522"/>
                </a:cubicBezTo>
                <a:cubicBezTo>
                  <a:pt x="9925" y="7522"/>
                  <a:pt x="9767" y="7365"/>
                  <a:pt x="9767" y="7144"/>
                </a:cubicBezTo>
                <a:cubicBezTo>
                  <a:pt x="9767" y="6955"/>
                  <a:pt x="9925" y="6797"/>
                  <a:pt x="10114" y="6797"/>
                </a:cubicBezTo>
                <a:close/>
                <a:moveTo>
                  <a:pt x="1123" y="0"/>
                </a:moveTo>
                <a:cubicBezTo>
                  <a:pt x="859" y="0"/>
                  <a:pt x="600" y="103"/>
                  <a:pt x="411" y="308"/>
                </a:cubicBezTo>
                <a:cubicBezTo>
                  <a:pt x="1" y="686"/>
                  <a:pt x="1" y="1379"/>
                  <a:pt x="411" y="1757"/>
                </a:cubicBezTo>
                <a:lnTo>
                  <a:pt x="2017" y="3426"/>
                </a:lnTo>
                <a:cubicBezTo>
                  <a:pt x="2395" y="3805"/>
                  <a:pt x="2931" y="4025"/>
                  <a:pt x="3466" y="4025"/>
                </a:cubicBezTo>
                <a:lnTo>
                  <a:pt x="3782" y="4025"/>
                </a:lnTo>
                <a:lnTo>
                  <a:pt x="5955" y="5222"/>
                </a:lnTo>
                <a:lnTo>
                  <a:pt x="3908" y="6388"/>
                </a:lnTo>
                <a:cubicBezTo>
                  <a:pt x="3719" y="6167"/>
                  <a:pt x="3466" y="6073"/>
                  <a:pt x="3151" y="6073"/>
                </a:cubicBezTo>
                <a:cubicBezTo>
                  <a:pt x="2553" y="6073"/>
                  <a:pt x="2143" y="6545"/>
                  <a:pt x="2143" y="7081"/>
                </a:cubicBezTo>
                <a:cubicBezTo>
                  <a:pt x="2143" y="7680"/>
                  <a:pt x="2584" y="8121"/>
                  <a:pt x="3151" y="8121"/>
                </a:cubicBezTo>
                <a:cubicBezTo>
                  <a:pt x="3593" y="8121"/>
                  <a:pt x="3971" y="7837"/>
                  <a:pt x="4128" y="7396"/>
                </a:cubicBezTo>
                <a:lnTo>
                  <a:pt x="9137" y="7396"/>
                </a:lnTo>
                <a:cubicBezTo>
                  <a:pt x="9295" y="7806"/>
                  <a:pt x="9641" y="8121"/>
                  <a:pt x="10114" y="8121"/>
                </a:cubicBezTo>
                <a:cubicBezTo>
                  <a:pt x="10713" y="8121"/>
                  <a:pt x="11154" y="7648"/>
                  <a:pt x="11154" y="7081"/>
                </a:cubicBezTo>
                <a:cubicBezTo>
                  <a:pt x="11154" y="6482"/>
                  <a:pt x="10681" y="6073"/>
                  <a:pt x="10114" y="6073"/>
                </a:cubicBezTo>
                <a:cubicBezTo>
                  <a:pt x="9862" y="6073"/>
                  <a:pt x="9578" y="6167"/>
                  <a:pt x="9358" y="6388"/>
                </a:cubicBezTo>
                <a:lnTo>
                  <a:pt x="7310" y="5222"/>
                </a:lnTo>
                <a:lnTo>
                  <a:pt x="9484" y="4025"/>
                </a:lnTo>
                <a:lnTo>
                  <a:pt x="10839" y="4025"/>
                </a:lnTo>
                <a:cubicBezTo>
                  <a:pt x="11437" y="4025"/>
                  <a:pt x="11847" y="3552"/>
                  <a:pt x="11847" y="2985"/>
                </a:cubicBezTo>
                <a:cubicBezTo>
                  <a:pt x="11847" y="2387"/>
                  <a:pt x="11374" y="1946"/>
                  <a:pt x="10839" y="1946"/>
                </a:cubicBezTo>
                <a:lnTo>
                  <a:pt x="9074" y="1946"/>
                </a:lnTo>
                <a:lnTo>
                  <a:pt x="9074" y="1599"/>
                </a:lnTo>
                <a:cubicBezTo>
                  <a:pt x="9074" y="1032"/>
                  <a:pt x="8602" y="591"/>
                  <a:pt x="8035" y="591"/>
                </a:cubicBezTo>
                <a:lnTo>
                  <a:pt x="5294" y="591"/>
                </a:lnTo>
                <a:cubicBezTo>
                  <a:pt x="4695" y="591"/>
                  <a:pt x="4254" y="1064"/>
                  <a:pt x="4254" y="1599"/>
                </a:cubicBezTo>
                <a:lnTo>
                  <a:pt x="4254" y="1946"/>
                </a:lnTo>
                <a:lnTo>
                  <a:pt x="4097" y="1946"/>
                </a:lnTo>
                <a:cubicBezTo>
                  <a:pt x="3750" y="1946"/>
                  <a:pt x="3372" y="1820"/>
                  <a:pt x="3120" y="1568"/>
                </a:cubicBezTo>
                <a:lnTo>
                  <a:pt x="1860" y="308"/>
                </a:lnTo>
                <a:cubicBezTo>
                  <a:pt x="1655" y="103"/>
                  <a:pt x="1387" y="0"/>
                  <a:pt x="1123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6198" name="Google Shape;6198;p71"/>
          <p:cNvGrpSpPr/>
          <p:nvPr/>
        </p:nvGrpSpPr>
        <p:grpSpPr>
          <a:xfrm>
            <a:off x="5651608" y="2832299"/>
            <a:ext cx="264602" cy="264602"/>
            <a:chOff x="-23245675" y="3148525"/>
            <a:chExt cx="296150" cy="296150"/>
          </a:xfrm>
        </p:grpSpPr>
        <p:sp>
          <p:nvSpPr>
            <p:cNvPr id="6199" name="Google Shape;6199;p71"/>
            <p:cNvSpPr/>
            <p:nvPr/>
          </p:nvSpPr>
          <p:spPr>
            <a:xfrm>
              <a:off x="-23192925" y="3251700"/>
              <a:ext cx="192225" cy="105550"/>
            </a:xfrm>
            <a:custGeom>
              <a:avLst/>
              <a:gdLst/>
              <a:ahLst/>
              <a:cxnLst/>
              <a:rect l="l" t="t" r="r" b="b"/>
              <a:pathLst>
                <a:path w="7689" h="4222" extrusionOk="0">
                  <a:moveTo>
                    <a:pt x="3151" y="0"/>
                  </a:moveTo>
                  <a:lnTo>
                    <a:pt x="2616" y="1260"/>
                  </a:lnTo>
                  <a:cubicBezTo>
                    <a:pt x="2584" y="1386"/>
                    <a:pt x="2427" y="1481"/>
                    <a:pt x="2301" y="1481"/>
                  </a:cubicBezTo>
                  <a:lnTo>
                    <a:pt x="1" y="1481"/>
                  </a:lnTo>
                  <a:lnTo>
                    <a:pt x="1" y="4222"/>
                  </a:lnTo>
                  <a:lnTo>
                    <a:pt x="7688" y="4222"/>
                  </a:lnTo>
                  <a:lnTo>
                    <a:pt x="7688" y="1481"/>
                  </a:lnTo>
                  <a:lnTo>
                    <a:pt x="5672" y="1481"/>
                  </a:lnTo>
                  <a:lnTo>
                    <a:pt x="4884" y="3371"/>
                  </a:lnTo>
                  <a:cubicBezTo>
                    <a:pt x="4827" y="3513"/>
                    <a:pt x="4713" y="3578"/>
                    <a:pt x="4593" y="3578"/>
                  </a:cubicBezTo>
                  <a:cubicBezTo>
                    <a:pt x="4447" y="3578"/>
                    <a:pt x="4292" y="3481"/>
                    <a:pt x="4223" y="3308"/>
                  </a:cubicBezTo>
                  <a:lnTo>
                    <a:pt x="315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200" name="Google Shape;6200;p71"/>
            <p:cNvSpPr/>
            <p:nvPr/>
          </p:nvSpPr>
          <p:spPr>
            <a:xfrm>
              <a:off x="-23193700" y="3200500"/>
              <a:ext cx="192200" cy="106350"/>
            </a:xfrm>
            <a:custGeom>
              <a:avLst/>
              <a:gdLst/>
              <a:ahLst/>
              <a:cxnLst/>
              <a:rect l="l" t="t" r="r" b="b"/>
              <a:pathLst>
                <a:path w="7688" h="4254" extrusionOk="0">
                  <a:moveTo>
                    <a:pt x="0" y="0"/>
                  </a:moveTo>
                  <a:lnTo>
                    <a:pt x="0" y="2836"/>
                  </a:lnTo>
                  <a:lnTo>
                    <a:pt x="2111" y="2836"/>
                  </a:lnTo>
                  <a:lnTo>
                    <a:pt x="2962" y="945"/>
                  </a:lnTo>
                  <a:cubicBezTo>
                    <a:pt x="3020" y="800"/>
                    <a:pt x="3138" y="735"/>
                    <a:pt x="3258" y="735"/>
                  </a:cubicBezTo>
                  <a:cubicBezTo>
                    <a:pt x="3399" y="735"/>
                    <a:pt x="3541" y="824"/>
                    <a:pt x="3592" y="977"/>
                  </a:cubicBezTo>
                  <a:lnTo>
                    <a:pt x="4632" y="4253"/>
                  </a:lnTo>
                  <a:lnTo>
                    <a:pt x="5104" y="3056"/>
                  </a:lnTo>
                  <a:cubicBezTo>
                    <a:pt x="5167" y="2930"/>
                    <a:pt x="5325" y="2836"/>
                    <a:pt x="5419" y="2836"/>
                  </a:cubicBezTo>
                  <a:lnTo>
                    <a:pt x="7688" y="2836"/>
                  </a:lnTo>
                  <a:lnTo>
                    <a:pt x="768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201" name="Google Shape;6201;p71"/>
            <p:cNvSpPr/>
            <p:nvPr/>
          </p:nvSpPr>
          <p:spPr>
            <a:xfrm>
              <a:off x="-23245675" y="3148525"/>
              <a:ext cx="296150" cy="296150"/>
            </a:xfrm>
            <a:custGeom>
              <a:avLst/>
              <a:gdLst/>
              <a:ahLst/>
              <a:cxnLst/>
              <a:rect l="l" t="t" r="r" b="b"/>
              <a:pathLst>
                <a:path w="11846" h="11846" extrusionOk="0">
                  <a:moveTo>
                    <a:pt x="10113" y="1386"/>
                  </a:moveTo>
                  <a:cubicBezTo>
                    <a:pt x="10302" y="1386"/>
                    <a:pt x="10460" y="1544"/>
                    <a:pt x="10460" y="1733"/>
                  </a:cubicBezTo>
                  <a:lnTo>
                    <a:pt x="10460" y="8758"/>
                  </a:lnTo>
                  <a:cubicBezTo>
                    <a:pt x="10460" y="8947"/>
                    <a:pt x="10302" y="9105"/>
                    <a:pt x="10113" y="9105"/>
                  </a:cubicBezTo>
                  <a:lnTo>
                    <a:pt x="1733" y="9105"/>
                  </a:lnTo>
                  <a:cubicBezTo>
                    <a:pt x="1512" y="9105"/>
                    <a:pt x="1355" y="8947"/>
                    <a:pt x="1355" y="8758"/>
                  </a:cubicBezTo>
                  <a:lnTo>
                    <a:pt x="1355" y="1733"/>
                  </a:lnTo>
                  <a:cubicBezTo>
                    <a:pt x="1355" y="1544"/>
                    <a:pt x="1512" y="1386"/>
                    <a:pt x="1733" y="1386"/>
                  </a:cubicBezTo>
                  <a:close/>
                  <a:moveTo>
                    <a:pt x="2426" y="9767"/>
                  </a:moveTo>
                  <a:cubicBezTo>
                    <a:pt x="2615" y="9767"/>
                    <a:pt x="2804" y="9924"/>
                    <a:pt x="2804" y="10113"/>
                  </a:cubicBezTo>
                  <a:cubicBezTo>
                    <a:pt x="2804" y="10334"/>
                    <a:pt x="2615" y="10491"/>
                    <a:pt x="2426" y="10491"/>
                  </a:cubicBezTo>
                  <a:cubicBezTo>
                    <a:pt x="2237" y="10491"/>
                    <a:pt x="2079" y="10334"/>
                    <a:pt x="2079" y="10113"/>
                  </a:cubicBezTo>
                  <a:cubicBezTo>
                    <a:pt x="2079" y="9924"/>
                    <a:pt x="2237" y="9767"/>
                    <a:pt x="2426" y="9767"/>
                  </a:cubicBezTo>
                  <a:close/>
                  <a:moveTo>
                    <a:pt x="3844" y="9767"/>
                  </a:moveTo>
                  <a:cubicBezTo>
                    <a:pt x="4033" y="9767"/>
                    <a:pt x="4190" y="9924"/>
                    <a:pt x="4190" y="10113"/>
                  </a:cubicBezTo>
                  <a:cubicBezTo>
                    <a:pt x="4190" y="10334"/>
                    <a:pt x="4001" y="10491"/>
                    <a:pt x="3844" y="10491"/>
                  </a:cubicBezTo>
                  <a:cubicBezTo>
                    <a:pt x="3655" y="10491"/>
                    <a:pt x="3497" y="10334"/>
                    <a:pt x="3497" y="10113"/>
                  </a:cubicBezTo>
                  <a:cubicBezTo>
                    <a:pt x="3497" y="9924"/>
                    <a:pt x="3655" y="9767"/>
                    <a:pt x="3844" y="9767"/>
                  </a:cubicBezTo>
                  <a:close/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10113"/>
                  </a:lnTo>
                  <a:cubicBezTo>
                    <a:pt x="0" y="11058"/>
                    <a:pt x="788" y="11846"/>
                    <a:pt x="1733" y="11846"/>
                  </a:cubicBezTo>
                  <a:lnTo>
                    <a:pt x="10113" y="11846"/>
                  </a:lnTo>
                  <a:cubicBezTo>
                    <a:pt x="11058" y="11846"/>
                    <a:pt x="11846" y="11058"/>
                    <a:pt x="11846" y="10113"/>
                  </a:cubicBezTo>
                  <a:lnTo>
                    <a:pt x="11846" y="1733"/>
                  </a:lnTo>
                  <a:cubicBezTo>
                    <a:pt x="11846" y="788"/>
                    <a:pt x="11058" y="0"/>
                    <a:pt x="1011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6202" name="Google Shape;6202;p71"/>
          <p:cNvSpPr/>
          <p:nvPr/>
        </p:nvSpPr>
        <p:spPr>
          <a:xfrm>
            <a:off x="5683244" y="3191805"/>
            <a:ext cx="201992" cy="263933"/>
          </a:xfrm>
          <a:custGeom>
            <a:avLst/>
            <a:gdLst/>
            <a:ahLst/>
            <a:cxnLst/>
            <a:rect l="l" t="t" r="r" b="b"/>
            <a:pathLst>
              <a:path w="9043" h="11816" extrusionOk="0">
                <a:moveTo>
                  <a:pt x="6392" y="3395"/>
                </a:moveTo>
                <a:cubicBezTo>
                  <a:pt x="6483" y="3395"/>
                  <a:pt x="6569" y="3419"/>
                  <a:pt x="6616" y="3466"/>
                </a:cubicBezTo>
                <a:cubicBezTo>
                  <a:pt x="7310" y="4159"/>
                  <a:pt x="7656" y="5010"/>
                  <a:pt x="7656" y="5924"/>
                </a:cubicBezTo>
                <a:cubicBezTo>
                  <a:pt x="7656" y="6837"/>
                  <a:pt x="7310" y="7719"/>
                  <a:pt x="6616" y="8350"/>
                </a:cubicBezTo>
                <a:cubicBezTo>
                  <a:pt x="5955" y="9043"/>
                  <a:pt x="5104" y="9389"/>
                  <a:pt x="4191" y="9389"/>
                </a:cubicBezTo>
                <a:cubicBezTo>
                  <a:pt x="4002" y="9389"/>
                  <a:pt x="3844" y="9232"/>
                  <a:pt x="3844" y="9043"/>
                </a:cubicBezTo>
                <a:cubicBezTo>
                  <a:pt x="3844" y="8822"/>
                  <a:pt x="4002" y="8665"/>
                  <a:pt x="4191" y="8665"/>
                </a:cubicBezTo>
                <a:cubicBezTo>
                  <a:pt x="4947" y="8665"/>
                  <a:pt x="5608" y="8413"/>
                  <a:pt x="6144" y="7845"/>
                </a:cubicBezTo>
                <a:cubicBezTo>
                  <a:pt x="6679" y="7341"/>
                  <a:pt x="6994" y="6617"/>
                  <a:pt x="6994" y="5892"/>
                </a:cubicBezTo>
                <a:cubicBezTo>
                  <a:pt x="6931" y="5168"/>
                  <a:pt x="6679" y="4474"/>
                  <a:pt x="6144" y="3939"/>
                </a:cubicBezTo>
                <a:cubicBezTo>
                  <a:pt x="6049" y="3844"/>
                  <a:pt x="6049" y="3592"/>
                  <a:pt x="6144" y="3466"/>
                </a:cubicBezTo>
                <a:cubicBezTo>
                  <a:pt x="6207" y="3419"/>
                  <a:pt x="6301" y="3395"/>
                  <a:pt x="6392" y="3395"/>
                </a:cubicBezTo>
                <a:close/>
                <a:moveTo>
                  <a:pt x="378" y="1"/>
                </a:moveTo>
                <a:cubicBezTo>
                  <a:pt x="189" y="1"/>
                  <a:pt x="0" y="158"/>
                  <a:pt x="0" y="379"/>
                </a:cubicBezTo>
                <a:lnTo>
                  <a:pt x="0" y="1482"/>
                </a:lnTo>
                <a:cubicBezTo>
                  <a:pt x="0" y="2742"/>
                  <a:pt x="977" y="3750"/>
                  <a:pt x="2206" y="3876"/>
                </a:cubicBezTo>
                <a:cubicBezTo>
                  <a:pt x="2489" y="4695"/>
                  <a:pt x="3277" y="5294"/>
                  <a:pt x="4191" y="5294"/>
                </a:cubicBezTo>
                <a:cubicBezTo>
                  <a:pt x="4569" y="5294"/>
                  <a:pt x="4915" y="5609"/>
                  <a:pt x="4915" y="5987"/>
                </a:cubicBezTo>
                <a:cubicBezTo>
                  <a:pt x="4852" y="6302"/>
                  <a:pt x="4537" y="6617"/>
                  <a:pt x="4191" y="6617"/>
                </a:cubicBezTo>
                <a:cubicBezTo>
                  <a:pt x="3277" y="6617"/>
                  <a:pt x="2489" y="7215"/>
                  <a:pt x="2206" y="8035"/>
                </a:cubicBezTo>
                <a:cubicBezTo>
                  <a:pt x="1009" y="8161"/>
                  <a:pt x="0" y="9200"/>
                  <a:pt x="0" y="10460"/>
                </a:cubicBezTo>
                <a:lnTo>
                  <a:pt x="0" y="11469"/>
                </a:lnTo>
                <a:cubicBezTo>
                  <a:pt x="0" y="11658"/>
                  <a:pt x="189" y="11815"/>
                  <a:pt x="378" y="11815"/>
                </a:cubicBezTo>
                <a:lnTo>
                  <a:pt x="1765" y="11815"/>
                </a:lnTo>
                <a:cubicBezTo>
                  <a:pt x="1954" y="11815"/>
                  <a:pt x="2111" y="11658"/>
                  <a:pt x="2111" y="11469"/>
                </a:cubicBezTo>
                <a:lnTo>
                  <a:pt x="2111" y="10460"/>
                </a:lnTo>
                <a:cubicBezTo>
                  <a:pt x="2111" y="10240"/>
                  <a:pt x="2269" y="10082"/>
                  <a:pt x="2458" y="10082"/>
                </a:cubicBezTo>
                <a:lnTo>
                  <a:pt x="2647" y="10082"/>
                </a:lnTo>
                <a:cubicBezTo>
                  <a:pt x="3056" y="10523"/>
                  <a:pt x="3592" y="10807"/>
                  <a:pt x="4191" y="10807"/>
                </a:cubicBezTo>
                <a:cubicBezTo>
                  <a:pt x="6868" y="10807"/>
                  <a:pt x="9042" y="8633"/>
                  <a:pt x="9042" y="5955"/>
                </a:cubicBezTo>
                <a:cubicBezTo>
                  <a:pt x="9042" y="3277"/>
                  <a:pt x="6868" y="1103"/>
                  <a:pt x="4191" y="1103"/>
                </a:cubicBezTo>
                <a:cubicBezTo>
                  <a:pt x="3592" y="1103"/>
                  <a:pt x="3056" y="1356"/>
                  <a:pt x="2647" y="1828"/>
                </a:cubicBezTo>
                <a:lnTo>
                  <a:pt x="2458" y="1828"/>
                </a:lnTo>
                <a:cubicBezTo>
                  <a:pt x="2269" y="1828"/>
                  <a:pt x="2111" y="1671"/>
                  <a:pt x="2111" y="1482"/>
                </a:cubicBezTo>
                <a:lnTo>
                  <a:pt x="2111" y="379"/>
                </a:lnTo>
                <a:cubicBezTo>
                  <a:pt x="2111" y="158"/>
                  <a:pt x="1954" y="1"/>
                  <a:pt x="1765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6203" name="Google Shape;6203;p71"/>
          <p:cNvGrpSpPr/>
          <p:nvPr/>
        </p:nvGrpSpPr>
        <p:grpSpPr>
          <a:xfrm>
            <a:off x="5651954" y="3529030"/>
            <a:ext cx="263910" cy="264602"/>
            <a:chOff x="-23244900" y="3888100"/>
            <a:chExt cx="295375" cy="296150"/>
          </a:xfrm>
        </p:grpSpPr>
        <p:sp>
          <p:nvSpPr>
            <p:cNvPr id="6204" name="Google Shape;6204;p71"/>
            <p:cNvSpPr/>
            <p:nvPr/>
          </p:nvSpPr>
          <p:spPr>
            <a:xfrm>
              <a:off x="-23106275" y="39589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0" y="0"/>
                  </a:moveTo>
                  <a:lnTo>
                    <a:pt x="0" y="694"/>
                  </a:lnTo>
                  <a:lnTo>
                    <a:pt x="725" y="694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205" name="Google Shape;6205;p71"/>
            <p:cNvSpPr/>
            <p:nvPr/>
          </p:nvSpPr>
          <p:spPr>
            <a:xfrm>
              <a:off x="-23106275" y="3992850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0" y="0"/>
                  </a:moveTo>
                  <a:lnTo>
                    <a:pt x="0" y="725"/>
                  </a:lnTo>
                  <a:lnTo>
                    <a:pt x="725" y="725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206" name="Google Shape;6206;p71"/>
            <p:cNvSpPr/>
            <p:nvPr/>
          </p:nvSpPr>
          <p:spPr>
            <a:xfrm>
              <a:off x="-23106275" y="4062950"/>
              <a:ext cx="18150" cy="34675"/>
            </a:xfrm>
            <a:custGeom>
              <a:avLst/>
              <a:gdLst/>
              <a:ahLst/>
              <a:cxnLst/>
              <a:rect l="l" t="t" r="r" b="b"/>
              <a:pathLst>
                <a:path w="726" h="1387" extrusionOk="0">
                  <a:moveTo>
                    <a:pt x="0" y="0"/>
                  </a:moveTo>
                  <a:lnTo>
                    <a:pt x="0" y="1040"/>
                  </a:lnTo>
                  <a:cubicBezTo>
                    <a:pt x="0" y="1229"/>
                    <a:pt x="158" y="1386"/>
                    <a:pt x="379" y="1386"/>
                  </a:cubicBezTo>
                  <a:cubicBezTo>
                    <a:pt x="568" y="1386"/>
                    <a:pt x="725" y="1229"/>
                    <a:pt x="725" y="1040"/>
                  </a:cubicBezTo>
                  <a:lnTo>
                    <a:pt x="72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207" name="Google Shape;6207;p71"/>
            <p:cNvSpPr/>
            <p:nvPr/>
          </p:nvSpPr>
          <p:spPr>
            <a:xfrm>
              <a:off x="-23070825" y="3940850"/>
              <a:ext cx="52775" cy="26825"/>
            </a:xfrm>
            <a:custGeom>
              <a:avLst/>
              <a:gdLst/>
              <a:ahLst/>
              <a:cxnLst/>
              <a:rect l="l" t="t" r="r" b="b"/>
              <a:pathLst>
                <a:path w="2111" h="1073" extrusionOk="0">
                  <a:moveTo>
                    <a:pt x="0" y="1"/>
                  </a:moveTo>
                  <a:lnTo>
                    <a:pt x="0" y="725"/>
                  </a:lnTo>
                  <a:lnTo>
                    <a:pt x="1040" y="725"/>
                  </a:lnTo>
                  <a:cubicBezTo>
                    <a:pt x="1386" y="725"/>
                    <a:pt x="1701" y="883"/>
                    <a:pt x="1985" y="1072"/>
                  </a:cubicBezTo>
                  <a:cubicBezTo>
                    <a:pt x="2048" y="946"/>
                    <a:pt x="2111" y="851"/>
                    <a:pt x="2111" y="725"/>
                  </a:cubicBezTo>
                  <a:cubicBezTo>
                    <a:pt x="2111" y="316"/>
                    <a:pt x="1764" y="1"/>
                    <a:pt x="138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208" name="Google Shape;6208;p71"/>
            <p:cNvSpPr/>
            <p:nvPr/>
          </p:nvSpPr>
          <p:spPr>
            <a:xfrm>
              <a:off x="-23106275" y="392352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694"/>
                  </a:lnTo>
                  <a:lnTo>
                    <a:pt x="725" y="694"/>
                  </a:lnTo>
                  <a:lnTo>
                    <a:pt x="725" y="347"/>
                  </a:ln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209" name="Google Shape;6209;p71"/>
            <p:cNvSpPr/>
            <p:nvPr/>
          </p:nvSpPr>
          <p:spPr>
            <a:xfrm>
              <a:off x="-23106275" y="4027500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0" y="0"/>
                  </a:moveTo>
                  <a:lnTo>
                    <a:pt x="0" y="725"/>
                  </a:lnTo>
                  <a:lnTo>
                    <a:pt x="725" y="725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210" name="Google Shape;6210;p71"/>
            <p:cNvSpPr/>
            <p:nvPr/>
          </p:nvSpPr>
          <p:spPr>
            <a:xfrm>
              <a:off x="-23244900" y="3888100"/>
              <a:ext cx="295375" cy="296150"/>
            </a:xfrm>
            <a:custGeom>
              <a:avLst/>
              <a:gdLst/>
              <a:ahLst/>
              <a:cxnLst/>
              <a:rect l="l" t="t" r="r" b="b"/>
              <a:pathLst>
                <a:path w="11815" h="11846" extrusionOk="0">
                  <a:moveTo>
                    <a:pt x="5892" y="725"/>
                  </a:moveTo>
                  <a:cubicBezTo>
                    <a:pt x="6333" y="725"/>
                    <a:pt x="6743" y="1008"/>
                    <a:pt x="6900" y="1449"/>
                  </a:cubicBezTo>
                  <a:lnTo>
                    <a:pt x="8349" y="1449"/>
                  </a:lnTo>
                  <a:cubicBezTo>
                    <a:pt x="9106" y="1449"/>
                    <a:pt x="9736" y="2079"/>
                    <a:pt x="9736" y="2835"/>
                  </a:cubicBezTo>
                  <a:cubicBezTo>
                    <a:pt x="9736" y="3214"/>
                    <a:pt x="9578" y="3529"/>
                    <a:pt x="9295" y="3812"/>
                  </a:cubicBezTo>
                  <a:cubicBezTo>
                    <a:pt x="9326" y="3938"/>
                    <a:pt x="9358" y="4096"/>
                    <a:pt x="9358" y="4190"/>
                  </a:cubicBezTo>
                  <a:cubicBezTo>
                    <a:pt x="9358" y="4600"/>
                    <a:pt x="9200" y="4915"/>
                    <a:pt x="8948" y="5198"/>
                  </a:cubicBezTo>
                  <a:cubicBezTo>
                    <a:pt x="8980" y="5324"/>
                    <a:pt x="9011" y="5450"/>
                    <a:pt x="9011" y="5576"/>
                  </a:cubicBezTo>
                  <a:cubicBezTo>
                    <a:pt x="9011" y="6333"/>
                    <a:pt x="8381" y="6963"/>
                    <a:pt x="7625" y="6963"/>
                  </a:cubicBezTo>
                  <a:cubicBezTo>
                    <a:pt x="7436" y="6963"/>
                    <a:pt x="7278" y="6805"/>
                    <a:pt x="7278" y="6616"/>
                  </a:cubicBezTo>
                  <a:cubicBezTo>
                    <a:pt x="7278" y="6427"/>
                    <a:pt x="7436" y="6269"/>
                    <a:pt x="7625" y="6269"/>
                  </a:cubicBezTo>
                  <a:cubicBezTo>
                    <a:pt x="8034" y="6269"/>
                    <a:pt x="8349" y="5954"/>
                    <a:pt x="8349" y="5545"/>
                  </a:cubicBezTo>
                  <a:cubicBezTo>
                    <a:pt x="8349" y="5167"/>
                    <a:pt x="8034" y="4852"/>
                    <a:pt x="7625" y="4852"/>
                  </a:cubicBezTo>
                  <a:lnTo>
                    <a:pt x="6932" y="4852"/>
                  </a:lnTo>
                  <a:lnTo>
                    <a:pt x="6932" y="7593"/>
                  </a:lnTo>
                  <a:lnTo>
                    <a:pt x="7940" y="7593"/>
                  </a:lnTo>
                  <a:cubicBezTo>
                    <a:pt x="8538" y="7593"/>
                    <a:pt x="8980" y="8065"/>
                    <a:pt x="8980" y="8632"/>
                  </a:cubicBezTo>
                  <a:cubicBezTo>
                    <a:pt x="8980" y="9105"/>
                    <a:pt x="8664" y="9514"/>
                    <a:pt x="8192" y="9609"/>
                  </a:cubicBezTo>
                  <a:cubicBezTo>
                    <a:pt x="7562" y="9767"/>
                    <a:pt x="7058" y="10145"/>
                    <a:pt x="6680" y="10586"/>
                  </a:cubicBezTo>
                  <a:cubicBezTo>
                    <a:pt x="6459" y="10869"/>
                    <a:pt x="6176" y="11027"/>
                    <a:pt x="5861" y="11027"/>
                  </a:cubicBezTo>
                  <a:cubicBezTo>
                    <a:pt x="5545" y="11027"/>
                    <a:pt x="5230" y="10869"/>
                    <a:pt x="5041" y="10586"/>
                  </a:cubicBezTo>
                  <a:cubicBezTo>
                    <a:pt x="4695" y="10113"/>
                    <a:pt x="4128" y="9767"/>
                    <a:pt x="3529" y="9609"/>
                  </a:cubicBezTo>
                  <a:cubicBezTo>
                    <a:pt x="3057" y="9483"/>
                    <a:pt x="2742" y="9042"/>
                    <a:pt x="2742" y="8569"/>
                  </a:cubicBezTo>
                  <a:cubicBezTo>
                    <a:pt x="2742" y="8002"/>
                    <a:pt x="3214" y="7561"/>
                    <a:pt x="3781" y="7561"/>
                  </a:cubicBezTo>
                  <a:lnTo>
                    <a:pt x="4789" y="7561"/>
                  </a:lnTo>
                  <a:lnTo>
                    <a:pt x="4789" y="4789"/>
                  </a:lnTo>
                  <a:lnTo>
                    <a:pt x="4096" y="4789"/>
                  </a:lnTo>
                  <a:cubicBezTo>
                    <a:pt x="3687" y="4789"/>
                    <a:pt x="3372" y="5104"/>
                    <a:pt x="3372" y="5513"/>
                  </a:cubicBezTo>
                  <a:cubicBezTo>
                    <a:pt x="3372" y="5891"/>
                    <a:pt x="3687" y="6206"/>
                    <a:pt x="4096" y="6206"/>
                  </a:cubicBezTo>
                  <a:cubicBezTo>
                    <a:pt x="4285" y="6206"/>
                    <a:pt x="4443" y="6364"/>
                    <a:pt x="4443" y="6553"/>
                  </a:cubicBezTo>
                  <a:cubicBezTo>
                    <a:pt x="4443" y="6774"/>
                    <a:pt x="4285" y="6931"/>
                    <a:pt x="4096" y="6931"/>
                  </a:cubicBezTo>
                  <a:cubicBezTo>
                    <a:pt x="3340" y="6931"/>
                    <a:pt x="2710" y="6301"/>
                    <a:pt x="2710" y="5545"/>
                  </a:cubicBezTo>
                  <a:cubicBezTo>
                    <a:pt x="2710" y="5387"/>
                    <a:pt x="2742" y="5261"/>
                    <a:pt x="2805" y="5135"/>
                  </a:cubicBezTo>
                  <a:cubicBezTo>
                    <a:pt x="2521" y="4883"/>
                    <a:pt x="2363" y="4568"/>
                    <a:pt x="2363" y="4159"/>
                  </a:cubicBezTo>
                  <a:cubicBezTo>
                    <a:pt x="2363" y="4001"/>
                    <a:pt x="2395" y="3875"/>
                    <a:pt x="2426" y="3781"/>
                  </a:cubicBezTo>
                  <a:cubicBezTo>
                    <a:pt x="2174" y="3497"/>
                    <a:pt x="2017" y="3182"/>
                    <a:pt x="2017" y="2772"/>
                  </a:cubicBezTo>
                  <a:cubicBezTo>
                    <a:pt x="2080" y="2048"/>
                    <a:pt x="2710" y="1449"/>
                    <a:pt x="3466" y="1449"/>
                  </a:cubicBezTo>
                  <a:lnTo>
                    <a:pt x="4915" y="1449"/>
                  </a:lnTo>
                  <a:cubicBezTo>
                    <a:pt x="5073" y="1040"/>
                    <a:pt x="5419" y="725"/>
                    <a:pt x="5892" y="725"/>
                  </a:cubicBezTo>
                  <a:close/>
                  <a:moveTo>
                    <a:pt x="1009" y="0"/>
                  </a:moveTo>
                  <a:cubicBezTo>
                    <a:pt x="473" y="32"/>
                    <a:pt x="1" y="504"/>
                    <a:pt x="1" y="1040"/>
                  </a:cubicBezTo>
                  <a:lnTo>
                    <a:pt x="1" y="10838"/>
                  </a:lnTo>
                  <a:cubicBezTo>
                    <a:pt x="1" y="11405"/>
                    <a:pt x="473" y="11846"/>
                    <a:pt x="1009" y="11846"/>
                  </a:cubicBezTo>
                  <a:lnTo>
                    <a:pt x="10807" y="11846"/>
                  </a:lnTo>
                  <a:cubicBezTo>
                    <a:pt x="11374" y="11846"/>
                    <a:pt x="11815" y="11373"/>
                    <a:pt x="11815" y="10775"/>
                  </a:cubicBezTo>
                  <a:lnTo>
                    <a:pt x="11815" y="1071"/>
                  </a:lnTo>
                  <a:cubicBezTo>
                    <a:pt x="11815" y="504"/>
                    <a:pt x="11342" y="32"/>
                    <a:pt x="10807" y="32"/>
                  </a:cubicBezTo>
                  <a:lnTo>
                    <a:pt x="100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211" name="Google Shape;6211;p71"/>
            <p:cNvSpPr/>
            <p:nvPr/>
          </p:nvSpPr>
          <p:spPr>
            <a:xfrm>
              <a:off x="-23070825" y="3975525"/>
              <a:ext cx="43325" cy="26800"/>
            </a:xfrm>
            <a:custGeom>
              <a:avLst/>
              <a:gdLst/>
              <a:ahLst/>
              <a:cxnLst/>
              <a:rect l="l" t="t" r="r" b="b"/>
              <a:pathLst>
                <a:path w="1733" h="1072" extrusionOk="0">
                  <a:moveTo>
                    <a:pt x="0" y="0"/>
                  </a:moveTo>
                  <a:lnTo>
                    <a:pt x="0" y="725"/>
                  </a:lnTo>
                  <a:lnTo>
                    <a:pt x="725" y="725"/>
                  </a:lnTo>
                  <a:cubicBezTo>
                    <a:pt x="748" y="722"/>
                    <a:pt x="772" y="721"/>
                    <a:pt x="795" y="721"/>
                  </a:cubicBezTo>
                  <a:cubicBezTo>
                    <a:pt x="1086" y="721"/>
                    <a:pt x="1374" y="896"/>
                    <a:pt x="1607" y="1071"/>
                  </a:cubicBezTo>
                  <a:cubicBezTo>
                    <a:pt x="1701" y="945"/>
                    <a:pt x="1733" y="819"/>
                    <a:pt x="1733" y="725"/>
                  </a:cubicBezTo>
                  <a:cubicBezTo>
                    <a:pt x="1733" y="315"/>
                    <a:pt x="1418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212" name="Google Shape;6212;p71"/>
            <p:cNvSpPr/>
            <p:nvPr/>
          </p:nvSpPr>
          <p:spPr>
            <a:xfrm>
              <a:off x="-23158250" y="4097600"/>
              <a:ext cx="121300" cy="52000"/>
            </a:xfrm>
            <a:custGeom>
              <a:avLst/>
              <a:gdLst/>
              <a:ahLst/>
              <a:cxnLst/>
              <a:rect l="l" t="t" r="r" b="b"/>
              <a:pathLst>
                <a:path w="4852" h="2080" extrusionOk="0">
                  <a:moveTo>
                    <a:pt x="315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662"/>
                    <a:pt x="284" y="693"/>
                  </a:cubicBezTo>
                  <a:cubicBezTo>
                    <a:pt x="1008" y="914"/>
                    <a:pt x="1701" y="1355"/>
                    <a:pt x="2174" y="1922"/>
                  </a:cubicBezTo>
                  <a:cubicBezTo>
                    <a:pt x="2205" y="2017"/>
                    <a:pt x="2269" y="2080"/>
                    <a:pt x="2426" y="2080"/>
                  </a:cubicBezTo>
                  <a:cubicBezTo>
                    <a:pt x="2584" y="2080"/>
                    <a:pt x="2678" y="2017"/>
                    <a:pt x="2710" y="1922"/>
                  </a:cubicBezTo>
                  <a:cubicBezTo>
                    <a:pt x="3151" y="1355"/>
                    <a:pt x="3812" y="882"/>
                    <a:pt x="4568" y="662"/>
                  </a:cubicBezTo>
                  <a:cubicBezTo>
                    <a:pt x="4726" y="630"/>
                    <a:pt x="4852" y="504"/>
                    <a:pt x="4852" y="347"/>
                  </a:cubicBezTo>
                  <a:cubicBezTo>
                    <a:pt x="4852" y="158"/>
                    <a:pt x="4694" y="0"/>
                    <a:pt x="4474" y="0"/>
                  </a:cubicBezTo>
                  <a:lnTo>
                    <a:pt x="3371" y="0"/>
                  </a:lnTo>
                  <a:cubicBezTo>
                    <a:pt x="3214" y="410"/>
                    <a:pt x="2867" y="725"/>
                    <a:pt x="2395" y="725"/>
                  </a:cubicBezTo>
                  <a:cubicBezTo>
                    <a:pt x="1922" y="725"/>
                    <a:pt x="1575" y="441"/>
                    <a:pt x="14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213" name="Google Shape;6213;p71"/>
            <p:cNvSpPr/>
            <p:nvPr/>
          </p:nvSpPr>
          <p:spPr>
            <a:xfrm>
              <a:off x="-23176375" y="3940850"/>
              <a:ext cx="52800" cy="26825"/>
            </a:xfrm>
            <a:custGeom>
              <a:avLst/>
              <a:gdLst/>
              <a:ahLst/>
              <a:cxnLst/>
              <a:rect l="l" t="t" r="r" b="b"/>
              <a:pathLst>
                <a:path w="2112" h="1073" extrusionOk="0">
                  <a:moveTo>
                    <a:pt x="725" y="1"/>
                  </a:moveTo>
                  <a:cubicBezTo>
                    <a:pt x="316" y="1"/>
                    <a:pt x="1" y="316"/>
                    <a:pt x="1" y="725"/>
                  </a:cubicBezTo>
                  <a:cubicBezTo>
                    <a:pt x="1" y="851"/>
                    <a:pt x="64" y="978"/>
                    <a:pt x="127" y="1072"/>
                  </a:cubicBezTo>
                  <a:cubicBezTo>
                    <a:pt x="410" y="883"/>
                    <a:pt x="725" y="725"/>
                    <a:pt x="1072" y="725"/>
                  </a:cubicBezTo>
                  <a:lnTo>
                    <a:pt x="2111" y="725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214" name="Google Shape;6214;p71"/>
            <p:cNvSpPr/>
            <p:nvPr/>
          </p:nvSpPr>
          <p:spPr>
            <a:xfrm>
              <a:off x="-23166125" y="3976300"/>
              <a:ext cx="44125" cy="26800"/>
            </a:xfrm>
            <a:custGeom>
              <a:avLst/>
              <a:gdLst/>
              <a:ahLst/>
              <a:cxnLst/>
              <a:rect l="l" t="t" r="r" b="b"/>
              <a:pathLst>
                <a:path w="1765" h="1072" extrusionOk="0">
                  <a:moveTo>
                    <a:pt x="693" y="1"/>
                  </a:moveTo>
                  <a:cubicBezTo>
                    <a:pt x="315" y="1"/>
                    <a:pt x="0" y="316"/>
                    <a:pt x="0" y="725"/>
                  </a:cubicBezTo>
                  <a:cubicBezTo>
                    <a:pt x="0" y="851"/>
                    <a:pt x="32" y="1009"/>
                    <a:pt x="126" y="1072"/>
                  </a:cubicBezTo>
                  <a:cubicBezTo>
                    <a:pt x="347" y="820"/>
                    <a:pt x="693" y="725"/>
                    <a:pt x="1071" y="725"/>
                  </a:cubicBezTo>
                  <a:lnTo>
                    <a:pt x="1764" y="725"/>
                  </a:lnTo>
                  <a:lnTo>
                    <a:pt x="176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6215" name="Google Shape;6215;p71"/>
          <p:cNvSpPr/>
          <p:nvPr/>
        </p:nvSpPr>
        <p:spPr>
          <a:xfrm>
            <a:off x="4959151" y="3859679"/>
            <a:ext cx="265340" cy="265318"/>
          </a:xfrm>
          <a:custGeom>
            <a:avLst/>
            <a:gdLst/>
            <a:ahLst/>
            <a:cxnLst/>
            <a:rect l="l" t="t" r="r" b="b"/>
            <a:pathLst>
              <a:path w="11879" h="11878" extrusionOk="0">
                <a:moveTo>
                  <a:pt x="5451" y="6995"/>
                </a:moveTo>
                <a:lnTo>
                  <a:pt x="5451" y="7688"/>
                </a:lnTo>
                <a:lnTo>
                  <a:pt x="4443" y="7688"/>
                </a:lnTo>
                <a:cubicBezTo>
                  <a:pt x="4223" y="7688"/>
                  <a:pt x="4065" y="7530"/>
                  <a:pt x="4065" y="7341"/>
                </a:cubicBezTo>
                <a:cubicBezTo>
                  <a:pt x="4065" y="7152"/>
                  <a:pt x="4223" y="6995"/>
                  <a:pt x="4443" y="6995"/>
                </a:cubicBezTo>
                <a:close/>
                <a:moveTo>
                  <a:pt x="6491" y="8349"/>
                </a:moveTo>
                <a:lnTo>
                  <a:pt x="6491" y="8381"/>
                </a:lnTo>
                <a:cubicBezTo>
                  <a:pt x="6680" y="8381"/>
                  <a:pt x="6837" y="8538"/>
                  <a:pt x="6837" y="8727"/>
                </a:cubicBezTo>
                <a:cubicBezTo>
                  <a:pt x="6837" y="8916"/>
                  <a:pt x="6680" y="9074"/>
                  <a:pt x="6491" y="9074"/>
                </a:cubicBezTo>
                <a:lnTo>
                  <a:pt x="6113" y="9074"/>
                </a:lnTo>
                <a:lnTo>
                  <a:pt x="6113" y="8349"/>
                </a:lnTo>
                <a:close/>
                <a:moveTo>
                  <a:pt x="5451" y="9736"/>
                </a:moveTo>
                <a:lnTo>
                  <a:pt x="5451" y="10460"/>
                </a:lnTo>
                <a:lnTo>
                  <a:pt x="5105" y="10460"/>
                </a:lnTo>
                <a:cubicBezTo>
                  <a:pt x="4916" y="10460"/>
                  <a:pt x="4758" y="10303"/>
                  <a:pt x="4758" y="10114"/>
                </a:cubicBezTo>
                <a:cubicBezTo>
                  <a:pt x="4758" y="9893"/>
                  <a:pt x="4916" y="9736"/>
                  <a:pt x="5105" y="9736"/>
                </a:cubicBezTo>
                <a:close/>
                <a:moveTo>
                  <a:pt x="5861" y="1"/>
                </a:moveTo>
                <a:cubicBezTo>
                  <a:pt x="5262" y="1"/>
                  <a:pt x="4821" y="473"/>
                  <a:pt x="4821" y="1040"/>
                </a:cubicBezTo>
                <a:cubicBezTo>
                  <a:pt x="4821" y="1481"/>
                  <a:pt x="5105" y="1859"/>
                  <a:pt x="5546" y="2017"/>
                </a:cubicBezTo>
                <a:lnTo>
                  <a:pt x="5546" y="3340"/>
                </a:lnTo>
                <a:cubicBezTo>
                  <a:pt x="4441" y="2451"/>
                  <a:pt x="3936" y="2115"/>
                  <a:pt x="3379" y="2115"/>
                </a:cubicBezTo>
                <a:cubicBezTo>
                  <a:pt x="3285" y="2115"/>
                  <a:pt x="3189" y="2125"/>
                  <a:pt x="3088" y="2143"/>
                </a:cubicBezTo>
                <a:cubicBezTo>
                  <a:pt x="2584" y="2237"/>
                  <a:pt x="2301" y="2679"/>
                  <a:pt x="2080" y="3183"/>
                </a:cubicBezTo>
                <a:cubicBezTo>
                  <a:pt x="1734" y="3750"/>
                  <a:pt x="1324" y="4506"/>
                  <a:pt x="221" y="4947"/>
                </a:cubicBezTo>
                <a:cubicBezTo>
                  <a:pt x="64" y="5010"/>
                  <a:pt x="1" y="5167"/>
                  <a:pt x="32" y="5325"/>
                </a:cubicBezTo>
                <a:cubicBezTo>
                  <a:pt x="64" y="5482"/>
                  <a:pt x="190" y="5608"/>
                  <a:pt x="379" y="5608"/>
                </a:cubicBezTo>
                <a:lnTo>
                  <a:pt x="1104" y="5608"/>
                </a:lnTo>
                <a:cubicBezTo>
                  <a:pt x="1104" y="5608"/>
                  <a:pt x="2584" y="5577"/>
                  <a:pt x="3372" y="3750"/>
                </a:cubicBezTo>
                <a:cubicBezTo>
                  <a:pt x="3446" y="3626"/>
                  <a:pt x="3579" y="3541"/>
                  <a:pt x="3724" y="3541"/>
                </a:cubicBezTo>
                <a:cubicBezTo>
                  <a:pt x="3764" y="3541"/>
                  <a:pt x="3804" y="3547"/>
                  <a:pt x="3844" y="3561"/>
                </a:cubicBezTo>
                <a:cubicBezTo>
                  <a:pt x="4002" y="3655"/>
                  <a:pt x="4128" y="3844"/>
                  <a:pt x="4034" y="4033"/>
                </a:cubicBezTo>
                <a:cubicBezTo>
                  <a:pt x="3718" y="4789"/>
                  <a:pt x="3309" y="5293"/>
                  <a:pt x="2868" y="5640"/>
                </a:cubicBezTo>
                <a:lnTo>
                  <a:pt x="3655" y="5640"/>
                </a:lnTo>
                <a:cubicBezTo>
                  <a:pt x="3971" y="5388"/>
                  <a:pt x="4254" y="5010"/>
                  <a:pt x="4254" y="4632"/>
                </a:cubicBezTo>
                <a:cubicBezTo>
                  <a:pt x="4254" y="4443"/>
                  <a:pt x="4412" y="4285"/>
                  <a:pt x="4601" y="4285"/>
                </a:cubicBezTo>
                <a:cubicBezTo>
                  <a:pt x="4790" y="4285"/>
                  <a:pt x="4947" y="4443"/>
                  <a:pt x="4947" y="4632"/>
                </a:cubicBezTo>
                <a:cubicBezTo>
                  <a:pt x="4947" y="5010"/>
                  <a:pt x="4821" y="5388"/>
                  <a:pt x="4601" y="5640"/>
                </a:cubicBezTo>
                <a:lnTo>
                  <a:pt x="5609" y="5640"/>
                </a:lnTo>
                <a:lnTo>
                  <a:pt x="5609" y="6365"/>
                </a:lnTo>
                <a:lnTo>
                  <a:pt x="4601" y="6365"/>
                </a:lnTo>
                <a:cubicBezTo>
                  <a:pt x="4002" y="6365"/>
                  <a:pt x="3561" y="6837"/>
                  <a:pt x="3561" y="7373"/>
                </a:cubicBezTo>
                <a:cubicBezTo>
                  <a:pt x="3561" y="7971"/>
                  <a:pt x="4034" y="8412"/>
                  <a:pt x="4601" y="8412"/>
                </a:cubicBezTo>
                <a:lnTo>
                  <a:pt x="5609" y="8412"/>
                </a:lnTo>
                <a:lnTo>
                  <a:pt x="5609" y="9106"/>
                </a:lnTo>
                <a:lnTo>
                  <a:pt x="5262" y="9106"/>
                </a:lnTo>
                <a:cubicBezTo>
                  <a:pt x="4664" y="9106"/>
                  <a:pt x="4254" y="9578"/>
                  <a:pt x="4254" y="10145"/>
                </a:cubicBezTo>
                <a:cubicBezTo>
                  <a:pt x="4254" y="10744"/>
                  <a:pt x="4727" y="11153"/>
                  <a:pt x="5262" y="11153"/>
                </a:cubicBezTo>
                <a:lnTo>
                  <a:pt x="5609" y="11153"/>
                </a:lnTo>
                <a:lnTo>
                  <a:pt x="5609" y="11531"/>
                </a:lnTo>
                <a:cubicBezTo>
                  <a:pt x="5609" y="11720"/>
                  <a:pt x="5766" y="11878"/>
                  <a:pt x="5987" y="11878"/>
                </a:cubicBezTo>
                <a:cubicBezTo>
                  <a:pt x="6176" y="11878"/>
                  <a:pt x="6333" y="11720"/>
                  <a:pt x="6333" y="11531"/>
                </a:cubicBezTo>
                <a:lnTo>
                  <a:pt x="6333" y="11153"/>
                </a:lnTo>
                <a:lnTo>
                  <a:pt x="6680" y="11153"/>
                </a:lnTo>
                <a:cubicBezTo>
                  <a:pt x="6869" y="11153"/>
                  <a:pt x="7026" y="10996"/>
                  <a:pt x="7026" y="10807"/>
                </a:cubicBezTo>
                <a:cubicBezTo>
                  <a:pt x="7026" y="10618"/>
                  <a:pt x="6869" y="10460"/>
                  <a:pt x="6680" y="10460"/>
                </a:cubicBezTo>
                <a:lnTo>
                  <a:pt x="6333" y="10460"/>
                </a:lnTo>
                <a:lnTo>
                  <a:pt x="6333" y="9736"/>
                </a:lnTo>
                <a:lnTo>
                  <a:pt x="6680" y="9736"/>
                </a:lnTo>
                <a:cubicBezTo>
                  <a:pt x="7279" y="9736"/>
                  <a:pt x="7720" y="9263"/>
                  <a:pt x="7720" y="8727"/>
                </a:cubicBezTo>
                <a:cubicBezTo>
                  <a:pt x="7720" y="8129"/>
                  <a:pt x="7247" y="7688"/>
                  <a:pt x="6680" y="7688"/>
                </a:cubicBezTo>
                <a:lnTo>
                  <a:pt x="6333" y="7688"/>
                </a:lnTo>
                <a:lnTo>
                  <a:pt x="6333" y="6995"/>
                </a:lnTo>
                <a:lnTo>
                  <a:pt x="7342" y="6995"/>
                </a:lnTo>
                <a:cubicBezTo>
                  <a:pt x="7751" y="6995"/>
                  <a:pt x="8098" y="6743"/>
                  <a:pt x="8255" y="6428"/>
                </a:cubicBezTo>
                <a:cubicBezTo>
                  <a:pt x="8066" y="6333"/>
                  <a:pt x="7877" y="6176"/>
                  <a:pt x="7657" y="6018"/>
                </a:cubicBezTo>
                <a:cubicBezTo>
                  <a:pt x="7625" y="6176"/>
                  <a:pt x="7499" y="6270"/>
                  <a:pt x="7310" y="6270"/>
                </a:cubicBezTo>
                <a:lnTo>
                  <a:pt x="6302" y="6270"/>
                </a:lnTo>
                <a:lnTo>
                  <a:pt x="6302" y="5577"/>
                </a:lnTo>
                <a:lnTo>
                  <a:pt x="7310" y="5577"/>
                </a:lnTo>
                <a:cubicBezTo>
                  <a:pt x="7121" y="5262"/>
                  <a:pt x="6963" y="4947"/>
                  <a:pt x="6963" y="4537"/>
                </a:cubicBezTo>
                <a:cubicBezTo>
                  <a:pt x="6963" y="4348"/>
                  <a:pt x="7121" y="4191"/>
                  <a:pt x="7310" y="4191"/>
                </a:cubicBezTo>
                <a:cubicBezTo>
                  <a:pt x="7499" y="4191"/>
                  <a:pt x="7657" y="4348"/>
                  <a:pt x="7657" y="4537"/>
                </a:cubicBezTo>
                <a:cubicBezTo>
                  <a:pt x="7657" y="4978"/>
                  <a:pt x="7940" y="5293"/>
                  <a:pt x="8255" y="5577"/>
                </a:cubicBezTo>
                <a:lnTo>
                  <a:pt x="9043" y="5577"/>
                </a:lnTo>
                <a:cubicBezTo>
                  <a:pt x="8602" y="5230"/>
                  <a:pt x="8224" y="4758"/>
                  <a:pt x="7877" y="3970"/>
                </a:cubicBezTo>
                <a:cubicBezTo>
                  <a:pt x="7783" y="3813"/>
                  <a:pt x="7877" y="3561"/>
                  <a:pt x="8066" y="3498"/>
                </a:cubicBezTo>
                <a:cubicBezTo>
                  <a:pt x="8108" y="3472"/>
                  <a:pt x="8155" y="3461"/>
                  <a:pt x="8203" y="3461"/>
                </a:cubicBezTo>
                <a:cubicBezTo>
                  <a:pt x="8333" y="3461"/>
                  <a:pt x="8470" y="3548"/>
                  <a:pt x="8539" y="3687"/>
                </a:cubicBezTo>
                <a:cubicBezTo>
                  <a:pt x="9326" y="5545"/>
                  <a:pt x="10807" y="5545"/>
                  <a:pt x="10807" y="5545"/>
                </a:cubicBezTo>
                <a:lnTo>
                  <a:pt x="11532" y="5545"/>
                </a:lnTo>
                <a:cubicBezTo>
                  <a:pt x="11689" y="5545"/>
                  <a:pt x="11847" y="5419"/>
                  <a:pt x="11878" y="5262"/>
                </a:cubicBezTo>
                <a:cubicBezTo>
                  <a:pt x="11721" y="5167"/>
                  <a:pt x="11626" y="5010"/>
                  <a:pt x="11469" y="4947"/>
                </a:cubicBezTo>
                <a:cubicBezTo>
                  <a:pt x="10366" y="4506"/>
                  <a:pt x="9988" y="3750"/>
                  <a:pt x="9641" y="3183"/>
                </a:cubicBezTo>
                <a:cubicBezTo>
                  <a:pt x="9358" y="2710"/>
                  <a:pt x="9106" y="2269"/>
                  <a:pt x="8602" y="2143"/>
                </a:cubicBezTo>
                <a:cubicBezTo>
                  <a:pt x="8535" y="2127"/>
                  <a:pt x="8466" y="2119"/>
                  <a:pt x="8393" y="2119"/>
                </a:cubicBezTo>
                <a:cubicBezTo>
                  <a:pt x="7880" y="2119"/>
                  <a:pt x="7197" y="2512"/>
                  <a:pt x="6176" y="3340"/>
                </a:cubicBezTo>
                <a:lnTo>
                  <a:pt x="6176" y="2017"/>
                </a:lnTo>
                <a:cubicBezTo>
                  <a:pt x="6554" y="1859"/>
                  <a:pt x="6869" y="1513"/>
                  <a:pt x="6869" y="1040"/>
                </a:cubicBezTo>
                <a:cubicBezTo>
                  <a:pt x="6869" y="442"/>
                  <a:pt x="6396" y="1"/>
                  <a:pt x="5861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5" name="Google Shape;7795;p69"/>
          <p:cNvSpPr txBox="1">
            <a:spLocks noGrp="1"/>
          </p:cNvSpPr>
          <p:nvPr>
            <p:ph type="title" idx="4294967295"/>
          </p:nvPr>
        </p:nvSpPr>
        <p:spPr>
          <a:xfrm>
            <a:off x="637256" y="1353881"/>
            <a:ext cx="2611575" cy="361800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Educational I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6" name="Google Shape;7796;p69"/>
          <p:cNvSpPr txBox="1">
            <a:spLocks noGrp="1"/>
          </p:cNvSpPr>
          <p:nvPr>
            <p:ph type="title" idx="4294967295"/>
          </p:nvPr>
        </p:nvSpPr>
        <p:spPr>
          <a:xfrm>
            <a:off x="3643800" y="1353881"/>
            <a:ext cx="2611575" cy="361800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Medical Icons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97" name="Google Shape;7797;p69"/>
          <p:cNvGrpSpPr/>
          <p:nvPr/>
        </p:nvGrpSpPr>
        <p:grpSpPr>
          <a:xfrm>
            <a:off x="2283892" y="2125949"/>
            <a:ext cx="292051" cy="280840"/>
            <a:chOff x="3045189" y="1977348"/>
            <a:chExt cx="389401" cy="374453"/>
          </a:xfrm>
        </p:grpSpPr>
        <p:sp>
          <p:nvSpPr>
            <p:cNvPr id="7798" name="Google Shape;7798;p69"/>
            <p:cNvSpPr/>
            <p:nvPr/>
          </p:nvSpPr>
          <p:spPr>
            <a:xfrm>
              <a:off x="3052494" y="2027117"/>
              <a:ext cx="331910" cy="318454"/>
            </a:xfrm>
            <a:custGeom>
              <a:avLst/>
              <a:gdLst/>
              <a:ahLst/>
              <a:cxnLst/>
              <a:rect l="l" t="t" r="r" b="b"/>
              <a:pathLst>
                <a:path w="12678" h="12164" extrusionOk="0">
                  <a:moveTo>
                    <a:pt x="5222" y="1"/>
                  </a:moveTo>
                  <a:lnTo>
                    <a:pt x="2061" y="3167"/>
                  </a:lnTo>
                  <a:cubicBezTo>
                    <a:pt x="0" y="5223"/>
                    <a:pt x="0" y="8561"/>
                    <a:pt x="2061" y="10618"/>
                  </a:cubicBezTo>
                  <a:cubicBezTo>
                    <a:pt x="3090" y="11649"/>
                    <a:pt x="4439" y="12164"/>
                    <a:pt x="5789" y="12164"/>
                  </a:cubicBezTo>
                  <a:cubicBezTo>
                    <a:pt x="7138" y="12164"/>
                    <a:pt x="8487" y="11650"/>
                    <a:pt x="9517" y="10622"/>
                  </a:cubicBezTo>
                  <a:lnTo>
                    <a:pt x="12678" y="7457"/>
                  </a:lnTo>
                  <a:lnTo>
                    <a:pt x="11828" y="5852"/>
                  </a:lnTo>
                  <a:lnTo>
                    <a:pt x="10223" y="5002"/>
                  </a:lnTo>
                  <a:lnTo>
                    <a:pt x="7057" y="8163"/>
                  </a:lnTo>
                  <a:cubicBezTo>
                    <a:pt x="6712" y="8480"/>
                    <a:pt x="6275" y="8638"/>
                    <a:pt x="5838" y="8638"/>
                  </a:cubicBezTo>
                  <a:cubicBezTo>
                    <a:pt x="5376" y="8638"/>
                    <a:pt x="4915" y="8461"/>
                    <a:pt x="4564" y="8110"/>
                  </a:cubicBezTo>
                  <a:cubicBezTo>
                    <a:pt x="3882" y="7428"/>
                    <a:pt x="3862" y="6328"/>
                    <a:pt x="4516" y="5617"/>
                  </a:cubicBezTo>
                  <a:lnTo>
                    <a:pt x="7677" y="2456"/>
                  </a:lnTo>
                  <a:lnTo>
                    <a:pt x="6827" y="851"/>
                  </a:lnTo>
                  <a:lnTo>
                    <a:pt x="5222" y="1"/>
                  </a:lnTo>
                  <a:close/>
                </a:path>
              </a:pathLst>
            </a:custGeom>
            <a:solidFill>
              <a:srgbClr val="94A5B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799" name="Google Shape;7799;p69"/>
            <p:cNvSpPr/>
            <p:nvPr/>
          </p:nvSpPr>
          <p:spPr>
            <a:xfrm>
              <a:off x="3189075" y="1982611"/>
              <a:ext cx="108804" cy="108673"/>
            </a:xfrm>
            <a:custGeom>
              <a:avLst/>
              <a:gdLst/>
              <a:ahLst/>
              <a:cxnLst/>
              <a:rect l="l" t="t" r="r" b="b"/>
              <a:pathLst>
                <a:path w="4156" h="4151" extrusionOk="0">
                  <a:moveTo>
                    <a:pt x="1701" y="0"/>
                  </a:moveTo>
                  <a:lnTo>
                    <a:pt x="0" y="1701"/>
                  </a:lnTo>
                  <a:lnTo>
                    <a:pt x="2455" y="4151"/>
                  </a:lnTo>
                  <a:lnTo>
                    <a:pt x="4156" y="2455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rgbClr val="EAEFF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00" name="Google Shape;7800;p69"/>
            <p:cNvSpPr/>
            <p:nvPr/>
          </p:nvSpPr>
          <p:spPr>
            <a:xfrm>
              <a:off x="3320132" y="2113537"/>
              <a:ext cx="108673" cy="108804"/>
            </a:xfrm>
            <a:custGeom>
              <a:avLst/>
              <a:gdLst/>
              <a:ahLst/>
              <a:cxnLst/>
              <a:rect l="l" t="t" r="r" b="b"/>
              <a:pathLst>
                <a:path w="4151" h="4156" extrusionOk="0">
                  <a:moveTo>
                    <a:pt x="1701" y="0"/>
                  </a:moveTo>
                  <a:lnTo>
                    <a:pt x="0" y="1701"/>
                  </a:lnTo>
                  <a:lnTo>
                    <a:pt x="2450" y="4156"/>
                  </a:lnTo>
                  <a:lnTo>
                    <a:pt x="4151" y="2455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01" name="Google Shape;7801;p69"/>
            <p:cNvSpPr/>
            <p:nvPr/>
          </p:nvSpPr>
          <p:spPr>
            <a:xfrm>
              <a:off x="3045189" y="1977348"/>
              <a:ext cx="389401" cy="374453"/>
            </a:xfrm>
            <a:custGeom>
              <a:avLst/>
              <a:gdLst/>
              <a:ahLst/>
              <a:cxnLst/>
              <a:rect l="l" t="t" r="r" b="b"/>
              <a:pathLst>
                <a:path w="14874" h="14303" extrusionOk="0">
                  <a:moveTo>
                    <a:pt x="7197" y="485"/>
                  </a:moveTo>
                  <a:lnTo>
                    <a:pt x="9368" y="2656"/>
                  </a:lnTo>
                  <a:lnTo>
                    <a:pt x="7951" y="4073"/>
                  </a:lnTo>
                  <a:lnTo>
                    <a:pt x="5780" y="1902"/>
                  </a:lnTo>
                  <a:lnTo>
                    <a:pt x="7197" y="485"/>
                  </a:lnTo>
                  <a:close/>
                  <a:moveTo>
                    <a:pt x="5501" y="2185"/>
                  </a:moveTo>
                  <a:lnTo>
                    <a:pt x="7672" y="4352"/>
                  </a:lnTo>
                  <a:lnTo>
                    <a:pt x="4651" y="7373"/>
                  </a:lnTo>
                  <a:cubicBezTo>
                    <a:pt x="3868" y="8157"/>
                    <a:pt x="3868" y="9425"/>
                    <a:pt x="4651" y="10203"/>
                  </a:cubicBezTo>
                  <a:cubicBezTo>
                    <a:pt x="5042" y="10595"/>
                    <a:pt x="5555" y="10790"/>
                    <a:pt x="6067" y="10790"/>
                  </a:cubicBezTo>
                  <a:cubicBezTo>
                    <a:pt x="6580" y="10790"/>
                    <a:pt x="7091" y="10595"/>
                    <a:pt x="7480" y="10203"/>
                  </a:cubicBezTo>
                  <a:lnTo>
                    <a:pt x="10502" y="7186"/>
                  </a:lnTo>
                  <a:lnTo>
                    <a:pt x="11684" y="8368"/>
                  </a:lnTo>
                  <a:cubicBezTo>
                    <a:pt x="11727" y="8411"/>
                    <a:pt x="11776" y="8429"/>
                    <a:pt x="11822" y="8429"/>
                  </a:cubicBezTo>
                  <a:cubicBezTo>
                    <a:pt x="11977" y="8429"/>
                    <a:pt x="12110" y="8229"/>
                    <a:pt x="11962" y="8084"/>
                  </a:cubicBezTo>
                  <a:lnTo>
                    <a:pt x="10785" y="6907"/>
                  </a:lnTo>
                  <a:lnTo>
                    <a:pt x="12203" y="5485"/>
                  </a:lnTo>
                  <a:lnTo>
                    <a:pt x="14369" y="7657"/>
                  </a:lnTo>
                  <a:lnTo>
                    <a:pt x="12952" y="9074"/>
                  </a:lnTo>
                  <a:lnTo>
                    <a:pt x="12529" y="8647"/>
                  </a:lnTo>
                  <a:cubicBezTo>
                    <a:pt x="12486" y="8603"/>
                    <a:pt x="12438" y="8585"/>
                    <a:pt x="12391" y="8585"/>
                  </a:cubicBezTo>
                  <a:cubicBezTo>
                    <a:pt x="12236" y="8585"/>
                    <a:pt x="12102" y="8786"/>
                    <a:pt x="12246" y="8930"/>
                  </a:cubicBezTo>
                  <a:lnTo>
                    <a:pt x="12673" y="9358"/>
                  </a:lnTo>
                  <a:lnTo>
                    <a:pt x="9652" y="12374"/>
                  </a:lnTo>
                  <a:cubicBezTo>
                    <a:pt x="8659" y="13386"/>
                    <a:pt x="7347" y="13892"/>
                    <a:pt x="6035" y="13892"/>
                  </a:cubicBezTo>
                  <a:cubicBezTo>
                    <a:pt x="4736" y="13892"/>
                    <a:pt x="3437" y="13397"/>
                    <a:pt x="2446" y="12408"/>
                  </a:cubicBezTo>
                  <a:cubicBezTo>
                    <a:pt x="457" y="10414"/>
                    <a:pt x="466" y="7177"/>
                    <a:pt x="2479" y="5202"/>
                  </a:cubicBezTo>
                  <a:lnTo>
                    <a:pt x="5501" y="2185"/>
                  </a:lnTo>
                  <a:close/>
                  <a:moveTo>
                    <a:pt x="7197" y="1"/>
                  </a:moveTo>
                  <a:cubicBezTo>
                    <a:pt x="7146" y="1"/>
                    <a:pt x="7096" y="21"/>
                    <a:pt x="7058" y="62"/>
                  </a:cubicBezTo>
                  <a:lnTo>
                    <a:pt x="2196" y="4923"/>
                  </a:lnTo>
                  <a:cubicBezTo>
                    <a:pt x="20" y="7052"/>
                    <a:pt x="0" y="10549"/>
                    <a:pt x="2153" y="12701"/>
                  </a:cubicBezTo>
                  <a:cubicBezTo>
                    <a:pt x="3221" y="13769"/>
                    <a:pt x="4621" y="14303"/>
                    <a:pt x="6021" y="14303"/>
                  </a:cubicBezTo>
                  <a:cubicBezTo>
                    <a:pt x="7441" y="14303"/>
                    <a:pt x="8861" y="13754"/>
                    <a:pt x="9935" y="12658"/>
                  </a:cubicBezTo>
                  <a:lnTo>
                    <a:pt x="14797" y="7801"/>
                  </a:lnTo>
                  <a:cubicBezTo>
                    <a:pt x="14874" y="7719"/>
                    <a:pt x="14874" y="7594"/>
                    <a:pt x="14797" y="7518"/>
                  </a:cubicBezTo>
                  <a:lnTo>
                    <a:pt x="12342" y="5068"/>
                  </a:lnTo>
                  <a:cubicBezTo>
                    <a:pt x="12304" y="5027"/>
                    <a:pt x="12252" y="5006"/>
                    <a:pt x="12200" y="5006"/>
                  </a:cubicBezTo>
                  <a:cubicBezTo>
                    <a:pt x="12149" y="5006"/>
                    <a:pt x="12097" y="5027"/>
                    <a:pt x="12059" y="5068"/>
                  </a:cubicBezTo>
                  <a:lnTo>
                    <a:pt x="7197" y="9924"/>
                  </a:lnTo>
                  <a:cubicBezTo>
                    <a:pt x="6885" y="10237"/>
                    <a:pt x="6475" y="10393"/>
                    <a:pt x="6065" y="10393"/>
                  </a:cubicBezTo>
                  <a:cubicBezTo>
                    <a:pt x="5656" y="10393"/>
                    <a:pt x="5246" y="10237"/>
                    <a:pt x="4934" y="9924"/>
                  </a:cubicBezTo>
                  <a:cubicBezTo>
                    <a:pt x="4305" y="9295"/>
                    <a:pt x="4305" y="8281"/>
                    <a:pt x="4934" y="7657"/>
                  </a:cubicBezTo>
                  <a:lnTo>
                    <a:pt x="9791" y="2795"/>
                  </a:lnTo>
                  <a:cubicBezTo>
                    <a:pt x="9873" y="2718"/>
                    <a:pt x="9873" y="2593"/>
                    <a:pt x="9791" y="2517"/>
                  </a:cubicBezTo>
                  <a:lnTo>
                    <a:pt x="7341" y="62"/>
                  </a:lnTo>
                  <a:cubicBezTo>
                    <a:pt x="7300" y="21"/>
                    <a:pt x="7248" y="1"/>
                    <a:pt x="7197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02" name="Google Shape;7802;p69"/>
            <p:cNvSpPr/>
            <p:nvPr/>
          </p:nvSpPr>
          <p:spPr>
            <a:xfrm>
              <a:off x="3092968" y="2216529"/>
              <a:ext cx="11493" cy="10551"/>
            </a:xfrm>
            <a:custGeom>
              <a:avLst/>
              <a:gdLst/>
              <a:ahLst/>
              <a:cxnLst/>
              <a:rect l="l" t="t" r="r" b="b"/>
              <a:pathLst>
                <a:path w="439" h="403" extrusionOk="0">
                  <a:moveTo>
                    <a:pt x="221" y="1"/>
                  </a:moveTo>
                  <a:cubicBezTo>
                    <a:pt x="170" y="1"/>
                    <a:pt x="119" y="20"/>
                    <a:pt x="78" y="58"/>
                  </a:cubicBezTo>
                  <a:cubicBezTo>
                    <a:pt x="1" y="140"/>
                    <a:pt x="1" y="265"/>
                    <a:pt x="78" y="342"/>
                  </a:cubicBezTo>
                  <a:cubicBezTo>
                    <a:pt x="119" y="382"/>
                    <a:pt x="170" y="403"/>
                    <a:pt x="221" y="403"/>
                  </a:cubicBezTo>
                  <a:cubicBezTo>
                    <a:pt x="272" y="403"/>
                    <a:pt x="323" y="382"/>
                    <a:pt x="361" y="342"/>
                  </a:cubicBezTo>
                  <a:cubicBezTo>
                    <a:pt x="438" y="265"/>
                    <a:pt x="438" y="140"/>
                    <a:pt x="361" y="58"/>
                  </a:cubicBezTo>
                  <a:cubicBezTo>
                    <a:pt x="323" y="20"/>
                    <a:pt x="272" y="1"/>
                    <a:pt x="221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03" name="Google Shape;7803;p69"/>
            <p:cNvSpPr/>
            <p:nvPr/>
          </p:nvSpPr>
          <p:spPr>
            <a:xfrm>
              <a:off x="3092968" y="2186867"/>
              <a:ext cx="11493" cy="10577"/>
            </a:xfrm>
            <a:custGeom>
              <a:avLst/>
              <a:gdLst/>
              <a:ahLst/>
              <a:cxnLst/>
              <a:rect l="l" t="t" r="r" b="b"/>
              <a:pathLst>
                <a:path w="439" h="404" extrusionOk="0">
                  <a:moveTo>
                    <a:pt x="221" y="1"/>
                  </a:moveTo>
                  <a:cubicBezTo>
                    <a:pt x="170" y="1"/>
                    <a:pt x="119" y="21"/>
                    <a:pt x="78" y="62"/>
                  </a:cubicBezTo>
                  <a:cubicBezTo>
                    <a:pt x="1" y="139"/>
                    <a:pt x="1" y="264"/>
                    <a:pt x="78" y="346"/>
                  </a:cubicBezTo>
                  <a:cubicBezTo>
                    <a:pt x="119" y="384"/>
                    <a:pt x="170" y="403"/>
                    <a:pt x="221" y="403"/>
                  </a:cubicBezTo>
                  <a:cubicBezTo>
                    <a:pt x="272" y="403"/>
                    <a:pt x="323" y="384"/>
                    <a:pt x="361" y="346"/>
                  </a:cubicBezTo>
                  <a:cubicBezTo>
                    <a:pt x="438" y="264"/>
                    <a:pt x="438" y="139"/>
                    <a:pt x="361" y="62"/>
                  </a:cubicBezTo>
                  <a:cubicBezTo>
                    <a:pt x="323" y="21"/>
                    <a:pt x="272" y="1"/>
                    <a:pt x="221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04" name="Google Shape;7804;p69"/>
            <p:cNvSpPr/>
            <p:nvPr/>
          </p:nvSpPr>
          <p:spPr>
            <a:xfrm>
              <a:off x="3320132" y="2230876"/>
              <a:ext cx="11467" cy="10446"/>
            </a:xfrm>
            <a:custGeom>
              <a:avLst/>
              <a:gdLst/>
              <a:ahLst/>
              <a:cxnLst/>
              <a:rect l="l" t="t" r="r" b="b"/>
              <a:pathLst>
                <a:path w="438" h="399" extrusionOk="0">
                  <a:moveTo>
                    <a:pt x="217" y="0"/>
                  </a:moveTo>
                  <a:cubicBezTo>
                    <a:pt x="166" y="0"/>
                    <a:pt x="115" y="19"/>
                    <a:pt x="77" y="58"/>
                  </a:cubicBezTo>
                  <a:cubicBezTo>
                    <a:pt x="0" y="135"/>
                    <a:pt x="0" y="264"/>
                    <a:pt x="77" y="341"/>
                  </a:cubicBezTo>
                  <a:cubicBezTo>
                    <a:pt x="115" y="380"/>
                    <a:pt x="166" y="399"/>
                    <a:pt x="217" y="399"/>
                  </a:cubicBezTo>
                  <a:cubicBezTo>
                    <a:pt x="268" y="399"/>
                    <a:pt x="320" y="380"/>
                    <a:pt x="360" y="341"/>
                  </a:cubicBezTo>
                  <a:cubicBezTo>
                    <a:pt x="437" y="264"/>
                    <a:pt x="437" y="135"/>
                    <a:pt x="360" y="58"/>
                  </a:cubicBezTo>
                  <a:cubicBezTo>
                    <a:pt x="320" y="19"/>
                    <a:pt x="268" y="0"/>
                    <a:pt x="217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7805" name="Google Shape;7805;p69"/>
          <p:cNvGrpSpPr/>
          <p:nvPr/>
        </p:nvGrpSpPr>
        <p:grpSpPr>
          <a:xfrm>
            <a:off x="2271443" y="2475786"/>
            <a:ext cx="323369" cy="262363"/>
            <a:chOff x="3028591" y="2443798"/>
            <a:chExt cx="431158" cy="349817"/>
          </a:xfrm>
        </p:grpSpPr>
        <p:sp>
          <p:nvSpPr>
            <p:cNvPr id="7806" name="Google Shape;7806;p69"/>
            <p:cNvSpPr/>
            <p:nvPr/>
          </p:nvSpPr>
          <p:spPr>
            <a:xfrm>
              <a:off x="3068332" y="2658997"/>
              <a:ext cx="144278" cy="120873"/>
            </a:xfrm>
            <a:custGeom>
              <a:avLst/>
              <a:gdLst/>
              <a:ahLst/>
              <a:cxnLst/>
              <a:rect l="l" t="t" r="r" b="b"/>
              <a:pathLst>
                <a:path w="5511" h="4617" extrusionOk="0">
                  <a:moveTo>
                    <a:pt x="3443" y="603"/>
                  </a:moveTo>
                  <a:cubicBezTo>
                    <a:pt x="3643" y="603"/>
                    <a:pt x="3815" y="858"/>
                    <a:pt x="3637" y="1047"/>
                  </a:cubicBezTo>
                  <a:lnTo>
                    <a:pt x="1413" y="3276"/>
                  </a:lnTo>
                  <a:cubicBezTo>
                    <a:pt x="1356" y="3327"/>
                    <a:pt x="1295" y="3349"/>
                    <a:pt x="1235" y="3349"/>
                  </a:cubicBezTo>
                  <a:cubicBezTo>
                    <a:pt x="1032" y="3349"/>
                    <a:pt x="859" y="3095"/>
                    <a:pt x="1038" y="2902"/>
                  </a:cubicBezTo>
                  <a:lnTo>
                    <a:pt x="3267" y="677"/>
                  </a:lnTo>
                  <a:cubicBezTo>
                    <a:pt x="3323" y="625"/>
                    <a:pt x="3384" y="603"/>
                    <a:pt x="3443" y="603"/>
                  </a:cubicBezTo>
                  <a:close/>
                  <a:moveTo>
                    <a:pt x="2753" y="0"/>
                  </a:moveTo>
                  <a:cubicBezTo>
                    <a:pt x="1235" y="0"/>
                    <a:pt x="0" y="831"/>
                    <a:pt x="0" y="1859"/>
                  </a:cubicBezTo>
                  <a:cubicBezTo>
                    <a:pt x="0" y="2796"/>
                    <a:pt x="476" y="3666"/>
                    <a:pt x="1264" y="4170"/>
                  </a:cubicBezTo>
                  <a:lnTo>
                    <a:pt x="3522" y="1912"/>
                  </a:lnTo>
                  <a:cubicBezTo>
                    <a:pt x="3579" y="1860"/>
                    <a:pt x="3641" y="1837"/>
                    <a:pt x="3700" y="1837"/>
                  </a:cubicBezTo>
                  <a:cubicBezTo>
                    <a:pt x="3901" y="1837"/>
                    <a:pt x="4070" y="2093"/>
                    <a:pt x="3892" y="2282"/>
                  </a:cubicBezTo>
                  <a:lnTo>
                    <a:pt x="1754" y="4425"/>
                  </a:lnTo>
                  <a:cubicBezTo>
                    <a:pt x="2089" y="4555"/>
                    <a:pt x="2428" y="4616"/>
                    <a:pt x="2760" y="4616"/>
                  </a:cubicBezTo>
                  <a:cubicBezTo>
                    <a:pt x="4216" y="4616"/>
                    <a:pt x="5511" y="3440"/>
                    <a:pt x="5511" y="1859"/>
                  </a:cubicBezTo>
                  <a:cubicBezTo>
                    <a:pt x="5506" y="1542"/>
                    <a:pt x="5390" y="1235"/>
                    <a:pt x="5189" y="990"/>
                  </a:cubicBezTo>
                  <a:lnTo>
                    <a:pt x="4636" y="1537"/>
                  </a:lnTo>
                  <a:cubicBezTo>
                    <a:pt x="4579" y="1590"/>
                    <a:pt x="4516" y="1613"/>
                    <a:pt x="4457" y="1613"/>
                  </a:cubicBezTo>
                  <a:cubicBezTo>
                    <a:pt x="4256" y="1613"/>
                    <a:pt x="4089" y="1360"/>
                    <a:pt x="4266" y="1167"/>
                  </a:cubicBezTo>
                  <a:lnTo>
                    <a:pt x="4809" y="620"/>
                  </a:lnTo>
                  <a:cubicBezTo>
                    <a:pt x="4305" y="240"/>
                    <a:pt x="3570" y="0"/>
                    <a:pt x="2753" y="0"/>
                  </a:cubicBezTo>
                  <a:close/>
                </a:path>
              </a:pathLst>
            </a:custGeom>
            <a:solidFill>
              <a:srgbClr val="E8ECE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07" name="Google Shape;7807;p69"/>
            <p:cNvSpPr/>
            <p:nvPr/>
          </p:nvSpPr>
          <p:spPr>
            <a:xfrm>
              <a:off x="3275338" y="2658997"/>
              <a:ext cx="144304" cy="120873"/>
            </a:xfrm>
            <a:custGeom>
              <a:avLst/>
              <a:gdLst/>
              <a:ahLst/>
              <a:cxnLst/>
              <a:rect l="l" t="t" r="r" b="b"/>
              <a:pathLst>
                <a:path w="5512" h="4617" extrusionOk="0">
                  <a:moveTo>
                    <a:pt x="3440" y="605"/>
                  </a:moveTo>
                  <a:cubicBezTo>
                    <a:pt x="3641" y="605"/>
                    <a:pt x="3811" y="859"/>
                    <a:pt x="3633" y="1052"/>
                  </a:cubicBezTo>
                  <a:lnTo>
                    <a:pt x="3637" y="1052"/>
                  </a:lnTo>
                  <a:lnTo>
                    <a:pt x="1408" y="3276"/>
                  </a:lnTo>
                  <a:cubicBezTo>
                    <a:pt x="1352" y="3329"/>
                    <a:pt x="1290" y="3351"/>
                    <a:pt x="1230" y="3351"/>
                  </a:cubicBezTo>
                  <a:cubicBezTo>
                    <a:pt x="1029" y="3351"/>
                    <a:pt x="860" y="3096"/>
                    <a:pt x="1038" y="2907"/>
                  </a:cubicBezTo>
                  <a:lnTo>
                    <a:pt x="3263" y="677"/>
                  </a:lnTo>
                  <a:cubicBezTo>
                    <a:pt x="3319" y="626"/>
                    <a:pt x="3381" y="605"/>
                    <a:pt x="3440" y="605"/>
                  </a:cubicBezTo>
                  <a:close/>
                  <a:moveTo>
                    <a:pt x="2754" y="0"/>
                  </a:moveTo>
                  <a:cubicBezTo>
                    <a:pt x="1235" y="0"/>
                    <a:pt x="1" y="831"/>
                    <a:pt x="1" y="1859"/>
                  </a:cubicBezTo>
                  <a:cubicBezTo>
                    <a:pt x="1" y="2796"/>
                    <a:pt x="476" y="3666"/>
                    <a:pt x="1264" y="4170"/>
                  </a:cubicBezTo>
                  <a:lnTo>
                    <a:pt x="3522" y="1912"/>
                  </a:lnTo>
                  <a:cubicBezTo>
                    <a:pt x="3581" y="1848"/>
                    <a:pt x="3649" y="1822"/>
                    <a:pt x="3713" y="1822"/>
                  </a:cubicBezTo>
                  <a:cubicBezTo>
                    <a:pt x="3920" y="1822"/>
                    <a:pt x="4097" y="2095"/>
                    <a:pt x="3892" y="2282"/>
                  </a:cubicBezTo>
                  <a:lnTo>
                    <a:pt x="1754" y="4425"/>
                  </a:lnTo>
                  <a:cubicBezTo>
                    <a:pt x="2089" y="4555"/>
                    <a:pt x="2429" y="4616"/>
                    <a:pt x="2760" y="4616"/>
                  </a:cubicBezTo>
                  <a:cubicBezTo>
                    <a:pt x="4217" y="4616"/>
                    <a:pt x="5511" y="3440"/>
                    <a:pt x="5511" y="1859"/>
                  </a:cubicBezTo>
                  <a:cubicBezTo>
                    <a:pt x="5506" y="1542"/>
                    <a:pt x="5391" y="1235"/>
                    <a:pt x="5189" y="990"/>
                  </a:cubicBezTo>
                  <a:lnTo>
                    <a:pt x="4637" y="1537"/>
                  </a:lnTo>
                  <a:cubicBezTo>
                    <a:pt x="4577" y="1602"/>
                    <a:pt x="4509" y="1628"/>
                    <a:pt x="4445" y="1628"/>
                  </a:cubicBezTo>
                  <a:cubicBezTo>
                    <a:pt x="4238" y="1628"/>
                    <a:pt x="4062" y="1358"/>
                    <a:pt x="4267" y="1167"/>
                  </a:cubicBezTo>
                  <a:lnTo>
                    <a:pt x="4810" y="620"/>
                  </a:lnTo>
                  <a:cubicBezTo>
                    <a:pt x="4305" y="240"/>
                    <a:pt x="3570" y="0"/>
                    <a:pt x="2754" y="0"/>
                  </a:cubicBezTo>
                  <a:close/>
                </a:path>
              </a:pathLst>
            </a:custGeom>
            <a:solidFill>
              <a:srgbClr val="E8ECE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08" name="Google Shape;7808;p69"/>
            <p:cNvSpPr/>
            <p:nvPr/>
          </p:nvSpPr>
          <p:spPr>
            <a:xfrm>
              <a:off x="3041917" y="2696853"/>
              <a:ext cx="13849" cy="18745"/>
            </a:xfrm>
            <a:custGeom>
              <a:avLst/>
              <a:gdLst/>
              <a:ahLst/>
              <a:cxnLst/>
              <a:rect l="l" t="t" r="r" b="b"/>
              <a:pathLst>
                <a:path w="529" h="716" extrusionOk="0">
                  <a:moveTo>
                    <a:pt x="269" y="0"/>
                  </a:moveTo>
                  <a:cubicBezTo>
                    <a:pt x="121" y="0"/>
                    <a:pt x="0" y="120"/>
                    <a:pt x="0" y="264"/>
                  </a:cubicBezTo>
                  <a:lnTo>
                    <a:pt x="0" y="452"/>
                  </a:lnTo>
                  <a:cubicBezTo>
                    <a:pt x="0" y="596"/>
                    <a:pt x="121" y="716"/>
                    <a:pt x="269" y="716"/>
                  </a:cubicBezTo>
                  <a:lnTo>
                    <a:pt x="495" y="716"/>
                  </a:lnTo>
                  <a:cubicBezTo>
                    <a:pt x="490" y="615"/>
                    <a:pt x="486" y="514"/>
                    <a:pt x="486" y="413"/>
                  </a:cubicBezTo>
                  <a:cubicBezTo>
                    <a:pt x="481" y="274"/>
                    <a:pt x="500" y="135"/>
                    <a:pt x="529" y="0"/>
                  </a:cubicBezTo>
                  <a:close/>
                </a:path>
              </a:pathLst>
            </a:custGeom>
            <a:solidFill>
              <a:srgbClr val="BDC8D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09" name="Google Shape;7809;p69"/>
            <p:cNvSpPr/>
            <p:nvPr/>
          </p:nvSpPr>
          <p:spPr>
            <a:xfrm>
              <a:off x="3432051" y="2696853"/>
              <a:ext cx="13875" cy="18745"/>
            </a:xfrm>
            <a:custGeom>
              <a:avLst/>
              <a:gdLst/>
              <a:ahLst/>
              <a:cxnLst/>
              <a:rect l="l" t="t" r="r" b="b"/>
              <a:pathLst>
                <a:path w="530" h="716" extrusionOk="0">
                  <a:moveTo>
                    <a:pt x="1" y="0"/>
                  </a:moveTo>
                  <a:cubicBezTo>
                    <a:pt x="34" y="135"/>
                    <a:pt x="49" y="274"/>
                    <a:pt x="49" y="413"/>
                  </a:cubicBezTo>
                  <a:cubicBezTo>
                    <a:pt x="49" y="514"/>
                    <a:pt x="44" y="615"/>
                    <a:pt x="34" y="716"/>
                  </a:cubicBezTo>
                  <a:lnTo>
                    <a:pt x="265" y="716"/>
                  </a:lnTo>
                  <a:cubicBezTo>
                    <a:pt x="409" y="716"/>
                    <a:pt x="529" y="596"/>
                    <a:pt x="529" y="452"/>
                  </a:cubicBezTo>
                  <a:lnTo>
                    <a:pt x="529" y="264"/>
                  </a:lnTo>
                  <a:cubicBezTo>
                    <a:pt x="529" y="120"/>
                    <a:pt x="409" y="0"/>
                    <a:pt x="265" y="0"/>
                  </a:cubicBezTo>
                  <a:close/>
                </a:path>
              </a:pathLst>
            </a:custGeom>
            <a:solidFill>
              <a:srgbClr val="BDC8D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10" name="Google Shape;7810;p69"/>
            <p:cNvSpPr/>
            <p:nvPr/>
          </p:nvSpPr>
          <p:spPr>
            <a:xfrm>
              <a:off x="3090821" y="2674417"/>
              <a:ext cx="78016" cy="72309"/>
            </a:xfrm>
            <a:custGeom>
              <a:avLst/>
              <a:gdLst/>
              <a:ahLst/>
              <a:cxnLst/>
              <a:rect l="l" t="t" r="r" b="b"/>
              <a:pathLst>
                <a:path w="2980" h="2762" extrusionOk="0">
                  <a:moveTo>
                    <a:pt x="2595" y="0"/>
                  </a:moveTo>
                  <a:cubicBezTo>
                    <a:pt x="2532" y="0"/>
                    <a:pt x="2466" y="26"/>
                    <a:pt x="2408" y="88"/>
                  </a:cubicBezTo>
                  <a:lnTo>
                    <a:pt x="179" y="2318"/>
                  </a:lnTo>
                  <a:cubicBezTo>
                    <a:pt x="1" y="2507"/>
                    <a:pt x="172" y="2762"/>
                    <a:pt x="375" y="2762"/>
                  </a:cubicBezTo>
                  <a:cubicBezTo>
                    <a:pt x="435" y="2762"/>
                    <a:pt x="497" y="2740"/>
                    <a:pt x="554" y="2687"/>
                  </a:cubicBezTo>
                  <a:lnTo>
                    <a:pt x="2778" y="463"/>
                  </a:lnTo>
                  <a:cubicBezTo>
                    <a:pt x="2980" y="272"/>
                    <a:pt x="2800" y="0"/>
                    <a:pt x="25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11" name="Google Shape;7811;p69"/>
            <p:cNvSpPr/>
            <p:nvPr/>
          </p:nvSpPr>
          <p:spPr>
            <a:xfrm>
              <a:off x="3098518" y="2782488"/>
              <a:ext cx="1021" cy="654"/>
            </a:xfrm>
            <a:custGeom>
              <a:avLst/>
              <a:gdLst/>
              <a:ahLst/>
              <a:cxnLst/>
              <a:rect l="l" t="t" r="r" b="b"/>
              <a:pathLst>
                <a:path w="39" h="25" extrusionOk="0">
                  <a:moveTo>
                    <a:pt x="0" y="1"/>
                  </a:moveTo>
                  <a:lnTo>
                    <a:pt x="0" y="1"/>
                  </a:lnTo>
                  <a:cubicBezTo>
                    <a:pt x="10" y="10"/>
                    <a:pt x="24" y="20"/>
                    <a:pt x="39" y="2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12" name="Google Shape;7812;p69"/>
            <p:cNvSpPr/>
            <p:nvPr/>
          </p:nvSpPr>
          <p:spPr>
            <a:xfrm>
              <a:off x="3101267" y="2706959"/>
              <a:ext cx="71733" cy="67885"/>
            </a:xfrm>
            <a:custGeom>
              <a:avLst/>
              <a:gdLst/>
              <a:ahLst/>
              <a:cxnLst/>
              <a:rect l="l" t="t" r="r" b="b"/>
              <a:pathLst>
                <a:path w="2740" h="2593" extrusionOk="0">
                  <a:moveTo>
                    <a:pt x="2449" y="1"/>
                  </a:moveTo>
                  <a:cubicBezTo>
                    <a:pt x="2381" y="1"/>
                    <a:pt x="2314" y="27"/>
                    <a:pt x="2264" y="80"/>
                  </a:cubicBezTo>
                  <a:lnTo>
                    <a:pt x="1" y="2338"/>
                  </a:lnTo>
                  <a:cubicBezTo>
                    <a:pt x="160" y="2439"/>
                    <a:pt x="323" y="2525"/>
                    <a:pt x="496" y="2593"/>
                  </a:cubicBezTo>
                  <a:lnTo>
                    <a:pt x="2634" y="450"/>
                  </a:lnTo>
                  <a:cubicBezTo>
                    <a:pt x="2739" y="349"/>
                    <a:pt x="2739" y="181"/>
                    <a:pt x="2634" y="80"/>
                  </a:cubicBezTo>
                  <a:cubicBezTo>
                    <a:pt x="2583" y="27"/>
                    <a:pt x="2516" y="1"/>
                    <a:pt x="24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13" name="Google Shape;7813;p69"/>
            <p:cNvSpPr/>
            <p:nvPr/>
          </p:nvSpPr>
          <p:spPr>
            <a:xfrm>
              <a:off x="3177241" y="2675203"/>
              <a:ext cx="26939" cy="26128"/>
            </a:xfrm>
            <a:custGeom>
              <a:avLst/>
              <a:gdLst/>
              <a:ahLst/>
              <a:cxnLst/>
              <a:rect l="l" t="t" r="r" b="b"/>
              <a:pathLst>
                <a:path w="1029" h="998" extrusionOk="0">
                  <a:moveTo>
                    <a:pt x="649" y="1"/>
                  </a:moveTo>
                  <a:lnTo>
                    <a:pt x="106" y="548"/>
                  </a:lnTo>
                  <a:cubicBezTo>
                    <a:pt x="1" y="649"/>
                    <a:pt x="1" y="817"/>
                    <a:pt x="106" y="918"/>
                  </a:cubicBezTo>
                  <a:cubicBezTo>
                    <a:pt x="157" y="971"/>
                    <a:pt x="224" y="998"/>
                    <a:pt x="291" y="998"/>
                  </a:cubicBezTo>
                  <a:cubicBezTo>
                    <a:pt x="359" y="998"/>
                    <a:pt x="426" y="971"/>
                    <a:pt x="476" y="918"/>
                  </a:cubicBezTo>
                  <a:lnTo>
                    <a:pt x="1029" y="371"/>
                  </a:lnTo>
                  <a:cubicBezTo>
                    <a:pt x="918" y="231"/>
                    <a:pt x="788" y="106"/>
                    <a:pt x="6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14" name="Google Shape;7814;p69"/>
            <p:cNvSpPr/>
            <p:nvPr/>
          </p:nvSpPr>
          <p:spPr>
            <a:xfrm>
              <a:off x="3297853" y="2674417"/>
              <a:ext cx="78016" cy="72309"/>
            </a:xfrm>
            <a:custGeom>
              <a:avLst/>
              <a:gdLst/>
              <a:ahLst/>
              <a:cxnLst/>
              <a:rect l="l" t="t" r="r" b="b"/>
              <a:pathLst>
                <a:path w="2980" h="2762" extrusionOk="0">
                  <a:moveTo>
                    <a:pt x="2595" y="0"/>
                  </a:moveTo>
                  <a:cubicBezTo>
                    <a:pt x="2531" y="0"/>
                    <a:pt x="2465" y="26"/>
                    <a:pt x="2408" y="88"/>
                  </a:cubicBezTo>
                  <a:lnTo>
                    <a:pt x="178" y="2318"/>
                  </a:lnTo>
                  <a:cubicBezTo>
                    <a:pt x="0" y="2507"/>
                    <a:pt x="172" y="2762"/>
                    <a:pt x="374" y="2762"/>
                  </a:cubicBezTo>
                  <a:cubicBezTo>
                    <a:pt x="434" y="2762"/>
                    <a:pt x="496" y="2740"/>
                    <a:pt x="553" y="2687"/>
                  </a:cubicBezTo>
                  <a:lnTo>
                    <a:pt x="2777" y="463"/>
                  </a:lnTo>
                  <a:cubicBezTo>
                    <a:pt x="2979" y="272"/>
                    <a:pt x="2800" y="0"/>
                    <a:pt x="25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15" name="Google Shape;7815;p69"/>
            <p:cNvSpPr/>
            <p:nvPr/>
          </p:nvSpPr>
          <p:spPr>
            <a:xfrm>
              <a:off x="3305523" y="2782619"/>
              <a:ext cx="1047" cy="524"/>
            </a:xfrm>
            <a:custGeom>
              <a:avLst/>
              <a:gdLst/>
              <a:ahLst/>
              <a:cxnLst/>
              <a:rect l="l" t="t" r="r" b="b"/>
              <a:pathLst>
                <a:path w="40" h="20" extrusionOk="0">
                  <a:moveTo>
                    <a:pt x="1" y="0"/>
                  </a:moveTo>
                  <a:cubicBezTo>
                    <a:pt x="10" y="5"/>
                    <a:pt x="25" y="15"/>
                    <a:pt x="39" y="2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16" name="Google Shape;7816;p69"/>
            <p:cNvSpPr/>
            <p:nvPr/>
          </p:nvSpPr>
          <p:spPr>
            <a:xfrm>
              <a:off x="3308298" y="2706959"/>
              <a:ext cx="71707" cy="67885"/>
            </a:xfrm>
            <a:custGeom>
              <a:avLst/>
              <a:gdLst/>
              <a:ahLst/>
              <a:cxnLst/>
              <a:rect l="l" t="t" r="r" b="b"/>
              <a:pathLst>
                <a:path w="2739" h="2593" extrusionOk="0">
                  <a:moveTo>
                    <a:pt x="2448" y="1"/>
                  </a:moveTo>
                  <a:cubicBezTo>
                    <a:pt x="2381" y="1"/>
                    <a:pt x="2314" y="27"/>
                    <a:pt x="2263" y="80"/>
                  </a:cubicBezTo>
                  <a:lnTo>
                    <a:pt x="0" y="2338"/>
                  </a:lnTo>
                  <a:cubicBezTo>
                    <a:pt x="159" y="2439"/>
                    <a:pt x="322" y="2525"/>
                    <a:pt x="495" y="2593"/>
                  </a:cubicBezTo>
                  <a:lnTo>
                    <a:pt x="2633" y="450"/>
                  </a:lnTo>
                  <a:cubicBezTo>
                    <a:pt x="2739" y="349"/>
                    <a:pt x="2739" y="181"/>
                    <a:pt x="2633" y="80"/>
                  </a:cubicBezTo>
                  <a:cubicBezTo>
                    <a:pt x="2583" y="27"/>
                    <a:pt x="2515" y="1"/>
                    <a:pt x="24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17" name="Google Shape;7817;p69"/>
            <p:cNvSpPr/>
            <p:nvPr/>
          </p:nvSpPr>
          <p:spPr>
            <a:xfrm>
              <a:off x="3384273" y="2675203"/>
              <a:ext cx="26939" cy="26128"/>
            </a:xfrm>
            <a:custGeom>
              <a:avLst/>
              <a:gdLst/>
              <a:ahLst/>
              <a:cxnLst/>
              <a:rect l="l" t="t" r="r" b="b"/>
              <a:pathLst>
                <a:path w="1029" h="998" extrusionOk="0">
                  <a:moveTo>
                    <a:pt x="649" y="1"/>
                  </a:moveTo>
                  <a:lnTo>
                    <a:pt x="106" y="548"/>
                  </a:lnTo>
                  <a:cubicBezTo>
                    <a:pt x="0" y="649"/>
                    <a:pt x="0" y="817"/>
                    <a:pt x="106" y="918"/>
                  </a:cubicBezTo>
                  <a:cubicBezTo>
                    <a:pt x="156" y="971"/>
                    <a:pt x="223" y="998"/>
                    <a:pt x="291" y="998"/>
                  </a:cubicBezTo>
                  <a:cubicBezTo>
                    <a:pt x="358" y="998"/>
                    <a:pt x="425" y="971"/>
                    <a:pt x="476" y="918"/>
                  </a:cubicBezTo>
                  <a:lnTo>
                    <a:pt x="1028" y="371"/>
                  </a:lnTo>
                  <a:cubicBezTo>
                    <a:pt x="918" y="231"/>
                    <a:pt x="788" y="106"/>
                    <a:pt x="6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18" name="Google Shape;7818;p69"/>
            <p:cNvSpPr/>
            <p:nvPr/>
          </p:nvSpPr>
          <p:spPr>
            <a:xfrm>
              <a:off x="3028591" y="2443798"/>
              <a:ext cx="431158" cy="349817"/>
            </a:xfrm>
            <a:custGeom>
              <a:avLst/>
              <a:gdLst/>
              <a:ahLst/>
              <a:cxnLst/>
              <a:rect l="l" t="t" r="r" b="b"/>
              <a:pathLst>
                <a:path w="16469" h="13362" extrusionOk="0">
                  <a:moveTo>
                    <a:pt x="1043" y="9666"/>
                  </a:moveTo>
                  <a:cubicBezTo>
                    <a:pt x="1009" y="9801"/>
                    <a:pt x="990" y="9940"/>
                    <a:pt x="995" y="10079"/>
                  </a:cubicBezTo>
                  <a:cubicBezTo>
                    <a:pt x="995" y="10180"/>
                    <a:pt x="999" y="10281"/>
                    <a:pt x="1009" y="10382"/>
                  </a:cubicBezTo>
                  <a:lnTo>
                    <a:pt x="778" y="10382"/>
                  </a:lnTo>
                  <a:cubicBezTo>
                    <a:pt x="630" y="10382"/>
                    <a:pt x="509" y="10262"/>
                    <a:pt x="509" y="10118"/>
                  </a:cubicBezTo>
                  <a:lnTo>
                    <a:pt x="509" y="9930"/>
                  </a:lnTo>
                  <a:cubicBezTo>
                    <a:pt x="509" y="9786"/>
                    <a:pt x="630" y="9666"/>
                    <a:pt x="778" y="9666"/>
                  </a:cubicBezTo>
                  <a:close/>
                  <a:moveTo>
                    <a:pt x="15676" y="9666"/>
                  </a:moveTo>
                  <a:cubicBezTo>
                    <a:pt x="15820" y="9666"/>
                    <a:pt x="15940" y="9786"/>
                    <a:pt x="15940" y="9930"/>
                  </a:cubicBezTo>
                  <a:lnTo>
                    <a:pt x="15940" y="10118"/>
                  </a:lnTo>
                  <a:cubicBezTo>
                    <a:pt x="15940" y="10262"/>
                    <a:pt x="15820" y="10382"/>
                    <a:pt x="15676" y="10382"/>
                  </a:cubicBezTo>
                  <a:lnTo>
                    <a:pt x="15445" y="10382"/>
                  </a:lnTo>
                  <a:cubicBezTo>
                    <a:pt x="15455" y="10281"/>
                    <a:pt x="15460" y="10180"/>
                    <a:pt x="15460" y="10079"/>
                  </a:cubicBezTo>
                  <a:cubicBezTo>
                    <a:pt x="15460" y="9940"/>
                    <a:pt x="15445" y="9801"/>
                    <a:pt x="15412" y="9666"/>
                  </a:cubicBezTo>
                  <a:close/>
                  <a:moveTo>
                    <a:pt x="4271" y="8220"/>
                  </a:moveTo>
                  <a:cubicBezTo>
                    <a:pt x="5088" y="8220"/>
                    <a:pt x="5823" y="8460"/>
                    <a:pt x="6327" y="8840"/>
                  </a:cubicBezTo>
                  <a:cubicBezTo>
                    <a:pt x="6466" y="8945"/>
                    <a:pt x="6596" y="9070"/>
                    <a:pt x="6707" y="9210"/>
                  </a:cubicBezTo>
                  <a:cubicBezTo>
                    <a:pt x="6908" y="9455"/>
                    <a:pt x="7024" y="9762"/>
                    <a:pt x="7029" y="10079"/>
                  </a:cubicBezTo>
                  <a:cubicBezTo>
                    <a:pt x="7024" y="11602"/>
                    <a:pt x="5794" y="12832"/>
                    <a:pt x="4271" y="12832"/>
                  </a:cubicBezTo>
                  <a:cubicBezTo>
                    <a:pt x="2753" y="12832"/>
                    <a:pt x="1518" y="11597"/>
                    <a:pt x="1518" y="10079"/>
                  </a:cubicBezTo>
                  <a:cubicBezTo>
                    <a:pt x="1518" y="9051"/>
                    <a:pt x="2753" y="8220"/>
                    <a:pt x="4271" y="8220"/>
                  </a:cubicBezTo>
                  <a:close/>
                  <a:moveTo>
                    <a:pt x="12179" y="8220"/>
                  </a:moveTo>
                  <a:cubicBezTo>
                    <a:pt x="12995" y="8220"/>
                    <a:pt x="13730" y="8460"/>
                    <a:pt x="14235" y="8840"/>
                  </a:cubicBezTo>
                  <a:cubicBezTo>
                    <a:pt x="14374" y="8945"/>
                    <a:pt x="14504" y="9070"/>
                    <a:pt x="14614" y="9210"/>
                  </a:cubicBezTo>
                  <a:cubicBezTo>
                    <a:pt x="14816" y="9455"/>
                    <a:pt x="14926" y="9762"/>
                    <a:pt x="14931" y="10079"/>
                  </a:cubicBezTo>
                  <a:cubicBezTo>
                    <a:pt x="14935" y="11660"/>
                    <a:pt x="13638" y="12836"/>
                    <a:pt x="12181" y="12836"/>
                  </a:cubicBezTo>
                  <a:cubicBezTo>
                    <a:pt x="11849" y="12836"/>
                    <a:pt x="11509" y="12775"/>
                    <a:pt x="11174" y="12645"/>
                  </a:cubicBezTo>
                  <a:cubicBezTo>
                    <a:pt x="10122" y="12227"/>
                    <a:pt x="9426" y="11213"/>
                    <a:pt x="9426" y="10079"/>
                  </a:cubicBezTo>
                  <a:cubicBezTo>
                    <a:pt x="9426" y="9051"/>
                    <a:pt x="10660" y="8220"/>
                    <a:pt x="12179" y="8220"/>
                  </a:cubicBezTo>
                  <a:close/>
                  <a:moveTo>
                    <a:pt x="3603" y="0"/>
                  </a:moveTo>
                  <a:cubicBezTo>
                    <a:pt x="2921" y="0"/>
                    <a:pt x="2325" y="462"/>
                    <a:pt x="2162" y="1125"/>
                  </a:cubicBezTo>
                  <a:lnTo>
                    <a:pt x="19" y="9743"/>
                  </a:lnTo>
                  <a:lnTo>
                    <a:pt x="19" y="9748"/>
                  </a:lnTo>
                  <a:cubicBezTo>
                    <a:pt x="5" y="9805"/>
                    <a:pt x="0" y="9868"/>
                    <a:pt x="0" y="9930"/>
                  </a:cubicBezTo>
                  <a:lnTo>
                    <a:pt x="0" y="10118"/>
                  </a:lnTo>
                  <a:cubicBezTo>
                    <a:pt x="0" y="10550"/>
                    <a:pt x="346" y="10901"/>
                    <a:pt x="778" y="10910"/>
                  </a:cubicBezTo>
                  <a:lnTo>
                    <a:pt x="1100" y="10910"/>
                  </a:lnTo>
                  <a:cubicBezTo>
                    <a:pt x="1326" y="11770"/>
                    <a:pt x="1893" y="12500"/>
                    <a:pt x="2671" y="12938"/>
                  </a:cubicBezTo>
                  <a:lnTo>
                    <a:pt x="2710" y="12962"/>
                  </a:lnTo>
                  <a:cubicBezTo>
                    <a:pt x="3216" y="13236"/>
                    <a:pt x="3749" y="13361"/>
                    <a:pt x="4268" y="13361"/>
                  </a:cubicBezTo>
                  <a:cubicBezTo>
                    <a:pt x="5944" y="13361"/>
                    <a:pt x="7483" y="12055"/>
                    <a:pt x="7552" y="10199"/>
                  </a:cubicBezTo>
                  <a:cubicBezTo>
                    <a:pt x="7752" y="10050"/>
                    <a:pt x="7988" y="9976"/>
                    <a:pt x="8225" y="9976"/>
                  </a:cubicBezTo>
                  <a:cubicBezTo>
                    <a:pt x="8463" y="9976"/>
                    <a:pt x="8700" y="10050"/>
                    <a:pt x="8902" y="10199"/>
                  </a:cubicBezTo>
                  <a:cubicBezTo>
                    <a:pt x="8945" y="11343"/>
                    <a:pt x="9580" y="12380"/>
                    <a:pt x="10579" y="12938"/>
                  </a:cubicBezTo>
                  <a:lnTo>
                    <a:pt x="10617" y="12962"/>
                  </a:lnTo>
                  <a:cubicBezTo>
                    <a:pt x="11119" y="13233"/>
                    <a:pt x="11653" y="13360"/>
                    <a:pt x="12177" y="13360"/>
                  </a:cubicBezTo>
                  <a:cubicBezTo>
                    <a:pt x="13608" y="13360"/>
                    <a:pt x="14960" y="12416"/>
                    <a:pt x="15354" y="10910"/>
                  </a:cubicBezTo>
                  <a:lnTo>
                    <a:pt x="15676" y="10910"/>
                  </a:lnTo>
                  <a:cubicBezTo>
                    <a:pt x="16113" y="10906"/>
                    <a:pt x="16469" y="10555"/>
                    <a:pt x="16469" y="10118"/>
                  </a:cubicBezTo>
                  <a:lnTo>
                    <a:pt x="16469" y="9930"/>
                  </a:lnTo>
                  <a:cubicBezTo>
                    <a:pt x="16469" y="9868"/>
                    <a:pt x="16459" y="9805"/>
                    <a:pt x="16445" y="9743"/>
                  </a:cubicBezTo>
                  <a:lnTo>
                    <a:pt x="16445" y="9738"/>
                  </a:lnTo>
                  <a:lnTo>
                    <a:pt x="14302" y="1125"/>
                  </a:lnTo>
                  <a:cubicBezTo>
                    <a:pt x="14139" y="462"/>
                    <a:pt x="13543" y="0"/>
                    <a:pt x="12861" y="0"/>
                  </a:cubicBezTo>
                  <a:cubicBezTo>
                    <a:pt x="12510" y="0"/>
                    <a:pt x="12510" y="524"/>
                    <a:pt x="12861" y="524"/>
                  </a:cubicBezTo>
                  <a:cubicBezTo>
                    <a:pt x="13303" y="524"/>
                    <a:pt x="13687" y="827"/>
                    <a:pt x="13793" y="1254"/>
                  </a:cubicBezTo>
                  <a:lnTo>
                    <a:pt x="15753" y="9142"/>
                  </a:lnTo>
                  <a:lnTo>
                    <a:pt x="15200" y="9142"/>
                  </a:lnTo>
                  <a:cubicBezTo>
                    <a:pt x="15013" y="8830"/>
                    <a:pt x="14763" y="8566"/>
                    <a:pt x="14465" y="8359"/>
                  </a:cubicBezTo>
                  <a:cubicBezTo>
                    <a:pt x="13850" y="7927"/>
                    <a:pt x="13038" y="7692"/>
                    <a:pt x="12183" y="7692"/>
                  </a:cubicBezTo>
                  <a:cubicBezTo>
                    <a:pt x="11328" y="7692"/>
                    <a:pt x="10512" y="7932"/>
                    <a:pt x="9901" y="8359"/>
                  </a:cubicBezTo>
                  <a:cubicBezTo>
                    <a:pt x="9411" y="8705"/>
                    <a:pt x="9090" y="9142"/>
                    <a:pt x="8965" y="9623"/>
                  </a:cubicBezTo>
                  <a:cubicBezTo>
                    <a:pt x="8734" y="9510"/>
                    <a:pt x="8483" y="9454"/>
                    <a:pt x="8232" y="9454"/>
                  </a:cubicBezTo>
                  <a:cubicBezTo>
                    <a:pt x="7981" y="9454"/>
                    <a:pt x="7730" y="9510"/>
                    <a:pt x="7499" y="9623"/>
                  </a:cubicBezTo>
                  <a:cubicBezTo>
                    <a:pt x="7374" y="9142"/>
                    <a:pt x="7053" y="8705"/>
                    <a:pt x="6563" y="8359"/>
                  </a:cubicBezTo>
                  <a:cubicBezTo>
                    <a:pt x="5948" y="7927"/>
                    <a:pt x="5141" y="7692"/>
                    <a:pt x="4281" y="7692"/>
                  </a:cubicBezTo>
                  <a:cubicBezTo>
                    <a:pt x="3426" y="7692"/>
                    <a:pt x="2609" y="7932"/>
                    <a:pt x="1999" y="8359"/>
                  </a:cubicBezTo>
                  <a:cubicBezTo>
                    <a:pt x="1701" y="8566"/>
                    <a:pt x="1451" y="8830"/>
                    <a:pt x="1264" y="9142"/>
                  </a:cubicBezTo>
                  <a:lnTo>
                    <a:pt x="711" y="9142"/>
                  </a:lnTo>
                  <a:lnTo>
                    <a:pt x="2671" y="1254"/>
                  </a:lnTo>
                  <a:cubicBezTo>
                    <a:pt x="2777" y="827"/>
                    <a:pt x="3161" y="524"/>
                    <a:pt x="3603" y="524"/>
                  </a:cubicBezTo>
                  <a:cubicBezTo>
                    <a:pt x="3954" y="524"/>
                    <a:pt x="3954" y="0"/>
                    <a:pt x="3603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7819" name="Google Shape;7819;p69"/>
          <p:cNvGrpSpPr/>
          <p:nvPr/>
        </p:nvGrpSpPr>
        <p:grpSpPr>
          <a:xfrm>
            <a:off x="2974750" y="2130544"/>
            <a:ext cx="248854" cy="283471"/>
            <a:chOff x="3966333" y="1983475"/>
            <a:chExt cx="331805" cy="377961"/>
          </a:xfrm>
        </p:grpSpPr>
        <p:sp>
          <p:nvSpPr>
            <p:cNvPr id="7820" name="Google Shape;7820;p69"/>
            <p:cNvSpPr/>
            <p:nvPr/>
          </p:nvSpPr>
          <p:spPr>
            <a:xfrm>
              <a:off x="3972982" y="1989025"/>
              <a:ext cx="318113" cy="53460"/>
            </a:xfrm>
            <a:custGeom>
              <a:avLst/>
              <a:gdLst/>
              <a:ahLst/>
              <a:cxnLst/>
              <a:rect l="l" t="t" r="r" b="b"/>
              <a:pathLst>
                <a:path w="12151" h="2042" extrusionOk="0">
                  <a:moveTo>
                    <a:pt x="1019" y="0"/>
                  </a:moveTo>
                  <a:cubicBezTo>
                    <a:pt x="457" y="0"/>
                    <a:pt x="1" y="456"/>
                    <a:pt x="1" y="1023"/>
                  </a:cubicBezTo>
                  <a:cubicBezTo>
                    <a:pt x="1" y="1585"/>
                    <a:pt x="457" y="2042"/>
                    <a:pt x="1019" y="2042"/>
                  </a:cubicBezTo>
                  <a:lnTo>
                    <a:pt x="11132" y="2042"/>
                  </a:lnTo>
                  <a:cubicBezTo>
                    <a:pt x="11694" y="2042"/>
                    <a:pt x="12150" y="1585"/>
                    <a:pt x="12150" y="1023"/>
                  </a:cubicBezTo>
                  <a:cubicBezTo>
                    <a:pt x="12150" y="456"/>
                    <a:pt x="11694" y="0"/>
                    <a:pt x="11132" y="0"/>
                  </a:cubicBezTo>
                  <a:close/>
                </a:path>
              </a:pathLst>
            </a:custGeom>
            <a:solidFill>
              <a:srgbClr val="D1DBE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21" name="Google Shape;7821;p69"/>
            <p:cNvSpPr/>
            <p:nvPr/>
          </p:nvSpPr>
          <p:spPr>
            <a:xfrm>
              <a:off x="3977407" y="2042458"/>
              <a:ext cx="311804" cy="99013"/>
            </a:xfrm>
            <a:custGeom>
              <a:avLst/>
              <a:gdLst/>
              <a:ahLst/>
              <a:cxnLst/>
              <a:rect l="l" t="t" r="r" b="b"/>
              <a:pathLst>
                <a:path w="11910" h="3782" extrusionOk="0">
                  <a:moveTo>
                    <a:pt x="1891" y="0"/>
                  </a:moveTo>
                  <a:cubicBezTo>
                    <a:pt x="850" y="0"/>
                    <a:pt x="0" y="844"/>
                    <a:pt x="0" y="1889"/>
                  </a:cubicBezTo>
                  <a:cubicBezTo>
                    <a:pt x="0" y="2937"/>
                    <a:pt x="855" y="3782"/>
                    <a:pt x="1900" y="3782"/>
                  </a:cubicBezTo>
                  <a:cubicBezTo>
                    <a:pt x="1909" y="3782"/>
                    <a:pt x="1918" y="3782"/>
                    <a:pt x="1926" y="3782"/>
                  </a:cubicBezTo>
                  <a:lnTo>
                    <a:pt x="9988" y="3782"/>
                  </a:lnTo>
                  <a:cubicBezTo>
                    <a:pt x="9996" y="3782"/>
                    <a:pt x="10005" y="3782"/>
                    <a:pt x="10014" y="3782"/>
                  </a:cubicBezTo>
                  <a:cubicBezTo>
                    <a:pt x="11059" y="3782"/>
                    <a:pt x="11909" y="2937"/>
                    <a:pt x="11909" y="1889"/>
                  </a:cubicBezTo>
                  <a:cubicBezTo>
                    <a:pt x="11909" y="844"/>
                    <a:pt x="11064" y="0"/>
                    <a:pt x="10023" y="0"/>
                  </a:cubicBezTo>
                  <a:cubicBezTo>
                    <a:pt x="10011" y="0"/>
                    <a:pt x="9999" y="1"/>
                    <a:pt x="9988" y="1"/>
                  </a:cubicBezTo>
                  <a:lnTo>
                    <a:pt x="1926" y="1"/>
                  </a:lnTo>
                  <a:cubicBezTo>
                    <a:pt x="1915" y="1"/>
                    <a:pt x="1903" y="0"/>
                    <a:pt x="1891" y="0"/>
                  </a:cubicBezTo>
                  <a:close/>
                </a:path>
              </a:pathLst>
            </a:custGeom>
            <a:solidFill>
              <a:srgbClr val="DCE3E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22" name="Google Shape;7822;p69"/>
            <p:cNvSpPr/>
            <p:nvPr/>
          </p:nvSpPr>
          <p:spPr>
            <a:xfrm>
              <a:off x="4031861" y="2180558"/>
              <a:ext cx="200382" cy="175092"/>
            </a:xfrm>
            <a:custGeom>
              <a:avLst/>
              <a:gdLst/>
              <a:ahLst/>
              <a:cxnLst/>
              <a:rect l="l" t="t" r="r" b="b"/>
              <a:pathLst>
                <a:path w="7654" h="6688" extrusionOk="0">
                  <a:moveTo>
                    <a:pt x="0" y="1"/>
                  </a:moveTo>
                  <a:lnTo>
                    <a:pt x="0" y="6688"/>
                  </a:lnTo>
                  <a:lnTo>
                    <a:pt x="7653" y="6688"/>
                  </a:lnTo>
                  <a:lnTo>
                    <a:pt x="7653" y="1"/>
                  </a:lnTo>
                  <a:close/>
                </a:path>
              </a:pathLst>
            </a:custGeom>
            <a:solidFill>
              <a:srgbClr val="DCE3E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23" name="Google Shape;7823;p69"/>
            <p:cNvSpPr/>
            <p:nvPr/>
          </p:nvSpPr>
          <p:spPr>
            <a:xfrm>
              <a:off x="4247427" y="1989025"/>
              <a:ext cx="43668" cy="53460"/>
            </a:xfrm>
            <a:custGeom>
              <a:avLst/>
              <a:gdLst/>
              <a:ahLst/>
              <a:cxnLst/>
              <a:rect l="l" t="t" r="r" b="b"/>
              <a:pathLst>
                <a:path w="1668" h="2042" extrusionOk="0">
                  <a:moveTo>
                    <a:pt x="0" y="0"/>
                  </a:moveTo>
                  <a:cubicBezTo>
                    <a:pt x="562" y="0"/>
                    <a:pt x="1019" y="456"/>
                    <a:pt x="1019" y="1023"/>
                  </a:cubicBezTo>
                  <a:cubicBezTo>
                    <a:pt x="1019" y="1585"/>
                    <a:pt x="562" y="2042"/>
                    <a:pt x="0" y="2042"/>
                  </a:cubicBezTo>
                  <a:lnTo>
                    <a:pt x="649" y="2042"/>
                  </a:lnTo>
                  <a:cubicBezTo>
                    <a:pt x="1211" y="2042"/>
                    <a:pt x="1667" y="1585"/>
                    <a:pt x="1667" y="1023"/>
                  </a:cubicBezTo>
                  <a:cubicBezTo>
                    <a:pt x="1667" y="456"/>
                    <a:pt x="1211" y="0"/>
                    <a:pt x="649" y="0"/>
                  </a:cubicBezTo>
                  <a:close/>
                </a:path>
              </a:pathLst>
            </a:custGeom>
            <a:solidFill>
              <a:srgbClr val="CAD5D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24" name="Google Shape;7824;p69"/>
            <p:cNvSpPr/>
            <p:nvPr/>
          </p:nvSpPr>
          <p:spPr>
            <a:xfrm>
              <a:off x="4031861" y="2141445"/>
              <a:ext cx="200382" cy="38877"/>
            </a:xfrm>
            <a:custGeom>
              <a:avLst/>
              <a:gdLst/>
              <a:ahLst/>
              <a:cxnLst/>
              <a:rect l="l" t="t" r="r" b="b"/>
              <a:pathLst>
                <a:path w="7654" h="1485" extrusionOk="0">
                  <a:moveTo>
                    <a:pt x="0" y="1"/>
                  </a:moveTo>
                  <a:lnTo>
                    <a:pt x="0" y="1485"/>
                  </a:lnTo>
                  <a:lnTo>
                    <a:pt x="7653" y="1485"/>
                  </a:lnTo>
                  <a:lnTo>
                    <a:pt x="7653" y="1"/>
                  </a:lnTo>
                  <a:close/>
                </a:path>
              </a:pathLst>
            </a:custGeom>
            <a:solidFill>
              <a:srgbClr val="D1DBE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25" name="Google Shape;7825;p69"/>
            <p:cNvSpPr/>
            <p:nvPr/>
          </p:nvSpPr>
          <p:spPr>
            <a:xfrm>
              <a:off x="4221902" y="2042458"/>
              <a:ext cx="67309" cy="99013"/>
            </a:xfrm>
            <a:custGeom>
              <a:avLst/>
              <a:gdLst/>
              <a:ahLst/>
              <a:cxnLst/>
              <a:rect l="l" t="t" r="r" b="b"/>
              <a:pathLst>
                <a:path w="2571" h="3782" extrusionOk="0">
                  <a:moveTo>
                    <a:pt x="35" y="0"/>
                  </a:moveTo>
                  <a:cubicBezTo>
                    <a:pt x="24" y="0"/>
                    <a:pt x="12" y="1"/>
                    <a:pt x="0" y="1"/>
                  </a:cubicBezTo>
                  <a:lnTo>
                    <a:pt x="70" y="1"/>
                  </a:lnTo>
                  <a:cubicBezTo>
                    <a:pt x="59" y="1"/>
                    <a:pt x="47" y="0"/>
                    <a:pt x="35" y="0"/>
                  </a:cubicBezTo>
                  <a:close/>
                  <a:moveTo>
                    <a:pt x="0" y="3782"/>
                  </a:moveTo>
                  <a:cubicBezTo>
                    <a:pt x="9" y="3782"/>
                    <a:pt x="18" y="3782"/>
                    <a:pt x="27" y="3782"/>
                  </a:cubicBezTo>
                  <a:cubicBezTo>
                    <a:pt x="35" y="3782"/>
                    <a:pt x="44" y="3782"/>
                    <a:pt x="53" y="3782"/>
                  </a:cubicBezTo>
                  <a:close/>
                  <a:moveTo>
                    <a:pt x="684" y="0"/>
                  </a:moveTo>
                  <a:cubicBezTo>
                    <a:pt x="672" y="0"/>
                    <a:pt x="660" y="1"/>
                    <a:pt x="649" y="1"/>
                  </a:cubicBezTo>
                  <a:lnTo>
                    <a:pt x="70" y="1"/>
                  </a:lnTo>
                  <a:cubicBezTo>
                    <a:pt x="1095" y="19"/>
                    <a:pt x="1922" y="855"/>
                    <a:pt x="1922" y="1889"/>
                  </a:cubicBezTo>
                  <a:cubicBezTo>
                    <a:pt x="1922" y="2928"/>
                    <a:pt x="1086" y="3767"/>
                    <a:pt x="53" y="3782"/>
                  </a:cubicBezTo>
                  <a:lnTo>
                    <a:pt x="649" y="3782"/>
                  </a:lnTo>
                  <a:cubicBezTo>
                    <a:pt x="657" y="3782"/>
                    <a:pt x="666" y="3782"/>
                    <a:pt x="675" y="3782"/>
                  </a:cubicBezTo>
                  <a:cubicBezTo>
                    <a:pt x="1720" y="3782"/>
                    <a:pt x="2570" y="2937"/>
                    <a:pt x="2570" y="1889"/>
                  </a:cubicBezTo>
                  <a:cubicBezTo>
                    <a:pt x="2570" y="844"/>
                    <a:pt x="1725" y="0"/>
                    <a:pt x="684" y="0"/>
                  </a:cubicBezTo>
                  <a:close/>
                </a:path>
              </a:pathLst>
            </a:custGeom>
            <a:solidFill>
              <a:srgbClr val="D1DBE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26" name="Google Shape;7826;p69"/>
            <p:cNvSpPr/>
            <p:nvPr/>
          </p:nvSpPr>
          <p:spPr>
            <a:xfrm>
              <a:off x="4215226" y="2180558"/>
              <a:ext cx="17017" cy="175092"/>
            </a:xfrm>
            <a:custGeom>
              <a:avLst/>
              <a:gdLst/>
              <a:ahLst/>
              <a:cxnLst/>
              <a:rect l="l" t="t" r="r" b="b"/>
              <a:pathLst>
                <a:path w="650" h="6688" extrusionOk="0">
                  <a:moveTo>
                    <a:pt x="1" y="1"/>
                  </a:moveTo>
                  <a:lnTo>
                    <a:pt x="1" y="6688"/>
                  </a:lnTo>
                  <a:lnTo>
                    <a:pt x="649" y="6688"/>
                  </a:lnTo>
                  <a:lnTo>
                    <a:pt x="649" y="1"/>
                  </a:lnTo>
                  <a:close/>
                </a:path>
              </a:pathLst>
            </a:custGeom>
            <a:solidFill>
              <a:srgbClr val="D1DBE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27" name="Google Shape;7827;p69"/>
            <p:cNvSpPr/>
            <p:nvPr/>
          </p:nvSpPr>
          <p:spPr>
            <a:xfrm>
              <a:off x="4215226" y="2141445"/>
              <a:ext cx="17017" cy="38877"/>
            </a:xfrm>
            <a:custGeom>
              <a:avLst/>
              <a:gdLst/>
              <a:ahLst/>
              <a:cxnLst/>
              <a:rect l="l" t="t" r="r" b="b"/>
              <a:pathLst>
                <a:path w="650" h="1485" extrusionOk="0">
                  <a:moveTo>
                    <a:pt x="1" y="1"/>
                  </a:moveTo>
                  <a:lnTo>
                    <a:pt x="1" y="1485"/>
                  </a:lnTo>
                  <a:lnTo>
                    <a:pt x="649" y="1485"/>
                  </a:lnTo>
                  <a:lnTo>
                    <a:pt x="649" y="1"/>
                  </a:lnTo>
                  <a:close/>
                </a:path>
              </a:pathLst>
            </a:custGeom>
            <a:solidFill>
              <a:srgbClr val="CAD5D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28" name="Google Shape;7828;p69"/>
            <p:cNvSpPr/>
            <p:nvPr/>
          </p:nvSpPr>
          <p:spPr>
            <a:xfrm>
              <a:off x="4061026" y="2209487"/>
              <a:ext cx="30212" cy="146294"/>
            </a:xfrm>
            <a:custGeom>
              <a:avLst/>
              <a:gdLst/>
              <a:ahLst/>
              <a:cxnLst/>
              <a:rect l="l" t="t" r="r" b="b"/>
              <a:pathLst>
                <a:path w="1154" h="5588" extrusionOk="0">
                  <a:moveTo>
                    <a:pt x="577" y="1"/>
                  </a:moveTo>
                  <a:cubicBezTo>
                    <a:pt x="255" y="1"/>
                    <a:pt x="1" y="255"/>
                    <a:pt x="1" y="577"/>
                  </a:cubicBezTo>
                  <a:lnTo>
                    <a:pt x="1" y="5588"/>
                  </a:lnTo>
                  <a:lnTo>
                    <a:pt x="1154" y="5588"/>
                  </a:lnTo>
                  <a:lnTo>
                    <a:pt x="1154" y="577"/>
                  </a:lnTo>
                  <a:cubicBezTo>
                    <a:pt x="1154" y="255"/>
                    <a:pt x="894" y="1"/>
                    <a:pt x="577" y="1"/>
                  </a:cubicBezTo>
                  <a:close/>
                </a:path>
              </a:pathLst>
            </a:custGeom>
            <a:solidFill>
              <a:srgbClr val="D1DBE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29" name="Google Shape;7829;p69"/>
            <p:cNvSpPr/>
            <p:nvPr/>
          </p:nvSpPr>
          <p:spPr>
            <a:xfrm>
              <a:off x="4116868" y="2209487"/>
              <a:ext cx="30343" cy="146294"/>
            </a:xfrm>
            <a:custGeom>
              <a:avLst/>
              <a:gdLst/>
              <a:ahLst/>
              <a:cxnLst/>
              <a:rect l="l" t="t" r="r" b="b"/>
              <a:pathLst>
                <a:path w="1159" h="5588" extrusionOk="0">
                  <a:moveTo>
                    <a:pt x="582" y="1"/>
                  </a:moveTo>
                  <a:cubicBezTo>
                    <a:pt x="260" y="1"/>
                    <a:pt x="1" y="255"/>
                    <a:pt x="1" y="577"/>
                  </a:cubicBezTo>
                  <a:lnTo>
                    <a:pt x="1" y="5588"/>
                  </a:lnTo>
                  <a:lnTo>
                    <a:pt x="1159" y="5588"/>
                  </a:lnTo>
                  <a:lnTo>
                    <a:pt x="1159" y="577"/>
                  </a:lnTo>
                  <a:cubicBezTo>
                    <a:pt x="1159" y="255"/>
                    <a:pt x="899" y="1"/>
                    <a:pt x="582" y="1"/>
                  </a:cubicBezTo>
                  <a:close/>
                </a:path>
              </a:pathLst>
            </a:custGeom>
            <a:solidFill>
              <a:srgbClr val="D1DBE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30" name="Google Shape;7830;p69"/>
            <p:cNvSpPr/>
            <p:nvPr/>
          </p:nvSpPr>
          <p:spPr>
            <a:xfrm>
              <a:off x="4172841" y="2209487"/>
              <a:ext cx="30212" cy="146294"/>
            </a:xfrm>
            <a:custGeom>
              <a:avLst/>
              <a:gdLst/>
              <a:ahLst/>
              <a:cxnLst/>
              <a:rect l="l" t="t" r="r" b="b"/>
              <a:pathLst>
                <a:path w="1154" h="5588" extrusionOk="0">
                  <a:moveTo>
                    <a:pt x="577" y="1"/>
                  </a:moveTo>
                  <a:cubicBezTo>
                    <a:pt x="260" y="1"/>
                    <a:pt x="1" y="255"/>
                    <a:pt x="1" y="577"/>
                  </a:cubicBezTo>
                  <a:lnTo>
                    <a:pt x="1" y="5588"/>
                  </a:lnTo>
                  <a:lnTo>
                    <a:pt x="1154" y="5588"/>
                  </a:lnTo>
                  <a:lnTo>
                    <a:pt x="1154" y="577"/>
                  </a:lnTo>
                  <a:cubicBezTo>
                    <a:pt x="1154" y="255"/>
                    <a:pt x="899" y="1"/>
                    <a:pt x="577" y="1"/>
                  </a:cubicBezTo>
                  <a:close/>
                </a:path>
              </a:pathLst>
            </a:custGeom>
            <a:solidFill>
              <a:srgbClr val="D1DBE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31" name="Google Shape;7831;p69"/>
            <p:cNvSpPr/>
            <p:nvPr/>
          </p:nvSpPr>
          <p:spPr>
            <a:xfrm>
              <a:off x="4026311" y="2203963"/>
              <a:ext cx="211456" cy="157473"/>
            </a:xfrm>
            <a:custGeom>
              <a:avLst/>
              <a:gdLst/>
              <a:ahLst/>
              <a:cxnLst/>
              <a:rect l="l" t="t" r="r" b="b"/>
              <a:pathLst>
                <a:path w="8077" h="6015" extrusionOk="0">
                  <a:moveTo>
                    <a:pt x="1908" y="423"/>
                  </a:moveTo>
                  <a:cubicBezTo>
                    <a:pt x="2110" y="423"/>
                    <a:pt x="2273" y="586"/>
                    <a:pt x="2273" y="788"/>
                  </a:cubicBezTo>
                  <a:lnTo>
                    <a:pt x="2273" y="5582"/>
                  </a:lnTo>
                  <a:lnTo>
                    <a:pt x="1538" y="5582"/>
                  </a:lnTo>
                  <a:lnTo>
                    <a:pt x="1538" y="788"/>
                  </a:lnTo>
                  <a:cubicBezTo>
                    <a:pt x="1538" y="586"/>
                    <a:pt x="1701" y="423"/>
                    <a:pt x="1908" y="423"/>
                  </a:cubicBezTo>
                  <a:close/>
                  <a:moveTo>
                    <a:pt x="4041" y="423"/>
                  </a:moveTo>
                  <a:cubicBezTo>
                    <a:pt x="4243" y="423"/>
                    <a:pt x="4406" y="586"/>
                    <a:pt x="4406" y="788"/>
                  </a:cubicBezTo>
                  <a:lnTo>
                    <a:pt x="4406" y="5582"/>
                  </a:lnTo>
                  <a:lnTo>
                    <a:pt x="3676" y="5582"/>
                  </a:lnTo>
                  <a:lnTo>
                    <a:pt x="3676" y="788"/>
                  </a:lnTo>
                  <a:cubicBezTo>
                    <a:pt x="3676" y="586"/>
                    <a:pt x="3839" y="423"/>
                    <a:pt x="4041" y="423"/>
                  </a:cubicBezTo>
                  <a:close/>
                  <a:moveTo>
                    <a:pt x="6179" y="423"/>
                  </a:moveTo>
                  <a:cubicBezTo>
                    <a:pt x="6381" y="423"/>
                    <a:pt x="6544" y="586"/>
                    <a:pt x="6544" y="788"/>
                  </a:cubicBezTo>
                  <a:lnTo>
                    <a:pt x="6544" y="5582"/>
                  </a:lnTo>
                  <a:lnTo>
                    <a:pt x="5814" y="5582"/>
                  </a:lnTo>
                  <a:lnTo>
                    <a:pt x="5814" y="788"/>
                  </a:lnTo>
                  <a:cubicBezTo>
                    <a:pt x="5814" y="586"/>
                    <a:pt x="5977" y="423"/>
                    <a:pt x="6179" y="423"/>
                  </a:cubicBezTo>
                  <a:close/>
                  <a:moveTo>
                    <a:pt x="1903" y="0"/>
                  </a:moveTo>
                  <a:cubicBezTo>
                    <a:pt x="1466" y="0"/>
                    <a:pt x="1115" y="351"/>
                    <a:pt x="1115" y="788"/>
                  </a:cubicBezTo>
                  <a:lnTo>
                    <a:pt x="1115" y="5582"/>
                  </a:lnTo>
                  <a:lnTo>
                    <a:pt x="424" y="5582"/>
                  </a:lnTo>
                  <a:lnTo>
                    <a:pt x="424" y="3334"/>
                  </a:lnTo>
                  <a:cubicBezTo>
                    <a:pt x="409" y="3207"/>
                    <a:pt x="311" y="3143"/>
                    <a:pt x="212" y="3143"/>
                  </a:cubicBezTo>
                  <a:cubicBezTo>
                    <a:pt x="114" y="3143"/>
                    <a:pt x="15" y="3207"/>
                    <a:pt x="1" y="3334"/>
                  </a:cubicBezTo>
                  <a:lnTo>
                    <a:pt x="1" y="5794"/>
                  </a:lnTo>
                  <a:cubicBezTo>
                    <a:pt x="1" y="5914"/>
                    <a:pt x="97" y="6005"/>
                    <a:pt x="212" y="6005"/>
                  </a:cubicBezTo>
                  <a:lnTo>
                    <a:pt x="1279" y="6005"/>
                  </a:lnTo>
                  <a:cubicBezTo>
                    <a:pt x="1293" y="6010"/>
                    <a:pt x="1312" y="6015"/>
                    <a:pt x="1327" y="6015"/>
                  </a:cubicBezTo>
                  <a:lnTo>
                    <a:pt x="2485" y="6015"/>
                  </a:lnTo>
                  <a:cubicBezTo>
                    <a:pt x="2499" y="6015"/>
                    <a:pt x="2518" y="6010"/>
                    <a:pt x="2533" y="6005"/>
                  </a:cubicBezTo>
                  <a:lnTo>
                    <a:pt x="3412" y="6005"/>
                  </a:lnTo>
                  <a:cubicBezTo>
                    <a:pt x="3426" y="6010"/>
                    <a:pt x="3441" y="6015"/>
                    <a:pt x="3460" y="6015"/>
                  </a:cubicBezTo>
                  <a:lnTo>
                    <a:pt x="4618" y="6015"/>
                  </a:lnTo>
                  <a:cubicBezTo>
                    <a:pt x="4632" y="6015"/>
                    <a:pt x="4651" y="6010"/>
                    <a:pt x="4666" y="6005"/>
                  </a:cubicBezTo>
                  <a:lnTo>
                    <a:pt x="5545" y="6005"/>
                  </a:lnTo>
                  <a:cubicBezTo>
                    <a:pt x="5559" y="6010"/>
                    <a:pt x="5578" y="6015"/>
                    <a:pt x="5598" y="6015"/>
                  </a:cubicBezTo>
                  <a:lnTo>
                    <a:pt x="6751" y="6015"/>
                  </a:lnTo>
                  <a:cubicBezTo>
                    <a:pt x="6770" y="6015"/>
                    <a:pt x="6784" y="6010"/>
                    <a:pt x="6803" y="6005"/>
                  </a:cubicBezTo>
                  <a:lnTo>
                    <a:pt x="7865" y="6005"/>
                  </a:lnTo>
                  <a:cubicBezTo>
                    <a:pt x="7980" y="6005"/>
                    <a:pt x="8076" y="5914"/>
                    <a:pt x="8076" y="5794"/>
                  </a:cubicBezTo>
                  <a:lnTo>
                    <a:pt x="8076" y="1105"/>
                  </a:lnTo>
                  <a:cubicBezTo>
                    <a:pt x="8076" y="985"/>
                    <a:pt x="7980" y="894"/>
                    <a:pt x="7865" y="894"/>
                  </a:cubicBezTo>
                  <a:cubicBezTo>
                    <a:pt x="7750" y="894"/>
                    <a:pt x="7654" y="985"/>
                    <a:pt x="7654" y="1105"/>
                  </a:cubicBezTo>
                  <a:lnTo>
                    <a:pt x="7654" y="5582"/>
                  </a:lnTo>
                  <a:lnTo>
                    <a:pt x="6962" y="5582"/>
                  </a:lnTo>
                  <a:lnTo>
                    <a:pt x="6962" y="788"/>
                  </a:lnTo>
                  <a:cubicBezTo>
                    <a:pt x="6962" y="351"/>
                    <a:pt x="6611" y="0"/>
                    <a:pt x="6174" y="0"/>
                  </a:cubicBezTo>
                  <a:cubicBezTo>
                    <a:pt x="5737" y="0"/>
                    <a:pt x="5386" y="351"/>
                    <a:pt x="5386" y="788"/>
                  </a:cubicBezTo>
                  <a:lnTo>
                    <a:pt x="5386" y="5582"/>
                  </a:lnTo>
                  <a:lnTo>
                    <a:pt x="4829" y="5582"/>
                  </a:lnTo>
                  <a:lnTo>
                    <a:pt x="4829" y="788"/>
                  </a:lnTo>
                  <a:cubicBezTo>
                    <a:pt x="4829" y="351"/>
                    <a:pt x="4473" y="0"/>
                    <a:pt x="4036" y="0"/>
                  </a:cubicBezTo>
                  <a:cubicBezTo>
                    <a:pt x="3604" y="0"/>
                    <a:pt x="3248" y="351"/>
                    <a:pt x="3248" y="788"/>
                  </a:cubicBezTo>
                  <a:lnTo>
                    <a:pt x="3248" y="5582"/>
                  </a:lnTo>
                  <a:lnTo>
                    <a:pt x="2691" y="5582"/>
                  </a:lnTo>
                  <a:lnTo>
                    <a:pt x="2691" y="788"/>
                  </a:lnTo>
                  <a:cubicBezTo>
                    <a:pt x="2691" y="351"/>
                    <a:pt x="2340" y="0"/>
                    <a:pt x="1903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32" name="Google Shape;7832;p69"/>
            <p:cNvSpPr/>
            <p:nvPr/>
          </p:nvSpPr>
          <p:spPr>
            <a:xfrm>
              <a:off x="3966333" y="1983475"/>
              <a:ext cx="331805" cy="294080"/>
            </a:xfrm>
            <a:custGeom>
              <a:avLst/>
              <a:gdLst/>
              <a:ahLst/>
              <a:cxnLst/>
              <a:rect l="l" t="t" r="r" b="b"/>
              <a:pathLst>
                <a:path w="12674" h="11233" extrusionOk="0">
                  <a:moveTo>
                    <a:pt x="11386" y="423"/>
                  </a:moveTo>
                  <a:cubicBezTo>
                    <a:pt x="11833" y="423"/>
                    <a:pt x="12193" y="784"/>
                    <a:pt x="12193" y="1231"/>
                  </a:cubicBezTo>
                  <a:cubicBezTo>
                    <a:pt x="12193" y="1677"/>
                    <a:pt x="11833" y="2042"/>
                    <a:pt x="11386" y="2042"/>
                  </a:cubicBezTo>
                  <a:lnTo>
                    <a:pt x="1278" y="2042"/>
                  </a:lnTo>
                  <a:cubicBezTo>
                    <a:pt x="827" y="2042"/>
                    <a:pt x="466" y="1677"/>
                    <a:pt x="466" y="1231"/>
                  </a:cubicBezTo>
                  <a:cubicBezTo>
                    <a:pt x="466" y="784"/>
                    <a:pt x="827" y="423"/>
                    <a:pt x="1278" y="423"/>
                  </a:cubicBezTo>
                  <a:close/>
                  <a:moveTo>
                    <a:pt x="8965" y="5011"/>
                  </a:moveTo>
                  <a:cubicBezTo>
                    <a:pt x="9003" y="5319"/>
                    <a:pt x="9152" y="5607"/>
                    <a:pt x="9383" y="5818"/>
                  </a:cubicBezTo>
                  <a:lnTo>
                    <a:pt x="3378" y="5818"/>
                  </a:lnTo>
                  <a:cubicBezTo>
                    <a:pt x="3603" y="5602"/>
                    <a:pt x="3752" y="5319"/>
                    <a:pt x="3795" y="5011"/>
                  </a:cubicBezTo>
                  <a:close/>
                  <a:moveTo>
                    <a:pt x="10411" y="2465"/>
                  </a:moveTo>
                  <a:cubicBezTo>
                    <a:pt x="11323" y="2480"/>
                    <a:pt x="12058" y="3224"/>
                    <a:pt x="12058" y="4142"/>
                  </a:cubicBezTo>
                  <a:cubicBezTo>
                    <a:pt x="12058" y="5055"/>
                    <a:pt x="11323" y="5799"/>
                    <a:pt x="10411" y="5818"/>
                  </a:cubicBezTo>
                  <a:lnTo>
                    <a:pt x="10324" y="5818"/>
                  </a:lnTo>
                  <a:cubicBezTo>
                    <a:pt x="10084" y="5785"/>
                    <a:pt x="9863" y="5684"/>
                    <a:pt x="9685" y="5521"/>
                  </a:cubicBezTo>
                  <a:cubicBezTo>
                    <a:pt x="9301" y="5170"/>
                    <a:pt x="9267" y="4574"/>
                    <a:pt x="9608" y="4180"/>
                  </a:cubicBezTo>
                  <a:cubicBezTo>
                    <a:pt x="9749" y="4022"/>
                    <a:pt x="9943" y="3940"/>
                    <a:pt x="10137" y="3940"/>
                  </a:cubicBezTo>
                  <a:cubicBezTo>
                    <a:pt x="10303" y="3940"/>
                    <a:pt x="10468" y="3999"/>
                    <a:pt x="10603" y="4118"/>
                  </a:cubicBezTo>
                  <a:cubicBezTo>
                    <a:pt x="10814" y="4310"/>
                    <a:pt x="10833" y="4637"/>
                    <a:pt x="10646" y="4853"/>
                  </a:cubicBezTo>
                  <a:cubicBezTo>
                    <a:pt x="10506" y="5011"/>
                    <a:pt x="10645" y="5207"/>
                    <a:pt x="10803" y="5207"/>
                  </a:cubicBezTo>
                  <a:cubicBezTo>
                    <a:pt x="10856" y="5207"/>
                    <a:pt x="10911" y="5185"/>
                    <a:pt x="10958" y="5131"/>
                  </a:cubicBezTo>
                  <a:cubicBezTo>
                    <a:pt x="11304" y="4742"/>
                    <a:pt x="11271" y="4147"/>
                    <a:pt x="10881" y="3801"/>
                  </a:cubicBezTo>
                  <a:cubicBezTo>
                    <a:pt x="10666" y="3610"/>
                    <a:pt x="10399" y="3517"/>
                    <a:pt x="10133" y="3517"/>
                  </a:cubicBezTo>
                  <a:cubicBezTo>
                    <a:pt x="9823" y="3517"/>
                    <a:pt x="9514" y="3644"/>
                    <a:pt x="9291" y="3892"/>
                  </a:cubicBezTo>
                  <a:cubicBezTo>
                    <a:pt x="9118" y="4089"/>
                    <a:pt x="9008" y="4329"/>
                    <a:pt x="8969" y="4584"/>
                  </a:cubicBezTo>
                  <a:lnTo>
                    <a:pt x="3791" y="4584"/>
                  </a:lnTo>
                  <a:cubicBezTo>
                    <a:pt x="3752" y="4329"/>
                    <a:pt x="3637" y="4089"/>
                    <a:pt x="3469" y="3892"/>
                  </a:cubicBezTo>
                  <a:cubicBezTo>
                    <a:pt x="3246" y="3644"/>
                    <a:pt x="2936" y="3517"/>
                    <a:pt x="2625" y="3517"/>
                  </a:cubicBezTo>
                  <a:cubicBezTo>
                    <a:pt x="2359" y="3517"/>
                    <a:pt x="2092" y="3610"/>
                    <a:pt x="1879" y="3801"/>
                  </a:cubicBezTo>
                  <a:cubicBezTo>
                    <a:pt x="1490" y="4147"/>
                    <a:pt x="1456" y="4742"/>
                    <a:pt x="1802" y="5131"/>
                  </a:cubicBezTo>
                  <a:cubicBezTo>
                    <a:pt x="1849" y="5185"/>
                    <a:pt x="1904" y="5207"/>
                    <a:pt x="1957" y="5207"/>
                  </a:cubicBezTo>
                  <a:cubicBezTo>
                    <a:pt x="2115" y="5207"/>
                    <a:pt x="2254" y="5011"/>
                    <a:pt x="2114" y="4853"/>
                  </a:cubicBezTo>
                  <a:cubicBezTo>
                    <a:pt x="1927" y="4637"/>
                    <a:pt x="1946" y="4310"/>
                    <a:pt x="2157" y="4118"/>
                  </a:cubicBezTo>
                  <a:cubicBezTo>
                    <a:pt x="2292" y="3999"/>
                    <a:pt x="2458" y="3940"/>
                    <a:pt x="2623" y="3940"/>
                  </a:cubicBezTo>
                  <a:cubicBezTo>
                    <a:pt x="2817" y="3940"/>
                    <a:pt x="3011" y="4022"/>
                    <a:pt x="3152" y="4180"/>
                  </a:cubicBezTo>
                  <a:cubicBezTo>
                    <a:pt x="3493" y="4574"/>
                    <a:pt x="3459" y="5170"/>
                    <a:pt x="3075" y="5521"/>
                  </a:cubicBezTo>
                  <a:cubicBezTo>
                    <a:pt x="2897" y="5684"/>
                    <a:pt x="2671" y="5785"/>
                    <a:pt x="2436" y="5818"/>
                  </a:cubicBezTo>
                  <a:lnTo>
                    <a:pt x="2349" y="5818"/>
                  </a:lnTo>
                  <a:cubicBezTo>
                    <a:pt x="1432" y="5799"/>
                    <a:pt x="702" y="5055"/>
                    <a:pt x="702" y="4142"/>
                  </a:cubicBezTo>
                  <a:cubicBezTo>
                    <a:pt x="702" y="3224"/>
                    <a:pt x="1432" y="2480"/>
                    <a:pt x="2349" y="2465"/>
                  </a:cubicBezTo>
                  <a:close/>
                  <a:moveTo>
                    <a:pt x="9945" y="6241"/>
                  </a:moveTo>
                  <a:lnTo>
                    <a:pt x="9945" y="7303"/>
                  </a:lnTo>
                  <a:lnTo>
                    <a:pt x="2715" y="7303"/>
                  </a:lnTo>
                  <a:lnTo>
                    <a:pt x="2715" y="6241"/>
                  </a:lnTo>
                  <a:close/>
                  <a:moveTo>
                    <a:pt x="1273" y="1"/>
                  </a:moveTo>
                  <a:cubicBezTo>
                    <a:pt x="630" y="1"/>
                    <a:pt x="92" y="500"/>
                    <a:pt x="44" y="1144"/>
                  </a:cubicBezTo>
                  <a:cubicBezTo>
                    <a:pt x="0" y="1793"/>
                    <a:pt x="461" y="2364"/>
                    <a:pt x="1100" y="2451"/>
                  </a:cubicBezTo>
                  <a:cubicBezTo>
                    <a:pt x="385" y="2984"/>
                    <a:pt x="82" y="3911"/>
                    <a:pt x="346" y="4766"/>
                  </a:cubicBezTo>
                  <a:cubicBezTo>
                    <a:pt x="610" y="5617"/>
                    <a:pt x="1384" y="6207"/>
                    <a:pt x="2277" y="6241"/>
                  </a:cubicBezTo>
                  <a:lnTo>
                    <a:pt x="2292" y="6246"/>
                  </a:lnTo>
                  <a:lnTo>
                    <a:pt x="2292" y="7519"/>
                  </a:lnTo>
                  <a:lnTo>
                    <a:pt x="2292" y="7524"/>
                  </a:lnTo>
                  <a:lnTo>
                    <a:pt x="2292" y="10997"/>
                  </a:lnTo>
                  <a:cubicBezTo>
                    <a:pt x="2277" y="11122"/>
                    <a:pt x="2373" y="11232"/>
                    <a:pt x="2503" y="11232"/>
                  </a:cubicBezTo>
                  <a:cubicBezTo>
                    <a:pt x="2628" y="11232"/>
                    <a:pt x="2724" y="11122"/>
                    <a:pt x="2710" y="10997"/>
                  </a:cubicBezTo>
                  <a:lnTo>
                    <a:pt x="2710" y="7740"/>
                  </a:lnTo>
                  <a:lnTo>
                    <a:pt x="9945" y="7740"/>
                  </a:lnTo>
                  <a:lnTo>
                    <a:pt x="9945" y="8778"/>
                  </a:lnTo>
                  <a:cubicBezTo>
                    <a:pt x="9957" y="8903"/>
                    <a:pt x="10055" y="8965"/>
                    <a:pt x="10154" y="8965"/>
                  </a:cubicBezTo>
                  <a:cubicBezTo>
                    <a:pt x="10252" y="8965"/>
                    <a:pt x="10351" y="8903"/>
                    <a:pt x="10363" y="8778"/>
                  </a:cubicBezTo>
                  <a:lnTo>
                    <a:pt x="10363" y="7529"/>
                  </a:lnTo>
                  <a:lnTo>
                    <a:pt x="10363" y="7524"/>
                  </a:lnTo>
                  <a:lnTo>
                    <a:pt x="10363" y="7519"/>
                  </a:lnTo>
                  <a:lnTo>
                    <a:pt x="10363" y="6251"/>
                  </a:lnTo>
                  <a:lnTo>
                    <a:pt x="10406" y="6251"/>
                  </a:lnTo>
                  <a:cubicBezTo>
                    <a:pt x="10430" y="6251"/>
                    <a:pt x="10454" y="6246"/>
                    <a:pt x="10473" y="6241"/>
                  </a:cubicBezTo>
                  <a:cubicBezTo>
                    <a:pt x="11371" y="6207"/>
                    <a:pt x="12150" y="5607"/>
                    <a:pt x="12409" y="4752"/>
                  </a:cubicBezTo>
                  <a:cubicBezTo>
                    <a:pt x="12668" y="3894"/>
                    <a:pt x="12358" y="2970"/>
                    <a:pt x="11637" y="2441"/>
                  </a:cubicBezTo>
                  <a:lnTo>
                    <a:pt x="11637" y="2441"/>
                  </a:lnTo>
                  <a:cubicBezTo>
                    <a:pt x="12256" y="2311"/>
                    <a:pt x="12673" y="1734"/>
                    <a:pt x="12611" y="1106"/>
                  </a:cubicBezTo>
                  <a:cubicBezTo>
                    <a:pt x="12544" y="476"/>
                    <a:pt x="12015" y="1"/>
                    <a:pt x="11386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7833" name="Google Shape;7833;p69"/>
          <p:cNvGrpSpPr/>
          <p:nvPr/>
        </p:nvGrpSpPr>
        <p:grpSpPr>
          <a:xfrm>
            <a:off x="2314268" y="2813980"/>
            <a:ext cx="237250" cy="287024"/>
            <a:chOff x="3085690" y="2894722"/>
            <a:chExt cx="316333" cy="382699"/>
          </a:xfrm>
        </p:grpSpPr>
        <p:sp>
          <p:nvSpPr>
            <p:cNvPr id="7834" name="Google Shape;7834;p69"/>
            <p:cNvSpPr/>
            <p:nvPr/>
          </p:nvSpPr>
          <p:spPr>
            <a:xfrm>
              <a:off x="3226041" y="3249723"/>
              <a:ext cx="35736" cy="20918"/>
            </a:xfrm>
            <a:custGeom>
              <a:avLst/>
              <a:gdLst/>
              <a:ahLst/>
              <a:cxnLst/>
              <a:rect l="l" t="t" r="r" b="b"/>
              <a:pathLst>
                <a:path w="1365" h="799" extrusionOk="0">
                  <a:moveTo>
                    <a:pt x="1" y="1"/>
                  </a:moveTo>
                  <a:lnTo>
                    <a:pt x="1" y="318"/>
                  </a:lnTo>
                  <a:cubicBezTo>
                    <a:pt x="1" y="582"/>
                    <a:pt x="217" y="798"/>
                    <a:pt x="481" y="798"/>
                  </a:cubicBezTo>
                  <a:lnTo>
                    <a:pt x="885" y="798"/>
                  </a:lnTo>
                  <a:cubicBezTo>
                    <a:pt x="1149" y="798"/>
                    <a:pt x="1365" y="582"/>
                    <a:pt x="1365" y="318"/>
                  </a:cubicBezTo>
                  <a:lnTo>
                    <a:pt x="1365" y="1"/>
                  </a:lnTo>
                  <a:cubicBezTo>
                    <a:pt x="1235" y="29"/>
                    <a:pt x="1110" y="44"/>
                    <a:pt x="981" y="44"/>
                  </a:cubicBezTo>
                  <a:lnTo>
                    <a:pt x="385" y="44"/>
                  </a:lnTo>
                  <a:cubicBezTo>
                    <a:pt x="255" y="44"/>
                    <a:pt x="126" y="29"/>
                    <a:pt x="1" y="1"/>
                  </a:cubicBez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35" name="Google Shape;7835;p69"/>
            <p:cNvSpPr/>
            <p:nvPr/>
          </p:nvSpPr>
          <p:spPr>
            <a:xfrm>
              <a:off x="3192845" y="3215139"/>
              <a:ext cx="102154" cy="35736"/>
            </a:xfrm>
            <a:custGeom>
              <a:avLst/>
              <a:gdLst/>
              <a:ahLst/>
              <a:cxnLst/>
              <a:rect l="l" t="t" r="r" b="b"/>
              <a:pathLst>
                <a:path w="3902" h="1365" extrusionOk="0">
                  <a:moveTo>
                    <a:pt x="0" y="0"/>
                  </a:moveTo>
                  <a:cubicBezTo>
                    <a:pt x="154" y="793"/>
                    <a:pt x="846" y="1365"/>
                    <a:pt x="1653" y="1365"/>
                  </a:cubicBezTo>
                  <a:lnTo>
                    <a:pt x="2249" y="1365"/>
                  </a:lnTo>
                  <a:cubicBezTo>
                    <a:pt x="3056" y="1365"/>
                    <a:pt x="3747" y="793"/>
                    <a:pt x="3901" y="0"/>
                  </a:cubicBezTo>
                  <a:close/>
                </a:path>
              </a:pathLst>
            </a:custGeom>
            <a:solidFill>
              <a:srgbClr val="F5F7F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36" name="Google Shape;7836;p69"/>
            <p:cNvSpPr/>
            <p:nvPr/>
          </p:nvSpPr>
          <p:spPr>
            <a:xfrm>
              <a:off x="3192085" y="3191106"/>
              <a:ext cx="103542" cy="24059"/>
            </a:xfrm>
            <a:custGeom>
              <a:avLst/>
              <a:gdLst/>
              <a:ahLst/>
              <a:cxnLst/>
              <a:rect l="l" t="t" r="r" b="b"/>
              <a:pathLst>
                <a:path w="3955" h="919" extrusionOk="0">
                  <a:moveTo>
                    <a:pt x="1" y="1"/>
                  </a:moveTo>
                  <a:lnTo>
                    <a:pt x="1" y="601"/>
                  </a:lnTo>
                  <a:cubicBezTo>
                    <a:pt x="1" y="707"/>
                    <a:pt x="10" y="813"/>
                    <a:pt x="29" y="918"/>
                  </a:cubicBezTo>
                  <a:lnTo>
                    <a:pt x="3925" y="918"/>
                  </a:lnTo>
                  <a:cubicBezTo>
                    <a:pt x="3945" y="813"/>
                    <a:pt x="3954" y="707"/>
                    <a:pt x="3954" y="601"/>
                  </a:cubicBezTo>
                  <a:lnTo>
                    <a:pt x="3954" y="1"/>
                  </a:lnTo>
                  <a:close/>
                </a:path>
              </a:pathLst>
            </a:custGeom>
            <a:solidFill>
              <a:srgbClr val="F5F7F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37" name="Google Shape;7837;p69"/>
            <p:cNvSpPr/>
            <p:nvPr/>
          </p:nvSpPr>
          <p:spPr>
            <a:xfrm>
              <a:off x="3229444" y="3010647"/>
              <a:ext cx="28824" cy="25866"/>
            </a:xfrm>
            <a:custGeom>
              <a:avLst/>
              <a:gdLst/>
              <a:ahLst/>
              <a:cxnLst/>
              <a:rect l="l" t="t" r="r" b="b"/>
              <a:pathLst>
                <a:path w="1101" h="988" extrusionOk="0">
                  <a:moveTo>
                    <a:pt x="553" y="0"/>
                  </a:moveTo>
                  <a:lnTo>
                    <a:pt x="0" y="822"/>
                  </a:lnTo>
                  <a:cubicBezTo>
                    <a:pt x="166" y="932"/>
                    <a:pt x="358" y="987"/>
                    <a:pt x="550" y="987"/>
                  </a:cubicBezTo>
                  <a:cubicBezTo>
                    <a:pt x="743" y="987"/>
                    <a:pt x="935" y="932"/>
                    <a:pt x="1100" y="822"/>
                  </a:cubicBezTo>
                  <a:lnTo>
                    <a:pt x="553" y="0"/>
                  </a:lnTo>
                  <a:close/>
                </a:path>
              </a:pathLst>
            </a:custGeom>
            <a:solidFill>
              <a:srgbClr val="A9BBC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38" name="Google Shape;7838;p69"/>
            <p:cNvSpPr/>
            <p:nvPr/>
          </p:nvSpPr>
          <p:spPr>
            <a:xfrm>
              <a:off x="3216852" y="3032141"/>
              <a:ext cx="54114" cy="24452"/>
            </a:xfrm>
            <a:custGeom>
              <a:avLst/>
              <a:gdLst/>
              <a:ahLst/>
              <a:cxnLst/>
              <a:rect l="l" t="t" r="r" b="b"/>
              <a:pathLst>
                <a:path w="2067" h="934" extrusionOk="0">
                  <a:moveTo>
                    <a:pt x="486" y="1"/>
                  </a:moveTo>
                  <a:lnTo>
                    <a:pt x="1" y="721"/>
                  </a:lnTo>
                  <a:cubicBezTo>
                    <a:pt x="330" y="863"/>
                    <a:pt x="681" y="934"/>
                    <a:pt x="1032" y="934"/>
                  </a:cubicBezTo>
                  <a:cubicBezTo>
                    <a:pt x="1383" y="934"/>
                    <a:pt x="1735" y="863"/>
                    <a:pt x="2067" y="721"/>
                  </a:cubicBezTo>
                  <a:lnTo>
                    <a:pt x="1581" y="1"/>
                  </a:lnTo>
                  <a:cubicBezTo>
                    <a:pt x="1416" y="111"/>
                    <a:pt x="1225" y="166"/>
                    <a:pt x="1034" y="166"/>
                  </a:cubicBezTo>
                  <a:cubicBezTo>
                    <a:pt x="843" y="166"/>
                    <a:pt x="652" y="111"/>
                    <a:pt x="486" y="1"/>
                  </a:cubicBez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39" name="Google Shape;7839;p69"/>
            <p:cNvSpPr/>
            <p:nvPr/>
          </p:nvSpPr>
          <p:spPr>
            <a:xfrm>
              <a:off x="3243896" y="3051016"/>
              <a:ext cx="27070" cy="140115"/>
            </a:xfrm>
            <a:custGeom>
              <a:avLst/>
              <a:gdLst/>
              <a:ahLst/>
              <a:cxnLst/>
              <a:rect l="l" t="t" r="r" b="b"/>
              <a:pathLst>
                <a:path w="1034" h="5352" extrusionOk="0">
                  <a:moveTo>
                    <a:pt x="1034" y="0"/>
                  </a:moveTo>
                  <a:cubicBezTo>
                    <a:pt x="707" y="140"/>
                    <a:pt x="356" y="216"/>
                    <a:pt x="1" y="216"/>
                  </a:cubicBezTo>
                  <a:lnTo>
                    <a:pt x="1" y="5352"/>
                  </a:lnTo>
                  <a:lnTo>
                    <a:pt x="1034" y="5352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rgbClr val="B1BDC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40" name="Google Shape;7840;p69"/>
            <p:cNvSpPr/>
            <p:nvPr/>
          </p:nvSpPr>
          <p:spPr>
            <a:xfrm>
              <a:off x="3216852" y="3051016"/>
              <a:ext cx="27070" cy="140115"/>
            </a:xfrm>
            <a:custGeom>
              <a:avLst/>
              <a:gdLst/>
              <a:ahLst/>
              <a:cxnLst/>
              <a:rect l="l" t="t" r="r" b="b"/>
              <a:pathLst>
                <a:path w="1034" h="5352" extrusionOk="0">
                  <a:moveTo>
                    <a:pt x="1" y="0"/>
                  </a:moveTo>
                  <a:lnTo>
                    <a:pt x="1" y="5352"/>
                  </a:lnTo>
                  <a:lnTo>
                    <a:pt x="1034" y="5352"/>
                  </a:lnTo>
                  <a:lnTo>
                    <a:pt x="1034" y="216"/>
                  </a:lnTo>
                  <a:cubicBezTo>
                    <a:pt x="678" y="216"/>
                    <a:pt x="323" y="140"/>
                    <a:pt x="1" y="0"/>
                  </a:cubicBezTo>
                  <a:close/>
                </a:path>
              </a:pathLst>
            </a:custGeom>
            <a:solidFill>
              <a:srgbClr val="B1BDC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41" name="Google Shape;7841;p69"/>
            <p:cNvSpPr/>
            <p:nvPr/>
          </p:nvSpPr>
          <p:spPr>
            <a:xfrm>
              <a:off x="3110849" y="2939254"/>
              <a:ext cx="242872" cy="251878"/>
            </a:xfrm>
            <a:custGeom>
              <a:avLst/>
              <a:gdLst/>
              <a:ahLst/>
              <a:cxnLst/>
              <a:rect l="l" t="t" r="r" b="b"/>
              <a:pathLst>
                <a:path w="9277" h="9621" extrusionOk="0">
                  <a:moveTo>
                    <a:pt x="5083" y="1"/>
                  </a:moveTo>
                  <a:cubicBezTo>
                    <a:pt x="4564" y="1"/>
                    <a:pt x="4031" y="99"/>
                    <a:pt x="3507" y="311"/>
                  </a:cubicBezTo>
                  <a:cubicBezTo>
                    <a:pt x="754" y="1430"/>
                    <a:pt x="0" y="4980"/>
                    <a:pt x="2071" y="7113"/>
                  </a:cubicBezTo>
                  <a:cubicBezTo>
                    <a:pt x="2724" y="7786"/>
                    <a:pt x="3099" y="8684"/>
                    <a:pt x="3104" y="9621"/>
                  </a:cubicBezTo>
                  <a:lnTo>
                    <a:pt x="4045" y="9621"/>
                  </a:lnTo>
                  <a:lnTo>
                    <a:pt x="4045" y="4269"/>
                  </a:lnTo>
                  <a:lnTo>
                    <a:pt x="4530" y="3549"/>
                  </a:lnTo>
                  <a:lnTo>
                    <a:pt x="5078" y="2732"/>
                  </a:lnTo>
                  <a:lnTo>
                    <a:pt x="5630" y="3549"/>
                  </a:lnTo>
                  <a:lnTo>
                    <a:pt x="6111" y="4269"/>
                  </a:lnTo>
                  <a:lnTo>
                    <a:pt x="6111" y="9621"/>
                  </a:lnTo>
                  <a:lnTo>
                    <a:pt x="7057" y="9621"/>
                  </a:lnTo>
                  <a:cubicBezTo>
                    <a:pt x="7062" y="8684"/>
                    <a:pt x="7432" y="7786"/>
                    <a:pt x="8090" y="7118"/>
                  </a:cubicBezTo>
                  <a:cubicBezTo>
                    <a:pt x="8849" y="6335"/>
                    <a:pt x="9277" y="5288"/>
                    <a:pt x="9272" y="4197"/>
                  </a:cubicBezTo>
                  <a:lnTo>
                    <a:pt x="9277" y="4197"/>
                  </a:lnTo>
                  <a:cubicBezTo>
                    <a:pt x="9273" y="1788"/>
                    <a:pt x="7299" y="1"/>
                    <a:pt x="5083" y="1"/>
                  </a:cubicBezTo>
                  <a:close/>
                </a:path>
              </a:pathLst>
            </a:custGeom>
            <a:solidFill>
              <a:srgbClr val="D0DAE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42" name="Google Shape;7842;p69"/>
            <p:cNvSpPr/>
            <p:nvPr/>
          </p:nvSpPr>
          <p:spPr>
            <a:xfrm>
              <a:off x="3257745" y="2958627"/>
              <a:ext cx="79875" cy="97442"/>
            </a:xfrm>
            <a:custGeom>
              <a:avLst/>
              <a:gdLst/>
              <a:ahLst/>
              <a:cxnLst/>
              <a:rect l="l" t="t" r="r" b="b"/>
              <a:pathLst>
                <a:path w="3051" h="3722" extrusionOk="0">
                  <a:moveTo>
                    <a:pt x="369" y="1"/>
                  </a:moveTo>
                  <a:cubicBezTo>
                    <a:pt x="94" y="1"/>
                    <a:pt x="0" y="429"/>
                    <a:pt x="308" y="517"/>
                  </a:cubicBezTo>
                  <a:cubicBezTo>
                    <a:pt x="1619" y="897"/>
                    <a:pt x="2522" y="2093"/>
                    <a:pt x="2527" y="3457"/>
                  </a:cubicBezTo>
                  <a:cubicBezTo>
                    <a:pt x="2527" y="3601"/>
                    <a:pt x="2642" y="3721"/>
                    <a:pt x="2787" y="3721"/>
                  </a:cubicBezTo>
                  <a:cubicBezTo>
                    <a:pt x="2931" y="3721"/>
                    <a:pt x="3051" y="3601"/>
                    <a:pt x="3051" y="3457"/>
                  </a:cubicBezTo>
                  <a:cubicBezTo>
                    <a:pt x="3046" y="1857"/>
                    <a:pt x="1984" y="459"/>
                    <a:pt x="452" y="13"/>
                  </a:cubicBezTo>
                  <a:cubicBezTo>
                    <a:pt x="423" y="4"/>
                    <a:pt x="395" y="1"/>
                    <a:pt x="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43" name="Google Shape;7843;p69"/>
            <p:cNvSpPr/>
            <p:nvPr/>
          </p:nvSpPr>
          <p:spPr>
            <a:xfrm>
              <a:off x="3233293" y="2955433"/>
              <a:ext cx="24766" cy="13849"/>
            </a:xfrm>
            <a:custGeom>
              <a:avLst/>
              <a:gdLst/>
              <a:ahLst/>
              <a:cxnLst/>
              <a:rect l="l" t="t" r="r" b="b"/>
              <a:pathLst>
                <a:path w="946" h="529" extrusionOk="0">
                  <a:moveTo>
                    <a:pt x="348" y="0"/>
                  </a:moveTo>
                  <a:cubicBezTo>
                    <a:pt x="1" y="5"/>
                    <a:pt x="12" y="524"/>
                    <a:pt x="353" y="524"/>
                  </a:cubicBezTo>
                  <a:cubicBezTo>
                    <a:pt x="356" y="524"/>
                    <a:pt x="359" y="524"/>
                    <a:pt x="363" y="524"/>
                  </a:cubicBezTo>
                  <a:lnTo>
                    <a:pt x="396" y="524"/>
                  </a:lnTo>
                  <a:cubicBezTo>
                    <a:pt x="454" y="524"/>
                    <a:pt x="511" y="524"/>
                    <a:pt x="574" y="529"/>
                  </a:cubicBezTo>
                  <a:lnTo>
                    <a:pt x="588" y="529"/>
                  </a:lnTo>
                  <a:cubicBezTo>
                    <a:pt x="591" y="529"/>
                    <a:pt x="595" y="529"/>
                    <a:pt x="598" y="529"/>
                  </a:cubicBezTo>
                  <a:cubicBezTo>
                    <a:pt x="934" y="529"/>
                    <a:pt x="945" y="14"/>
                    <a:pt x="598" y="5"/>
                  </a:cubicBezTo>
                  <a:cubicBezTo>
                    <a:pt x="516" y="0"/>
                    <a:pt x="430" y="0"/>
                    <a:pt x="3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44" name="Google Shape;7844;p69"/>
            <p:cNvSpPr/>
            <p:nvPr/>
          </p:nvSpPr>
          <p:spPr>
            <a:xfrm>
              <a:off x="3371680" y="3043712"/>
              <a:ext cx="30343" cy="13744"/>
            </a:xfrm>
            <a:custGeom>
              <a:avLst/>
              <a:gdLst/>
              <a:ahLst/>
              <a:cxnLst/>
              <a:rect l="l" t="t" r="r" b="b"/>
              <a:pathLst>
                <a:path w="1159" h="525" extrusionOk="0">
                  <a:moveTo>
                    <a:pt x="351" y="1"/>
                  </a:moveTo>
                  <a:cubicBezTo>
                    <a:pt x="1" y="1"/>
                    <a:pt x="1" y="524"/>
                    <a:pt x="351" y="524"/>
                  </a:cubicBezTo>
                  <a:lnTo>
                    <a:pt x="808" y="524"/>
                  </a:lnTo>
                  <a:cubicBezTo>
                    <a:pt x="1158" y="524"/>
                    <a:pt x="1158" y="1"/>
                    <a:pt x="808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45" name="Google Shape;7845;p69"/>
            <p:cNvSpPr/>
            <p:nvPr/>
          </p:nvSpPr>
          <p:spPr>
            <a:xfrm>
              <a:off x="3085690" y="3043712"/>
              <a:ext cx="30343" cy="13744"/>
            </a:xfrm>
            <a:custGeom>
              <a:avLst/>
              <a:gdLst/>
              <a:ahLst/>
              <a:cxnLst/>
              <a:rect l="l" t="t" r="r" b="b"/>
              <a:pathLst>
                <a:path w="1159" h="525" extrusionOk="0">
                  <a:moveTo>
                    <a:pt x="351" y="1"/>
                  </a:moveTo>
                  <a:cubicBezTo>
                    <a:pt x="0" y="1"/>
                    <a:pt x="0" y="524"/>
                    <a:pt x="351" y="524"/>
                  </a:cubicBezTo>
                  <a:lnTo>
                    <a:pt x="807" y="524"/>
                  </a:lnTo>
                  <a:cubicBezTo>
                    <a:pt x="1158" y="524"/>
                    <a:pt x="1158" y="1"/>
                    <a:pt x="807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46" name="Google Shape;7846;p69"/>
            <p:cNvSpPr/>
            <p:nvPr/>
          </p:nvSpPr>
          <p:spPr>
            <a:xfrm>
              <a:off x="3352935" y="2969125"/>
              <a:ext cx="30107" cy="19897"/>
            </a:xfrm>
            <a:custGeom>
              <a:avLst/>
              <a:gdLst/>
              <a:ahLst/>
              <a:cxnLst/>
              <a:rect l="l" t="t" r="r" b="b"/>
              <a:pathLst>
                <a:path w="1150" h="760" extrusionOk="0">
                  <a:moveTo>
                    <a:pt x="769" y="0"/>
                  </a:moveTo>
                  <a:cubicBezTo>
                    <a:pt x="725" y="0"/>
                    <a:pt x="678" y="12"/>
                    <a:pt x="630" y="39"/>
                  </a:cubicBezTo>
                  <a:lnTo>
                    <a:pt x="236" y="270"/>
                  </a:lnTo>
                  <a:cubicBezTo>
                    <a:pt x="1" y="404"/>
                    <a:pt x="97" y="760"/>
                    <a:pt x="366" y="760"/>
                  </a:cubicBezTo>
                  <a:cubicBezTo>
                    <a:pt x="414" y="760"/>
                    <a:pt x="457" y="745"/>
                    <a:pt x="496" y="721"/>
                  </a:cubicBezTo>
                  <a:lnTo>
                    <a:pt x="894" y="496"/>
                  </a:lnTo>
                  <a:cubicBezTo>
                    <a:pt x="1150" y="346"/>
                    <a:pt x="1005" y="0"/>
                    <a:pt x="769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47" name="Google Shape;7847;p69"/>
            <p:cNvSpPr/>
            <p:nvPr/>
          </p:nvSpPr>
          <p:spPr>
            <a:xfrm>
              <a:off x="3105168" y="3112121"/>
              <a:ext cx="30107" cy="19897"/>
            </a:xfrm>
            <a:custGeom>
              <a:avLst/>
              <a:gdLst/>
              <a:ahLst/>
              <a:cxnLst/>
              <a:rect l="l" t="t" r="r" b="b"/>
              <a:pathLst>
                <a:path w="1150" h="760" extrusionOk="0">
                  <a:moveTo>
                    <a:pt x="772" y="1"/>
                  </a:moveTo>
                  <a:cubicBezTo>
                    <a:pt x="728" y="1"/>
                    <a:pt x="682" y="12"/>
                    <a:pt x="635" y="39"/>
                  </a:cubicBezTo>
                  <a:lnTo>
                    <a:pt x="236" y="270"/>
                  </a:lnTo>
                  <a:cubicBezTo>
                    <a:pt x="1" y="404"/>
                    <a:pt x="97" y="760"/>
                    <a:pt x="366" y="760"/>
                  </a:cubicBezTo>
                  <a:cubicBezTo>
                    <a:pt x="414" y="760"/>
                    <a:pt x="457" y="746"/>
                    <a:pt x="501" y="726"/>
                  </a:cubicBezTo>
                  <a:lnTo>
                    <a:pt x="894" y="496"/>
                  </a:lnTo>
                  <a:cubicBezTo>
                    <a:pt x="1150" y="346"/>
                    <a:pt x="1005" y="1"/>
                    <a:pt x="772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48" name="Google Shape;7848;p69"/>
            <p:cNvSpPr/>
            <p:nvPr/>
          </p:nvSpPr>
          <p:spPr>
            <a:xfrm>
              <a:off x="3303769" y="2914566"/>
              <a:ext cx="23719" cy="24295"/>
            </a:xfrm>
            <a:custGeom>
              <a:avLst/>
              <a:gdLst/>
              <a:ahLst/>
              <a:cxnLst/>
              <a:rect l="l" t="t" r="r" b="b"/>
              <a:pathLst>
                <a:path w="906" h="928" extrusionOk="0">
                  <a:moveTo>
                    <a:pt x="549" y="1"/>
                  </a:moveTo>
                  <a:cubicBezTo>
                    <a:pt x="468" y="1"/>
                    <a:pt x="386" y="40"/>
                    <a:pt x="332" y="134"/>
                  </a:cubicBezTo>
                  <a:lnTo>
                    <a:pt x="101" y="533"/>
                  </a:lnTo>
                  <a:cubicBezTo>
                    <a:pt x="1" y="706"/>
                    <a:pt x="125" y="927"/>
                    <a:pt x="327" y="927"/>
                  </a:cubicBezTo>
                  <a:cubicBezTo>
                    <a:pt x="423" y="927"/>
                    <a:pt x="510" y="879"/>
                    <a:pt x="558" y="797"/>
                  </a:cubicBezTo>
                  <a:lnTo>
                    <a:pt x="784" y="399"/>
                  </a:lnTo>
                  <a:cubicBezTo>
                    <a:pt x="906" y="190"/>
                    <a:pt x="728" y="1"/>
                    <a:pt x="549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49" name="Google Shape;7849;p69"/>
            <p:cNvSpPr/>
            <p:nvPr/>
          </p:nvSpPr>
          <p:spPr>
            <a:xfrm>
              <a:off x="3236984" y="2894722"/>
              <a:ext cx="13744" cy="25761"/>
            </a:xfrm>
            <a:custGeom>
              <a:avLst/>
              <a:gdLst/>
              <a:ahLst/>
              <a:cxnLst/>
              <a:rect l="l" t="t" r="r" b="b"/>
              <a:pathLst>
                <a:path w="525" h="984" extrusionOk="0">
                  <a:moveTo>
                    <a:pt x="262" y="0"/>
                  </a:moveTo>
                  <a:cubicBezTo>
                    <a:pt x="131" y="0"/>
                    <a:pt x="1" y="88"/>
                    <a:pt x="1" y="263"/>
                  </a:cubicBezTo>
                  <a:lnTo>
                    <a:pt x="1" y="719"/>
                  </a:lnTo>
                  <a:cubicBezTo>
                    <a:pt x="1" y="864"/>
                    <a:pt x="116" y="984"/>
                    <a:pt x="265" y="984"/>
                  </a:cubicBezTo>
                  <a:cubicBezTo>
                    <a:pt x="409" y="984"/>
                    <a:pt x="524" y="864"/>
                    <a:pt x="524" y="719"/>
                  </a:cubicBezTo>
                  <a:lnTo>
                    <a:pt x="524" y="263"/>
                  </a:lnTo>
                  <a:cubicBezTo>
                    <a:pt x="524" y="88"/>
                    <a:pt x="393" y="0"/>
                    <a:pt x="262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50" name="Google Shape;7850;p69"/>
            <p:cNvSpPr/>
            <p:nvPr/>
          </p:nvSpPr>
          <p:spPr>
            <a:xfrm>
              <a:off x="3160198" y="2914566"/>
              <a:ext cx="23745" cy="24295"/>
            </a:xfrm>
            <a:custGeom>
              <a:avLst/>
              <a:gdLst/>
              <a:ahLst/>
              <a:cxnLst/>
              <a:rect l="l" t="t" r="r" b="b"/>
              <a:pathLst>
                <a:path w="907" h="928" extrusionOk="0">
                  <a:moveTo>
                    <a:pt x="359" y="1"/>
                  </a:moveTo>
                  <a:cubicBezTo>
                    <a:pt x="179" y="1"/>
                    <a:pt x="1" y="190"/>
                    <a:pt x="123" y="399"/>
                  </a:cubicBezTo>
                  <a:lnTo>
                    <a:pt x="354" y="797"/>
                  </a:lnTo>
                  <a:cubicBezTo>
                    <a:pt x="397" y="874"/>
                    <a:pt x="483" y="927"/>
                    <a:pt x="580" y="927"/>
                  </a:cubicBezTo>
                  <a:cubicBezTo>
                    <a:pt x="781" y="927"/>
                    <a:pt x="906" y="706"/>
                    <a:pt x="805" y="533"/>
                  </a:cubicBezTo>
                  <a:lnTo>
                    <a:pt x="580" y="134"/>
                  </a:lnTo>
                  <a:cubicBezTo>
                    <a:pt x="524" y="40"/>
                    <a:pt x="441" y="1"/>
                    <a:pt x="359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51" name="Google Shape;7851;p69"/>
            <p:cNvSpPr/>
            <p:nvPr/>
          </p:nvSpPr>
          <p:spPr>
            <a:xfrm>
              <a:off x="3104566" y="2969073"/>
              <a:ext cx="30028" cy="19949"/>
            </a:xfrm>
            <a:custGeom>
              <a:avLst/>
              <a:gdLst/>
              <a:ahLst/>
              <a:cxnLst/>
              <a:rect l="l" t="t" r="r" b="b"/>
              <a:pathLst>
                <a:path w="1147" h="762" extrusionOk="0">
                  <a:moveTo>
                    <a:pt x="380" y="1"/>
                  </a:moveTo>
                  <a:cubicBezTo>
                    <a:pt x="147" y="1"/>
                    <a:pt x="0" y="348"/>
                    <a:pt x="259" y="498"/>
                  </a:cubicBezTo>
                  <a:lnTo>
                    <a:pt x="653" y="723"/>
                  </a:lnTo>
                  <a:cubicBezTo>
                    <a:pt x="696" y="747"/>
                    <a:pt x="740" y="762"/>
                    <a:pt x="788" y="762"/>
                  </a:cubicBezTo>
                  <a:lnTo>
                    <a:pt x="783" y="757"/>
                  </a:lnTo>
                  <a:lnTo>
                    <a:pt x="783" y="757"/>
                  </a:lnTo>
                  <a:cubicBezTo>
                    <a:pt x="785" y="757"/>
                    <a:pt x="787" y="757"/>
                    <a:pt x="788" y="757"/>
                  </a:cubicBezTo>
                  <a:cubicBezTo>
                    <a:pt x="1058" y="757"/>
                    <a:pt x="1147" y="401"/>
                    <a:pt x="917" y="267"/>
                  </a:cubicBezTo>
                  <a:lnTo>
                    <a:pt x="519" y="41"/>
                  </a:lnTo>
                  <a:cubicBezTo>
                    <a:pt x="471" y="13"/>
                    <a:pt x="424" y="1"/>
                    <a:pt x="380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52" name="Google Shape;7852;p69"/>
            <p:cNvSpPr/>
            <p:nvPr/>
          </p:nvSpPr>
          <p:spPr>
            <a:xfrm>
              <a:off x="3352412" y="3112121"/>
              <a:ext cx="30107" cy="19897"/>
            </a:xfrm>
            <a:custGeom>
              <a:avLst/>
              <a:gdLst/>
              <a:ahLst/>
              <a:cxnLst/>
              <a:rect l="l" t="t" r="r" b="b"/>
              <a:pathLst>
                <a:path w="1150" h="760" extrusionOk="0">
                  <a:moveTo>
                    <a:pt x="379" y="1"/>
                  </a:moveTo>
                  <a:cubicBezTo>
                    <a:pt x="146" y="1"/>
                    <a:pt x="1" y="346"/>
                    <a:pt x="256" y="496"/>
                  </a:cubicBezTo>
                  <a:lnTo>
                    <a:pt x="650" y="722"/>
                  </a:lnTo>
                  <a:cubicBezTo>
                    <a:pt x="693" y="746"/>
                    <a:pt x="737" y="760"/>
                    <a:pt x="785" y="760"/>
                  </a:cubicBezTo>
                  <a:cubicBezTo>
                    <a:pt x="1054" y="760"/>
                    <a:pt x="1150" y="404"/>
                    <a:pt x="914" y="270"/>
                  </a:cubicBezTo>
                  <a:lnTo>
                    <a:pt x="516" y="39"/>
                  </a:lnTo>
                  <a:cubicBezTo>
                    <a:pt x="469" y="12"/>
                    <a:pt x="422" y="1"/>
                    <a:pt x="379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53" name="Google Shape;7853;p69"/>
            <p:cNvSpPr/>
            <p:nvPr/>
          </p:nvSpPr>
          <p:spPr>
            <a:xfrm>
              <a:off x="3116006" y="2932814"/>
              <a:ext cx="256197" cy="344607"/>
            </a:xfrm>
            <a:custGeom>
              <a:avLst/>
              <a:gdLst/>
              <a:ahLst/>
              <a:cxnLst/>
              <a:rect l="l" t="t" r="r" b="b"/>
              <a:pathLst>
                <a:path w="9786" h="13163" extrusionOk="0">
                  <a:moveTo>
                    <a:pt x="4886" y="3444"/>
                  </a:moveTo>
                  <a:lnTo>
                    <a:pt x="5040" y="3679"/>
                  </a:lnTo>
                  <a:cubicBezTo>
                    <a:pt x="4989" y="3691"/>
                    <a:pt x="4936" y="3697"/>
                    <a:pt x="4883" y="3697"/>
                  </a:cubicBezTo>
                  <a:cubicBezTo>
                    <a:pt x="4831" y="3697"/>
                    <a:pt x="4778" y="3691"/>
                    <a:pt x="4727" y="3679"/>
                  </a:cubicBezTo>
                  <a:lnTo>
                    <a:pt x="4886" y="3444"/>
                  </a:lnTo>
                  <a:close/>
                  <a:moveTo>
                    <a:pt x="5342" y="4136"/>
                  </a:moveTo>
                  <a:lnTo>
                    <a:pt x="5510" y="4381"/>
                  </a:lnTo>
                  <a:cubicBezTo>
                    <a:pt x="5306" y="4436"/>
                    <a:pt x="5095" y="4464"/>
                    <a:pt x="4883" y="4464"/>
                  </a:cubicBezTo>
                  <a:cubicBezTo>
                    <a:pt x="4672" y="4464"/>
                    <a:pt x="4461" y="4436"/>
                    <a:pt x="4256" y="4381"/>
                  </a:cubicBezTo>
                  <a:lnTo>
                    <a:pt x="4425" y="4136"/>
                  </a:lnTo>
                  <a:cubicBezTo>
                    <a:pt x="4571" y="4193"/>
                    <a:pt x="4727" y="4222"/>
                    <a:pt x="4883" y="4222"/>
                  </a:cubicBezTo>
                  <a:cubicBezTo>
                    <a:pt x="5040" y="4222"/>
                    <a:pt x="5196" y="4193"/>
                    <a:pt x="5342" y="4136"/>
                  </a:cubicBezTo>
                  <a:close/>
                  <a:moveTo>
                    <a:pt x="4112" y="4885"/>
                  </a:moveTo>
                  <a:cubicBezTo>
                    <a:pt x="4280" y="4928"/>
                    <a:pt x="4449" y="4962"/>
                    <a:pt x="4622" y="4976"/>
                  </a:cubicBezTo>
                  <a:lnTo>
                    <a:pt x="4622" y="9603"/>
                  </a:lnTo>
                  <a:lnTo>
                    <a:pt x="4112" y="9603"/>
                  </a:lnTo>
                  <a:lnTo>
                    <a:pt x="4112" y="4885"/>
                  </a:lnTo>
                  <a:close/>
                  <a:moveTo>
                    <a:pt x="5654" y="4885"/>
                  </a:moveTo>
                  <a:lnTo>
                    <a:pt x="5654" y="9603"/>
                  </a:lnTo>
                  <a:lnTo>
                    <a:pt x="5145" y="9603"/>
                  </a:lnTo>
                  <a:lnTo>
                    <a:pt x="5145" y="4976"/>
                  </a:lnTo>
                  <a:cubicBezTo>
                    <a:pt x="5318" y="4962"/>
                    <a:pt x="5486" y="4933"/>
                    <a:pt x="5654" y="4885"/>
                  </a:cubicBezTo>
                  <a:close/>
                  <a:moveTo>
                    <a:pt x="4886" y="513"/>
                  </a:moveTo>
                  <a:cubicBezTo>
                    <a:pt x="6466" y="513"/>
                    <a:pt x="7888" y="1455"/>
                    <a:pt x="8503" y="2911"/>
                  </a:cubicBezTo>
                  <a:cubicBezTo>
                    <a:pt x="9123" y="4361"/>
                    <a:pt x="8806" y="6043"/>
                    <a:pt x="7706" y="7177"/>
                  </a:cubicBezTo>
                  <a:lnTo>
                    <a:pt x="7706" y="7181"/>
                  </a:lnTo>
                  <a:cubicBezTo>
                    <a:pt x="7062" y="7830"/>
                    <a:pt x="6678" y="8690"/>
                    <a:pt x="6610" y="9603"/>
                  </a:cubicBezTo>
                  <a:lnTo>
                    <a:pt x="6183" y="9603"/>
                  </a:lnTo>
                  <a:lnTo>
                    <a:pt x="6183" y="4515"/>
                  </a:lnTo>
                  <a:cubicBezTo>
                    <a:pt x="6183" y="4462"/>
                    <a:pt x="6164" y="4414"/>
                    <a:pt x="6135" y="4371"/>
                  </a:cubicBezTo>
                  <a:lnTo>
                    <a:pt x="5102" y="2829"/>
                  </a:lnTo>
                  <a:cubicBezTo>
                    <a:pt x="5052" y="2750"/>
                    <a:pt x="4969" y="2710"/>
                    <a:pt x="4885" y="2710"/>
                  </a:cubicBezTo>
                  <a:cubicBezTo>
                    <a:pt x="4802" y="2710"/>
                    <a:pt x="4718" y="2750"/>
                    <a:pt x="4665" y="2829"/>
                  </a:cubicBezTo>
                  <a:lnTo>
                    <a:pt x="3632" y="4371"/>
                  </a:lnTo>
                  <a:cubicBezTo>
                    <a:pt x="3603" y="4414"/>
                    <a:pt x="3589" y="4462"/>
                    <a:pt x="3589" y="4515"/>
                  </a:cubicBezTo>
                  <a:lnTo>
                    <a:pt x="3589" y="9603"/>
                  </a:lnTo>
                  <a:lnTo>
                    <a:pt x="3161" y="9603"/>
                  </a:lnTo>
                  <a:cubicBezTo>
                    <a:pt x="3094" y="8690"/>
                    <a:pt x="2705" y="7830"/>
                    <a:pt x="2061" y="7177"/>
                  </a:cubicBezTo>
                  <a:cubicBezTo>
                    <a:pt x="975" y="6048"/>
                    <a:pt x="658" y="4385"/>
                    <a:pt x="1259" y="2939"/>
                  </a:cubicBezTo>
                  <a:cubicBezTo>
                    <a:pt x="1859" y="1489"/>
                    <a:pt x="3262" y="537"/>
                    <a:pt x="4828" y="513"/>
                  </a:cubicBezTo>
                  <a:close/>
                  <a:moveTo>
                    <a:pt x="6601" y="10131"/>
                  </a:moveTo>
                  <a:lnTo>
                    <a:pt x="6601" y="10467"/>
                  </a:lnTo>
                  <a:lnTo>
                    <a:pt x="6601" y="10520"/>
                  </a:lnTo>
                  <a:lnTo>
                    <a:pt x="3171" y="10520"/>
                  </a:lnTo>
                  <a:cubicBezTo>
                    <a:pt x="3171" y="10506"/>
                    <a:pt x="3166" y="10487"/>
                    <a:pt x="3166" y="10467"/>
                  </a:cubicBezTo>
                  <a:lnTo>
                    <a:pt x="3166" y="10131"/>
                  </a:lnTo>
                  <a:close/>
                  <a:moveTo>
                    <a:pt x="6476" y="11044"/>
                  </a:moveTo>
                  <a:cubicBezTo>
                    <a:pt x="6245" y="11558"/>
                    <a:pt x="5741" y="11885"/>
                    <a:pt x="5179" y="11885"/>
                  </a:cubicBezTo>
                  <a:lnTo>
                    <a:pt x="4588" y="11885"/>
                  </a:lnTo>
                  <a:cubicBezTo>
                    <a:pt x="4031" y="11885"/>
                    <a:pt x="3521" y="11558"/>
                    <a:pt x="3291" y="11044"/>
                  </a:cubicBezTo>
                  <a:close/>
                  <a:moveTo>
                    <a:pt x="5299" y="12408"/>
                  </a:moveTo>
                  <a:lnTo>
                    <a:pt x="5299" y="12418"/>
                  </a:lnTo>
                  <a:lnTo>
                    <a:pt x="5304" y="12423"/>
                  </a:lnTo>
                  <a:cubicBezTo>
                    <a:pt x="5304" y="12543"/>
                    <a:pt x="5203" y="12639"/>
                    <a:pt x="5083" y="12639"/>
                  </a:cubicBezTo>
                  <a:lnTo>
                    <a:pt x="4684" y="12639"/>
                  </a:lnTo>
                  <a:cubicBezTo>
                    <a:pt x="4564" y="12639"/>
                    <a:pt x="4463" y="12543"/>
                    <a:pt x="4463" y="12423"/>
                  </a:cubicBezTo>
                  <a:lnTo>
                    <a:pt x="4463" y="12408"/>
                  </a:lnTo>
                  <a:close/>
                  <a:moveTo>
                    <a:pt x="4902" y="1"/>
                  </a:moveTo>
                  <a:cubicBezTo>
                    <a:pt x="3766" y="1"/>
                    <a:pt x="2630" y="432"/>
                    <a:pt x="1763" y="1292"/>
                  </a:cubicBezTo>
                  <a:cubicBezTo>
                    <a:pt x="34" y="3007"/>
                    <a:pt x="0" y="5788"/>
                    <a:pt x="1681" y="7542"/>
                  </a:cubicBezTo>
                  <a:cubicBezTo>
                    <a:pt x="2296" y="8161"/>
                    <a:pt x="2637" y="8997"/>
                    <a:pt x="2642" y="9867"/>
                  </a:cubicBezTo>
                  <a:lnTo>
                    <a:pt x="2642" y="10467"/>
                  </a:lnTo>
                  <a:cubicBezTo>
                    <a:pt x="2647" y="11289"/>
                    <a:pt x="3166" y="12024"/>
                    <a:pt x="3939" y="12298"/>
                  </a:cubicBezTo>
                  <a:lnTo>
                    <a:pt x="3939" y="12418"/>
                  </a:lnTo>
                  <a:cubicBezTo>
                    <a:pt x="3939" y="12831"/>
                    <a:pt x="4276" y="13162"/>
                    <a:pt x="4684" y="13162"/>
                  </a:cubicBezTo>
                  <a:lnTo>
                    <a:pt x="5088" y="13162"/>
                  </a:lnTo>
                  <a:cubicBezTo>
                    <a:pt x="5496" y="13162"/>
                    <a:pt x="5832" y="12831"/>
                    <a:pt x="5832" y="12418"/>
                  </a:cubicBezTo>
                  <a:lnTo>
                    <a:pt x="5832" y="12298"/>
                  </a:lnTo>
                  <a:cubicBezTo>
                    <a:pt x="6606" y="12024"/>
                    <a:pt x="7124" y="11289"/>
                    <a:pt x="7129" y="10467"/>
                  </a:cubicBezTo>
                  <a:lnTo>
                    <a:pt x="7129" y="9867"/>
                  </a:lnTo>
                  <a:cubicBezTo>
                    <a:pt x="7129" y="8997"/>
                    <a:pt x="7470" y="8161"/>
                    <a:pt x="8080" y="7547"/>
                  </a:cubicBezTo>
                  <a:cubicBezTo>
                    <a:pt x="9786" y="5788"/>
                    <a:pt x="9757" y="2988"/>
                    <a:pt x="8013" y="1268"/>
                  </a:cubicBezTo>
                  <a:cubicBezTo>
                    <a:pt x="7149" y="422"/>
                    <a:pt x="6025" y="1"/>
                    <a:pt x="4902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7854" name="Google Shape;7854;p69"/>
          <p:cNvGrpSpPr/>
          <p:nvPr/>
        </p:nvGrpSpPr>
        <p:grpSpPr>
          <a:xfrm>
            <a:off x="1302221" y="1791546"/>
            <a:ext cx="252349" cy="252329"/>
            <a:chOff x="1736294" y="1531477"/>
            <a:chExt cx="336465" cy="336439"/>
          </a:xfrm>
        </p:grpSpPr>
        <p:sp>
          <p:nvSpPr>
            <p:cNvPr id="7855" name="Google Shape;7855;p69"/>
            <p:cNvSpPr/>
            <p:nvPr/>
          </p:nvSpPr>
          <p:spPr>
            <a:xfrm>
              <a:off x="1741713" y="1536870"/>
              <a:ext cx="325627" cy="325784"/>
            </a:xfrm>
            <a:custGeom>
              <a:avLst/>
              <a:gdLst/>
              <a:ahLst/>
              <a:cxnLst/>
              <a:rect l="l" t="t" r="r" b="b"/>
              <a:pathLst>
                <a:path w="12438" h="12444" extrusionOk="0">
                  <a:moveTo>
                    <a:pt x="6217" y="1"/>
                  </a:moveTo>
                  <a:cubicBezTo>
                    <a:pt x="2782" y="1"/>
                    <a:pt x="0" y="2297"/>
                    <a:pt x="0" y="5127"/>
                  </a:cubicBezTo>
                  <a:cubicBezTo>
                    <a:pt x="0" y="7653"/>
                    <a:pt x="2215" y="9753"/>
                    <a:pt x="5131" y="10176"/>
                  </a:cubicBezTo>
                  <a:cubicBezTo>
                    <a:pt x="5198" y="11002"/>
                    <a:pt x="4924" y="11823"/>
                    <a:pt x="4372" y="12443"/>
                  </a:cubicBezTo>
                  <a:cubicBezTo>
                    <a:pt x="5751" y="12438"/>
                    <a:pt x="6961" y="11511"/>
                    <a:pt x="7312" y="10176"/>
                  </a:cubicBezTo>
                  <a:cubicBezTo>
                    <a:pt x="10223" y="9748"/>
                    <a:pt x="12438" y="7653"/>
                    <a:pt x="12438" y="5131"/>
                  </a:cubicBezTo>
                  <a:cubicBezTo>
                    <a:pt x="12438" y="2297"/>
                    <a:pt x="9651" y="1"/>
                    <a:pt x="6217" y="1"/>
                  </a:cubicBezTo>
                  <a:close/>
                </a:path>
              </a:pathLst>
            </a:custGeom>
            <a:solidFill>
              <a:srgbClr val="BECBD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56" name="Google Shape;7856;p69"/>
            <p:cNvSpPr/>
            <p:nvPr/>
          </p:nvSpPr>
          <p:spPr>
            <a:xfrm>
              <a:off x="1893767" y="1660387"/>
              <a:ext cx="21520" cy="21520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09" y="0"/>
                  </a:moveTo>
                  <a:cubicBezTo>
                    <a:pt x="183" y="0"/>
                    <a:pt x="0" y="183"/>
                    <a:pt x="0" y="409"/>
                  </a:cubicBezTo>
                  <a:cubicBezTo>
                    <a:pt x="0" y="634"/>
                    <a:pt x="183" y="822"/>
                    <a:pt x="409" y="822"/>
                  </a:cubicBezTo>
                  <a:cubicBezTo>
                    <a:pt x="634" y="822"/>
                    <a:pt x="822" y="634"/>
                    <a:pt x="822" y="409"/>
                  </a:cubicBezTo>
                  <a:cubicBezTo>
                    <a:pt x="822" y="183"/>
                    <a:pt x="634" y="0"/>
                    <a:pt x="4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57" name="Google Shape;7857;p69"/>
            <p:cNvSpPr/>
            <p:nvPr/>
          </p:nvSpPr>
          <p:spPr>
            <a:xfrm>
              <a:off x="1843580" y="1660387"/>
              <a:ext cx="21520" cy="21520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14" y="0"/>
                  </a:moveTo>
                  <a:cubicBezTo>
                    <a:pt x="188" y="0"/>
                    <a:pt x="0" y="183"/>
                    <a:pt x="0" y="409"/>
                  </a:cubicBezTo>
                  <a:cubicBezTo>
                    <a:pt x="0" y="634"/>
                    <a:pt x="188" y="822"/>
                    <a:pt x="414" y="822"/>
                  </a:cubicBezTo>
                  <a:cubicBezTo>
                    <a:pt x="639" y="822"/>
                    <a:pt x="822" y="634"/>
                    <a:pt x="822" y="409"/>
                  </a:cubicBezTo>
                  <a:cubicBezTo>
                    <a:pt x="822" y="183"/>
                    <a:pt x="639" y="0"/>
                    <a:pt x="4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58" name="Google Shape;7858;p69"/>
            <p:cNvSpPr/>
            <p:nvPr/>
          </p:nvSpPr>
          <p:spPr>
            <a:xfrm>
              <a:off x="1943823" y="1660387"/>
              <a:ext cx="21520" cy="21520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13" y="0"/>
                  </a:moveTo>
                  <a:cubicBezTo>
                    <a:pt x="183" y="0"/>
                    <a:pt x="0" y="183"/>
                    <a:pt x="0" y="409"/>
                  </a:cubicBezTo>
                  <a:cubicBezTo>
                    <a:pt x="0" y="634"/>
                    <a:pt x="183" y="822"/>
                    <a:pt x="413" y="822"/>
                  </a:cubicBezTo>
                  <a:cubicBezTo>
                    <a:pt x="639" y="822"/>
                    <a:pt x="822" y="634"/>
                    <a:pt x="822" y="409"/>
                  </a:cubicBezTo>
                  <a:cubicBezTo>
                    <a:pt x="822" y="183"/>
                    <a:pt x="639" y="0"/>
                    <a:pt x="4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59" name="Google Shape;7859;p69"/>
            <p:cNvSpPr/>
            <p:nvPr/>
          </p:nvSpPr>
          <p:spPr>
            <a:xfrm>
              <a:off x="1736294" y="1531477"/>
              <a:ext cx="336465" cy="336439"/>
            </a:xfrm>
            <a:custGeom>
              <a:avLst/>
              <a:gdLst/>
              <a:ahLst/>
              <a:cxnLst/>
              <a:rect l="l" t="t" r="r" b="b"/>
              <a:pathLst>
                <a:path w="12852" h="12851" extrusionOk="0">
                  <a:moveTo>
                    <a:pt x="6428" y="0"/>
                  </a:moveTo>
                  <a:cubicBezTo>
                    <a:pt x="4723" y="0"/>
                    <a:pt x="3109" y="553"/>
                    <a:pt x="1898" y="1552"/>
                  </a:cubicBezTo>
                  <a:cubicBezTo>
                    <a:pt x="673" y="2561"/>
                    <a:pt x="1" y="3901"/>
                    <a:pt x="1" y="5333"/>
                  </a:cubicBezTo>
                  <a:cubicBezTo>
                    <a:pt x="1" y="6601"/>
                    <a:pt x="548" y="7831"/>
                    <a:pt x="1538" y="8791"/>
                  </a:cubicBezTo>
                  <a:cubicBezTo>
                    <a:pt x="2470" y="9699"/>
                    <a:pt x="3748" y="10324"/>
                    <a:pt x="5146" y="10559"/>
                  </a:cubicBezTo>
                  <a:cubicBezTo>
                    <a:pt x="5165" y="11280"/>
                    <a:pt x="4906" y="11976"/>
                    <a:pt x="4425" y="12510"/>
                  </a:cubicBezTo>
                  <a:cubicBezTo>
                    <a:pt x="4305" y="12644"/>
                    <a:pt x="4401" y="12851"/>
                    <a:pt x="4579" y="12851"/>
                  </a:cubicBezTo>
                  <a:cubicBezTo>
                    <a:pt x="6001" y="12851"/>
                    <a:pt x="7259" y="11924"/>
                    <a:pt x="7677" y="10559"/>
                  </a:cubicBezTo>
                  <a:cubicBezTo>
                    <a:pt x="8792" y="10386"/>
                    <a:pt x="9849" y="9944"/>
                    <a:pt x="10757" y="9272"/>
                  </a:cubicBezTo>
                  <a:cubicBezTo>
                    <a:pt x="10931" y="9136"/>
                    <a:pt x="10806" y="8898"/>
                    <a:pt x="10635" y="8898"/>
                  </a:cubicBezTo>
                  <a:cubicBezTo>
                    <a:pt x="10594" y="8898"/>
                    <a:pt x="10550" y="8912"/>
                    <a:pt x="10507" y="8945"/>
                  </a:cubicBezTo>
                  <a:cubicBezTo>
                    <a:pt x="9662" y="9584"/>
                    <a:pt x="8619" y="10012"/>
                    <a:pt x="7490" y="10175"/>
                  </a:cubicBezTo>
                  <a:cubicBezTo>
                    <a:pt x="7408" y="10189"/>
                    <a:pt x="7341" y="10247"/>
                    <a:pt x="7322" y="10329"/>
                  </a:cubicBezTo>
                  <a:cubicBezTo>
                    <a:pt x="7034" y="11414"/>
                    <a:pt x="6131" y="12231"/>
                    <a:pt x="5021" y="12409"/>
                  </a:cubicBezTo>
                  <a:cubicBezTo>
                    <a:pt x="5420" y="11804"/>
                    <a:pt x="5602" y="11083"/>
                    <a:pt x="5544" y="10367"/>
                  </a:cubicBezTo>
                  <a:cubicBezTo>
                    <a:pt x="5535" y="10271"/>
                    <a:pt x="5463" y="10194"/>
                    <a:pt x="5367" y="10180"/>
                  </a:cubicBezTo>
                  <a:cubicBezTo>
                    <a:pt x="2494" y="9762"/>
                    <a:pt x="409" y="7725"/>
                    <a:pt x="409" y="5333"/>
                  </a:cubicBezTo>
                  <a:cubicBezTo>
                    <a:pt x="409" y="2623"/>
                    <a:pt x="3109" y="413"/>
                    <a:pt x="6428" y="413"/>
                  </a:cubicBezTo>
                  <a:cubicBezTo>
                    <a:pt x="9743" y="413"/>
                    <a:pt x="12438" y="2623"/>
                    <a:pt x="12438" y="5333"/>
                  </a:cubicBezTo>
                  <a:cubicBezTo>
                    <a:pt x="12438" y="6457"/>
                    <a:pt x="11967" y="7552"/>
                    <a:pt x="11108" y="8422"/>
                  </a:cubicBezTo>
                  <a:cubicBezTo>
                    <a:pt x="10961" y="8572"/>
                    <a:pt x="11094" y="8776"/>
                    <a:pt x="11251" y="8776"/>
                  </a:cubicBezTo>
                  <a:cubicBezTo>
                    <a:pt x="11300" y="8776"/>
                    <a:pt x="11350" y="8756"/>
                    <a:pt x="11396" y="8710"/>
                  </a:cubicBezTo>
                  <a:cubicBezTo>
                    <a:pt x="12333" y="7763"/>
                    <a:pt x="12851" y="6562"/>
                    <a:pt x="12851" y="5333"/>
                  </a:cubicBezTo>
                  <a:cubicBezTo>
                    <a:pt x="12851" y="3901"/>
                    <a:pt x="12179" y="2561"/>
                    <a:pt x="10954" y="1552"/>
                  </a:cubicBezTo>
                  <a:cubicBezTo>
                    <a:pt x="9743" y="553"/>
                    <a:pt x="8134" y="0"/>
                    <a:pt x="6428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7860" name="Google Shape;7860;p69"/>
          <p:cNvGrpSpPr/>
          <p:nvPr/>
        </p:nvGrpSpPr>
        <p:grpSpPr>
          <a:xfrm>
            <a:off x="2105508" y="3864176"/>
            <a:ext cx="258573" cy="265269"/>
            <a:chOff x="2807344" y="4294985"/>
            <a:chExt cx="344764" cy="353692"/>
          </a:xfrm>
        </p:grpSpPr>
        <p:sp>
          <p:nvSpPr>
            <p:cNvPr id="7861" name="Google Shape;7861;p69"/>
            <p:cNvSpPr/>
            <p:nvPr/>
          </p:nvSpPr>
          <p:spPr>
            <a:xfrm>
              <a:off x="2890623" y="4300274"/>
              <a:ext cx="34846" cy="23169"/>
            </a:xfrm>
            <a:custGeom>
              <a:avLst/>
              <a:gdLst/>
              <a:ahLst/>
              <a:cxnLst/>
              <a:rect l="l" t="t" r="r" b="b"/>
              <a:pathLst>
                <a:path w="1331" h="885" extrusionOk="0">
                  <a:moveTo>
                    <a:pt x="279" y="1"/>
                  </a:moveTo>
                  <a:cubicBezTo>
                    <a:pt x="125" y="1"/>
                    <a:pt x="0" y="125"/>
                    <a:pt x="0" y="279"/>
                  </a:cubicBezTo>
                  <a:lnTo>
                    <a:pt x="0" y="884"/>
                  </a:lnTo>
                  <a:lnTo>
                    <a:pt x="1331" y="884"/>
                  </a:lnTo>
                  <a:lnTo>
                    <a:pt x="1331" y="279"/>
                  </a:lnTo>
                  <a:cubicBezTo>
                    <a:pt x="1331" y="125"/>
                    <a:pt x="1206" y="1"/>
                    <a:pt x="1052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62" name="Google Shape;7862;p69"/>
            <p:cNvSpPr/>
            <p:nvPr/>
          </p:nvSpPr>
          <p:spPr>
            <a:xfrm>
              <a:off x="2821193" y="4300064"/>
              <a:ext cx="37490" cy="39349"/>
            </a:xfrm>
            <a:custGeom>
              <a:avLst/>
              <a:gdLst/>
              <a:ahLst/>
              <a:cxnLst/>
              <a:rect l="l" t="t" r="r" b="b"/>
              <a:pathLst>
                <a:path w="1432" h="1503" extrusionOk="0">
                  <a:moveTo>
                    <a:pt x="714" y="0"/>
                  </a:moveTo>
                  <a:cubicBezTo>
                    <a:pt x="643" y="0"/>
                    <a:pt x="572" y="40"/>
                    <a:pt x="543" y="119"/>
                  </a:cubicBezTo>
                  <a:lnTo>
                    <a:pt x="0" y="1503"/>
                  </a:lnTo>
                  <a:lnTo>
                    <a:pt x="1432" y="1503"/>
                  </a:lnTo>
                  <a:lnTo>
                    <a:pt x="884" y="119"/>
                  </a:lnTo>
                  <a:cubicBezTo>
                    <a:pt x="855" y="40"/>
                    <a:pt x="785" y="0"/>
                    <a:pt x="714" y="0"/>
                  </a:cubicBezTo>
                  <a:close/>
                </a:path>
              </a:pathLst>
            </a:custGeom>
            <a:solidFill>
              <a:srgbClr val="9FAEB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63" name="Google Shape;7863;p69"/>
            <p:cNvSpPr/>
            <p:nvPr/>
          </p:nvSpPr>
          <p:spPr>
            <a:xfrm>
              <a:off x="2890858" y="4420126"/>
              <a:ext cx="34243" cy="35710"/>
            </a:xfrm>
            <a:custGeom>
              <a:avLst/>
              <a:gdLst/>
              <a:ahLst/>
              <a:cxnLst/>
              <a:rect l="l" t="t" r="r" b="b"/>
              <a:pathLst>
                <a:path w="1308" h="1364" extrusionOk="0">
                  <a:moveTo>
                    <a:pt x="1" y="1"/>
                  </a:moveTo>
                  <a:lnTo>
                    <a:pt x="500" y="1259"/>
                  </a:lnTo>
                  <a:cubicBezTo>
                    <a:pt x="529" y="1329"/>
                    <a:pt x="593" y="1364"/>
                    <a:pt x="656" y="1364"/>
                  </a:cubicBezTo>
                  <a:cubicBezTo>
                    <a:pt x="719" y="1364"/>
                    <a:pt x="781" y="1329"/>
                    <a:pt x="808" y="1259"/>
                  </a:cubicBezTo>
                  <a:lnTo>
                    <a:pt x="1308" y="1"/>
                  </a:ln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64" name="Google Shape;7864;p69"/>
            <p:cNvSpPr/>
            <p:nvPr/>
          </p:nvSpPr>
          <p:spPr>
            <a:xfrm>
              <a:off x="2886853" y="4319778"/>
              <a:ext cx="42412" cy="103018"/>
            </a:xfrm>
            <a:custGeom>
              <a:avLst/>
              <a:gdLst/>
              <a:ahLst/>
              <a:cxnLst/>
              <a:rect l="l" t="t" r="r" b="b"/>
              <a:pathLst>
                <a:path w="1620" h="3935" extrusionOk="0">
                  <a:moveTo>
                    <a:pt x="279" y="0"/>
                  </a:moveTo>
                  <a:cubicBezTo>
                    <a:pt x="125" y="0"/>
                    <a:pt x="0" y="125"/>
                    <a:pt x="0" y="279"/>
                  </a:cubicBezTo>
                  <a:lnTo>
                    <a:pt x="0" y="3656"/>
                  </a:lnTo>
                  <a:cubicBezTo>
                    <a:pt x="0" y="3810"/>
                    <a:pt x="125" y="3935"/>
                    <a:pt x="279" y="3935"/>
                  </a:cubicBezTo>
                  <a:lnTo>
                    <a:pt x="1340" y="3935"/>
                  </a:lnTo>
                  <a:cubicBezTo>
                    <a:pt x="1494" y="3935"/>
                    <a:pt x="1619" y="3810"/>
                    <a:pt x="1619" y="3656"/>
                  </a:cubicBezTo>
                  <a:lnTo>
                    <a:pt x="1619" y="279"/>
                  </a:lnTo>
                  <a:cubicBezTo>
                    <a:pt x="1619" y="125"/>
                    <a:pt x="1494" y="0"/>
                    <a:pt x="1340" y="0"/>
                  </a:cubicBezTo>
                  <a:close/>
                </a:path>
              </a:pathLst>
            </a:custGeom>
            <a:solidFill>
              <a:srgbClr val="E9EEF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65" name="Google Shape;7865;p69"/>
            <p:cNvSpPr/>
            <p:nvPr/>
          </p:nvSpPr>
          <p:spPr>
            <a:xfrm>
              <a:off x="2908844" y="4319778"/>
              <a:ext cx="20420" cy="103018"/>
            </a:xfrm>
            <a:custGeom>
              <a:avLst/>
              <a:gdLst/>
              <a:ahLst/>
              <a:cxnLst/>
              <a:rect l="l" t="t" r="r" b="b"/>
              <a:pathLst>
                <a:path w="780" h="3935" extrusionOk="0">
                  <a:moveTo>
                    <a:pt x="1" y="0"/>
                  </a:moveTo>
                  <a:cubicBezTo>
                    <a:pt x="155" y="0"/>
                    <a:pt x="279" y="125"/>
                    <a:pt x="279" y="279"/>
                  </a:cubicBezTo>
                  <a:lnTo>
                    <a:pt x="279" y="3656"/>
                  </a:lnTo>
                  <a:cubicBezTo>
                    <a:pt x="279" y="3810"/>
                    <a:pt x="155" y="3935"/>
                    <a:pt x="1" y="3935"/>
                  </a:cubicBezTo>
                  <a:lnTo>
                    <a:pt x="500" y="3935"/>
                  </a:lnTo>
                  <a:cubicBezTo>
                    <a:pt x="654" y="3935"/>
                    <a:pt x="779" y="3810"/>
                    <a:pt x="779" y="3656"/>
                  </a:cubicBezTo>
                  <a:lnTo>
                    <a:pt x="779" y="279"/>
                  </a:lnTo>
                  <a:cubicBezTo>
                    <a:pt x="779" y="125"/>
                    <a:pt x="654" y="0"/>
                    <a:pt x="500" y="0"/>
                  </a:cubicBezTo>
                  <a:close/>
                </a:path>
              </a:pathLst>
            </a:custGeom>
            <a:solidFill>
              <a:srgbClr val="E5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66" name="Google Shape;7866;p69"/>
            <p:cNvSpPr/>
            <p:nvPr/>
          </p:nvSpPr>
          <p:spPr>
            <a:xfrm>
              <a:off x="2816926" y="4337999"/>
              <a:ext cx="45920" cy="224912"/>
            </a:xfrm>
            <a:custGeom>
              <a:avLst/>
              <a:gdLst/>
              <a:ahLst/>
              <a:cxnLst/>
              <a:rect l="l" t="t" r="r" b="b"/>
              <a:pathLst>
                <a:path w="1754" h="8591" extrusionOk="0">
                  <a:moveTo>
                    <a:pt x="307" y="1"/>
                  </a:moveTo>
                  <a:cubicBezTo>
                    <a:pt x="139" y="1"/>
                    <a:pt x="0" y="135"/>
                    <a:pt x="5" y="303"/>
                  </a:cubicBezTo>
                  <a:lnTo>
                    <a:pt x="5" y="8288"/>
                  </a:lnTo>
                  <a:cubicBezTo>
                    <a:pt x="0" y="8456"/>
                    <a:pt x="139" y="8590"/>
                    <a:pt x="307" y="8590"/>
                  </a:cubicBezTo>
                  <a:lnTo>
                    <a:pt x="1446" y="8590"/>
                  </a:lnTo>
                  <a:cubicBezTo>
                    <a:pt x="1614" y="8590"/>
                    <a:pt x="1753" y="8456"/>
                    <a:pt x="1753" y="8288"/>
                  </a:cubicBezTo>
                  <a:lnTo>
                    <a:pt x="1753" y="303"/>
                  </a:lnTo>
                  <a:cubicBezTo>
                    <a:pt x="1753" y="135"/>
                    <a:pt x="1614" y="1"/>
                    <a:pt x="1446" y="1"/>
                  </a:cubicBezTo>
                  <a:close/>
                </a:path>
              </a:pathLst>
            </a:custGeom>
            <a:solidFill>
              <a:srgbClr val="B6C1C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67" name="Google Shape;7867;p69"/>
            <p:cNvSpPr/>
            <p:nvPr/>
          </p:nvSpPr>
          <p:spPr>
            <a:xfrm>
              <a:off x="2839938" y="4337999"/>
              <a:ext cx="22908" cy="224912"/>
            </a:xfrm>
            <a:custGeom>
              <a:avLst/>
              <a:gdLst/>
              <a:ahLst/>
              <a:cxnLst/>
              <a:rect l="l" t="t" r="r" b="b"/>
              <a:pathLst>
                <a:path w="875" h="8591" extrusionOk="0">
                  <a:moveTo>
                    <a:pt x="0" y="1"/>
                  </a:moveTo>
                  <a:lnTo>
                    <a:pt x="0" y="8590"/>
                  </a:lnTo>
                  <a:lnTo>
                    <a:pt x="567" y="8590"/>
                  </a:lnTo>
                  <a:cubicBezTo>
                    <a:pt x="735" y="8590"/>
                    <a:pt x="874" y="8456"/>
                    <a:pt x="874" y="8288"/>
                  </a:cubicBezTo>
                  <a:lnTo>
                    <a:pt x="874" y="303"/>
                  </a:lnTo>
                  <a:cubicBezTo>
                    <a:pt x="874" y="135"/>
                    <a:pt x="735" y="1"/>
                    <a:pt x="567" y="1"/>
                  </a:cubicBezTo>
                  <a:close/>
                </a:path>
              </a:pathLst>
            </a:custGeom>
            <a:solidFill>
              <a:srgbClr val="A0AFB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68" name="Google Shape;7868;p69"/>
            <p:cNvSpPr/>
            <p:nvPr/>
          </p:nvSpPr>
          <p:spPr>
            <a:xfrm>
              <a:off x="2816926" y="4532307"/>
              <a:ext cx="45920" cy="30604"/>
            </a:xfrm>
            <a:custGeom>
              <a:avLst/>
              <a:gdLst/>
              <a:ahLst/>
              <a:cxnLst/>
              <a:rect l="l" t="t" r="r" b="b"/>
              <a:pathLst>
                <a:path w="1754" h="1169" extrusionOk="0">
                  <a:moveTo>
                    <a:pt x="5" y="1"/>
                  </a:moveTo>
                  <a:lnTo>
                    <a:pt x="5" y="866"/>
                  </a:lnTo>
                  <a:cubicBezTo>
                    <a:pt x="0" y="1034"/>
                    <a:pt x="139" y="1168"/>
                    <a:pt x="307" y="1168"/>
                  </a:cubicBezTo>
                  <a:lnTo>
                    <a:pt x="1451" y="1168"/>
                  </a:lnTo>
                  <a:cubicBezTo>
                    <a:pt x="1619" y="1168"/>
                    <a:pt x="1753" y="1034"/>
                    <a:pt x="1753" y="866"/>
                  </a:cubicBezTo>
                  <a:lnTo>
                    <a:pt x="1753" y="1"/>
                  </a:lnTo>
                  <a:close/>
                </a:path>
              </a:pathLst>
            </a:custGeom>
            <a:solidFill>
              <a:srgbClr val="EEF1F4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69" name="Google Shape;7869;p69"/>
            <p:cNvSpPr/>
            <p:nvPr/>
          </p:nvSpPr>
          <p:spPr>
            <a:xfrm>
              <a:off x="2888738" y="4484267"/>
              <a:ext cx="38615" cy="53486"/>
            </a:xfrm>
            <a:custGeom>
              <a:avLst/>
              <a:gdLst/>
              <a:ahLst/>
              <a:cxnLst/>
              <a:rect l="l" t="t" r="r" b="b"/>
              <a:pathLst>
                <a:path w="1475" h="2043" extrusionOk="0">
                  <a:moveTo>
                    <a:pt x="308" y="1"/>
                  </a:moveTo>
                  <a:cubicBezTo>
                    <a:pt x="139" y="1"/>
                    <a:pt x="0" y="140"/>
                    <a:pt x="0" y="308"/>
                  </a:cubicBezTo>
                  <a:lnTo>
                    <a:pt x="0" y="2043"/>
                  </a:lnTo>
                  <a:lnTo>
                    <a:pt x="1475" y="2043"/>
                  </a:lnTo>
                  <a:lnTo>
                    <a:pt x="1475" y="308"/>
                  </a:lnTo>
                  <a:cubicBezTo>
                    <a:pt x="1475" y="140"/>
                    <a:pt x="1340" y="1"/>
                    <a:pt x="1172" y="1"/>
                  </a:cubicBezTo>
                  <a:close/>
                </a:path>
              </a:pathLst>
            </a:custGeom>
            <a:solidFill>
              <a:srgbClr val="F6F7F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70" name="Google Shape;7870;p69"/>
            <p:cNvSpPr/>
            <p:nvPr/>
          </p:nvSpPr>
          <p:spPr>
            <a:xfrm>
              <a:off x="2883685" y="4503012"/>
              <a:ext cx="48721" cy="59900"/>
            </a:xfrm>
            <a:custGeom>
              <a:avLst/>
              <a:gdLst/>
              <a:ahLst/>
              <a:cxnLst/>
              <a:rect l="l" t="t" r="r" b="b"/>
              <a:pathLst>
                <a:path w="1861" h="2288" extrusionOk="0">
                  <a:moveTo>
                    <a:pt x="308" y="1"/>
                  </a:moveTo>
                  <a:cubicBezTo>
                    <a:pt x="140" y="1"/>
                    <a:pt x="1" y="135"/>
                    <a:pt x="1" y="303"/>
                  </a:cubicBezTo>
                  <a:lnTo>
                    <a:pt x="1" y="1985"/>
                  </a:lnTo>
                  <a:cubicBezTo>
                    <a:pt x="1" y="2153"/>
                    <a:pt x="140" y="2287"/>
                    <a:pt x="308" y="2287"/>
                  </a:cubicBezTo>
                  <a:lnTo>
                    <a:pt x="1553" y="2287"/>
                  </a:lnTo>
                  <a:cubicBezTo>
                    <a:pt x="1721" y="2287"/>
                    <a:pt x="1860" y="2153"/>
                    <a:pt x="1860" y="1985"/>
                  </a:cubicBezTo>
                  <a:lnTo>
                    <a:pt x="1860" y="303"/>
                  </a:lnTo>
                  <a:cubicBezTo>
                    <a:pt x="1860" y="135"/>
                    <a:pt x="1721" y="1"/>
                    <a:pt x="1553" y="1"/>
                  </a:cubicBezTo>
                  <a:close/>
                </a:path>
              </a:pathLst>
            </a:custGeom>
            <a:solidFill>
              <a:srgbClr val="D1D8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71" name="Google Shape;7871;p69"/>
            <p:cNvSpPr/>
            <p:nvPr/>
          </p:nvSpPr>
          <p:spPr>
            <a:xfrm>
              <a:off x="2954371" y="4305693"/>
              <a:ext cx="188051" cy="253056"/>
            </a:xfrm>
            <a:custGeom>
              <a:avLst/>
              <a:gdLst/>
              <a:ahLst/>
              <a:cxnLst/>
              <a:rect l="l" t="t" r="r" b="b"/>
              <a:pathLst>
                <a:path w="7183" h="9666" extrusionOk="0">
                  <a:moveTo>
                    <a:pt x="308" y="0"/>
                  </a:moveTo>
                  <a:cubicBezTo>
                    <a:pt x="140" y="0"/>
                    <a:pt x="1" y="139"/>
                    <a:pt x="1" y="308"/>
                  </a:cubicBezTo>
                  <a:lnTo>
                    <a:pt x="1" y="9358"/>
                  </a:lnTo>
                  <a:cubicBezTo>
                    <a:pt x="1" y="9526"/>
                    <a:pt x="140" y="9666"/>
                    <a:pt x="308" y="9666"/>
                  </a:cubicBezTo>
                  <a:lnTo>
                    <a:pt x="6573" y="9666"/>
                  </a:lnTo>
                  <a:cubicBezTo>
                    <a:pt x="6909" y="9666"/>
                    <a:pt x="7183" y="9392"/>
                    <a:pt x="7183" y="9056"/>
                  </a:cubicBezTo>
                  <a:lnTo>
                    <a:pt x="7183" y="610"/>
                  </a:lnTo>
                  <a:cubicBezTo>
                    <a:pt x="7183" y="274"/>
                    <a:pt x="6909" y="0"/>
                    <a:pt x="6573" y="0"/>
                  </a:cubicBez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72" name="Google Shape;7872;p69"/>
            <p:cNvSpPr/>
            <p:nvPr/>
          </p:nvSpPr>
          <p:spPr>
            <a:xfrm>
              <a:off x="3110718" y="4305693"/>
              <a:ext cx="31704" cy="253056"/>
            </a:xfrm>
            <a:custGeom>
              <a:avLst/>
              <a:gdLst/>
              <a:ahLst/>
              <a:cxnLst/>
              <a:rect l="l" t="t" r="r" b="b"/>
              <a:pathLst>
                <a:path w="1211" h="9666" extrusionOk="0">
                  <a:moveTo>
                    <a:pt x="0" y="0"/>
                  </a:moveTo>
                  <a:cubicBezTo>
                    <a:pt x="337" y="0"/>
                    <a:pt x="610" y="274"/>
                    <a:pt x="610" y="610"/>
                  </a:cubicBezTo>
                  <a:lnTo>
                    <a:pt x="610" y="9056"/>
                  </a:lnTo>
                  <a:cubicBezTo>
                    <a:pt x="610" y="9392"/>
                    <a:pt x="337" y="9666"/>
                    <a:pt x="0" y="9666"/>
                  </a:cubicBezTo>
                  <a:lnTo>
                    <a:pt x="601" y="9666"/>
                  </a:lnTo>
                  <a:cubicBezTo>
                    <a:pt x="937" y="9666"/>
                    <a:pt x="1211" y="9392"/>
                    <a:pt x="1211" y="9056"/>
                  </a:cubicBezTo>
                  <a:lnTo>
                    <a:pt x="1211" y="610"/>
                  </a:lnTo>
                  <a:cubicBezTo>
                    <a:pt x="1211" y="274"/>
                    <a:pt x="937" y="0"/>
                    <a:pt x="601" y="0"/>
                  </a:cubicBezTo>
                  <a:close/>
                </a:path>
              </a:pathLst>
            </a:custGeom>
            <a:solidFill>
              <a:srgbClr val="9FAEB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73" name="Google Shape;7873;p69"/>
            <p:cNvSpPr/>
            <p:nvPr/>
          </p:nvSpPr>
          <p:spPr>
            <a:xfrm>
              <a:off x="2982174" y="4300274"/>
              <a:ext cx="17881" cy="264025"/>
            </a:xfrm>
            <a:custGeom>
              <a:avLst/>
              <a:gdLst/>
              <a:ahLst/>
              <a:cxnLst/>
              <a:rect l="l" t="t" r="r" b="b"/>
              <a:pathLst>
                <a:path w="683" h="10085" extrusionOk="0">
                  <a:moveTo>
                    <a:pt x="178" y="1"/>
                  </a:moveTo>
                  <a:cubicBezTo>
                    <a:pt x="82" y="1"/>
                    <a:pt x="1" y="77"/>
                    <a:pt x="1" y="178"/>
                  </a:cubicBezTo>
                  <a:lnTo>
                    <a:pt x="1" y="9902"/>
                  </a:lnTo>
                  <a:cubicBezTo>
                    <a:pt x="1" y="10002"/>
                    <a:pt x="82" y="10084"/>
                    <a:pt x="178" y="10084"/>
                  </a:cubicBezTo>
                  <a:lnTo>
                    <a:pt x="500" y="10084"/>
                  </a:lnTo>
                  <a:cubicBezTo>
                    <a:pt x="601" y="10084"/>
                    <a:pt x="683" y="10002"/>
                    <a:pt x="683" y="9902"/>
                  </a:cubicBezTo>
                  <a:lnTo>
                    <a:pt x="683" y="178"/>
                  </a:lnTo>
                  <a:cubicBezTo>
                    <a:pt x="683" y="77"/>
                    <a:pt x="601" y="1"/>
                    <a:pt x="500" y="1"/>
                  </a:cubicBezTo>
                  <a:close/>
                </a:path>
              </a:pathLst>
            </a:custGeom>
            <a:solidFill>
              <a:srgbClr val="D1D8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74" name="Google Shape;7874;p69"/>
            <p:cNvSpPr/>
            <p:nvPr/>
          </p:nvSpPr>
          <p:spPr>
            <a:xfrm>
              <a:off x="2812502" y="4583253"/>
              <a:ext cx="334449" cy="60266"/>
            </a:xfrm>
            <a:custGeom>
              <a:avLst/>
              <a:gdLst/>
              <a:ahLst/>
              <a:cxnLst/>
              <a:rect l="l" t="t" r="r" b="b"/>
              <a:pathLst>
                <a:path w="12775" h="2302" extrusionOk="0">
                  <a:moveTo>
                    <a:pt x="304" y="1"/>
                  </a:moveTo>
                  <a:cubicBezTo>
                    <a:pt x="135" y="1"/>
                    <a:pt x="1" y="135"/>
                    <a:pt x="1" y="303"/>
                  </a:cubicBezTo>
                  <a:lnTo>
                    <a:pt x="1" y="1994"/>
                  </a:lnTo>
                  <a:cubicBezTo>
                    <a:pt x="1" y="2162"/>
                    <a:pt x="135" y="2302"/>
                    <a:pt x="304" y="2302"/>
                  </a:cubicBezTo>
                  <a:lnTo>
                    <a:pt x="12467" y="2302"/>
                  </a:lnTo>
                  <a:cubicBezTo>
                    <a:pt x="12636" y="2302"/>
                    <a:pt x="12775" y="2162"/>
                    <a:pt x="12775" y="1994"/>
                  </a:cubicBezTo>
                  <a:lnTo>
                    <a:pt x="12775" y="303"/>
                  </a:lnTo>
                  <a:cubicBezTo>
                    <a:pt x="12775" y="135"/>
                    <a:pt x="12636" y="1"/>
                    <a:pt x="12467" y="1"/>
                  </a:cubicBezTo>
                  <a:close/>
                </a:path>
              </a:pathLst>
            </a:custGeom>
            <a:solidFill>
              <a:srgbClr val="CCD7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75" name="Google Shape;7875;p69"/>
            <p:cNvSpPr/>
            <p:nvPr/>
          </p:nvSpPr>
          <p:spPr>
            <a:xfrm>
              <a:off x="3123913" y="4583253"/>
              <a:ext cx="23038" cy="60266"/>
            </a:xfrm>
            <a:custGeom>
              <a:avLst/>
              <a:gdLst/>
              <a:ahLst/>
              <a:cxnLst/>
              <a:rect l="l" t="t" r="r" b="b"/>
              <a:pathLst>
                <a:path w="880" h="2302" extrusionOk="0">
                  <a:moveTo>
                    <a:pt x="1" y="1"/>
                  </a:moveTo>
                  <a:cubicBezTo>
                    <a:pt x="169" y="1"/>
                    <a:pt x="303" y="135"/>
                    <a:pt x="303" y="303"/>
                  </a:cubicBezTo>
                  <a:lnTo>
                    <a:pt x="303" y="1994"/>
                  </a:lnTo>
                  <a:cubicBezTo>
                    <a:pt x="303" y="2162"/>
                    <a:pt x="169" y="2302"/>
                    <a:pt x="1" y="2302"/>
                  </a:cubicBezTo>
                  <a:lnTo>
                    <a:pt x="572" y="2302"/>
                  </a:lnTo>
                  <a:cubicBezTo>
                    <a:pt x="741" y="2302"/>
                    <a:pt x="880" y="2162"/>
                    <a:pt x="880" y="1994"/>
                  </a:cubicBezTo>
                  <a:lnTo>
                    <a:pt x="880" y="303"/>
                  </a:lnTo>
                  <a:cubicBezTo>
                    <a:pt x="880" y="135"/>
                    <a:pt x="741" y="1"/>
                    <a:pt x="572" y="1"/>
                  </a:cubicBezTo>
                  <a:close/>
                </a:path>
              </a:pathLst>
            </a:custGeom>
            <a:solidFill>
              <a:srgbClr val="BCCAD4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76" name="Google Shape;7876;p69"/>
            <p:cNvSpPr/>
            <p:nvPr/>
          </p:nvSpPr>
          <p:spPr>
            <a:xfrm>
              <a:off x="2881695" y="4294985"/>
              <a:ext cx="52700" cy="166060"/>
            </a:xfrm>
            <a:custGeom>
              <a:avLst/>
              <a:gdLst/>
              <a:ahLst/>
              <a:cxnLst/>
              <a:rect l="l" t="t" r="r" b="b"/>
              <a:pathLst>
                <a:path w="2013" h="6343" extrusionOk="0">
                  <a:moveTo>
                    <a:pt x="1393" y="399"/>
                  </a:moveTo>
                  <a:cubicBezTo>
                    <a:pt x="1441" y="399"/>
                    <a:pt x="1475" y="433"/>
                    <a:pt x="1475" y="476"/>
                  </a:cubicBezTo>
                  <a:lnTo>
                    <a:pt x="1475" y="750"/>
                  </a:lnTo>
                  <a:lnTo>
                    <a:pt x="538" y="750"/>
                  </a:lnTo>
                  <a:lnTo>
                    <a:pt x="538" y="476"/>
                  </a:lnTo>
                  <a:cubicBezTo>
                    <a:pt x="538" y="433"/>
                    <a:pt x="577" y="399"/>
                    <a:pt x="620" y="399"/>
                  </a:cubicBezTo>
                  <a:close/>
                  <a:moveTo>
                    <a:pt x="1331" y="5079"/>
                  </a:moveTo>
                  <a:lnTo>
                    <a:pt x="1009" y="5890"/>
                  </a:lnTo>
                  <a:lnTo>
                    <a:pt x="682" y="5079"/>
                  </a:lnTo>
                  <a:close/>
                  <a:moveTo>
                    <a:pt x="620" y="1"/>
                  </a:moveTo>
                  <a:cubicBezTo>
                    <a:pt x="356" y="1"/>
                    <a:pt x="144" y="217"/>
                    <a:pt x="144" y="476"/>
                  </a:cubicBezTo>
                  <a:lnTo>
                    <a:pt x="144" y="885"/>
                  </a:lnTo>
                  <a:cubicBezTo>
                    <a:pt x="53" y="976"/>
                    <a:pt x="5" y="1096"/>
                    <a:pt x="0" y="1226"/>
                  </a:cubicBezTo>
                  <a:lnTo>
                    <a:pt x="0" y="4603"/>
                  </a:lnTo>
                  <a:cubicBezTo>
                    <a:pt x="5" y="4766"/>
                    <a:pt x="91" y="4920"/>
                    <a:pt x="231" y="5007"/>
                  </a:cubicBezTo>
                  <a:lnTo>
                    <a:pt x="668" y="6111"/>
                  </a:lnTo>
                  <a:cubicBezTo>
                    <a:pt x="730" y="6265"/>
                    <a:pt x="870" y="6342"/>
                    <a:pt x="1008" y="6342"/>
                  </a:cubicBezTo>
                  <a:cubicBezTo>
                    <a:pt x="1147" y="6342"/>
                    <a:pt x="1285" y="6265"/>
                    <a:pt x="1345" y="6111"/>
                  </a:cubicBezTo>
                  <a:lnTo>
                    <a:pt x="1787" y="5007"/>
                  </a:lnTo>
                  <a:cubicBezTo>
                    <a:pt x="1927" y="4920"/>
                    <a:pt x="2013" y="4766"/>
                    <a:pt x="2013" y="4603"/>
                  </a:cubicBezTo>
                  <a:lnTo>
                    <a:pt x="2013" y="3666"/>
                  </a:lnTo>
                  <a:cubicBezTo>
                    <a:pt x="2006" y="3541"/>
                    <a:pt x="1911" y="3479"/>
                    <a:pt x="1816" y="3479"/>
                  </a:cubicBezTo>
                  <a:cubicBezTo>
                    <a:pt x="1721" y="3479"/>
                    <a:pt x="1626" y="3541"/>
                    <a:pt x="1619" y="3666"/>
                  </a:cubicBezTo>
                  <a:lnTo>
                    <a:pt x="1619" y="4603"/>
                  </a:lnTo>
                  <a:cubicBezTo>
                    <a:pt x="1619" y="4646"/>
                    <a:pt x="1581" y="4680"/>
                    <a:pt x="1537" y="4680"/>
                  </a:cubicBezTo>
                  <a:lnTo>
                    <a:pt x="481" y="4680"/>
                  </a:lnTo>
                  <a:cubicBezTo>
                    <a:pt x="432" y="4680"/>
                    <a:pt x="399" y="4646"/>
                    <a:pt x="399" y="4603"/>
                  </a:cubicBezTo>
                  <a:lnTo>
                    <a:pt x="399" y="1226"/>
                  </a:lnTo>
                  <a:cubicBezTo>
                    <a:pt x="399" y="1183"/>
                    <a:pt x="432" y="1144"/>
                    <a:pt x="481" y="1144"/>
                  </a:cubicBezTo>
                  <a:lnTo>
                    <a:pt x="1537" y="1144"/>
                  </a:lnTo>
                  <a:cubicBezTo>
                    <a:pt x="1581" y="1144"/>
                    <a:pt x="1619" y="1183"/>
                    <a:pt x="1619" y="1226"/>
                  </a:cubicBezTo>
                  <a:lnTo>
                    <a:pt x="1619" y="2806"/>
                  </a:lnTo>
                  <a:cubicBezTo>
                    <a:pt x="1626" y="2929"/>
                    <a:pt x="1721" y="2990"/>
                    <a:pt x="1816" y="2990"/>
                  </a:cubicBezTo>
                  <a:cubicBezTo>
                    <a:pt x="1911" y="2990"/>
                    <a:pt x="2006" y="2929"/>
                    <a:pt x="2013" y="2806"/>
                  </a:cubicBezTo>
                  <a:lnTo>
                    <a:pt x="2013" y="1226"/>
                  </a:lnTo>
                  <a:cubicBezTo>
                    <a:pt x="2013" y="1096"/>
                    <a:pt x="1960" y="976"/>
                    <a:pt x="1874" y="885"/>
                  </a:cubicBezTo>
                  <a:lnTo>
                    <a:pt x="1874" y="476"/>
                  </a:lnTo>
                  <a:cubicBezTo>
                    <a:pt x="1869" y="217"/>
                    <a:pt x="1658" y="1"/>
                    <a:pt x="1398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77" name="Google Shape;7877;p69"/>
            <p:cNvSpPr/>
            <p:nvPr/>
          </p:nvSpPr>
          <p:spPr>
            <a:xfrm>
              <a:off x="2811768" y="4295064"/>
              <a:ext cx="56235" cy="273005"/>
            </a:xfrm>
            <a:custGeom>
              <a:avLst/>
              <a:gdLst/>
              <a:ahLst/>
              <a:cxnLst/>
              <a:rect l="l" t="t" r="r" b="b"/>
              <a:pathLst>
                <a:path w="2148" h="10428" extrusionOk="0">
                  <a:moveTo>
                    <a:pt x="1076" y="421"/>
                  </a:moveTo>
                  <a:lnTo>
                    <a:pt x="1480" y="1444"/>
                  </a:lnTo>
                  <a:lnTo>
                    <a:pt x="668" y="1444"/>
                  </a:lnTo>
                  <a:lnTo>
                    <a:pt x="1076" y="421"/>
                  </a:lnTo>
                  <a:close/>
                  <a:moveTo>
                    <a:pt x="874" y="1838"/>
                  </a:moveTo>
                  <a:lnTo>
                    <a:pt x="874" y="8866"/>
                  </a:lnTo>
                  <a:lnTo>
                    <a:pt x="442" y="8866"/>
                  </a:lnTo>
                  <a:cubicBezTo>
                    <a:pt x="438" y="8865"/>
                    <a:pt x="434" y="8864"/>
                    <a:pt x="429" y="8864"/>
                  </a:cubicBezTo>
                  <a:cubicBezTo>
                    <a:pt x="419" y="8864"/>
                    <a:pt x="409" y="8867"/>
                    <a:pt x="399" y="8871"/>
                  </a:cubicBezTo>
                  <a:lnTo>
                    <a:pt x="399" y="1943"/>
                  </a:lnTo>
                  <a:cubicBezTo>
                    <a:pt x="394" y="1886"/>
                    <a:pt x="442" y="1838"/>
                    <a:pt x="504" y="1838"/>
                  </a:cubicBezTo>
                  <a:close/>
                  <a:moveTo>
                    <a:pt x="1643" y="1838"/>
                  </a:moveTo>
                  <a:cubicBezTo>
                    <a:pt x="1705" y="1838"/>
                    <a:pt x="1754" y="1886"/>
                    <a:pt x="1754" y="1943"/>
                  </a:cubicBezTo>
                  <a:lnTo>
                    <a:pt x="1754" y="8871"/>
                  </a:lnTo>
                  <a:cubicBezTo>
                    <a:pt x="1734" y="8866"/>
                    <a:pt x="1720" y="8866"/>
                    <a:pt x="1705" y="8866"/>
                  </a:cubicBezTo>
                  <a:lnTo>
                    <a:pt x="1273" y="8866"/>
                  </a:lnTo>
                  <a:lnTo>
                    <a:pt x="1273" y="1838"/>
                  </a:lnTo>
                  <a:close/>
                  <a:moveTo>
                    <a:pt x="1749" y="9255"/>
                  </a:moveTo>
                  <a:lnTo>
                    <a:pt x="1749" y="9923"/>
                  </a:lnTo>
                  <a:cubicBezTo>
                    <a:pt x="1754" y="9985"/>
                    <a:pt x="1705" y="10033"/>
                    <a:pt x="1643" y="10033"/>
                  </a:cubicBezTo>
                  <a:lnTo>
                    <a:pt x="504" y="10033"/>
                  </a:lnTo>
                  <a:cubicBezTo>
                    <a:pt x="447" y="10033"/>
                    <a:pt x="399" y="9985"/>
                    <a:pt x="399" y="9928"/>
                  </a:cubicBezTo>
                  <a:lnTo>
                    <a:pt x="399" y="9255"/>
                  </a:lnTo>
                  <a:cubicBezTo>
                    <a:pt x="413" y="9255"/>
                    <a:pt x="428" y="9260"/>
                    <a:pt x="442" y="9260"/>
                  </a:cubicBezTo>
                  <a:lnTo>
                    <a:pt x="1705" y="9260"/>
                  </a:lnTo>
                  <a:cubicBezTo>
                    <a:pt x="1720" y="9260"/>
                    <a:pt x="1734" y="9255"/>
                    <a:pt x="1749" y="9255"/>
                  </a:cubicBezTo>
                  <a:close/>
                  <a:moveTo>
                    <a:pt x="1074" y="0"/>
                  </a:moveTo>
                  <a:cubicBezTo>
                    <a:pt x="928" y="0"/>
                    <a:pt x="783" y="79"/>
                    <a:pt x="721" y="238"/>
                  </a:cubicBezTo>
                  <a:lnTo>
                    <a:pt x="202" y="1540"/>
                  </a:lnTo>
                  <a:cubicBezTo>
                    <a:pt x="77" y="1636"/>
                    <a:pt x="0" y="1785"/>
                    <a:pt x="0" y="1943"/>
                  </a:cubicBezTo>
                  <a:lnTo>
                    <a:pt x="0" y="9928"/>
                  </a:lnTo>
                  <a:cubicBezTo>
                    <a:pt x="0" y="10206"/>
                    <a:pt x="226" y="10427"/>
                    <a:pt x="504" y="10427"/>
                  </a:cubicBezTo>
                  <a:lnTo>
                    <a:pt x="1643" y="10427"/>
                  </a:lnTo>
                  <a:cubicBezTo>
                    <a:pt x="1922" y="10427"/>
                    <a:pt x="2147" y="10201"/>
                    <a:pt x="2147" y="9928"/>
                  </a:cubicBezTo>
                  <a:lnTo>
                    <a:pt x="2147" y="1943"/>
                  </a:lnTo>
                  <a:cubicBezTo>
                    <a:pt x="2147" y="1785"/>
                    <a:pt x="2071" y="1636"/>
                    <a:pt x="1946" y="1540"/>
                  </a:cubicBezTo>
                  <a:lnTo>
                    <a:pt x="1427" y="238"/>
                  </a:lnTo>
                  <a:cubicBezTo>
                    <a:pt x="1364" y="79"/>
                    <a:pt x="1219" y="0"/>
                    <a:pt x="1074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78" name="Google Shape;7878;p69"/>
            <p:cNvSpPr/>
            <p:nvPr/>
          </p:nvSpPr>
          <p:spPr>
            <a:xfrm>
              <a:off x="2878554" y="4479109"/>
              <a:ext cx="59010" cy="88960"/>
            </a:xfrm>
            <a:custGeom>
              <a:avLst/>
              <a:gdLst/>
              <a:ahLst/>
              <a:cxnLst/>
              <a:rect l="l" t="t" r="r" b="b"/>
              <a:pathLst>
                <a:path w="2254" h="3398" extrusionOk="0">
                  <a:moveTo>
                    <a:pt x="688" y="399"/>
                  </a:moveTo>
                  <a:cubicBezTo>
                    <a:pt x="691" y="399"/>
                    <a:pt x="694" y="399"/>
                    <a:pt x="697" y="400"/>
                  </a:cubicBezTo>
                  <a:lnTo>
                    <a:pt x="1561" y="400"/>
                  </a:lnTo>
                  <a:cubicBezTo>
                    <a:pt x="1619" y="400"/>
                    <a:pt x="1667" y="443"/>
                    <a:pt x="1667" y="505"/>
                  </a:cubicBezTo>
                  <a:lnTo>
                    <a:pt x="1667" y="717"/>
                  </a:lnTo>
                  <a:lnTo>
                    <a:pt x="586" y="717"/>
                  </a:lnTo>
                  <a:lnTo>
                    <a:pt x="586" y="505"/>
                  </a:lnTo>
                  <a:cubicBezTo>
                    <a:pt x="586" y="446"/>
                    <a:pt x="630" y="399"/>
                    <a:pt x="688" y="399"/>
                  </a:cubicBezTo>
                  <a:close/>
                  <a:moveTo>
                    <a:pt x="1749" y="1111"/>
                  </a:moveTo>
                  <a:cubicBezTo>
                    <a:pt x="1811" y="1111"/>
                    <a:pt x="1859" y="1159"/>
                    <a:pt x="1859" y="1221"/>
                  </a:cubicBezTo>
                  <a:lnTo>
                    <a:pt x="1859" y="2898"/>
                  </a:lnTo>
                  <a:cubicBezTo>
                    <a:pt x="1859" y="2955"/>
                    <a:pt x="1811" y="3003"/>
                    <a:pt x="1749" y="3003"/>
                  </a:cubicBezTo>
                  <a:lnTo>
                    <a:pt x="504" y="3003"/>
                  </a:lnTo>
                  <a:cubicBezTo>
                    <a:pt x="442" y="3003"/>
                    <a:pt x="399" y="2955"/>
                    <a:pt x="399" y="2898"/>
                  </a:cubicBezTo>
                  <a:lnTo>
                    <a:pt x="399" y="1221"/>
                  </a:lnTo>
                  <a:cubicBezTo>
                    <a:pt x="394" y="1159"/>
                    <a:pt x="442" y="1111"/>
                    <a:pt x="504" y="1111"/>
                  </a:cubicBezTo>
                  <a:close/>
                  <a:moveTo>
                    <a:pt x="697" y="1"/>
                  </a:moveTo>
                  <a:cubicBezTo>
                    <a:pt x="418" y="1"/>
                    <a:pt x="192" y="227"/>
                    <a:pt x="192" y="505"/>
                  </a:cubicBezTo>
                  <a:lnTo>
                    <a:pt x="192" y="827"/>
                  </a:lnTo>
                  <a:cubicBezTo>
                    <a:pt x="72" y="918"/>
                    <a:pt x="0" y="1067"/>
                    <a:pt x="0" y="1221"/>
                  </a:cubicBezTo>
                  <a:lnTo>
                    <a:pt x="0" y="2898"/>
                  </a:lnTo>
                  <a:cubicBezTo>
                    <a:pt x="0" y="3176"/>
                    <a:pt x="226" y="3397"/>
                    <a:pt x="504" y="3397"/>
                  </a:cubicBezTo>
                  <a:lnTo>
                    <a:pt x="1749" y="3397"/>
                  </a:lnTo>
                  <a:cubicBezTo>
                    <a:pt x="2027" y="3397"/>
                    <a:pt x="2253" y="3176"/>
                    <a:pt x="2253" y="2898"/>
                  </a:cubicBezTo>
                  <a:lnTo>
                    <a:pt x="2253" y="1221"/>
                  </a:lnTo>
                  <a:cubicBezTo>
                    <a:pt x="2253" y="1067"/>
                    <a:pt x="2181" y="918"/>
                    <a:pt x="2061" y="827"/>
                  </a:cubicBezTo>
                  <a:lnTo>
                    <a:pt x="2061" y="505"/>
                  </a:lnTo>
                  <a:cubicBezTo>
                    <a:pt x="2061" y="227"/>
                    <a:pt x="1835" y="1"/>
                    <a:pt x="1561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79" name="Google Shape;7879;p69"/>
            <p:cNvSpPr/>
            <p:nvPr/>
          </p:nvSpPr>
          <p:spPr>
            <a:xfrm>
              <a:off x="2949030" y="4294985"/>
              <a:ext cx="198549" cy="274471"/>
            </a:xfrm>
            <a:custGeom>
              <a:avLst/>
              <a:gdLst/>
              <a:ahLst/>
              <a:cxnLst/>
              <a:rect l="l" t="t" r="r" b="b"/>
              <a:pathLst>
                <a:path w="7584" h="10484" extrusionOk="0">
                  <a:moveTo>
                    <a:pt x="6777" y="611"/>
                  </a:moveTo>
                  <a:cubicBezTo>
                    <a:pt x="7003" y="611"/>
                    <a:pt x="7185" y="793"/>
                    <a:pt x="7185" y="1019"/>
                  </a:cubicBezTo>
                  <a:lnTo>
                    <a:pt x="7190" y="1019"/>
                  </a:lnTo>
                  <a:lnTo>
                    <a:pt x="7190" y="9465"/>
                  </a:lnTo>
                  <a:cubicBezTo>
                    <a:pt x="7185" y="9690"/>
                    <a:pt x="7003" y="9873"/>
                    <a:pt x="6777" y="9873"/>
                  </a:cubicBezTo>
                  <a:lnTo>
                    <a:pt x="2146" y="9873"/>
                  </a:lnTo>
                  <a:lnTo>
                    <a:pt x="2146" y="611"/>
                  </a:lnTo>
                  <a:close/>
                  <a:moveTo>
                    <a:pt x="1752" y="395"/>
                  </a:moveTo>
                  <a:lnTo>
                    <a:pt x="1752" y="10089"/>
                  </a:lnTo>
                  <a:lnTo>
                    <a:pt x="1464" y="10089"/>
                  </a:lnTo>
                  <a:lnTo>
                    <a:pt x="1464" y="395"/>
                  </a:lnTo>
                  <a:close/>
                  <a:moveTo>
                    <a:pt x="1444" y="1"/>
                  </a:moveTo>
                  <a:cubicBezTo>
                    <a:pt x="1300" y="1"/>
                    <a:pt x="1170" y="82"/>
                    <a:pt x="1103" y="212"/>
                  </a:cubicBezTo>
                  <a:lnTo>
                    <a:pt x="512" y="212"/>
                  </a:lnTo>
                  <a:cubicBezTo>
                    <a:pt x="234" y="212"/>
                    <a:pt x="8" y="438"/>
                    <a:pt x="8" y="717"/>
                  </a:cubicBezTo>
                  <a:lnTo>
                    <a:pt x="8" y="2806"/>
                  </a:lnTo>
                  <a:cubicBezTo>
                    <a:pt x="1" y="2946"/>
                    <a:pt x="104" y="3015"/>
                    <a:pt x="207" y="3015"/>
                  </a:cubicBezTo>
                  <a:cubicBezTo>
                    <a:pt x="311" y="3015"/>
                    <a:pt x="414" y="2946"/>
                    <a:pt x="407" y="2806"/>
                  </a:cubicBezTo>
                  <a:lnTo>
                    <a:pt x="407" y="717"/>
                  </a:lnTo>
                  <a:cubicBezTo>
                    <a:pt x="407" y="654"/>
                    <a:pt x="455" y="606"/>
                    <a:pt x="512" y="606"/>
                  </a:cubicBezTo>
                  <a:lnTo>
                    <a:pt x="1065" y="606"/>
                  </a:lnTo>
                  <a:lnTo>
                    <a:pt x="1065" y="9873"/>
                  </a:lnTo>
                  <a:lnTo>
                    <a:pt x="512" y="9873"/>
                  </a:lnTo>
                  <a:cubicBezTo>
                    <a:pt x="455" y="9873"/>
                    <a:pt x="407" y="9825"/>
                    <a:pt x="407" y="9767"/>
                  </a:cubicBezTo>
                  <a:lnTo>
                    <a:pt x="407" y="3666"/>
                  </a:lnTo>
                  <a:cubicBezTo>
                    <a:pt x="399" y="3541"/>
                    <a:pt x="303" y="3479"/>
                    <a:pt x="207" y="3479"/>
                  </a:cubicBezTo>
                  <a:cubicBezTo>
                    <a:pt x="111" y="3479"/>
                    <a:pt x="15" y="3541"/>
                    <a:pt x="8" y="3666"/>
                  </a:cubicBezTo>
                  <a:lnTo>
                    <a:pt x="8" y="9767"/>
                  </a:lnTo>
                  <a:cubicBezTo>
                    <a:pt x="8" y="10046"/>
                    <a:pt x="234" y="10272"/>
                    <a:pt x="512" y="10272"/>
                  </a:cubicBezTo>
                  <a:lnTo>
                    <a:pt x="1103" y="10272"/>
                  </a:lnTo>
                  <a:cubicBezTo>
                    <a:pt x="1170" y="10401"/>
                    <a:pt x="1300" y="10483"/>
                    <a:pt x="1444" y="10483"/>
                  </a:cubicBezTo>
                  <a:lnTo>
                    <a:pt x="1766" y="10483"/>
                  </a:lnTo>
                  <a:cubicBezTo>
                    <a:pt x="1910" y="10483"/>
                    <a:pt x="2045" y="10401"/>
                    <a:pt x="2107" y="10272"/>
                  </a:cubicBezTo>
                  <a:lnTo>
                    <a:pt x="6777" y="10272"/>
                  </a:lnTo>
                  <a:cubicBezTo>
                    <a:pt x="7224" y="10272"/>
                    <a:pt x="7584" y="9907"/>
                    <a:pt x="7584" y="9465"/>
                  </a:cubicBezTo>
                  <a:lnTo>
                    <a:pt x="7584" y="1019"/>
                  </a:lnTo>
                  <a:cubicBezTo>
                    <a:pt x="7584" y="572"/>
                    <a:pt x="7224" y="212"/>
                    <a:pt x="6777" y="212"/>
                  </a:cubicBezTo>
                  <a:lnTo>
                    <a:pt x="2107" y="212"/>
                  </a:lnTo>
                  <a:cubicBezTo>
                    <a:pt x="2045" y="82"/>
                    <a:pt x="1910" y="1"/>
                    <a:pt x="1766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80" name="Google Shape;7880;p69"/>
            <p:cNvSpPr/>
            <p:nvPr/>
          </p:nvSpPr>
          <p:spPr>
            <a:xfrm>
              <a:off x="3086187" y="4526652"/>
              <a:ext cx="31599" cy="10367"/>
            </a:xfrm>
            <a:custGeom>
              <a:avLst/>
              <a:gdLst/>
              <a:ahLst/>
              <a:cxnLst/>
              <a:rect l="l" t="t" r="r" b="b"/>
              <a:pathLst>
                <a:path w="1207" h="396" extrusionOk="0">
                  <a:moveTo>
                    <a:pt x="256" y="0"/>
                  </a:moveTo>
                  <a:cubicBezTo>
                    <a:pt x="0" y="0"/>
                    <a:pt x="2" y="395"/>
                    <a:pt x="261" y="395"/>
                  </a:cubicBezTo>
                  <a:cubicBezTo>
                    <a:pt x="265" y="395"/>
                    <a:pt x="270" y="395"/>
                    <a:pt x="274" y="395"/>
                  </a:cubicBezTo>
                  <a:lnTo>
                    <a:pt x="957" y="395"/>
                  </a:lnTo>
                  <a:cubicBezTo>
                    <a:pt x="1206" y="380"/>
                    <a:pt x="1206" y="10"/>
                    <a:pt x="957" y="1"/>
                  </a:cubicBezTo>
                  <a:lnTo>
                    <a:pt x="274" y="1"/>
                  </a:lnTo>
                  <a:cubicBezTo>
                    <a:pt x="268" y="0"/>
                    <a:pt x="262" y="0"/>
                    <a:pt x="256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81" name="Google Shape;7881;p69"/>
            <p:cNvSpPr/>
            <p:nvPr/>
          </p:nvSpPr>
          <p:spPr>
            <a:xfrm>
              <a:off x="3104042" y="4513196"/>
              <a:ext cx="13247" cy="10472"/>
            </a:xfrm>
            <a:custGeom>
              <a:avLst/>
              <a:gdLst/>
              <a:ahLst/>
              <a:cxnLst/>
              <a:rect l="l" t="t" r="r" b="b"/>
              <a:pathLst>
                <a:path w="506" h="400" extrusionOk="0">
                  <a:moveTo>
                    <a:pt x="250" y="1"/>
                  </a:moveTo>
                  <a:cubicBezTo>
                    <a:pt x="1" y="15"/>
                    <a:pt x="5" y="385"/>
                    <a:pt x="255" y="399"/>
                  </a:cubicBezTo>
                  <a:cubicBezTo>
                    <a:pt x="505" y="385"/>
                    <a:pt x="505" y="15"/>
                    <a:pt x="255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82" name="Google Shape;7882;p69"/>
            <p:cNvSpPr/>
            <p:nvPr/>
          </p:nvSpPr>
          <p:spPr>
            <a:xfrm>
              <a:off x="2807344" y="4578096"/>
              <a:ext cx="344764" cy="70581"/>
            </a:xfrm>
            <a:custGeom>
              <a:avLst/>
              <a:gdLst/>
              <a:ahLst/>
              <a:cxnLst/>
              <a:rect l="l" t="t" r="r" b="b"/>
              <a:pathLst>
                <a:path w="13169" h="2696" extrusionOk="0">
                  <a:moveTo>
                    <a:pt x="501" y="1"/>
                  </a:moveTo>
                  <a:cubicBezTo>
                    <a:pt x="222" y="1"/>
                    <a:pt x="1" y="222"/>
                    <a:pt x="1" y="500"/>
                  </a:cubicBezTo>
                  <a:lnTo>
                    <a:pt x="1" y="2191"/>
                  </a:lnTo>
                  <a:cubicBezTo>
                    <a:pt x="1" y="2470"/>
                    <a:pt x="222" y="2696"/>
                    <a:pt x="501" y="2696"/>
                  </a:cubicBezTo>
                  <a:lnTo>
                    <a:pt x="10046" y="2696"/>
                  </a:lnTo>
                  <a:cubicBezTo>
                    <a:pt x="10051" y="2696"/>
                    <a:pt x="10055" y="2696"/>
                    <a:pt x="10060" y="2696"/>
                  </a:cubicBezTo>
                  <a:cubicBezTo>
                    <a:pt x="10319" y="2696"/>
                    <a:pt x="10320" y="2301"/>
                    <a:pt x="10064" y="2301"/>
                  </a:cubicBezTo>
                  <a:cubicBezTo>
                    <a:pt x="10058" y="2301"/>
                    <a:pt x="10052" y="2301"/>
                    <a:pt x="10046" y="2302"/>
                  </a:cubicBezTo>
                  <a:lnTo>
                    <a:pt x="501" y="2302"/>
                  </a:lnTo>
                  <a:cubicBezTo>
                    <a:pt x="443" y="2297"/>
                    <a:pt x="395" y="2254"/>
                    <a:pt x="395" y="2191"/>
                  </a:cubicBezTo>
                  <a:lnTo>
                    <a:pt x="395" y="500"/>
                  </a:lnTo>
                  <a:cubicBezTo>
                    <a:pt x="395" y="443"/>
                    <a:pt x="443" y="395"/>
                    <a:pt x="501" y="395"/>
                  </a:cubicBezTo>
                  <a:lnTo>
                    <a:pt x="1240" y="395"/>
                  </a:lnTo>
                  <a:lnTo>
                    <a:pt x="1240" y="697"/>
                  </a:lnTo>
                  <a:cubicBezTo>
                    <a:pt x="1231" y="836"/>
                    <a:pt x="1333" y="906"/>
                    <a:pt x="1436" y="906"/>
                  </a:cubicBezTo>
                  <a:cubicBezTo>
                    <a:pt x="1538" y="906"/>
                    <a:pt x="1641" y="836"/>
                    <a:pt x="1634" y="697"/>
                  </a:cubicBezTo>
                  <a:lnTo>
                    <a:pt x="1634" y="395"/>
                  </a:lnTo>
                  <a:lnTo>
                    <a:pt x="2172" y="395"/>
                  </a:lnTo>
                  <a:lnTo>
                    <a:pt x="2172" y="697"/>
                  </a:lnTo>
                  <a:cubicBezTo>
                    <a:pt x="2165" y="836"/>
                    <a:pt x="2268" y="906"/>
                    <a:pt x="2372" y="906"/>
                  </a:cubicBezTo>
                  <a:cubicBezTo>
                    <a:pt x="2475" y="906"/>
                    <a:pt x="2578" y="836"/>
                    <a:pt x="2571" y="697"/>
                  </a:cubicBezTo>
                  <a:lnTo>
                    <a:pt x="2571" y="395"/>
                  </a:lnTo>
                  <a:lnTo>
                    <a:pt x="3109" y="395"/>
                  </a:lnTo>
                  <a:lnTo>
                    <a:pt x="3109" y="697"/>
                  </a:lnTo>
                  <a:cubicBezTo>
                    <a:pt x="3102" y="836"/>
                    <a:pt x="3205" y="906"/>
                    <a:pt x="3308" y="906"/>
                  </a:cubicBezTo>
                  <a:cubicBezTo>
                    <a:pt x="3412" y="906"/>
                    <a:pt x="3515" y="836"/>
                    <a:pt x="3508" y="697"/>
                  </a:cubicBezTo>
                  <a:lnTo>
                    <a:pt x="3508" y="395"/>
                  </a:lnTo>
                  <a:lnTo>
                    <a:pt x="4046" y="395"/>
                  </a:lnTo>
                  <a:lnTo>
                    <a:pt x="4046" y="697"/>
                  </a:lnTo>
                  <a:cubicBezTo>
                    <a:pt x="4039" y="836"/>
                    <a:pt x="4142" y="906"/>
                    <a:pt x="4245" y="906"/>
                  </a:cubicBezTo>
                  <a:cubicBezTo>
                    <a:pt x="4347" y="906"/>
                    <a:pt x="4449" y="836"/>
                    <a:pt x="4440" y="697"/>
                  </a:cubicBezTo>
                  <a:lnTo>
                    <a:pt x="4440" y="395"/>
                  </a:lnTo>
                  <a:lnTo>
                    <a:pt x="4983" y="395"/>
                  </a:lnTo>
                  <a:lnTo>
                    <a:pt x="4983" y="697"/>
                  </a:lnTo>
                  <a:cubicBezTo>
                    <a:pt x="4976" y="836"/>
                    <a:pt x="5079" y="906"/>
                    <a:pt x="5181" y="906"/>
                  </a:cubicBezTo>
                  <a:cubicBezTo>
                    <a:pt x="5284" y="906"/>
                    <a:pt x="5386" y="836"/>
                    <a:pt x="5377" y="697"/>
                  </a:cubicBezTo>
                  <a:lnTo>
                    <a:pt x="5377" y="395"/>
                  </a:lnTo>
                  <a:lnTo>
                    <a:pt x="5920" y="395"/>
                  </a:lnTo>
                  <a:lnTo>
                    <a:pt x="5920" y="697"/>
                  </a:lnTo>
                  <a:cubicBezTo>
                    <a:pt x="5912" y="836"/>
                    <a:pt x="6014" y="906"/>
                    <a:pt x="6116" y="906"/>
                  </a:cubicBezTo>
                  <a:cubicBezTo>
                    <a:pt x="6219" y="906"/>
                    <a:pt x="6321" y="836"/>
                    <a:pt x="6313" y="697"/>
                  </a:cubicBezTo>
                  <a:lnTo>
                    <a:pt x="6313" y="395"/>
                  </a:lnTo>
                  <a:lnTo>
                    <a:pt x="6856" y="395"/>
                  </a:lnTo>
                  <a:lnTo>
                    <a:pt x="6856" y="697"/>
                  </a:lnTo>
                  <a:cubicBezTo>
                    <a:pt x="6849" y="836"/>
                    <a:pt x="6951" y="906"/>
                    <a:pt x="7053" y="906"/>
                  </a:cubicBezTo>
                  <a:cubicBezTo>
                    <a:pt x="7155" y="906"/>
                    <a:pt x="7257" y="836"/>
                    <a:pt x="7250" y="697"/>
                  </a:cubicBezTo>
                  <a:lnTo>
                    <a:pt x="7250" y="395"/>
                  </a:lnTo>
                  <a:lnTo>
                    <a:pt x="7793" y="395"/>
                  </a:lnTo>
                  <a:lnTo>
                    <a:pt x="7793" y="697"/>
                  </a:lnTo>
                  <a:cubicBezTo>
                    <a:pt x="7783" y="836"/>
                    <a:pt x="7886" y="906"/>
                    <a:pt x="7988" y="906"/>
                  </a:cubicBezTo>
                  <a:cubicBezTo>
                    <a:pt x="8091" y="906"/>
                    <a:pt x="8194" y="836"/>
                    <a:pt x="8187" y="697"/>
                  </a:cubicBezTo>
                  <a:lnTo>
                    <a:pt x="8187" y="395"/>
                  </a:lnTo>
                  <a:lnTo>
                    <a:pt x="8725" y="395"/>
                  </a:lnTo>
                  <a:lnTo>
                    <a:pt x="8725" y="697"/>
                  </a:lnTo>
                  <a:cubicBezTo>
                    <a:pt x="8718" y="836"/>
                    <a:pt x="8821" y="906"/>
                    <a:pt x="8924" y="906"/>
                  </a:cubicBezTo>
                  <a:cubicBezTo>
                    <a:pt x="9028" y="906"/>
                    <a:pt x="9131" y="836"/>
                    <a:pt x="9124" y="697"/>
                  </a:cubicBezTo>
                  <a:lnTo>
                    <a:pt x="9124" y="395"/>
                  </a:lnTo>
                  <a:lnTo>
                    <a:pt x="9662" y="395"/>
                  </a:lnTo>
                  <a:lnTo>
                    <a:pt x="9662" y="697"/>
                  </a:lnTo>
                  <a:cubicBezTo>
                    <a:pt x="9655" y="836"/>
                    <a:pt x="9758" y="906"/>
                    <a:pt x="9861" y="906"/>
                  </a:cubicBezTo>
                  <a:cubicBezTo>
                    <a:pt x="9965" y="906"/>
                    <a:pt x="10068" y="836"/>
                    <a:pt x="10061" y="697"/>
                  </a:cubicBezTo>
                  <a:lnTo>
                    <a:pt x="10061" y="395"/>
                  </a:lnTo>
                  <a:lnTo>
                    <a:pt x="10599" y="395"/>
                  </a:lnTo>
                  <a:lnTo>
                    <a:pt x="10599" y="697"/>
                  </a:lnTo>
                  <a:cubicBezTo>
                    <a:pt x="10591" y="836"/>
                    <a:pt x="10695" y="906"/>
                    <a:pt x="10798" y="906"/>
                  </a:cubicBezTo>
                  <a:cubicBezTo>
                    <a:pt x="10901" y="906"/>
                    <a:pt x="11005" y="836"/>
                    <a:pt x="10997" y="697"/>
                  </a:cubicBezTo>
                  <a:lnTo>
                    <a:pt x="10997" y="395"/>
                  </a:lnTo>
                  <a:lnTo>
                    <a:pt x="11535" y="395"/>
                  </a:lnTo>
                  <a:lnTo>
                    <a:pt x="11535" y="697"/>
                  </a:lnTo>
                  <a:cubicBezTo>
                    <a:pt x="11528" y="836"/>
                    <a:pt x="11632" y="906"/>
                    <a:pt x="11734" y="906"/>
                  </a:cubicBezTo>
                  <a:cubicBezTo>
                    <a:pt x="11837" y="906"/>
                    <a:pt x="11939" y="836"/>
                    <a:pt x="11929" y="697"/>
                  </a:cubicBezTo>
                  <a:lnTo>
                    <a:pt x="11929" y="395"/>
                  </a:lnTo>
                  <a:lnTo>
                    <a:pt x="12669" y="395"/>
                  </a:lnTo>
                  <a:cubicBezTo>
                    <a:pt x="12727" y="395"/>
                    <a:pt x="12775" y="443"/>
                    <a:pt x="12775" y="500"/>
                  </a:cubicBezTo>
                  <a:lnTo>
                    <a:pt x="12775" y="2191"/>
                  </a:lnTo>
                  <a:cubicBezTo>
                    <a:pt x="12775" y="2254"/>
                    <a:pt x="12727" y="2302"/>
                    <a:pt x="12669" y="2302"/>
                  </a:cubicBezTo>
                  <a:lnTo>
                    <a:pt x="10906" y="2302"/>
                  </a:lnTo>
                  <a:cubicBezTo>
                    <a:pt x="10900" y="2301"/>
                    <a:pt x="10894" y="2301"/>
                    <a:pt x="10888" y="2301"/>
                  </a:cubicBezTo>
                  <a:cubicBezTo>
                    <a:pt x="10632" y="2301"/>
                    <a:pt x="10633" y="2696"/>
                    <a:pt x="10892" y="2696"/>
                  </a:cubicBezTo>
                  <a:cubicBezTo>
                    <a:pt x="10897" y="2696"/>
                    <a:pt x="10901" y="2696"/>
                    <a:pt x="10906" y="2696"/>
                  </a:cubicBezTo>
                  <a:lnTo>
                    <a:pt x="12664" y="2696"/>
                  </a:lnTo>
                  <a:cubicBezTo>
                    <a:pt x="12943" y="2696"/>
                    <a:pt x="13169" y="2470"/>
                    <a:pt x="13169" y="2191"/>
                  </a:cubicBezTo>
                  <a:lnTo>
                    <a:pt x="13169" y="500"/>
                  </a:lnTo>
                  <a:cubicBezTo>
                    <a:pt x="13169" y="222"/>
                    <a:pt x="12943" y="1"/>
                    <a:pt x="12664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7883" name="Google Shape;7883;p69"/>
          <p:cNvGrpSpPr/>
          <p:nvPr/>
        </p:nvGrpSpPr>
        <p:grpSpPr>
          <a:xfrm>
            <a:off x="2975123" y="2480439"/>
            <a:ext cx="236209" cy="248815"/>
            <a:chOff x="3966830" y="2450002"/>
            <a:chExt cx="314945" cy="331753"/>
          </a:xfrm>
        </p:grpSpPr>
        <p:sp>
          <p:nvSpPr>
            <p:cNvPr id="7884" name="Google Shape;7884;p69"/>
            <p:cNvSpPr/>
            <p:nvPr/>
          </p:nvSpPr>
          <p:spPr>
            <a:xfrm>
              <a:off x="3966909" y="2455866"/>
              <a:ext cx="309081" cy="319998"/>
            </a:xfrm>
            <a:custGeom>
              <a:avLst/>
              <a:gdLst/>
              <a:ahLst/>
              <a:cxnLst/>
              <a:rect l="l" t="t" r="r" b="b"/>
              <a:pathLst>
                <a:path w="11806" h="12223" extrusionOk="0">
                  <a:moveTo>
                    <a:pt x="11204" y="0"/>
                  </a:moveTo>
                  <a:cubicBezTo>
                    <a:pt x="11168" y="0"/>
                    <a:pt x="11132" y="4"/>
                    <a:pt x="11095" y="10"/>
                  </a:cubicBezTo>
                  <a:lnTo>
                    <a:pt x="3783" y="1302"/>
                  </a:lnTo>
                  <a:cubicBezTo>
                    <a:pt x="3495" y="1351"/>
                    <a:pt x="3283" y="1600"/>
                    <a:pt x="3283" y="1893"/>
                  </a:cubicBezTo>
                  <a:lnTo>
                    <a:pt x="3283" y="8230"/>
                  </a:lnTo>
                  <a:cubicBezTo>
                    <a:pt x="2980" y="8080"/>
                    <a:pt x="2662" y="8010"/>
                    <a:pt x="2351" y="8010"/>
                  </a:cubicBezTo>
                  <a:cubicBezTo>
                    <a:pt x="1404" y="8010"/>
                    <a:pt x="519" y="8654"/>
                    <a:pt x="295" y="9652"/>
                  </a:cubicBezTo>
                  <a:cubicBezTo>
                    <a:pt x="0" y="10970"/>
                    <a:pt x="1002" y="12222"/>
                    <a:pt x="2342" y="12222"/>
                  </a:cubicBezTo>
                  <a:cubicBezTo>
                    <a:pt x="2355" y="12222"/>
                    <a:pt x="2368" y="12222"/>
                    <a:pt x="2380" y="12222"/>
                  </a:cubicBezTo>
                  <a:cubicBezTo>
                    <a:pt x="3538" y="12208"/>
                    <a:pt x="4460" y="11247"/>
                    <a:pt x="4460" y="10089"/>
                  </a:cubicBezTo>
                  <a:lnTo>
                    <a:pt x="4460" y="3046"/>
                  </a:lnTo>
                  <a:lnTo>
                    <a:pt x="10629" y="1961"/>
                  </a:lnTo>
                  <a:lnTo>
                    <a:pt x="10629" y="6726"/>
                  </a:lnTo>
                  <a:cubicBezTo>
                    <a:pt x="10325" y="6576"/>
                    <a:pt x="10006" y="6506"/>
                    <a:pt x="9694" y="6506"/>
                  </a:cubicBezTo>
                  <a:cubicBezTo>
                    <a:pt x="8748" y="6506"/>
                    <a:pt x="7865" y="7148"/>
                    <a:pt x="7641" y="8148"/>
                  </a:cubicBezTo>
                  <a:cubicBezTo>
                    <a:pt x="7345" y="9469"/>
                    <a:pt x="8351" y="10719"/>
                    <a:pt x="9695" y="10719"/>
                  </a:cubicBezTo>
                  <a:cubicBezTo>
                    <a:pt x="9705" y="10719"/>
                    <a:pt x="9715" y="10718"/>
                    <a:pt x="9726" y="10718"/>
                  </a:cubicBezTo>
                  <a:cubicBezTo>
                    <a:pt x="10883" y="10704"/>
                    <a:pt x="11806" y="9743"/>
                    <a:pt x="11806" y="8585"/>
                  </a:cubicBezTo>
                  <a:lnTo>
                    <a:pt x="11806" y="601"/>
                  </a:lnTo>
                  <a:cubicBezTo>
                    <a:pt x="11806" y="264"/>
                    <a:pt x="11529" y="0"/>
                    <a:pt x="11204" y="0"/>
                  </a:cubicBezTo>
                  <a:close/>
                </a:path>
              </a:pathLst>
            </a:custGeom>
            <a:solidFill>
              <a:srgbClr val="C9D2D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85" name="Google Shape;7885;p69"/>
            <p:cNvSpPr/>
            <p:nvPr/>
          </p:nvSpPr>
          <p:spPr>
            <a:xfrm>
              <a:off x="4019400" y="2535611"/>
              <a:ext cx="64167" cy="240254"/>
            </a:xfrm>
            <a:custGeom>
              <a:avLst/>
              <a:gdLst/>
              <a:ahLst/>
              <a:cxnLst/>
              <a:rect l="l" t="t" r="r" b="b"/>
              <a:pathLst>
                <a:path w="2451" h="9177" extrusionOk="0">
                  <a:moveTo>
                    <a:pt x="2451" y="0"/>
                  </a:moveTo>
                  <a:lnTo>
                    <a:pt x="2191" y="82"/>
                  </a:lnTo>
                  <a:cubicBezTo>
                    <a:pt x="1932" y="159"/>
                    <a:pt x="1759" y="389"/>
                    <a:pt x="1759" y="658"/>
                  </a:cubicBezTo>
                  <a:lnTo>
                    <a:pt x="1759" y="7043"/>
                  </a:lnTo>
                  <a:cubicBezTo>
                    <a:pt x="1764" y="8076"/>
                    <a:pt x="1019" y="8965"/>
                    <a:pt x="1" y="9147"/>
                  </a:cubicBezTo>
                  <a:cubicBezTo>
                    <a:pt x="125" y="9166"/>
                    <a:pt x="250" y="9176"/>
                    <a:pt x="375" y="9176"/>
                  </a:cubicBezTo>
                  <a:cubicBezTo>
                    <a:pt x="1533" y="9162"/>
                    <a:pt x="2451" y="8196"/>
                    <a:pt x="2451" y="7043"/>
                  </a:cubicBezTo>
                  <a:lnTo>
                    <a:pt x="2451" y="0"/>
                  </a:lnTo>
                  <a:close/>
                </a:path>
              </a:pathLst>
            </a:custGeom>
            <a:solidFill>
              <a:srgbClr val="B9C4C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86" name="Google Shape;7886;p69"/>
            <p:cNvSpPr/>
            <p:nvPr/>
          </p:nvSpPr>
          <p:spPr>
            <a:xfrm>
              <a:off x="4211587" y="2455107"/>
              <a:ext cx="64298" cy="280623"/>
            </a:xfrm>
            <a:custGeom>
              <a:avLst/>
              <a:gdLst/>
              <a:ahLst/>
              <a:cxnLst/>
              <a:rect l="l" t="t" r="r" b="b"/>
              <a:pathLst>
                <a:path w="2456" h="10719" extrusionOk="0">
                  <a:moveTo>
                    <a:pt x="1858" y="0"/>
                  </a:moveTo>
                  <a:cubicBezTo>
                    <a:pt x="1822" y="0"/>
                    <a:pt x="1786" y="4"/>
                    <a:pt x="1749" y="10"/>
                  </a:cubicBezTo>
                  <a:lnTo>
                    <a:pt x="1432" y="63"/>
                  </a:lnTo>
                  <a:cubicBezTo>
                    <a:pt x="1634" y="169"/>
                    <a:pt x="1763" y="375"/>
                    <a:pt x="1763" y="601"/>
                  </a:cubicBezTo>
                  <a:lnTo>
                    <a:pt x="1763" y="8586"/>
                  </a:lnTo>
                  <a:cubicBezTo>
                    <a:pt x="1763" y="9618"/>
                    <a:pt x="1023" y="10507"/>
                    <a:pt x="0" y="10690"/>
                  </a:cubicBezTo>
                  <a:cubicBezTo>
                    <a:pt x="125" y="10709"/>
                    <a:pt x="250" y="10719"/>
                    <a:pt x="375" y="10719"/>
                  </a:cubicBezTo>
                  <a:cubicBezTo>
                    <a:pt x="1533" y="10704"/>
                    <a:pt x="2455" y="9739"/>
                    <a:pt x="2455" y="8586"/>
                  </a:cubicBezTo>
                  <a:lnTo>
                    <a:pt x="2455" y="601"/>
                  </a:lnTo>
                  <a:cubicBezTo>
                    <a:pt x="2455" y="264"/>
                    <a:pt x="2182" y="0"/>
                    <a:pt x="1858" y="0"/>
                  </a:cubicBezTo>
                  <a:close/>
                </a:path>
              </a:pathLst>
            </a:custGeom>
            <a:solidFill>
              <a:srgbClr val="B9C4C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87" name="Google Shape;7887;p69"/>
            <p:cNvSpPr/>
            <p:nvPr/>
          </p:nvSpPr>
          <p:spPr>
            <a:xfrm>
              <a:off x="3966830" y="2450002"/>
              <a:ext cx="314945" cy="331753"/>
            </a:xfrm>
            <a:custGeom>
              <a:avLst/>
              <a:gdLst/>
              <a:ahLst/>
              <a:cxnLst/>
              <a:rect l="l" t="t" r="r" b="b"/>
              <a:pathLst>
                <a:path w="12030" h="12672" extrusionOk="0">
                  <a:moveTo>
                    <a:pt x="11204" y="0"/>
                  </a:moveTo>
                  <a:cubicBezTo>
                    <a:pt x="11156" y="0"/>
                    <a:pt x="11107" y="5"/>
                    <a:pt x="11059" y="13"/>
                  </a:cubicBezTo>
                  <a:lnTo>
                    <a:pt x="3743" y="1305"/>
                  </a:lnTo>
                  <a:cubicBezTo>
                    <a:pt x="3349" y="1373"/>
                    <a:pt x="3061" y="1719"/>
                    <a:pt x="3061" y="2117"/>
                  </a:cubicBezTo>
                  <a:lnTo>
                    <a:pt x="3061" y="8118"/>
                  </a:lnTo>
                  <a:cubicBezTo>
                    <a:pt x="2829" y="8045"/>
                    <a:pt x="2585" y="8007"/>
                    <a:pt x="2340" y="8007"/>
                  </a:cubicBezTo>
                  <a:cubicBezTo>
                    <a:pt x="2326" y="8007"/>
                    <a:pt x="2311" y="8007"/>
                    <a:pt x="2297" y="8007"/>
                  </a:cubicBezTo>
                  <a:cubicBezTo>
                    <a:pt x="1019" y="8036"/>
                    <a:pt x="0" y="9093"/>
                    <a:pt x="15" y="10371"/>
                  </a:cubicBezTo>
                  <a:cubicBezTo>
                    <a:pt x="34" y="11646"/>
                    <a:pt x="1067" y="12672"/>
                    <a:pt x="2346" y="12672"/>
                  </a:cubicBezTo>
                  <a:cubicBezTo>
                    <a:pt x="2349" y="12672"/>
                    <a:pt x="2351" y="12672"/>
                    <a:pt x="2354" y="12672"/>
                  </a:cubicBezTo>
                  <a:lnTo>
                    <a:pt x="2388" y="12672"/>
                  </a:lnTo>
                  <a:cubicBezTo>
                    <a:pt x="3652" y="12657"/>
                    <a:pt x="4684" y="11596"/>
                    <a:pt x="4684" y="10313"/>
                  </a:cubicBezTo>
                  <a:lnTo>
                    <a:pt x="4684" y="5576"/>
                  </a:lnTo>
                  <a:cubicBezTo>
                    <a:pt x="4684" y="5425"/>
                    <a:pt x="4572" y="5349"/>
                    <a:pt x="4459" y="5349"/>
                  </a:cubicBezTo>
                  <a:cubicBezTo>
                    <a:pt x="4346" y="5349"/>
                    <a:pt x="4233" y="5425"/>
                    <a:pt x="4233" y="5576"/>
                  </a:cubicBezTo>
                  <a:lnTo>
                    <a:pt x="4233" y="10313"/>
                  </a:lnTo>
                  <a:cubicBezTo>
                    <a:pt x="4233" y="11351"/>
                    <a:pt x="3402" y="12206"/>
                    <a:pt x="2378" y="12220"/>
                  </a:cubicBezTo>
                  <a:lnTo>
                    <a:pt x="2354" y="12220"/>
                  </a:lnTo>
                  <a:cubicBezTo>
                    <a:pt x="1298" y="12220"/>
                    <a:pt x="452" y="11355"/>
                    <a:pt x="471" y="10303"/>
                  </a:cubicBezTo>
                  <a:cubicBezTo>
                    <a:pt x="500" y="9299"/>
                    <a:pt x="1302" y="8492"/>
                    <a:pt x="2306" y="8459"/>
                  </a:cubicBezTo>
                  <a:cubicBezTo>
                    <a:pt x="2325" y="8458"/>
                    <a:pt x="2344" y="8458"/>
                    <a:pt x="2363" y="8458"/>
                  </a:cubicBezTo>
                  <a:cubicBezTo>
                    <a:pt x="2647" y="8458"/>
                    <a:pt x="2929" y="8525"/>
                    <a:pt x="3186" y="8651"/>
                  </a:cubicBezTo>
                  <a:cubicBezTo>
                    <a:pt x="3219" y="8668"/>
                    <a:pt x="3253" y="8676"/>
                    <a:pt x="3287" y="8676"/>
                  </a:cubicBezTo>
                  <a:cubicBezTo>
                    <a:pt x="3405" y="8676"/>
                    <a:pt x="3512" y="8580"/>
                    <a:pt x="3512" y="8449"/>
                  </a:cubicBezTo>
                  <a:lnTo>
                    <a:pt x="3512" y="2117"/>
                  </a:lnTo>
                  <a:cubicBezTo>
                    <a:pt x="3512" y="1935"/>
                    <a:pt x="3642" y="1781"/>
                    <a:pt x="3825" y="1747"/>
                  </a:cubicBezTo>
                  <a:lnTo>
                    <a:pt x="11136" y="455"/>
                  </a:lnTo>
                  <a:cubicBezTo>
                    <a:pt x="11158" y="452"/>
                    <a:pt x="11179" y="450"/>
                    <a:pt x="11199" y="450"/>
                  </a:cubicBezTo>
                  <a:cubicBezTo>
                    <a:pt x="11404" y="450"/>
                    <a:pt x="11578" y="616"/>
                    <a:pt x="11578" y="825"/>
                  </a:cubicBezTo>
                  <a:lnTo>
                    <a:pt x="11578" y="3314"/>
                  </a:lnTo>
                  <a:cubicBezTo>
                    <a:pt x="11578" y="3465"/>
                    <a:pt x="11691" y="3541"/>
                    <a:pt x="11804" y="3541"/>
                  </a:cubicBezTo>
                  <a:cubicBezTo>
                    <a:pt x="11917" y="3541"/>
                    <a:pt x="12030" y="3465"/>
                    <a:pt x="12030" y="3314"/>
                  </a:cubicBezTo>
                  <a:lnTo>
                    <a:pt x="12030" y="825"/>
                  </a:lnTo>
                  <a:cubicBezTo>
                    <a:pt x="12030" y="580"/>
                    <a:pt x="11919" y="349"/>
                    <a:pt x="11732" y="191"/>
                  </a:cubicBezTo>
                  <a:cubicBezTo>
                    <a:pt x="11582" y="68"/>
                    <a:pt x="11395" y="0"/>
                    <a:pt x="11204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88" name="Google Shape;7888;p69"/>
            <p:cNvSpPr/>
            <p:nvPr/>
          </p:nvSpPr>
          <p:spPr>
            <a:xfrm>
              <a:off x="4077624" y="2501184"/>
              <a:ext cx="204047" cy="241327"/>
            </a:xfrm>
            <a:custGeom>
              <a:avLst/>
              <a:gdLst/>
              <a:ahLst/>
              <a:cxnLst/>
              <a:rect l="l" t="t" r="r" b="b"/>
              <a:pathLst>
                <a:path w="7794" h="9218" extrusionOk="0">
                  <a:moveTo>
                    <a:pt x="6396" y="0"/>
                  </a:moveTo>
                  <a:cubicBezTo>
                    <a:pt x="6383" y="0"/>
                    <a:pt x="6370" y="2"/>
                    <a:pt x="6357" y="4"/>
                  </a:cubicBezTo>
                  <a:lnTo>
                    <a:pt x="188" y="1094"/>
                  </a:lnTo>
                  <a:cubicBezTo>
                    <a:pt x="83" y="1114"/>
                    <a:pt x="1" y="1210"/>
                    <a:pt x="1" y="1320"/>
                  </a:cubicBezTo>
                  <a:lnTo>
                    <a:pt x="1" y="2564"/>
                  </a:lnTo>
                  <a:cubicBezTo>
                    <a:pt x="1" y="2716"/>
                    <a:pt x="114" y="2791"/>
                    <a:pt x="227" y="2791"/>
                  </a:cubicBezTo>
                  <a:cubicBezTo>
                    <a:pt x="340" y="2791"/>
                    <a:pt x="452" y="2716"/>
                    <a:pt x="452" y="2564"/>
                  </a:cubicBezTo>
                  <a:lnTo>
                    <a:pt x="452" y="1512"/>
                  </a:lnTo>
                  <a:lnTo>
                    <a:pt x="6169" y="499"/>
                  </a:lnTo>
                  <a:lnTo>
                    <a:pt x="6169" y="4664"/>
                  </a:lnTo>
                  <a:cubicBezTo>
                    <a:pt x="5939" y="4587"/>
                    <a:pt x="5697" y="4553"/>
                    <a:pt x="5454" y="4553"/>
                  </a:cubicBezTo>
                  <a:cubicBezTo>
                    <a:pt x="5438" y="4553"/>
                    <a:pt x="5422" y="4553"/>
                    <a:pt x="5405" y="4553"/>
                  </a:cubicBezTo>
                  <a:cubicBezTo>
                    <a:pt x="4128" y="4582"/>
                    <a:pt x="3114" y="5634"/>
                    <a:pt x="3128" y="6912"/>
                  </a:cubicBezTo>
                  <a:cubicBezTo>
                    <a:pt x="3143" y="8190"/>
                    <a:pt x="4185" y="9218"/>
                    <a:pt x="5463" y="9218"/>
                  </a:cubicBezTo>
                  <a:lnTo>
                    <a:pt x="5497" y="9218"/>
                  </a:lnTo>
                  <a:cubicBezTo>
                    <a:pt x="6765" y="9199"/>
                    <a:pt x="7793" y="8142"/>
                    <a:pt x="7793" y="6859"/>
                  </a:cubicBezTo>
                  <a:lnTo>
                    <a:pt x="7793" y="2411"/>
                  </a:lnTo>
                  <a:cubicBezTo>
                    <a:pt x="7793" y="2286"/>
                    <a:pt x="7692" y="2190"/>
                    <a:pt x="7572" y="2190"/>
                  </a:cubicBezTo>
                  <a:cubicBezTo>
                    <a:pt x="7447" y="2190"/>
                    <a:pt x="7346" y="2291"/>
                    <a:pt x="7346" y="2415"/>
                  </a:cubicBezTo>
                  <a:lnTo>
                    <a:pt x="7346" y="6859"/>
                  </a:lnTo>
                  <a:cubicBezTo>
                    <a:pt x="7346" y="7897"/>
                    <a:pt x="6515" y="8752"/>
                    <a:pt x="5492" y="8766"/>
                  </a:cubicBezTo>
                  <a:lnTo>
                    <a:pt x="5463" y="8766"/>
                  </a:lnTo>
                  <a:cubicBezTo>
                    <a:pt x="4411" y="8766"/>
                    <a:pt x="3565" y="7902"/>
                    <a:pt x="3585" y="6850"/>
                  </a:cubicBezTo>
                  <a:cubicBezTo>
                    <a:pt x="3609" y="5846"/>
                    <a:pt x="4416" y="5038"/>
                    <a:pt x="5420" y="5005"/>
                  </a:cubicBezTo>
                  <a:cubicBezTo>
                    <a:pt x="5439" y="5004"/>
                    <a:pt x="5458" y="5004"/>
                    <a:pt x="5477" y="5004"/>
                  </a:cubicBezTo>
                  <a:cubicBezTo>
                    <a:pt x="5760" y="5004"/>
                    <a:pt x="6042" y="5071"/>
                    <a:pt x="6299" y="5197"/>
                  </a:cubicBezTo>
                  <a:cubicBezTo>
                    <a:pt x="6332" y="5214"/>
                    <a:pt x="6367" y="5222"/>
                    <a:pt x="6400" y="5222"/>
                  </a:cubicBezTo>
                  <a:cubicBezTo>
                    <a:pt x="6518" y="5222"/>
                    <a:pt x="6626" y="5126"/>
                    <a:pt x="6626" y="4995"/>
                  </a:cubicBezTo>
                  <a:lnTo>
                    <a:pt x="6626" y="230"/>
                  </a:lnTo>
                  <a:cubicBezTo>
                    <a:pt x="6621" y="99"/>
                    <a:pt x="6519" y="0"/>
                    <a:pt x="6396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7889" name="Google Shape;7889;p69"/>
          <p:cNvGrpSpPr/>
          <p:nvPr/>
        </p:nvGrpSpPr>
        <p:grpSpPr>
          <a:xfrm>
            <a:off x="1330986" y="2125635"/>
            <a:ext cx="223780" cy="293190"/>
            <a:chOff x="1774648" y="1976930"/>
            <a:chExt cx="298373" cy="390920"/>
          </a:xfrm>
        </p:grpSpPr>
        <p:sp>
          <p:nvSpPr>
            <p:cNvPr id="7890" name="Google Shape;7890;p69"/>
            <p:cNvSpPr/>
            <p:nvPr/>
          </p:nvSpPr>
          <p:spPr>
            <a:xfrm>
              <a:off x="1781821" y="2283445"/>
              <a:ext cx="284262" cy="76864"/>
            </a:xfrm>
            <a:custGeom>
              <a:avLst/>
              <a:gdLst/>
              <a:ahLst/>
              <a:cxnLst/>
              <a:rect l="l" t="t" r="r" b="b"/>
              <a:pathLst>
                <a:path w="10858" h="2936" extrusionOk="0">
                  <a:moveTo>
                    <a:pt x="1471" y="0"/>
                  </a:moveTo>
                  <a:cubicBezTo>
                    <a:pt x="659" y="0"/>
                    <a:pt x="1" y="658"/>
                    <a:pt x="1" y="1470"/>
                  </a:cubicBezTo>
                  <a:cubicBezTo>
                    <a:pt x="1" y="2277"/>
                    <a:pt x="659" y="2936"/>
                    <a:pt x="1471" y="2936"/>
                  </a:cubicBezTo>
                  <a:lnTo>
                    <a:pt x="10858" y="2936"/>
                  </a:lnTo>
                  <a:lnTo>
                    <a:pt x="10858" y="0"/>
                  </a:lnTo>
                  <a:close/>
                </a:path>
              </a:pathLst>
            </a:custGeom>
            <a:solidFill>
              <a:srgbClr val="FCFCF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91" name="Google Shape;7891;p69"/>
            <p:cNvSpPr/>
            <p:nvPr/>
          </p:nvSpPr>
          <p:spPr>
            <a:xfrm>
              <a:off x="1820306" y="1983605"/>
              <a:ext cx="245778" cy="299866"/>
            </a:xfrm>
            <a:custGeom>
              <a:avLst/>
              <a:gdLst/>
              <a:ahLst/>
              <a:cxnLst/>
              <a:rect l="l" t="t" r="r" b="b"/>
              <a:pathLst>
                <a:path w="9388" h="11454" extrusionOk="0">
                  <a:moveTo>
                    <a:pt x="1" y="1"/>
                  </a:moveTo>
                  <a:lnTo>
                    <a:pt x="1" y="11453"/>
                  </a:lnTo>
                  <a:lnTo>
                    <a:pt x="9388" y="11453"/>
                  </a:lnTo>
                  <a:lnTo>
                    <a:pt x="9388" y="1"/>
                  </a:lnTo>
                  <a:close/>
                </a:path>
              </a:pathLst>
            </a:custGeom>
            <a:solidFill>
              <a:srgbClr val="A6B4C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92" name="Google Shape;7892;p69"/>
            <p:cNvSpPr/>
            <p:nvPr/>
          </p:nvSpPr>
          <p:spPr>
            <a:xfrm>
              <a:off x="1781821" y="1983605"/>
              <a:ext cx="38511" cy="338219"/>
            </a:xfrm>
            <a:custGeom>
              <a:avLst/>
              <a:gdLst/>
              <a:ahLst/>
              <a:cxnLst/>
              <a:rect l="l" t="t" r="r" b="b"/>
              <a:pathLst>
                <a:path w="1471" h="12919" extrusionOk="0">
                  <a:moveTo>
                    <a:pt x="1471" y="1"/>
                  </a:moveTo>
                  <a:cubicBezTo>
                    <a:pt x="659" y="1"/>
                    <a:pt x="5" y="654"/>
                    <a:pt x="1" y="1466"/>
                  </a:cubicBezTo>
                  <a:lnTo>
                    <a:pt x="1" y="12919"/>
                  </a:lnTo>
                  <a:cubicBezTo>
                    <a:pt x="1" y="12111"/>
                    <a:pt x="659" y="11453"/>
                    <a:pt x="1471" y="11453"/>
                  </a:cubicBezTo>
                  <a:lnTo>
                    <a:pt x="1471" y="1"/>
                  </a:lnTo>
                  <a:close/>
                </a:path>
              </a:pathLst>
            </a:custGeom>
            <a:solidFill>
              <a:srgbClr val="9CABB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93" name="Google Shape;7893;p69"/>
            <p:cNvSpPr/>
            <p:nvPr/>
          </p:nvSpPr>
          <p:spPr>
            <a:xfrm>
              <a:off x="1774910" y="2283445"/>
              <a:ext cx="291174" cy="51967"/>
            </a:xfrm>
            <a:custGeom>
              <a:avLst/>
              <a:gdLst/>
              <a:ahLst/>
              <a:cxnLst/>
              <a:rect l="l" t="t" r="r" b="b"/>
              <a:pathLst>
                <a:path w="11122" h="1985" extrusionOk="0">
                  <a:moveTo>
                    <a:pt x="1735" y="0"/>
                  </a:moveTo>
                  <a:cubicBezTo>
                    <a:pt x="707" y="0"/>
                    <a:pt x="0" y="1024"/>
                    <a:pt x="361" y="1984"/>
                  </a:cubicBezTo>
                  <a:cubicBezTo>
                    <a:pt x="572" y="1413"/>
                    <a:pt x="1120" y="1033"/>
                    <a:pt x="1735" y="1033"/>
                  </a:cubicBezTo>
                  <a:lnTo>
                    <a:pt x="11122" y="1033"/>
                  </a:lnTo>
                  <a:lnTo>
                    <a:pt x="11122" y="0"/>
                  </a:ln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94" name="Google Shape;7894;p69"/>
            <p:cNvSpPr/>
            <p:nvPr/>
          </p:nvSpPr>
          <p:spPr>
            <a:xfrm>
              <a:off x="1774648" y="1976930"/>
              <a:ext cx="298373" cy="390920"/>
            </a:xfrm>
            <a:custGeom>
              <a:avLst/>
              <a:gdLst/>
              <a:ahLst/>
              <a:cxnLst/>
              <a:rect l="l" t="t" r="r" b="b"/>
              <a:pathLst>
                <a:path w="11397" h="14932" extrusionOk="0">
                  <a:moveTo>
                    <a:pt x="1705" y="12001"/>
                  </a:moveTo>
                  <a:cubicBezTo>
                    <a:pt x="1717" y="12001"/>
                    <a:pt x="1728" y="12001"/>
                    <a:pt x="1740" y="12001"/>
                  </a:cubicBezTo>
                  <a:lnTo>
                    <a:pt x="10853" y="12001"/>
                  </a:lnTo>
                  <a:lnTo>
                    <a:pt x="10853" y="12448"/>
                  </a:lnTo>
                  <a:lnTo>
                    <a:pt x="4267" y="12448"/>
                  </a:lnTo>
                  <a:cubicBezTo>
                    <a:pt x="3935" y="12482"/>
                    <a:pt x="3935" y="12957"/>
                    <a:pt x="4267" y="12991"/>
                  </a:cubicBezTo>
                  <a:lnTo>
                    <a:pt x="10853" y="12991"/>
                  </a:lnTo>
                  <a:lnTo>
                    <a:pt x="10853" y="13394"/>
                  </a:lnTo>
                  <a:lnTo>
                    <a:pt x="8610" y="13394"/>
                  </a:lnTo>
                  <a:cubicBezTo>
                    <a:pt x="8601" y="13394"/>
                    <a:pt x="8593" y="13393"/>
                    <a:pt x="8584" y="13393"/>
                  </a:cubicBezTo>
                  <a:cubicBezTo>
                    <a:pt x="8433" y="13393"/>
                    <a:pt x="8312" y="13513"/>
                    <a:pt x="8312" y="13664"/>
                  </a:cubicBezTo>
                  <a:cubicBezTo>
                    <a:pt x="8312" y="13814"/>
                    <a:pt x="8433" y="13934"/>
                    <a:pt x="8584" y="13934"/>
                  </a:cubicBezTo>
                  <a:cubicBezTo>
                    <a:pt x="8593" y="13934"/>
                    <a:pt x="8601" y="13933"/>
                    <a:pt x="8610" y="13933"/>
                  </a:cubicBezTo>
                  <a:lnTo>
                    <a:pt x="10853" y="13933"/>
                  </a:lnTo>
                  <a:lnTo>
                    <a:pt x="10853" y="14389"/>
                  </a:lnTo>
                  <a:lnTo>
                    <a:pt x="1740" y="14389"/>
                  </a:lnTo>
                  <a:cubicBezTo>
                    <a:pt x="1731" y="14389"/>
                    <a:pt x="1722" y="14389"/>
                    <a:pt x="1713" y="14389"/>
                  </a:cubicBezTo>
                  <a:cubicBezTo>
                    <a:pt x="1053" y="14389"/>
                    <a:pt x="515" y="13856"/>
                    <a:pt x="515" y="13193"/>
                  </a:cubicBezTo>
                  <a:cubicBezTo>
                    <a:pt x="515" y="12536"/>
                    <a:pt x="1048" y="12001"/>
                    <a:pt x="1705" y="12001"/>
                  </a:cubicBezTo>
                  <a:close/>
                  <a:moveTo>
                    <a:pt x="1740" y="1"/>
                  </a:moveTo>
                  <a:cubicBezTo>
                    <a:pt x="779" y="6"/>
                    <a:pt x="1" y="779"/>
                    <a:pt x="1" y="1740"/>
                  </a:cubicBezTo>
                  <a:lnTo>
                    <a:pt x="1" y="13198"/>
                  </a:lnTo>
                  <a:cubicBezTo>
                    <a:pt x="1" y="14154"/>
                    <a:pt x="779" y="14932"/>
                    <a:pt x="1740" y="14932"/>
                  </a:cubicBezTo>
                  <a:lnTo>
                    <a:pt x="11127" y="14932"/>
                  </a:lnTo>
                  <a:cubicBezTo>
                    <a:pt x="11276" y="14932"/>
                    <a:pt x="11396" y="14812"/>
                    <a:pt x="11396" y="14663"/>
                  </a:cubicBezTo>
                  <a:lnTo>
                    <a:pt x="11396" y="2782"/>
                  </a:lnTo>
                  <a:cubicBezTo>
                    <a:pt x="11382" y="2619"/>
                    <a:pt x="11254" y="2537"/>
                    <a:pt x="11127" y="2537"/>
                  </a:cubicBezTo>
                  <a:cubicBezTo>
                    <a:pt x="11000" y="2537"/>
                    <a:pt x="10872" y="2619"/>
                    <a:pt x="10858" y="2782"/>
                  </a:cubicBezTo>
                  <a:lnTo>
                    <a:pt x="10858" y="11458"/>
                  </a:lnTo>
                  <a:lnTo>
                    <a:pt x="2009" y="11458"/>
                  </a:lnTo>
                  <a:lnTo>
                    <a:pt x="2009" y="9926"/>
                  </a:lnTo>
                  <a:cubicBezTo>
                    <a:pt x="2023" y="9767"/>
                    <a:pt x="1898" y="9633"/>
                    <a:pt x="1740" y="9633"/>
                  </a:cubicBezTo>
                  <a:cubicBezTo>
                    <a:pt x="1581" y="9633"/>
                    <a:pt x="1452" y="9767"/>
                    <a:pt x="1471" y="9926"/>
                  </a:cubicBezTo>
                  <a:lnTo>
                    <a:pt x="1471" y="11478"/>
                  </a:lnTo>
                  <a:cubicBezTo>
                    <a:pt x="1120" y="11531"/>
                    <a:pt x="798" y="11689"/>
                    <a:pt x="544" y="11934"/>
                  </a:cubicBezTo>
                  <a:lnTo>
                    <a:pt x="544" y="1740"/>
                  </a:lnTo>
                  <a:cubicBezTo>
                    <a:pt x="544" y="1183"/>
                    <a:pt x="928" y="702"/>
                    <a:pt x="1466" y="577"/>
                  </a:cubicBezTo>
                  <a:lnTo>
                    <a:pt x="1466" y="9047"/>
                  </a:lnTo>
                  <a:cubicBezTo>
                    <a:pt x="1452" y="9205"/>
                    <a:pt x="1577" y="9340"/>
                    <a:pt x="1735" y="9340"/>
                  </a:cubicBezTo>
                  <a:cubicBezTo>
                    <a:pt x="1898" y="9340"/>
                    <a:pt x="2023" y="9205"/>
                    <a:pt x="2009" y="9047"/>
                  </a:cubicBezTo>
                  <a:lnTo>
                    <a:pt x="2009" y="544"/>
                  </a:lnTo>
                  <a:lnTo>
                    <a:pt x="10853" y="544"/>
                  </a:lnTo>
                  <a:lnTo>
                    <a:pt x="10853" y="1898"/>
                  </a:lnTo>
                  <a:cubicBezTo>
                    <a:pt x="10870" y="2062"/>
                    <a:pt x="10997" y="2143"/>
                    <a:pt x="11125" y="2143"/>
                  </a:cubicBezTo>
                  <a:cubicBezTo>
                    <a:pt x="11252" y="2143"/>
                    <a:pt x="11379" y="2062"/>
                    <a:pt x="11396" y="1898"/>
                  </a:cubicBezTo>
                  <a:lnTo>
                    <a:pt x="11396" y="275"/>
                  </a:lnTo>
                  <a:cubicBezTo>
                    <a:pt x="11396" y="121"/>
                    <a:pt x="11276" y="1"/>
                    <a:pt x="11122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95" name="Google Shape;7895;p69"/>
            <p:cNvSpPr/>
            <p:nvPr/>
          </p:nvSpPr>
          <p:spPr>
            <a:xfrm>
              <a:off x="1810488" y="2327715"/>
              <a:ext cx="177239" cy="14111"/>
            </a:xfrm>
            <a:custGeom>
              <a:avLst/>
              <a:gdLst/>
              <a:ahLst/>
              <a:cxnLst/>
              <a:rect l="l" t="t" r="r" b="b"/>
              <a:pathLst>
                <a:path w="6770" h="539" extrusionOk="0">
                  <a:moveTo>
                    <a:pt x="328" y="0"/>
                  </a:moveTo>
                  <a:cubicBezTo>
                    <a:pt x="1" y="29"/>
                    <a:pt x="1" y="510"/>
                    <a:pt x="328" y="538"/>
                  </a:cubicBezTo>
                  <a:lnTo>
                    <a:pt x="6443" y="538"/>
                  </a:lnTo>
                  <a:cubicBezTo>
                    <a:pt x="6770" y="510"/>
                    <a:pt x="6770" y="29"/>
                    <a:pt x="6443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7896" name="Google Shape;7896;p69"/>
          <p:cNvGrpSpPr/>
          <p:nvPr/>
        </p:nvGrpSpPr>
        <p:grpSpPr>
          <a:xfrm>
            <a:off x="641464" y="2462670"/>
            <a:ext cx="281213" cy="289597"/>
            <a:chOff x="855285" y="2426309"/>
            <a:chExt cx="374950" cy="386129"/>
          </a:xfrm>
        </p:grpSpPr>
        <p:sp>
          <p:nvSpPr>
            <p:cNvPr id="7897" name="Google Shape;7897;p69"/>
            <p:cNvSpPr/>
            <p:nvPr/>
          </p:nvSpPr>
          <p:spPr>
            <a:xfrm>
              <a:off x="1130096" y="2651065"/>
              <a:ext cx="94222" cy="50449"/>
            </a:xfrm>
            <a:custGeom>
              <a:avLst/>
              <a:gdLst/>
              <a:ahLst/>
              <a:cxnLst/>
              <a:rect l="l" t="t" r="r" b="b"/>
              <a:pathLst>
                <a:path w="3599" h="1927" extrusionOk="0">
                  <a:moveTo>
                    <a:pt x="0" y="0"/>
                  </a:moveTo>
                  <a:lnTo>
                    <a:pt x="0" y="212"/>
                  </a:lnTo>
                  <a:cubicBezTo>
                    <a:pt x="0" y="1158"/>
                    <a:pt x="769" y="1927"/>
                    <a:pt x="1720" y="1927"/>
                  </a:cubicBezTo>
                  <a:lnTo>
                    <a:pt x="1883" y="1927"/>
                  </a:lnTo>
                  <a:cubicBezTo>
                    <a:pt x="2830" y="1927"/>
                    <a:pt x="3598" y="1158"/>
                    <a:pt x="3598" y="212"/>
                  </a:cubicBezTo>
                  <a:lnTo>
                    <a:pt x="3598" y="0"/>
                  </a:lnTo>
                  <a:close/>
                </a:path>
              </a:pathLst>
            </a:custGeom>
            <a:solidFill>
              <a:srgbClr val="CCD7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98" name="Google Shape;7898;p69"/>
            <p:cNvSpPr/>
            <p:nvPr/>
          </p:nvSpPr>
          <p:spPr>
            <a:xfrm>
              <a:off x="1159889" y="2651065"/>
              <a:ext cx="64429" cy="50449"/>
            </a:xfrm>
            <a:custGeom>
              <a:avLst/>
              <a:gdLst/>
              <a:ahLst/>
              <a:cxnLst/>
              <a:rect l="l" t="t" r="r" b="b"/>
              <a:pathLst>
                <a:path w="2461" h="1927" extrusionOk="0">
                  <a:moveTo>
                    <a:pt x="1110" y="0"/>
                  </a:moveTo>
                  <a:cubicBezTo>
                    <a:pt x="1125" y="0"/>
                    <a:pt x="1134" y="10"/>
                    <a:pt x="1134" y="24"/>
                  </a:cubicBezTo>
                  <a:lnTo>
                    <a:pt x="1134" y="212"/>
                  </a:lnTo>
                  <a:cubicBezTo>
                    <a:pt x="1134" y="932"/>
                    <a:pt x="678" y="1581"/>
                    <a:pt x="1" y="1826"/>
                  </a:cubicBezTo>
                  <a:cubicBezTo>
                    <a:pt x="183" y="1893"/>
                    <a:pt x="380" y="1927"/>
                    <a:pt x="582" y="1927"/>
                  </a:cubicBezTo>
                  <a:lnTo>
                    <a:pt x="745" y="1927"/>
                  </a:lnTo>
                  <a:cubicBezTo>
                    <a:pt x="1692" y="1927"/>
                    <a:pt x="2460" y="1158"/>
                    <a:pt x="2460" y="212"/>
                  </a:cubicBezTo>
                  <a:lnTo>
                    <a:pt x="2460" y="0"/>
                  </a:lnTo>
                  <a:close/>
                </a:path>
              </a:pathLst>
            </a:custGeom>
            <a:solidFill>
              <a:srgbClr val="C3CFD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899" name="Google Shape;7899;p69"/>
            <p:cNvSpPr/>
            <p:nvPr/>
          </p:nvSpPr>
          <p:spPr>
            <a:xfrm>
              <a:off x="860547" y="2651065"/>
              <a:ext cx="94248" cy="50449"/>
            </a:xfrm>
            <a:custGeom>
              <a:avLst/>
              <a:gdLst/>
              <a:ahLst/>
              <a:cxnLst/>
              <a:rect l="l" t="t" r="r" b="b"/>
              <a:pathLst>
                <a:path w="3600" h="1927" extrusionOk="0">
                  <a:moveTo>
                    <a:pt x="1" y="0"/>
                  </a:moveTo>
                  <a:lnTo>
                    <a:pt x="1" y="212"/>
                  </a:lnTo>
                  <a:cubicBezTo>
                    <a:pt x="1" y="1158"/>
                    <a:pt x="770" y="1927"/>
                    <a:pt x="1716" y="1927"/>
                  </a:cubicBezTo>
                  <a:lnTo>
                    <a:pt x="1884" y="1927"/>
                  </a:lnTo>
                  <a:cubicBezTo>
                    <a:pt x="2831" y="1927"/>
                    <a:pt x="3599" y="1158"/>
                    <a:pt x="3599" y="212"/>
                  </a:cubicBezTo>
                  <a:lnTo>
                    <a:pt x="3599" y="0"/>
                  </a:lnTo>
                  <a:close/>
                </a:path>
              </a:pathLst>
            </a:custGeom>
            <a:solidFill>
              <a:srgbClr val="CCD7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00" name="Google Shape;7900;p69"/>
            <p:cNvSpPr/>
            <p:nvPr/>
          </p:nvSpPr>
          <p:spPr>
            <a:xfrm>
              <a:off x="890235" y="2651065"/>
              <a:ext cx="64560" cy="50449"/>
            </a:xfrm>
            <a:custGeom>
              <a:avLst/>
              <a:gdLst/>
              <a:ahLst/>
              <a:cxnLst/>
              <a:rect l="l" t="t" r="r" b="b"/>
              <a:pathLst>
                <a:path w="2466" h="1927" extrusionOk="0">
                  <a:moveTo>
                    <a:pt x="1106" y="0"/>
                  </a:moveTo>
                  <a:cubicBezTo>
                    <a:pt x="1120" y="0"/>
                    <a:pt x="1130" y="10"/>
                    <a:pt x="1130" y="24"/>
                  </a:cubicBezTo>
                  <a:lnTo>
                    <a:pt x="1130" y="212"/>
                  </a:lnTo>
                  <a:cubicBezTo>
                    <a:pt x="1130" y="932"/>
                    <a:pt x="678" y="1576"/>
                    <a:pt x="1" y="1826"/>
                  </a:cubicBezTo>
                  <a:cubicBezTo>
                    <a:pt x="188" y="1893"/>
                    <a:pt x="385" y="1927"/>
                    <a:pt x="582" y="1927"/>
                  </a:cubicBezTo>
                  <a:lnTo>
                    <a:pt x="750" y="1927"/>
                  </a:lnTo>
                  <a:cubicBezTo>
                    <a:pt x="1697" y="1927"/>
                    <a:pt x="2465" y="1158"/>
                    <a:pt x="2465" y="212"/>
                  </a:cubicBezTo>
                  <a:lnTo>
                    <a:pt x="2465" y="0"/>
                  </a:lnTo>
                  <a:close/>
                </a:path>
              </a:pathLst>
            </a:custGeom>
            <a:solidFill>
              <a:srgbClr val="C3CFD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01" name="Google Shape;7901;p69"/>
            <p:cNvSpPr/>
            <p:nvPr/>
          </p:nvSpPr>
          <p:spPr>
            <a:xfrm>
              <a:off x="1029853" y="2472596"/>
              <a:ext cx="25185" cy="288792"/>
            </a:xfrm>
            <a:custGeom>
              <a:avLst/>
              <a:gdLst/>
              <a:ahLst/>
              <a:cxnLst/>
              <a:rect l="l" t="t" r="r" b="b"/>
              <a:pathLst>
                <a:path w="962" h="11031" extrusionOk="0">
                  <a:moveTo>
                    <a:pt x="0" y="1"/>
                  </a:moveTo>
                  <a:lnTo>
                    <a:pt x="0" y="11031"/>
                  </a:lnTo>
                  <a:lnTo>
                    <a:pt x="961" y="11031"/>
                  </a:lnTo>
                  <a:lnTo>
                    <a:pt x="961" y="1"/>
                  </a:lnTo>
                  <a:close/>
                </a:path>
              </a:pathLst>
            </a:custGeom>
            <a:solidFill>
              <a:srgbClr val="C0CAD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02" name="Google Shape;7902;p69"/>
            <p:cNvSpPr/>
            <p:nvPr/>
          </p:nvSpPr>
          <p:spPr>
            <a:xfrm>
              <a:off x="1042419" y="2472596"/>
              <a:ext cx="12619" cy="288792"/>
            </a:xfrm>
            <a:custGeom>
              <a:avLst/>
              <a:gdLst/>
              <a:ahLst/>
              <a:cxnLst/>
              <a:rect l="l" t="t" r="r" b="b"/>
              <a:pathLst>
                <a:path w="482" h="11031" extrusionOk="0">
                  <a:moveTo>
                    <a:pt x="1" y="1"/>
                  </a:moveTo>
                  <a:lnTo>
                    <a:pt x="1" y="11031"/>
                  </a:lnTo>
                  <a:lnTo>
                    <a:pt x="481" y="11031"/>
                  </a:lnTo>
                  <a:lnTo>
                    <a:pt x="481" y="1"/>
                  </a:lnTo>
                  <a:close/>
                </a:path>
              </a:pathLst>
            </a:custGeom>
            <a:solidFill>
              <a:srgbClr val="B7C2C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03" name="Google Shape;7903;p69"/>
            <p:cNvSpPr/>
            <p:nvPr/>
          </p:nvSpPr>
          <p:spPr>
            <a:xfrm>
              <a:off x="955397" y="2750287"/>
              <a:ext cx="174097" cy="36626"/>
            </a:xfrm>
            <a:custGeom>
              <a:avLst/>
              <a:gdLst/>
              <a:ahLst/>
              <a:cxnLst/>
              <a:rect l="l" t="t" r="r" b="b"/>
              <a:pathLst>
                <a:path w="6650" h="1399" extrusionOk="0">
                  <a:moveTo>
                    <a:pt x="437" y="1"/>
                  </a:moveTo>
                  <a:cubicBezTo>
                    <a:pt x="197" y="1"/>
                    <a:pt x="0" y="198"/>
                    <a:pt x="0" y="438"/>
                  </a:cubicBezTo>
                  <a:lnTo>
                    <a:pt x="0" y="1399"/>
                  </a:lnTo>
                  <a:lnTo>
                    <a:pt x="6649" y="1399"/>
                  </a:lnTo>
                  <a:lnTo>
                    <a:pt x="6649" y="438"/>
                  </a:lnTo>
                  <a:cubicBezTo>
                    <a:pt x="6649" y="198"/>
                    <a:pt x="6457" y="1"/>
                    <a:pt x="6212" y="1"/>
                  </a:cubicBezTo>
                  <a:close/>
                </a:path>
              </a:pathLst>
            </a:custGeom>
            <a:solidFill>
              <a:srgbClr val="91A8B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04" name="Google Shape;7904;p69"/>
            <p:cNvSpPr/>
            <p:nvPr/>
          </p:nvSpPr>
          <p:spPr>
            <a:xfrm>
              <a:off x="1019669" y="2431859"/>
              <a:ext cx="45658" cy="45658"/>
            </a:xfrm>
            <a:custGeom>
              <a:avLst/>
              <a:gdLst/>
              <a:ahLst/>
              <a:cxnLst/>
              <a:rect l="l" t="t" r="r" b="b"/>
              <a:pathLst>
                <a:path w="1744" h="1744" extrusionOk="0">
                  <a:moveTo>
                    <a:pt x="870" y="0"/>
                  </a:moveTo>
                  <a:cubicBezTo>
                    <a:pt x="389" y="0"/>
                    <a:pt x="0" y="389"/>
                    <a:pt x="0" y="870"/>
                  </a:cubicBezTo>
                  <a:cubicBezTo>
                    <a:pt x="0" y="1355"/>
                    <a:pt x="389" y="1744"/>
                    <a:pt x="870" y="1744"/>
                  </a:cubicBezTo>
                  <a:cubicBezTo>
                    <a:pt x="1350" y="1744"/>
                    <a:pt x="1744" y="1355"/>
                    <a:pt x="1744" y="870"/>
                  </a:cubicBezTo>
                  <a:cubicBezTo>
                    <a:pt x="1744" y="389"/>
                    <a:pt x="1350" y="0"/>
                    <a:pt x="870" y="0"/>
                  </a:cubicBezTo>
                  <a:close/>
                </a:path>
              </a:pathLst>
            </a:custGeom>
            <a:solidFill>
              <a:srgbClr val="B7C2C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05" name="Google Shape;7905;p69"/>
            <p:cNvSpPr/>
            <p:nvPr/>
          </p:nvSpPr>
          <p:spPr>
            <a:xfrm>
              <a:off x="862694" y="2494482"/>
              <a:ext cx="359608" cy="52465"/>
            </a:xfrm>
            <a:custGeom>
              <a:avLst/>
              <a:gdLst/>
              <a:ahLst/>
              <a:cxnLst/>
              <a:rect l="l" t="t" r="r" b="b"/>
              <a:pathLst>
                <a:path w="13736" h="2004" extrusionOk="0">
                  <a:moveTo>
                    <a:pt x="4806" y="0"/>
                  </a:moveTo>
                  <a:cubicBezTo>
                    <a:pt x="4217" y="0"/>
                    <a:pt x="3657" y="240"/>
                    <a:pt x="3248" y="663"/>
                  </a:cubicBezTo>
                  <a:cubicBezTo>
                    <a:pt x="2964" y="972"/>
                    <a:pt x="2562" y="1149"/>
                    <a:pt x="2141" y="1149"/>
                  </a:cubicBezTo>
                  <a:cubicBezTo>
                    <a:pt x="2135" y="1149"/>
                    <a:pt x="2130" y="1149"/>
                    <a:pt x="2124" y="1149"/>
                  </a:cubicBezTo>
                  <a:lnTo>
                    <a:pt x="169" y="1149"/>
                  </a:lnTo>
                  <a:cubicBezTo>
                    <a:pt x="73" y="1149"/>
                    <a:pt x="1" y="1225"/>
                    <a:pt x="1" y="1322"/>
                  </a:cubicBezTo>
                  <a:lnTo>
                    <a:pt x="1" y="1831"/>
                  </a:lnTo>
                  <a:cubicBezTo>
                    <a:pt x="1" y="1922"/>
                    <a:pt x="73" y="1999"/>
                    <a:pt x="169" y="1999"/>
                  </a:cubicBezTo>
                  <a:lnTo>
                    <a:pt x="2206" y="1999"/>
                  </a:lnTo>
                  <a:cubicBezTo>
                    <a:pt x="2211" y="1999"/>
                    <a:pt x="2217" y="1999"/>
                    <a:pt x="2223" y="1999"/>
                  </a:cubicBezTo>
                  <a:cubicBezTo>
                    <a:pt x="2808" y="1999"/>
                    <a:pt x="3372" y="1759"/>
                    <a:pt x="3781" y="1336"/>
                  </a:cubicBezTo>
                  <a:cubicBezTo>
                    <a:pt x="4070" y="1024"/>
                    <a:pt x="4478" y="846"/>
                    <a:pt x="4906" y="846"/>
                  </a:cubicBezTo>
                  <a:lnTo>
                    <a:pt x="8912" y="846"/>
                  </a:lnTo>
                  <a:cubicBezTo>
                    <a:pt x="9277" y="851"/>
                    <a:pt x="9628" y="1000"/>
                    <a:pt x="9883" y="1269"/>
                  </a:cubicBezTo>
                  <a:cubicBezTo>
                    <a:pt x="10334" y="1739"/>
                    <a:pt x="10959" y="2004"/>
                    <a:pt x="11607" y="2004"/>
                  </a:cubicBezTo>
                  <a:lnTo>
                    <a:pt x="13562" y="1999"/>
                  </a:lnTo>
                  <a:cubicBezTo>
                    <a:pt x="13659" y="1999"/>
                    <a:pt x="13735" y="1927"/>
                    <a:pt x="13735" y="1831"/>
                  </a:cubicBezTo>
                  <a:lnTo>
                    <a:pt x="13735" y="1322"/>
                  </a:lnTo>
                  <a:cubicBezTo>
                    <a:pt x="13735" y="1230"/>
                    <a:pt x="13659" y="1153"/>
                    <a:pt x="13562" y="1153"/>
                  </a:cubicBezTo>
                  <a:lnTo>
                    <a:pt x="11607" y="1153"/>
                  </a:lnTo>
                  <a:cubicBezTo>
                    <a:pt x="11180" y="1153"/>
                    <a:pt x="10771" y="976"/>
                    <a:pt x="10483" y="663"/>
                  </a:cubicBezTo>
                  <a:cubicBezTo>
                    <a:pt x="10074" y="240"/>
                    <a:pt x="9514" y="0"/>
                    <a:pt x="8925" y="0"/>
                  </a:cubicBezTo>
                  <a:cubicBezTo>
                    <a:pt x="8919" y="0"/>
                    <a:pt x="8913" y="0"/>
                    <a:pt x="8907" y="0"/>
                  </a:cubicBezTo>
                  <a:lnTo>
                    <a:pt x="4824" y="0"/>
                  </a:lnTo>
                  <a:cubicBezTo>
                    <a:pt x="4818" y="0"/>
                    <a:pt x="4812" y="0"/>
                    <a:pt x="4806" y="0"/>
                  </a:cubicBezTo>
                  <a:close/>
                </a:path>
              </a:pathLst>
            </a:custGeom>
            <a:solidFill>
              <a:srgbClr val="C0CAD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06" name="Google Shape;7906;p69"/>
            <p:cNvSpPr/>
            <p:nvPr/>
          </p:nvSpPr>
          <p:spPr>
            <a:xfrm>
              <a:off x="955397" y="2750287"/>
              <a:ext cx="174097" cy="36495"/>
            </a:xfrm>
            <a:custGeom>
              <a:avLst/>
              <a:gdLst/>
              <a:ahLst/>
              <a:cxnLst/>
              <a:rect l="l" t="t" r="r" b="b"/>
              <a:pathLst>
                <a:path w="6650" h="1394" extrusionOk="0">
                  <a:moveTo>
                    <a:pt x="5333" y="1"/>
                  </a:moveTo>
                  <a:lnTo>
                    <a:pt x="5333" y="174"/>
                  </a:lnTo>
                  <a:cubicBezTo>
                    <a:pt x="5333" y="443"/>
                    <a:pt x="5117" y="659"/>
                    <a:pt x="4843" y="659"/>
                  </a:cubicBezTo>
                  <a:lnTo>
                    <a:pt x="0" y="659"/>
                  </a:lnTo>
                  <a:lnTo>
                    <a:pt x="0" y="1394"/>
                  </a:lnTo>
                  <a:lnTo>
                    <a:pt x="6649" y="1394"/>
                  </a:lnTo>
                  <a:lnTo>
                    <a:pt x="6649" y="438"/>
                  </a:lnTo>
                  <a:cubicBezTo>
                    <a:pt x="6649" y="198"/>
                    <a:pt x="6457" y="1"/>
                    <a:pt x="6212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07" name="Google Shape;7907;p69"/>
            <p:cNvSpPr/>
            <p:nvPr/>
          </p:nvSpPr>
          <p:spPr>
            <a:xfrm>
              <a:off x="928353" y="2777331"/>
              <a:ext cx="228290" cy="29583"/>
            </a:xfrm>
            <a:custGeom>
              <a:avLst/>
              <a:gdLst/>
              <a:ahLst/>
              <a:cxnLst/>
              <a:rect l="l" t="t" r="r" b="b"/>
              <a:pathLst>
                <a:path w="8720" h="1130" extrusionOk="0">
                  <a:moveTo>
                    <a:pt x="447" y="1"/>
                  </a:moveTo>
                  <a:cubicBezTo>
                    <a:pt x="197" y="1"/>
                    <a:pt x="0" y="202"/>
                    <a:pt x="0" y="452"/>
                  </a:cubicBezTo>
                  <a:lnTo>
                    <a:pt x="0" y="1130"/>
                  </a:lnTo>
                  <a:lnTo>
                    <a:pt x="8720" y="1130"/>
                  </a:lnTo>
                  <a:lnTo>
                    <a:pt x="8720" y="452"/>
                  </a:lnTo>
                  <a:cubicBezTo>
                    <a:pt x="8720" y="202"/>
                    <a:pt x="8518" y="1"/>
                    <a:pt x="8268" y="1"/>
                  </a:cubicBezTo>
                  <a:close/>
                </a:path>
              </a:pathLst>
            </a:custGeom>
            <a:solidFill>
              <a:srgbClr val="91A8B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08" name="Google Shape;7908;p69"/>
            <p:cNvSpPr/>
            <p:nvPr/>
          </p:nvSpPr>
          <p:spPr>
            <a:xfrm>
              <a:off x="928353" y="2777331"/>
              <a:ext cx="228290" cy="29583"/>
            </a:xfrm>
            <a:custGeom>
              <a:avLst/>
              <a:gdLst/>
              <a:ahLst/>
              <a:cxnLst/>
              <a:rect l="l" t="t" r="r" b="b"/>
              <a:pathLst>
                <a:path w="8720" h="1130" extrusionOk="0">
                  <a:moveTo>
                    <a:pt x="7379" y="1"/>
                  </a:moveTo>
                  <a:lnTo>
                    <a:pt x="7379" y="193"/>
                  </a:lnTo>
                  <a:cubicBezTo>
                    <a:pt x="7379" y="438"/>
                    <a:pt x="7178" y="640"/>
                    <a:pt x="6933" y="640"/>
                  </a:cubicBezTo>
                  <a:lnTo>
                    <a:pt x="0" y="640"/>
                  </a:lnTo>
                  <a:lnTo>
                    <a:pt x="0" y="1130"/>
                  </a:lnTo>
                  <a:lnTo>
                    <a:pt x="8720" y="1130"/>
                  </a:lnTo>
                  <a:lnTo>
                    <a:pt x="8715" y="865"/>
                  </a:lnTo>
                  <a:lnTo>
                    <a:pt x="8715" y="433"/>
                  </a:lnTo>
                  <a:cubicBezTo>
                    <a:pt x="8710" y="193"/>
                    <a:pt x="8508" y="1"/>
                    <a:pt x="8268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09" name="Google Shape;7909;p69"/>
            <p:cNvSpPr/>
            <p:nvPr/>
          </p:nvSpPr>
          <p:spPr>
            <a:xfrm>
              <a:off x="855285" y="2426309"/>
              <a:ext cx="374950" cy="386129"/>
            </a:xfrm>
            <a:custGeom>
              <a:avLst/>
              <a:gdLst/>
              <a:ahLst/>
              <a:cxnLst/>
              <a:rect l="l" t="t" r="r" b="b"/>
              <a:pathLst>
                <a:path w="14322" h="14749" extrusionOk="0">
                  <a:moveTo>
                    <a:pt x="7151" y="423"/>
                  </a:moveTo>
                  <a:lnTo>
                    <a:pt x="7151" y="423"/>
                  </a:lnTo>
                  <a:cubicBezTo>
                    <a:pt x="7803" y="435"/>
                    <a:pt x="8046" y="1284"/>
                    <a:pt x="7504" y="1639"/>
                  </a:cubicBezTo>
                  <a:lnTo>
                    <a:pt x="7480" y="1653"/>
                  </a:lnTo>
                  <a:lnTo>
                    <a:pt x="7466" y="1663"/>
                  </a:lnTo>
                  <a:lnTo>
                    <a:pt x="7432" y="1677"/>
                  </a:lnTo>
                  <a:lnTo>
                    <a:pt x="7418" y="1682"/>
                  </a:lnTo>
                  <a:lnTo>
                    <a:pt x="7394" y="1696"/>
                  </a:lnTo>
                  <a:lnTo>
                    <a:pt x="7379" y="1701"/>
                  </a:lnTo>
                  <a:lnTo>
                    <a:pt x="7341" y="1711"/>
                  </a:lnTo>
                  <a:lnTo>
                    <a:pt x="7331" y="1711"/>
                  </a:lnTo>
                  <a:lnTo>
                    <a:pt x="7298" y="1720"/>
                  </a:lnTo>
                  <a:lnTo>
                    <a:pt x="7288" y="1720"/>
                  </a:lnTo>
                  <a:lnTo>
                    <a:pt x="7249" y="1730"/>
                  </a:lnTo>
                  <a:lnTo>
                    <a:pt x="7240" y="1730"/>
                  </a:lnTo>
                  <a:lnTo>
                    <a:pt x="7206" y="1735"/>
                  </a:lnTo>
                  <a:lnTo>
                    <a:pt x="7096" y="1735"/>
                  </a:lnTo>
                  <a:lnTo>
                    <a:pt x="7062" y="1730"/>
                  </a:lnTo>
                  <a:lnTo>
                    <a:pt x="7053" y="1730"/>
                  </a:lnTo>
                  <a:lnTo>
                    <a:pt x="7014" y="1720"/>
                  </a:lnTo>
                  <a:lnTo>
                    <a:pt x="7000" y="1720"/>
                  </a:lnTo>
                  <a:lnTo>
                    <a:pt x="6971" y="1711"/>
                  </a:lnTo>
                  <a:lnTo>
                    <a:pt x="6961" y="1711"/>
                  </a:lnTo>
                  <a:lnTo>
                    <a:pt x="6923" y="1701"/>
                  </a:lnTo>
                  <a:lnTo>
                    <a:pt x="6908" y="1696"/>
                  </a:lnTo>
                  <a:lnTo>
                    <a:pt x="6880" y="1682"/>
                  </a:lnTo>
                  <a:lnTo>
                    <a:pt x="6870" y="1677"/>
                  </a:lnTo>
                  <a:lnTo>
                    <a:pt x="6836" y="1663"/>
                  </a:lnTo>
                  <a:lnTo>
                    <a:pt x="6822" y="1653"/>
                  </a:lnTo>
                  <a:lnTo>
                    <a:pt x="6798" y="1639"/>
                  </a:lnTo>
                  <a:cubicBezTo>
                    <a:pt x="6251" y="1284"/>
                    <a:pt x="6499" y="435"/>
                    <a:pt x="7151" y="423"/>
                  </a:cubicBezTo>
                  <a:close/>
                  <a:moveTo>
                    <a:pt x="7418" y="2134"/>
                  </a:moveTo>
                  <a:lnTo>
                    <a:pt x="7418" y="2393"/>
                  </a:lnTo>
                  <a:lnTo>
                    <a:pt x="6884" y="2393"/>
                  </a:lnTo>
                  <a:lnTo>
                    <a:pt x="6884" y="2134"/>
                  </a:lnTo>
                  <a:lnTo>
                    <a:pt x="6894" y="2134"/>
                  </a:lnTo>
                  <a:lnTo>
                    <a:pt x="6942" y="2143"/>
                  </a:lnTo>
                  <a:lnTo>
                    <a:pt x="6956" y="2143"/>
                  </a:lnTo>
                  <a:lnTo>
                    <a:pt x="7009" y="2153"/>
                  </a:lnTo>
                  <a:lnTo>
                    <a:pt x="7019" y="2153"/>
                  </a:lnTo>
                  <a:cubicBezTo>
                    <a:pt x="7062" y="2158"/>
                    <a:pt x="7105" y="2162"/>
                    <a:pt x="7149" y="2162"/>
                  </a:cubicBezTo>
                  <a:lnTo>
                    <a:pt x="7216" y="2162"/>
                  </a:lnTo>
                  <a:cubicBezTo>
                    <a:pt x="7240" y="2162"/>
                    <a:pt x="7259" y="2158"/>
                    <a:pt x="7278" y="2158"/>
                  </a:cubicBezTo>
                  <a:lnTo>
                    <a:pt x="7288" y="2158"/>
                  </a:lnTo>
                  <a:lnTo>
                    <a:pt x="7336" y="2148"/>
                  </a:lnTo>
                  <a:lnTo>
                    <a:pt x="7355" y="2148"/>
                  </a:lnTo>
                  <a:lnTo>
                    <a:pt x="7403" y="2138"/>
                  </a:lnTo>
                  <a:lnTo>
                    <a:pt x="7418" y="2134"/>
                  </a:lnTo>
                  <a:close/>
                  <a:moveTo>
                    <a:pt x="9208" y="2821"/>
                  </a:moveTo>
                  <a:cubicBezTo>
                    <a:pt x="9740" y="2821"/>
                    <a:pt x="10246" y="3036"/>
                    <a:pt x="10612" y="3416"/>
                  </a:cubicBezTo>
                  <a:cubicBezTo>
                    <a:pt x="10944" y="3772"/>
                    <a:pt x="11405" y="3974"/>
                    <a:pt x="11890" y="3974"/>
                  </a:cubicBezTo>
                  <a:lnTo>
                    <a:pt x="13802" y="3974"/>
                  </a:lnTo>
                  <a:lnTo>
                    <a:pt x="13802" y="4392"/>
                  </a:lnTo>
                  <a:lnTo>
                    <a:pt x="11895" y="4392"/>
                  </a:lnTo>
                  <a:cubicBezTo>
                    <a:pt x="11299" y="4392"/>
                    <a:pt x="10732" y="4151"/>
                    <a:pt x="10324" y="3724"/>
                  </a:cubicBezTo>
                  <a:cubicBezTo>
                    <a:pt x="10031" y="3416"/>
                    <a:pt x="9623" y="3243"/>
                    <a:pt x="9195" y="3239"/>
                  </a:cubicBezTo>
                  <a:lnTo>
                    <a:pt x="5189" y="3239"/>
                  </a:lnTo>
                  <a:cubicBezTo>
                    <a:pt x="4703" y="3239"/>
                    <a:pt x="4237" y="3440"/>
                    <a:pt x="3906" y="3796"/>
                  </a:cubicBezTo>
                  <a:cubicBezTo>
                    <a:pt x="3540" y="4176"/>
                    <a:pt x="3033" y="4392"/>
                    <a:pt x="2506" y="4392"/>
                  </a:cubicBezTo>
                  <a:cubicBezTo>
                    <a:pt x="2500" y="4392"/>
                    <a:pt x="2494" y="4392"/>
                    <a:pt x="2489" y="4392"/>
                  </a:cubicBezTo>
                  <a:lnTo>
                    <a:pt x="495" y="4392"/>
                  </a:lnTo>
                  <a:lnTo>
                    <a:pt x="495" y="3974"/>
                  </a:lnTo>
                  <a:lnTo>
                    <a:pt x="2407" y="3974"/>
                  </a:lnTo>
                  <a:cubicBezTo>
                    <a:pt x="2892" y="3974"/>
                    <a:pt x="3358" y="3772"/>
                    <a:pt x="3690" y="3416"/>
                  </a:cubicBezTo>
                  <a:cubicBezTo>
                    <a:pt x="4056" y="3036"/>
                    <a:pt x="4562" y="2821"/>
                    <a:pt x="5089" y="2821"/>
                  </a:cubicBezTo>
                  <a:cubicBezTo>
                    <a:pt x="5095" y="2821"/>
                    <a:pt x="5101" y="2821"/>
                    <a:pt x="5107" y="2821"/>
                  </a:cubicBezTo>
                  <a:lnTo>
                    <a:pt x="9190" y="2821"/>
                  </a:lnTo>
                  <a:cubicBezTo>
                    <a:pt x="9196" y="2821"/>
                    <a:pt x="9202" y="2821"/>
                    <a:pt x="9208" y="2821"/>
                  </a:cubicBezTo>
                  <a:close/>
                  <a:moveTo>
                    <a:pt x="1999" y="5112"/>
                  </a:moveTo>
                  <a:lnTo>
                    <a:pt x="3473" y="8374"/>
                  </a:lnTo>
                  <a:lnTo>
                    <a:pt x="529" y="8374"/>
                  </a:lnTo>
                  <a:lnTo>
                    <a:pt x="1999" y="5112"/>
                  </a:lnTo>
                  <a:close/>
                  <a:moveTo>
                    <a:pt x="12299" y="5112"/>
                  </a:moveTo>
                  <a:lnTo>
                    <a:pt x="13769" y="8374"/>
                  </a:lnTo>
                  <a:lnTo>
                    <a:pt x="10829" y="8374"/>
                  </a:lnTo>
                  <a:lnTo>
                    <a:pt x="12299" y="5112"/>
                  </a:lnTo>
                  <a:close/>
                  <a:moveTo>
                    <a:pt x="3589" y="8797"/>
                  </a:moveTo>
                  <a:cubicBezTo>
                    <a:pt x="3584" y="9628"/>
                    <a:pt x="2911" y="10296"/>
                    <a:pt x="2085" y="10300"/>
                  </a:cubicBezTo>
                  <a:lnTo>
                    <a:pt x="1917" y="10300"/>
                  </a:lnTo>
                  <a:cubicBezTo>
                    <a:pt x="1091" y="10296"/>
                    <a:pt x="418" y="9628"/>
                    <a:pt x="418" y="8797"/>
                  </a:cubicBezTo>
                  <a:close/>
                  <a:moveTo>
                    <a:pt x="13884" y="8802"/>
                  </a:moveTo>
                  <a:cubicBezTo>
                    <a:pt x="13884" y="9628"/>
                    <a:pt x="13207" y="10300"/>
                    <a:pt x="12380" y="10300"/>
                  </a:cubicBezTo>
                  <a:lnTo>
                    <a:pt x="12217" y="10300"/>
                  </a:lnTo>
                  <a:cubicBezTo>
                    <a:pt x="11386" y="10300"/>
                    <a:pt x="10713" y="9628"/>
                    <a:pt x="10713" y="8802"/>
                  </a:cubicBezTo>
                  <a:close/>
                  <a:moveTo>
                    <a:pt x="10036" y="12592"/>
                  </a:moveTo>
                  <a:cubicBezTo>
                    <a:pt x="10161" y="12592"/>
                    <a:pt x="10262" y="12688"/>
                    <a:pt x="10262" y="12813"/>
                  </a:cubicBezTo>
                  <a:lnTo>
                    <a:pt x="10262" y="13197"/>
                  </a:lnTo>
                  <a:lnTo>
                    <a:pt x="5808" y="13197"/>
                  </a:lnTo>
                  <a:cubicBezTo>
                    <a:pt x="5525" y="13197"/>
                    <a:pt x="5525" y="13625"/>
                    <a:pt x="5808" y="13625"/>
                  </a:cubicBezTo>
                  <a:lnTo>
                    <a:pt x="11059" y="13625"/>
                  </a:lnTo>
                  <a:cubicBezTo>
                    <a:pt x="11189" y="13625"/>
                    <a:pt x="11294" y="13731"/>
                    <a:pt x="11294" y="13860"/>
                  </a:cubicBezTo>
                  <a:lnTo>
                    <a:pt x="11294" y="14326"/>
                  </a:lnTo>
                  <a:lnTo>
                    <a:pt x="3003" y="14326"/>
                  </a:lnTo>
                  <a:lnTo>
                    <a:pt x="3003" y="13860"/>
                  </a:lnTo>
                  <a:cubicBezTo>
                    <a:pt x="3003" y="13726"/>
                    <a:pt x="3108" y="13620"/>
                    <a:pt x="3238" y="13620"/>
                  </a:cubicBezTo>
                  <a:lnTo>
                    <a:pt x="4449" y="13620"/>
                  </a:lnTo>
                  <a:cubicBezTo>
                    <a:pt x="4732" y="13620"/>
                    <a:pt x="4732" y="13197"/>
                    <a:pt x="4449" y="13197"/>
                  </a:cubicBezTo>
                  <a:lnTo>
                    <a:pt x="4036" y="13197"/>
                  </a:lnTo>
                  <a:lnTo>
                    <a:pt x="4036" y="12818"/>
                  </a:lnTo>
                  <a:cubicBezTo>
                    <a:pt x="4036" y="12693"/>
                    <a:pt x="4136" y="12592"/>
                    <a:pt x="4261" y="12592"/>
                  </a:cubicBezTo>
                  <a:close/>
                  <a:moveTo>
                    <a:pt x="7149" y="1"/>
                  </a:moveTo>
                  <a:cubicBezTo>
                    <a:pt x="6135" y="1"/>
                    <a:pt x="5674" y="1269"/>
                    <a:pt x="6457" y="1917"/>
                  </a:cubicBezTo>
                  <a:lnTo>
                    <a:pt x="6457" y="2393"/>
                  </a:lnTo>
                  <a:lnTo>
                    <a:pt x="5107" y="2393"/>
                  </a:lnTo>
                  <a:cubicBezTo>
                    <a:pt x="5101" y="2393"/>
                    <a:pt x="5095" y="2393"/>
                    <a:pt x="5089" y="2393"/>
                  </a:cubicBezTo>
                  <a:cubicBezTo>
                    <a:pt x="4442" y="2393"/>
                    <a:pt x="3825" y="2657"/>
                    <a:pt x="3377" y="3123"/>
                  </a:cubicBezTo>
                  <a:cubicBezTo>
                    <a:pt x="3128" y="3392"/>
                    <a:pt x="2777" y="3546"/>
                    <a:pt x="2407" y="3546"/>
                  </a:cubicBezTo>
                  <a:lnTo>
                    <a:pt x="452" y="3546"/>
                  </a:lnTo>
                  <a:cubicBezTo>
                    <a:pt x="240" y="3546"/>
                    <a:pt x="67" y="3719"/>
                    <a:pt x="67" y="3930"/>
                  </a:cubicBezTo>
                  <a:lnTo>
                    <a:pt x="67" y="4435"/>
                  </a:lnTo>
                  <a:cubicBezTo>
                    <a:pt x="67" y="4651"/>
                    <a:pt x="240" y="4819"/>
                    <a:pt x="452" y="4819"/>
                  </a:cubicBezTo>
                  <a:lnTo>
                    <a:pt x="1662" y="4819"/>
                  </a:lnTo>
                  <a:lnTo>
                    <a:pt x="10" y="8499"/>
                  </a:lnTo>
                  <a:lnTo>
                    <a:pt x="0" y="8513"/>
                  </a:lnTo>
                  <a:lnTo>
                    <a:pt x="0" y="8518"/>
                  </a:lnTo>
                  <a:cubicBezTo>
                    <a:pt x="0" y="8523"/>
                    <a:pt x="0" y="8528"/>
                    <a:pt x="0" y="8528"/>
                  </a:cubicBezTo>
                  <a:lnTo>
                    <a:pt x="0" y="8537"/>
                  </a:lnTo>
                  <a:lnTo>
                    <a:pt x="0" y="8547"/>
                  </a:lnTo>
                  <a:lnTo>
                    <a:pt x="0" y="8561"/>
                  </a:lnTo>
                  <a:lnTo>
                    <a:pt x="0" y="8566"/>
                  </a:lnTo>
                  <a:lnTo>
                    <a:pt x="0" y="8581"/>
                  </a:lnTo>
                  <a:lnTo>
                    <a:pt x="0" y="8792"/>
                  </a:lnTo>
                  <a:cubicBezTo>
                    <a:pt x="0" y="9858"/>
                    <a:pt x="865" y="10718"/>
                    <a:pt x="1927" y="10723"/>
                  </a:cubicBezTo>
                  <a:lnTo>
                    <a:pt x="2095" y="10723"/>
                  </a:lnTo>
                  <a:cubicBezTo>
                    <a:pt x="3152" y="10714"/>
                    <a:pt x="4007" y="9854"/>
                    <a:pt x="4012" y="8797"/>
                  </a:cubicBezTo>
                  <a:lnTo>
                    <a:pt x="4012" y="8585"/>
                  </a:lnTo>
                  <a:lnTo>
                    <a:pt x="4012" y="8571"/>
                  </a:lnTo>
                  <a:lnTo>
                    <a:pt x="4012" y="8561"/>
                  </a:lnTo>
                  <a:lnTo>
                    <a:pt x="4012" y="8552"/>
                  </a:lnTo>
                  <a:lnTo>
                    <a:pt x="4012" y="8542"/>
                  </a:lnTo>
                  <a:lnTo>
                    <a:pt x="4012" y="8533"/>
                  </a:lnTo>
                  <a:cubicBezTo>
                    <a:pt x="4012" y="8528"/>
                    <a:pt x="4012" y="8523"/>
                    <a:pt x="4007" y="8518"/>
                  </a:cubicBezTo>
                  <a:lnTo>
                    <a:pt x="4007" y="8513"/>
                  </a:lnTo>
                  <a:lnTo>
                    <a:pt x="4002" y="8499"/>
                  </a:lnTo>
                  <a:lnTo>
                    <a:pt x="2335" y="4819"/>
                  </a:lnTo>
                  <a:lnTo>
                    <a:pt x="2489" y="4819"/>
                  </a:lnTo>
                  <a:cubicBezTo>
                    <a:pt x="2495" y="4819"/>
                    <a:pt x="2500" y="4819"/>
                    <a:pt x="2506" y="4819"/>
                  </a:cubicBezTo>
                  <a:cubicBezTo>
                    <a:pt x="3153" y="4819"/>
                    <a:pt x="3771" y="4555"/>
                    <a:pt x="4218" y="4089"/>
                  </a:cubicBezTo>
                  <a:cubicBezTo>
                    <a:pt x="4468" y="3820"/>
                    <a:pt x="4819" y="3666"/>
                    <a:pt x="5189" y="3666"/>
                  </a:cubicBezTo>
                  <a:lnTo>
                    <a:pt x="6457" y="3666"/>
                  </a:lnTo>
                  <a:lnTo>
                    <a:pt x="6457" y="12164"/>
                  </a:lnTo>
                  <a:lnTo>
                    <a:pt x="4261" y="12164"/>
                  </a:lnTo>
                  <a:cubicBezTo>
                    <a:pt x="3901" y="12164"/>
                    <a:pt x="3608" y="12457"/>
                    <a:pt x="3608" y="12818"/>
                  </a:cubicBezTo>
                  <a:lnTo>
                    <a:pt x="3608" y="13197"/>
                  </a:lnTo>
                  <a:lnTo>
                    <a:pt x="3238" y="13197"/>
                  </a:lnTo>
                  <a:cubicBezTo>
                    <a:pt x="2873" y="13197"/>
                    <a:pt x="2575" y="13495"/>
                    <a:pt x="2575" y="13860"/>
                  </a:cubicBezTo>
                  <a:lnTo>
                    <a:pt x="2575" y="14538"/>
                  </a:lnTo>
                  <a:cubicBezTo>
                    <a:pt x="2575" y="14653"/>
                    <a:pt x="2671" y="14749"/>
                    <a:pt x="2791" y="14749"/>
                  </a:cubicBezTo>
                  <a:lnTo>
                    <a:pt x="11511" y="14749"/>
                  </a:lnTo>
                  <a:cubicBezTo>
                    <a:pt x="11626" y="14749"/>
                    <a:pt x="11722" y="14653"/>
                    <a:pt x="11722" y="14538"/>
                  </a:cubicBezTo>
                  <a:lnTo>
                    <a:pt x="11722" y="13860"/>
                  </a:lnTo>
                  <a:cubicBezTo>
                    <a:pt x="11722" y="13495"/>
                    <a:pt x="11424" y="13197"/>
                    <a:pt x="11064" y="13197"/>
                  </a:cubicBezTo>
                  <a:lnTo>
                    <a:pt x="10689" y="13197"/>
                  </a:lnTo>
                  <a:lnTo>
                    <a:pt x="10689" y="12818"/>
                  </a:lnTo>
                  <a:cubicBezTo>
                    <a:pt x="10689" y="12457"/>
                    <a:pt x="10396" y="12164"/>
                    <a:pt x="10041" y="12164"/>
                  </a:cubicBezTo>
                  <a:lnTo>
                    <a:pt x="7840" y="12164"/>
                  </a:lnTo>
                  <a:lnTo>
                    <a:pt x="7840" y="6001"/>
                  </a:lnTo>
                  <a:cubicBezTo>
                    <a:pt x="7840" y="5859"/>
                    <a:pt x="7733" y="5788"/>
                    <a:pt x="7627" y="5788"/>
                  </a:cubicBezTo>
                  <a:cubicBezTo>
                    <a:pt x="7521" y="5788"/>
                    <a:pt x="7415" y="5859"/>
                    <a:pt x="7418" y="6001"/>
                  </a:cubicBezTo>
                  <a:lnTo>
                    <a:pt x="7418" y="12164"/>
                  </a:lnTo>
                  <a:lnTo>
                    <a:pt x="6884" y="12164"/>
                  </a:lnTo>
                  <a:lnTo>
                    <a:pt x="6884" y="3666"/>
                  </a:lnTo>
                  <a:lnTo>
                    <a:pt x="7418" y="3666"/>
                  </a:lnTo>
                  <a:lnTo>
                    <a:pt x="7418" y="4651"/>
                  </a:lnTo>
                  <a:cubicBezTo>
                    <a:pt x="7418" y="4793"/>
                    <a:pt x="7523" y="4864"/>
                    <a:pt x="7629" y="4864"/>
                  </a:cubicBezTo>
                  <a:cubicBezTo>
                    <a:pt x="7735" y="4864"/>
                    <a:pt x="7840" y="4793"/>
                    <a:pt x="7840" y="4651"/>
                  </a:cubicBezTo>
                  <a:lnTo>
                    <a:pt x="7840" y="3666"/>
                  </a:lnTo>
                  <a:lnTo>
                    <a:pt x="9195" y="3666"/>
                  </a:lnTo>
                  <a:cubicBezTo>
                    <a:pt x="9507" y="3666"/>
                    <a:pt x="9800" y="3796"/>
                    <a:pt x="10017" y="4022"/>
                  </a:cubicBezTo>
                  <a:cubicBezTo>
                    <a:pt x="10507" y="4531"/>
                    <a:pt x="11184" y="4819"/>
                    <a:pt x="11895" y="4819"/>
                  </a:cubicBezTo>
                  <a:lnTo>
                    <a:pt x="11962" y="4819"/>
                  </a:lnTo>
                  <a:lnTo>
                    <a:pt x="10305" y="8499"/>
                  </a:lnTo>
                  <a:cubicBezTo>
                    <a:pt x="10305" y="8504"/>
                    <a:pt x="10305" y="8509"/>
                    <a:pt x="10300" y="8513"/>
                  </a:cubicBezTo>
                  <a:lnTo>
                    <a:pt x="10300" y="8518"/>
                  </a:lnTo>
                  <a:cubicBezTo>
                    <a:pt x="10300" y="8523"/>
                    <a:pt x="10300" y="8528"/>
                    <a:pt x="10295" y="8533"/>
                  </a:cubicBezTo>
                  <a:lnTo>
                    <a:pt x="10295" y="8542"/>
                  </a:lnTo>
                  <a:lnTo>
                    <a:pt x="10295" y="8552"/>
                  </a:lnTo>
                  <a:lnTo>
                    <a:pt x="10295" y="8561"/>
                  </a:lnTo>
                  <a:lnTo>
                    <a:pt x="10295" y="8571"/>
                  </a:lnTo>
                  <a:lnTo>
                    <a:pt x="10295" y="8585"/>
                  </a:lnTo>
                  <a:lnTo>
                    <a:pt x="10295" y="8797"/>
                  </a:lnTo>
                  <a:cubicBezTo>
                    <a:pt x="10300" y="9858"/>
                    <a:pt x="11160" y="10723"/>
                    <a:pt x="12226" y="10723"/>
                  </a:cubicBezTo>
                  <a:lnTo>
                    <a:pt x="12390" y="10723"/>
                  </a:lnTo>
                  <a:cubicBezTo>
                    <a:pt x="13456" y="10723"/>
                    <a:pt x="14321" y="9858"/>
                    <a:pt x="14321" y="8797"/>
                  </a:cubicBezTo>
                  <a:lnTo>
                    <a:pt x="14321" y="8585"/>
                  </a:lnTo>
                  <a:lnTo>
                    <a:pt x="14311" y="8585"/>
                  </a:lnTo>
                  <a:lnTo>
                    <a:pt x="14311" y="8571"/>
                  </a:lnTo>
                  <a:lnTo>
                    <a:pt x="14311" y="8561"/>
                  </a:lnTo>
                  <a:lnTo>
                    <a:pt x="14311" y="8552"/>
                  </a:lnTo>
                  <a:lnTo>
                    <a:pt x="14311" y="8542"/>
                  </a:lnTo>
                  <a:lnTo>
                    <a:pt x="14311" y="8533"/>
                  </a:lnTo>
                  <a:lnTo>
                    <a:pt x="14307" y="8518"/>
                  </a:lnTo>
                  <a:lnTo>
                    <a:pt x="14307" y="8513"/>
                  </a:lnTo>
                  <a:cubicBezTo>
                    <a:pt x="14307" y="8509"/>
                    <a:pt x="14302" y="8504"/>
                    <a:pt x="14302" y="8499"/>
                  </a:cubicBezTo>
                  <a:lnTo>
                    <a:pt x="12640" y="4819"/>
                  </a:lnTo>
                  <a:lnTo>
                    <a:pt x="13855" y="4819"/>
                  </a:lnTo>
                  <a:cubicBezTo>
                    <a:pt x="14066" y="4819"/>
                    <a:pt x="14239" y="4651"/>
                    <a:pt x="14239" y="4435"/>
                  </a:cubicBezTo>
                  <a:lnTo>
                    <a:pt x="14239" y="3930"/>
                  </a:lnTo>
                  <a:cubicBezTo>
                    <a:pt x="14239" y="3719"/>
                    <a:pt x="14066" y="3546"/>
                    <a:pt x="13855" y="3546"/>
                  </a:cubicBezTo>
                  <a:lnTo>
                    <a:pt x="11890" y="3546"/>
                  </a:lnTo>
                  <a:cubicBezTo>
                    <a:pt x="11525" y="3546"/>
                    <a:pt x="11170" y="3392"/>
                    <a:pt x="10920" y="3123"/>
                  </a:cubicBezTo>
                  <a:cubicBezTo>
                    <a:pt x="10472" y="2657"/>
                    <a:pt x="9855" y="2393"/>
                    <a:pt x="9208" y="2393"/>
                  </a:cubicBezTo>
                  <a:cubicBezTo>
                    <a:pt x="9202" y="2393"/>
                    <a:pt x="9196" y="2393"/>
                    <a:pt x="9190" y="2393"/>
                  </a:cubicBezTo>
                  <a:lnTo>
                    <a:pt x="7840" y="2393"/>
                  </a:lnTo>
                  <a:lnTo>
                    <a:pt x="7840" y="1917"/>
                  </a:lnTo>
                  <a:cubicBezTo>
                    <a:pt x="8623" y="1269"/>
                    <a:pt x="8162" y="1"/>
                    <a:pt x="7149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7910" name="Google Shape;7910;p69"/>
          <p:cNvGrpSpPr/>
          <p:nvPr/>
        </p:nvGrpSpPr>
        <p:grpSpPr>
          <a:xfrm>
            <a:off x="975377" y="2474548"/>
            <a:ext cx="273378" cy="277718"/>
            <a:chOff x="1300502" y="2442148"/>
            <a:chExt cx="364504" cy="370290"/>
          </a:xfrm>
        </p:grpSpPr>
        <p:sp>
          <p:nvSpPr>
            <p:cNvPr id="7911" name="Google Shape;7911;p69"/>
            <p:cNvSpPr/>
            <p:nvPr/>
          </p:nvSpPr>
          <p:spPr>
            <a:xfrm>
              <a:off x="1420118" y="2771545"/>
              <a:ext cx="125297" cy="15499"/>
            </a:xfrm>
            <a:custGeom>
              <a:avLst/>
              <a:gdLst/>
              <a:ahLst/>
              <a:cxnLst/>
              <a:rect l="l" t="t" r="r" b="b"/>
              <a:pathLst>
                <a:path w="4786" h="592" extrusionOk="0">
                  <a:moveTo>
                    <a:pt x="0" y="1"/>
                  </a:moveTo>
                  <a:cubicBezTo>
                    <a:pt x="0" y="327"/>
                    <a:pt x="264" y="592"/>
                    <a:pt x="591" y="592"/>
                  </a:cubicBezTo>
                  <a:lnTo>
                    <a:pt x="4194" y="592"/>
                  </a:lnTo>
                  <a:cubicBezTo>
                    <a:pt x="4516" y="592"/>
                    <a:pt x="4785" y="327"/>
                    <a:pt x="4785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12" name="Google Shape;7912;p69"/>
            <p:cNvSpPr/>
            <p:nvPr/>
          </p:nvSpPr>
          <p:spPr>
            <a:xfrm>
              <a:off x="1338856" y="2771545"/>
              <a:ext cx="61785" cy="35369"/>
            </a:xfrm>
            <a:custGeom>
              <a:avLst/>
              <a:gdLst/>
              <a:ahLst/>
              <a:cxnLst/>
              <a:rect l="l" t="t" r="r" b="b"/>
              <a:pathLst>
                <a:path w="2360" h="1351" extrusionOk="0">
                  <a:moveTo>
                    <a:pt x="1" y="1"/>
                  </a:moveTo>
                  <a:lnTo>
                    <a:pt x="1" y="942"/>
                  </a:lnTo>
                  <a:cubicBezTo>
                    <a:pt x="1" y="1168"/>
                    <a:pt x="179" y="1351"/>
                    <a:pt x="404" y="1351"/>
                  </a:cubicBezTo>
                  <a:lnTo>
                    <a:pt x="1951" y="1351"/>
                  </a:lnTo>
                  <a:cubicBezTo>
                    <a:pt x="2177" y="1351"/>
                    <a:pt x="2360" y="1168"/>
                    <a:pt x="2360" y="942"/>
                  </a:cubicBezTo>
                  <a:lnTo>
                    <a:pt x="2360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13" name="Google Shape;7913;p69"/>
            <p:cNvSpPr/>
            <p:nvPr/>
          </p:nvSpPr>
          <p:spPr>
            <a:xfrm>
              <a:off x="1568506" y="2771545"/>
              <a:ext cx="61916" cy="35369"/>
            </a:xfrm>
            <a:custGeom>
              <a:avLst/>
              <a:gdLst/>
              <a:ahLst/>
              <a:cxnLst/>
              <a:rect l="l" t="t" r="r" b="b"/>
              <a:pathLst>
                <a:path w="2365" h="1351" extrusionOk="0">
                  <a:moveTo>
                    <a:pt x="1" y="1"/>
                  </a:moveTo>
                  <a:lnTo>
                    <a:pt x="1" y="942"/>
                  </a:lnTo>
                  <a:cubicBezTo>
                    <a:pt x="1" y="1168"/>
                    <a:pt x="184" y="1351"/>
                    <a:pt x="409" y="1351"/>
                  </a:cubicBezTo>
                  <a:lnTo>
                    <a:pt x="1956" y="1351"/>
                  </a:lnTo>
                  <a:cubicBezTo>
                    <a:pt x="2182" y="1351"/>
                    <a:pt x="2365" y="1168"/>
                    <a:pt x="2365" y="942"/>
                  </a:cubicBezTo>
                  <a:lnTo>
                    <a:pt x="2365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14" name="Google Shape;7914;p69"/>
            <p:cNvSpPr/>
            <p:nvPr/>
          </p:nvSpPr>
          <p:spPr>
            <a:xfrm>
              <a:off x="1306026" y="2523411"/>
              <a:ext cx="24321" cy="84038"/>
            </a:xfrm>
            <a:custGeom>
              <a:avLst/>
              <a:gdLst/>
              <a:ahLst/>
              <a:cxnLst/>
              <a:rect l="l" t="t" r="r" b="b"/>
              <a:pathLst>
                <a:path w="929" h="3210" extrusionOk="0">
                  <a:moveTo>
                    <a:pt x="520" y="0"/>
                  </a:moveTo>
                  <a:cubicBezTo>
                    <a:pt x="231" y="0"/>
                    <a:pt x="1" y="236"/>
                    <a:pt x="1" y="519"/>
                  </a:cubicBezTo>
                  <a:lnTo>
                    <a:pt x="1" y="2691"/>
                  </a:lnTo>
                  <a:cubicBezTo>
                    <a:pt x="1" y="2974"/>
                    <a:pt x="231" y="3209"/>
                    <a:pt x="520" y="3209"/>
                  </a:cubicBezTo>
                  <a:lnTo>
                    <a:pt x="928" y="3209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rgbClr val="C5D1D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15" name="Google Shape;7915;p69"/>
            <p:cNvSpPr/>
            <p:nvPr/>
          </p:nvSpPr>
          <p:spPr>
            <a:xfrm>
              <a:off x="1635187" y="2523411"/>
              <a:ext cx="24295" cy="84038"/>
            </a:xfrm>
            <a:custGeom>
              <a:avLst/>
              <a:gdLst/>
              <a:ahLst/>
              <a:cxnLst/>
              <a:rect l="l" t="t" r="r" b="b"/>
              <a:pathLst>
                <a:path w="928" h="3210" extrusionOk="0">
                  <a:moveTo>
                    <a:pt x="0" y="0"/>
                  </a:moveTo>
                  <a:lnTo>
                    <a:pt x="0" y="3209"/>
                  </a:lnTo>
                  <a:lnTo>
                    <a:pt x="408" y="3209"/>
                  </a:lnTo>
                  <a:cubicBezTo>
                    <a:pt x="697" y="3209"/>
                    <a:pt x="927" y="2974"/>
                    <a:pt x="927" y="2686"/>
                  </a:cubicBezTo>
                  <a:lnTo>
                    <a:pt x="927" y="519"/>
                  </a:lnTo>
                  <a:cubicBezTo>
                    <a:pt x="927" y="231"/>
                    <a:pt x="692" y="0"/>
                    <a:pt x="408" y="0"/>
                  </a:cubicBezTo>
                  <a:close/>
                </a:path>
              </a:pathLst>
            </a:custGeom>
            <a:solidFill>
              <a:srgbClr val="C5D1D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16" name="Google Shape;7916;p69"/>
            <p:cNvSpPr/>
            <p:nvPr/>
          </p:nvSpPr>
          <p:spPr>
            <a:xfrm>
              <a:off x="1330321" y="2447567"/>
              <a:ext cx="304892" cy="276225"/>
            </a:xfrm>
            <a:custGeom>
              <a:avLst/>
              <a:gdLst/>
              <a:ahLst/>
              <a:cxnLst/>
              <a:rect l="l" t="t" r="r" b="b"/>
              <a:pathLst>
                <a:path w="11646" h="10551" extrusionOk="0">
                  <a:moveTo>
                    <a:pt x="1792" y="1"/>
                  </a:moveTo>
                  <a:cubicBezTo>
                    <a:pt x="802" y="1"/>
                    <a:pt x="0" y="803"/>
                    <a:pt x="0" y="1797"/>
                  </a:cubicBezTo>
                  <a:lnTo>
                    <a:pt x="0" y="10550"/>
                  </a:lnTo>
                  <a:lnTo>
                    <a:pt x="11645" y="10550"/>
                  </a:lnTo>
                  <a:lnTo>
                    <a:pt x="11645" y="1797"/>
                  </a:lnTo>
                  <a:cubicBezTo>
                    <a:pt x="11645" y="803"/>
                    <a:pt x="10843" y="1"/>
                    <a:pt x="9853" y="1"/>
                  </a:cubicBezTo>
                  <a:close/>
                </a:path>
              </a:pathLst>
            </a:custGeom>
            <a:solidFill>
              <a:srgbClr val="D3DCE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17" name="Google Shape;7917;p69"/>
            <p:cNvSpPr/>
            <p:nvPr/>
          </p:nvSpPr>
          <p:spPr>
            <a:xfrm>
              <a:off x="1330321" y="2447567"/>
              <a:ext cx="80896" cy="276225"/>
            </a:xfrm>
            <a:custGeom>
              <a:avLst/>
              <a:gdLst/>
              <a:ahLst/>
              <a:cxnLst/>
              <a:rect l="l" t="t" r="r" b="b"/>
              <a:pathLst>
                <a:path w="3090" h="10551" extrusionOk="0">
                  <a:moveTo>
                    <a:pt x="1792" y="1"/>
                  </a:moveTo>
                  <a:cubicBezTo>
                    <a:pt x="802" y="1"/>
                    <a:pt x="0" y="803"/>
                    <a:pt x="0" y="1797"/>
                  </a:cubicBezTo>
                  <a:lnTo>
                    <a:pt x="0" y="10550"/>
                  </a:lnTo>
                  <a:lnTo>
                    <a:pt x="1292" y="10550"/>
                  </a:lnTo>
                  <a:lnTo>
                    <a:pt x="1292" y="1797"/>
                  </a:lnTo>
                  <a:cubicBezTo>
                    <a:pt x="1292" y="803"/>
                    <a:pt x="2095" y="1"/>
                    <a:pt x="3089" y="1"/>
                  </a:cubicBezTo>
                  <a:close/>
                </a:path>
              </a:pathLst>
            </a:custGeom>
            <a:solidFill>
              <a:srgbClr val="C1CED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18" name="Google Shape;7918;p69"/>
            <p:cNvSpPr/>
            <p:nvPr/>
          </p:nvSpPr>
          <p:spPr>
            <a:xfrm>
              <a:off x="1317859" y="2719997"/>
              <a:ext cx="333455" cy="51575"/>
            </a:xfrm>
            <a:custGeom>
              <a:avLst/>
              <a:gdLst/>
              <a:ahLst/>
              <a:cxnLst/>
              <a:rect l="l" t="t" r="r" b="b"/>
              <a:pathLst>
                <a:path w="12737" h="1970" extrusionOk="0">
                  <a:moveTo>
                    <a:pt x="361" y="0"/>
                  </a:moveTo>
                  <a:cubicBezTo>
                    <a:pt x="159" y="0"/>
                    <a:pt x="0" y="163"/>
                    <a:pt x="0" y="360"/>
                  </a:cubicBezTo>
                  <a:lnTo>
                    <a:pt x="0" y="1609"/>
                  </a:lnTo>
                  <a:cubicBezTo>
                    <a:pt x="0" y="1806"/>
                    <a:pt x="159" y="1970"/>
                    <a:pt x="361" y="1970"/>
                  </a:cubicBezTo>
                  <a:lnTo>
                    <a:pt x="12376" y="1970"/>
                  </a:lnTo>
                  <a:cubicBezTo>
                    <a:pt x="12577" y="1970"/>
                    <a:pt x="12736" y="1806"/>
                    <a:pt x="12736" y="1609"/>
                  </a:cubicBezTo>
                  <a:lnTo>
                    <a:pt x="12736" y="365"/>
                  </a:lnTo>
                  <a:cubicBezTo>
                    <a:pt x="12736" y="163"/>
                    <a:pt x="12577" y="0"/>
                    <a:pt x="12376" y="0"/>
                  </a:cubicBezTo>
                  <a:close/>
                </a:path>
              </a:pathLst>
            </a:custGeom>
            <a:solidFill>
              <a:srgbClr val="C3CDD4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19" name="Google Shape;7919;p69"/>
            <p:cNvSpPr/>
            <p:nvPr/>
          </p:nvSpPr>
          <p:spPr>
            <a:xfrm>
              <a:off x="1317859" y="2720101"/>
              <a:ext cx="47700" cy="51470"/>
            </a:xfrm>
            <a:custGeom>
              <a:avLst/>
              <a:gdLst/>
              <a:ahLst/>
              <a:cxnLst/>
              <a:rect l="l" t="t" r="r" b="b"/>
              <a:pathLst>
                <a:path w="1822" h="1966" extrusionOk="0">
                  <a:moveTo>
                    <a:pt x="361" y="1"/>
                  </a:moveTo>
                  <a:cubicBezTo>
                    <a:pt x="159" y="1"/>
                    <a:pt x="0" y="159"/>
                    <a:pt x="0" y="361"/>
                  </a:cubicBezTo>
                  <a:lnTo>
                    <a:pt x="0" y="1605"/>
                  </a:lnTo>
                  <a:cubicBezTo>
                    <a:pt x="0" y="1802"/>
                    <a:pt x="159" y="1966"/>
                    <a:pt x="361" y="1966"/>
                  </a:cubicBezTo>
                  <a:lnTo>
                    <a:pt x="1821" y="1966"/>
                  </a:lnTo>
                  <a:cubicBezTo>
                    <a:pt x="1624" y="1966"/>
                    <a:pt x="1461" y="1802"/>
                    <a:pt x="1461" y="1605"/>
                  </a:cubicBezTo>
                  <a:lnTo>
                    <a:pt x="1461" y="361"/>
                  </a:lnTo>
                  <a:cubicBezTo>
                    <a:pt x="1461" y="159"/>
                    <a:pt x="1624" y="1"/>
                    <a:pt x="1821" y="1"/>
                  </a:cubicBezTo>
                  <a:close/>
                </a:path>
              </a:pathLst>
            </a:custGeom>
            <a:solidFill>
              <a:srgbClr val="B6C1C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20" name="Google Shape;7920;p69"/>
            <p:cNvSpPr/>
            <p:nvPr/>
          </p:nvSpPr>
          <p:spPr>
            <a:xfrm>
              <a:off x="1350191" y="2496995"/>
              <a:ext cx="265151" cy="135612"/>
            </a:xfrm>
            <a:custGeom>
              <a:avLst/>
              <a:gdLst/>
              <a:ahLst/>
              <a:cxnLst/>
              <a:rect l="l" t="t" r="r" b="b"/>
              <a:pathLst>
                <a:path w="10128" h="5180" extrusionOk="0">
                  <a:moveTo>
                    <a:pt x="9334" y="0"/>
                  </a:moveTo>
                  <a:cubicBezTo>
                    <a:pt x="9331" y="0"/>
                    <a:pt x="9328" y="0"/>
                    <a:pt x="9325" y="1"/>
                  </a:cubicBezTo>
                  <a:lnTo>
                    <a:pt x="798" y="1"/>
                  </a:lnTo>
                  <a:cubicBezTo>
                    <a:pt x="356" y="1"/>
                    <a:pt x="0" y="356"/>
                    <a:pt x="0" y="798"/>
                  </a:cubicBezTo>
                  <a:lnTo>
                    <a:pt x="0" y="4382"/>
                  </a:lnTo>
                  <a:cubicBezTo>
                    <a:pt x="0" y="4821"/>
                    <a:pt x="356" y="5179"/>
                    <a:pt x="794" y="5179"/>
                  </a:cubicBezTo>
                  <a:cubicBezTo>
                    <a:pt x="797" y="5179"/>
                    <a:pt x="799" y="5179"/>
                    <a:pt x="802" y="5179"/>
                  </a:cubicBezTo>
                  <a:lnTo>
                    <a:pt x="9330" y="5179"/>
                  </a:lnTo>
                  <a:cubicBezTo>
                    <a:pt x="9767" y="5179"/>
                    <a:pt x="10127" y="4824"/>
                    <a:pt x="10127" y="4382"/>
                  </a:cubicBezTo>
                  <a:lnTo>
                    <a:pt x="10127" y="798"/>
                  </a:lnTo>
                  <a:cubicBezTo>
                    <a:pt x="10127" y="359"/>
                    <a:pt x="9772" y="0"/>
                    <a:pt x="9334" y="0"/>
                  </a:cubicBezTo>
                  <a:close/>
                </a:path>
              </a:pathLst>
            </a:custGeom>
            <a:solidFill>
              <a:srgbClr val="DCE1E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21" name="Google Shape;7921;p69"/>
            <p:cNvSpPr/>
            <p:nvPr/>
          </p:nvSpPr>
          <p:spPr>
            <a:xfrm>
              <a:off x="1350191" y="2496995"/>
              <a:ext cx="45920" cy="135612"/>
            </a:xfrm>
            <a:custGeom>
              <a:avLst/>
              <a:gdLst/>
              <a:ahLst/>
              <a:cxnLst/>
              <a:rect l="l" t="t" r="r" b="b"/>
              <a:pathLst>
                <a:path w="1754" h="5180" extrusionOk="0">
                  <a:moveTo>
                    <a:pt x="789" y="0"/>
                  </a:moveTo>
                  <a:cubicBezTo>
                    <a:pt x="356" y="0"/>
                    <a:pt x="0" y="359"/>
                    <a:pt x="0" y="798"/>
                  </a:cubicBezTo>
                  <a:lnTo>
                    <a:pt x="0" y="4382"/>
                  </a:lnTo>
                  <a:cubicBezTo>
                    <a:pt x="0" y="4824"/>
                    <a:pt x="356" y="5179"/>
                    <a:pt x="798" y="5179"/>
                  </a:cubicBezTo>
                  <a:lnTo>
                    <a:pt x="1754" y="5179"/>
                  </a:lnTo>
                  <a:cubicBezTo>
                    <a:pt x="1312" y="5179"/>
                    <a:pt x="956" y="4824"/>
                    <a:pt x="956" y="4382"/>
                  </a:cubicBezTo>
                  <a:lnTo>
                    <a:pt x="956" y="798"/>
                  </a:lnTo>
                  <a:cubicBezTo>
                    <a:pt x="956" y="356"/>
                    <a:pt x="1316" y="1"/>
                    <a:pt x="1754" y="1"/>
                  </a:cubicBezTo>
                  <a:lnTo>
                    <a:pt x="798" y="1"/>
                  </a:lnTo>
                  <a:cubicBezTo>
                    <a:pt x="795" y="0"/>
                    <a:pt x="792" y="0"/>
                    <a:pt x="789" y="0"/>
                  </a:cubicBezTo>
                  <a:close/>
                </a:path>
              </a:pathLst>
            </a:custGeom>
            <a:solidFill>
              <a:srgbClr val="EAEDF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22" name="Google Shape;7922;p69"/>
            <p:cNvSpPr/>
            <p:nvPr/>
          </p:nvSpPr>
          <p:spPr>
            <a:xfrm>
              <a:off x="1350191" y="2496995"/>
              <a:ext cx="265151" cy="39767"/>
            </a:xfrm>
            <a:custGeom>
              <a:avLst/>
              <a:gdLst/>
              <a:ahLst/>
              <a:cxnLst/>
              <a:rect l="l" t="t" r="r" b="b"/>
              <a:pathLst>
                <a:path w="10128" h="1519" extrusionOk="0">
                  <a:moveTo>
                    <a:pt x="9334" y="0"/>
                  </a:moveTo>
                  <a:cubicBezTo>
                    <a:pt x="9331" y="0"/>
                    <a:pt x="9328" y="0"/>
                    <a:pt x="9325" y="1"/>
                  </a:cubicBezTo>
                  <a:lnTo>
                    <a:pt x="798" y="1"/>
                  </a:lnTo>
                  <a:cubicBezTo>
                    <a:pt x="356" y="1"/>
                    <a:pt x="0" y="356"/>
                    <a:pt x="0" y="798"/>
                  </a:cubicBezTo>
                  <a:lnTo>
                    <a:pt x="0" y="1519"/>
                  </a:lnTo>
                  <a:lnTo>
                    <a:pt x="10127" y="1519"/>
                  </a:lnTo>
                  <a:lnTo>
                    <a:pt x="10127" y="798"/>
                  </a:lnTo>
                  <a:cubicBezTo>
                    <a:pt x="10127" y="359"/>
                    <a:pt x="9772" y="0"/>
                    <a:pt x="9334" y="0"/>
                  </a:cubicBez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23" name="Google Shape;7923;p69"/>
            <p:cNvSpPr/>
            <p:nvPr/>
          </p:nvSpPr>
          <p:spPr>
            <a:xfrm>
              <a:off x="1353202" y="2655201"/>
              <a:ext cx="42647" cy="42804"/>
            </a:xfrm>
            <a:custGeom>
              <a:avLst/>
              <a:gdLst/>
              <a:ahLst/>
              <a:cxnLst/>
              <a:rect l="l" t="t" r="r" b="b"/>
              <a:pathLst>
                <a:path w="1629" h="1635" extrusionOk="0">
                  <a:moveTo>
                    <a:pt x="812" y="1"/>
                  </a:moveTo>
                  <a:cubicBezTo>
                    <a:pt x="366" y="1"/>
                    <a:pt x="0" y="366"/>
                    <a:pt x="0" y="818"/>
                  </a:cubicBezTo>
                  <a:cubicBezTo>
                    <a:pt x="0" y="1269"/>
                    <a:pt x="366" y="1634"/>
                    <a:pt x="812" y="1634"/>
                  </a:cubicBezTo>
                  <a:cubicBezTo>
                    <a:pt x="1264" y="1634"/>
                    <a:pt x="1629" y="1269"/>
                    <a:pt x="1629" y="818"/>
                  </a:cubicBezTo>
                  <a:cubicBezTo>
                    <a:pt x="1629" y="366"/>
                    <a:pt x="1264" y="1"/>
                    <a:pt x="8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24" name="Google Shape;7924;p69"/>
            <p:cNvSpPr/>
            <p:nvPr/>
          </p:nvSpPr>
          <p:spPr>
            <a:xfrm>
              <a:off x="1569658" y="2655201"/>
              <a:ext cx="42647" cy="42804"/>
            </a:xfrm>
            <a:custGeom>
              <a:avLst/>
              <a:gdLst/>
              <a:ahLst/>
              <a:cxnLst/>
              <a:rect l="l" t="t" r="r" b="b"/>
              <a:pathLst>
                <a:path w="1629" h="1635" extrusionOk="0">
                  <a:moveTo>
                    <a:pt x="817" y="1"/>
                  </a:moveTo>
                  <a:cubicBezTo>
                    <a:pt x="365" y="1"/>
                    <a:pt x="0" y="366"/>
                    <a:pt x="0" y="818"/>
                  </a:cubicBezTo>
                  <a:cubicBezTo>
                    <a:pt x="0" y="1269"/>
                    <a:pt x="365" y="1634"/>
                    <a:pt x="817" y="1634"/>
                  </a:cubicBezTo>
                  <a:cubicBezTo>
                    <a:pt x="1264" y="1634"/>
                    <a:pt x="1629" y="1269"/>
                    <a:pt x="1629" y="818"/>
                  </a:cubicBezTo>
                  <a:cubicBezTo>
                    <a:pt x="1629" y="366"/>
                    <a:pt x="1264" y="1"/>
                    <a:pt x="8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25" name="Google Shape;7925;p69"/>
            <p:cNvSpPr/>
            <p:nvPr/>
          </p:nvSpPr>
          <p:spPr>
            <a:xfrm>
              <a:off x="1422370" y="2651562"/>
              <a:ext cx="120768" cy="68461"/>
            </a:xfrm>
            <a:custGeom>
              <a:avLst/>
              <a:gdLst/>
              <a:ahLst/>
              <a:cxnLst/>
              <a:rect l="l" t="t" r="r" b="b"/>
              <a:pathLst>
                <a:path w="4613" h="2615" extrusionOk="0">
                  <a:moveTo>
                    <a:pt x="856" y="1"/>
                  </a:moveTo>
                  <a:cubicBezTo>
                    <a:pt x="385" y="1"/>
                    <a:pt x="1" y="385"/>
                    <a:pt x="1" y="856"/>
                  </a:cubicBezTo>
                  <a:lnTo>
                    <a:pt x="1" y="2614"/>
                  </a:lnTo>
                  <a:lnTo>
                    <a:pt x="4613" y="2614"/>
                  </a:lnTo>
                  <a:lnTo>
                    <a:pt x="4613" y="856"/>
                  </a:lnTo>
                  <a:cubicBezTo>
                    <a:pt x="4613" y="385"/>
                    <a:pt x="4228" y="1"/>
                    <a:pt x="3757" y="1"/>
                  </a:cubicBezTo>
                  <a:close/>
                </a:path>
              </a:pathLst>
            </a:custGeom>
            <a:solidFill>
              <a:srgbClr val="C5D1D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26" name="Google Shape;7926;p69"/>
            <p:cNvSpPr/>
            <p:nvPr/>
          </p:nvSpPr>
          <p:spPr>
            <a:xfrm>
              <a:off x="1344641" y="2491471"/>
              <a:ext cx="276225" cy="146791"/>
            </a:xfrm>
            <a:custGeom>
              <a:avLst/>
              <a:gdLst/>
              <a:ahLst/>
              <a:cxnLst/>
              <a:rect l="l" t="t" r="r" b="b"/>
              <a:pathLst>
                <a:path w="10551" h="5607" extrusionOk="0">
                  <a:moveTo>
                    <a:pt x="10128" y="1941"/>
                  </a:moveTo>
                  <a:lnTo>
                    <a:pt x="10128" y="4598"/>
                  </a:lnTo>
                  <a:cubicBezTo>
                    <a:pt x="10128" y="4919"/>
                    <a:pt x="9863" y="5184"/>
                    <a:pt x="9542" y="5184"/>
                  </a:cubicBezTo>
                  <a:lnTo>
                    <a:pt x="1014" y="5184"/>
                  </a:lnTo>
                  <a:cubicBezTo>
                    <a:pt x="688" y="5184"/>
                    <a:pt x="423" y="4919"/>
                    <a:pt x="423" y="4593"/>
                  </a:cubicBezTo>
                  <a:lnTo>
                    <a:pt x="423" y="1941"/>
                  </a:lnTo>
                  <a:close/>
                  <a:moveTo>
                    <a:pt x="1010" y="0"/>
                  </a:moveTo>
                  <a:cubicBezTo>
                    <a:pt x="452" y="0"/>
                    <a:pt x="1" y="452"/>
                    <a:pt x="1" y="1009"/>
                  </a:cubicBezTo>
                  <a:lnTo>
                    <a:pt x="1" y="4593"/>
                  </a:lnTo>
                  <a:cubicBezTo>
                    <a:pt x="1" y="5150"/>
                    <a:pt x="452" y="5606"/>
                    <a:pt x="1010" y="5606"/>
                  </a:cubicBezTo>
                  <a:lnTo>
                    <a:pt x="9537" y="5606"/>
                  </a:lnTo>
                  <a:cubicBezTo>
                    <a:pt x="10094" y="5606"/>
                    <a:pt x="10550" y="5150"/>
                    <a:pt x="10550" y="4593"/>
                  </a:cubicBezTo>
                  <a:lnTo>
                    <a:pt x="10550" y="1009"/>
                  </a:lnTo>
                  <a:cubicBezTo>
                    <a:pt x="10550" y="452"/>
                    <a:pt x="10094" y="0"/>
                    <a:pt x="9542" y="0"/>
                  </a:cubicBezTo>
                  <a:lnTo>
                    <a:pt x="7601" y="0"/>
                  </a:lnTo>
                  <a:cubicBezTo>
                    <a:pt x="7481" y="0"/>
                    <a:pt x="7389" y="91"/>
                    <a:pt x="7389" y="212"/>
                  </a:cubicBezTo>
                  <a:cubicBezTo>
                    <a:pt x="7389" y="327"/>
                    <a:pt x="7481" y="423"/>
                    <a:pt x="7601" y="423"/>
                  </a:cubicBezTo>
                  <a:lnTo>
                    <a:pt x="9542" y="423"/>
                  </a:lnTo>
                  <a:cubicBezTo>
                    <a:pt x="9868" y="423"/>
                    <a:pt x="10128" y="682"/>
                    <a:pt x="10128" y="1009"/>
                  </a:cubicBezTo>
                  <a:lnTo>
                    <a:pt x="10128" y="1518"/>
                  </a:lnTo>
                  <a:lnTo>
                    <a:pt x="423" y="1518"/>
                  </a:lnTo>
                  <a:lnTo>
                    <a:pt x="423" y="1009"/>
                  </a:lnTo>
                  <a:cubicBezTo>
                    <a:pt x="423" y="682"/>
                    <a:pt x="688" y="423"/>
                    <a:pt x="1010" y="423"/>
                  </a:cubicBezTo>
                  <a:lnTo>
                    <a:pt x="6611" y="423"/>
                  </a:lnTo>
                  <a:cubicBezTo>
                    <a:pt x="6726" y="423"/>
                    <a:pt x="6823" y="327"/>
                    <a:pt x="6823" y="212"/>
                  </a:cubicBezTo>
                  <a:cubicBezTo>
                    <a:pt x="6823" y="91"/>
                    <a:pt x="6726" y="0"/>
                    <a:pt x="6611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27" name="Google Shape;7927;p69"/>
            <p:cNvSpPr/>
            <p:nvPr/>
          </p:nvSpPr>
          <p:spPr>
            <a:xfrm>
              <a:off x="1338620" y="2649677"/>
              <a:ext cx="62780" cy="53826"/>
            </a:xfrm>
            <a:custGeom>
              <a:avLst/>
              <a:gdLst/>
              <a:ahLst/>
              <a:cxnLst/>
              <a:rect l="l" t="t" r="r" b="b"/>
              <a:pathLst>
                <a:path w="2398" h="2056" extrusionOk="0">
                  <a:moveTo>
                    <a:pt x="1366" y="424"/>
                  </a:moveTo>
                  <a:cubicBezTo>
                    <a:pt x="1677" y="424"/>
                    <a:pt x="1975" y="664"/>
                    <a:pt x="1975" y="1029"/>
                  </a:cubicBezTo>
                  <a:cubicBezTo>
                    <a:pt x="1975" y="1360"/>
                    <a:pt x="1706" y="1634"/>
                    <a:pt x="1369" y="1634"/>
                  </a:cubicBezTo>
                  <a:cubicBezTo>
                    <a:pt x="831" y="1634"/>
                    <a:pt x="562" y="981"/>
                    <a:pt x="942" y="601"/>
                  </a:cubicBezTo>
                  <a:cubicBezTo>
                    <a:pt x="1066" y="478"/>
                    <a:pt x="1218" y="424"/>
                    <a:pt x="1366" y="424"/>
                  </a:cubicBezTo>
                  <a:close/>
                  <a:moveTo>
                    <a:pt x="1369" y="1"/>
                  </a:moveTo>
                  <a:cubicBezTo>
                    <a:pt x="457" y="1"/>
                    <a:pt x="0" y="1106"/>
                    <a:pt x="644" y="1754"/>
                  </a:cubicBezTo>
                  <a:cubicBezTo>
                    <a:pt x="853" y="1962"/>
                    <a:pt x="1111" y="2055"/>
                    <a:pt x="1363" y="2055"/>
                  </a:cubicBezTo>
                  <a:cubicBezTo>
                    <a:pt x="1891" y="2055"/>
                    <a:pt x="2397" y="1646"/>
                    <a:pt x="2397" y="1029"/>
                  </a:cubicBezTo>
                  <a:cubicBezTo>
                    <a:pt x="2397" y="462"/>
                    <a:pt x="1936" y="1"/>
                    <a:pt x="1369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28" name="Google Shape;7928;p69"/>
            <p:cNvSpPr/>
            <p:nvPr/>
          </p:nvSpPr>
          <p:spPr>
            <a:xfrm>
              <a:off x="1555050" y="2649677"/>
              <a:ext cx="62806" cy="53826"/>
            </a:xfrm>
            <a:custGeom>
              <a:avLst/>
              <a:gdLst/>
              <a:ahLst/>
              <a:cxnLst/>
              <a:rect l="l" t="t" r="r" b="b"/>
              <a:pathLst>
                <a:path w="2399" h="2056" extrusionOk="0">
                  <a:moveTo>
                    <a:pt x="1367" y="424"/>
                  </a:moveTo>
                  <a:cubicBezTo>
                    <a:pt x="1678" y="424"/>
                    <a:pt x="1975" y="664"/>
                    <a:pt x="1975" y="1029"/>
                  </a:cubicBezTo>
                  <a:cubicBezTo>
                    <a:pt x="1975" y="1360"/>
                    <a:pt x="1706" y="1634"/>
                    <a:pt x="1375" y="1634"/>
                  </a:cubicBezTo>
                  <a:cubicBezTo>
                    <a:pt x="832" y="1634"/>
                    <a:pt x="563" y="981"/>
                    <a:pt x="943" y="601"/>
                  </a:cubicBezTo>
                  <a:cubicBezTo>
                    <a:pt x="1067" y="478"/>
                    <a:pt x="1218" y="424"/>
                    <a:pt x="1367" y="424"/>
                  </a:cubicBezTo>
                  <a:close/>
                  <a:moveTo>
                    <a:pt x="1375" y="1"/>
                  </a:moveTo>
                  <a:cubicBezTo>
                    <a:pt x="457" y="1"/>
                    <a:pt x="1" y="1106"/>
                    <a:pt x="645" y="1754"/>
                  </a:cubicBezTo>
                  <a:cubicBezTo>
                    <a:pt x="854" y="1962"/>
                    <a:pt x="1111" y="2055"/>
                    <a:pt x="1364" y="2055"/>
                  </a:cubicBezTo>
                  <a:cubicBezTo>
                    <a:pt x="1892" y="2055"/>
                    <a:pt x="2398" y="1646"/>
                    <a:pt x="2398" y="1029"/>
                  </a:cubicBezTo>
                  <a:cubicBezTo>
                    <a:pt x="2398" y="462"/>
                    <a:pt x="1937" y="1"/>
                    <a:pt x="1375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29" name="Google Shape;7929;p69"/>
            <p:cNvSpPr/>
            <p:nvPr/>
          </p:nvSpPr>
          <p:spPr>
            <a:xfrm>
              <a:off x="1300502" y="2442148"/>
              <a:ext cx="364504" cy="370290"/>
            </a:xfrm>
            <a:custGeom>
              <a:avLst/>
              <a:gdLst/>
              <a:ahLst/>
              <a:cxnLst/>
              <a:rect l="l" t="t" r="r" b="b"/>
              <a:pathLst>
                <a:path w="13923" h="14144" extrusionOk="0">
                  <a:moveTo>
                    <a:pt x="928" y="3316"/>
                  </a:moveTo>
                  <a:lnTo>
                    <a:pt x="928" y="6102"/>
                  </a:lnTo>
                  <a:lnTo>
                    <a:pt x="731" y="6102"/>
                  </a:lnTo>
                  <a:cubicBezTo>
                    <a:pt x="563" y="6102"/>
                    <a:pt x="423" y="5963"/>
                    <a:pt x="423" y="5795"/>
                  </a:cubicBezTo>
                  <a:lnTo>
                    <a:pt x="423" y="3623"/>
                  </a:lnTo>
                  <a:cubicBezTo>
                    <a:pt x="423" y="3455"/>
                    <a:pt x="563" y="3316"/>
                    <a:pt x="731" y="3316"/>
                  </a:cubicBezTo>
                  <a:close/>
                  <a:moveTo>
                    <a:pt x="13192" y="3316"/>
                  </a:moveTo>
                  <a:cubicBezTo>
                    <a:pt x="13361" y="3316"/>
                    <a:pt x="13500" y="3455"/>
                    <a:pt x="13500" y="3623"/>
                  </a:cubicBezTo>
                  <a:lnTo>
                    <a:pt x="13500" y="5795"/>
                  </a:lnTo>
                  <a:cubicBezTo>
                    <a:pt x="13500" y="5963"/>
                    <a:pt x="13361" y="6102"/>
                    <a:pt x="13192" y="6102"/>
                  </a:cubicBezTo>
                  <a:lnTo>
                    <a:pt x="12995" y="6102"/>
                  </a:lnTo>
                  <a:lnTo>
                    <a:pt x="12995" y="3316"/>
                  </a:lnTo>
                  <a:close/>
                  <a:moveTo>
                    <a:pt x="8412" y="8211"/>
                  </a:moveTo>
                  <a:cubicBezTo>
                    <a:pt x="8768" y="8211"/>
                    <a:pt x="9056" y="8499"/>
                    <a:pt x="9056" y="8855"/>
                  </a:cubicBezTo>
                  <a:lnTo>
                    <a:pt x="9056" y="10402"/>
                  </a:lnTo>
                  <a:lnTo>
                    <a:pt x="4867" y="10402"/>
                  </a:lnTo>
                  <a:lnTo>
                    <a:pt x="4867" y="8855"/>
                  </a:lnTo>
                  <a:cubicBezTo>
                    <a:pt x="4867" y="8499"/>
                    <a:pt x="5155" y="8211"/>
                    <a:pt x="5511" y="8211"/>
                  </a:cubicBezTo>
                  <a:close/>
                  <a:moveTo>
                    <a:pt x="10992" y="419"/>
                  </a:moveTo>
                  <a:cubicBezTo>
                    <a:pt x="11862" y="419"/>
                    <a:pt x="12573" y="1130"/>
                    <a:pt x="12573" y="2004"/>
                  </a:cubicBezTo>
                  <a:lnTo>
                    <a:pt x="12573" y="10406"/>
                  </a:lnTo>
                  <a:lnTo>
                    <a:pt x="9479" y="10406"/>
                  </a:lnTo>
                  <a:lnTo>
                    <a:pt x="9479" y="8855"/>
                  </a:lnTo>
                  <a:cubicBezTo>
                    <a:pt x="9479" y="8264"/>
                    <a:pt x="8999" y="7788"/>
                    <a:pt x="8412" y="7788"/>
                  </a:cubicBezTo>
                  <a:lnTo>
                    <a:pt x="5511" y="7788"/>
                  </a:lnTo>
                  <a:cubicBezTo>
                    <a:pt x="4920" y="7788"/>
                    <a:pt x="4444" y="8264"/>
                    <a:pt x="4444" y="8855"/>
                  </a:cubicBezTo>
                  <a:lnTo>
                    <a:pt x="4444" y="10402"/>
                  </a:lnTo>
                  <a:lnTo>
                    <a:pt x="4247" y="10402"/>
                  </a:lnTo>
                  <a:cubicBezTo>
                    <a:pt x="4132" y="10402"/>
                    <a:pt x="4036" y="10498"/>
                    <a:pt x="4036" y="10613"/>
                  </a:cubicBezTo>
                  <a:cubicBezTo>
                    <a:pt x="4036" y="10728"/>
                    <a:pt x="4132" y="10824"/>
                    <a:pt x="4247" y="10824"/>
                  </a:cubicBezTo>
                  <a:lnTo>
                    <a:pt x="13039" y="10824"/>
                  </a:lnTo>
                  <a:cubicBezTo>
                    <a:pt x="13125" y="10824"/>
                    <a:pt x="13192" y="10892"/>
                    <a:pt x="13192" y="10978"/>
                  </a:cubicBezTo>
                  <a:lnTo>
                    <a:pt x="13192" y="12222"/>
                  </a:lnTo>
                  <a:cubicBezTo>
                    <a:pt x="13192" y="12304"/>
                    <a:pt x="13125" y="12371"/>
                    <a:pt x="13039" y="12371"/>
                  </a:cubicBezTo>
                  <a:lnTo>
                    <a:pt x="1024" y="12371"/>
                  </a:lnTo>
                  <a:cubicBezTo>
                    <a:pt x="942" y="12371"/>
                    <a:pt x="875" y="12304"/>
                    <a:pt x="875" y="12222"/>
                  </a:cubicBezTo>
                  <a:lnTo>
                    <a:pt x="875" y="10978"/>
                  </a:lnTo>
                  <a:cubicBezTo>
                    <a:pt x="875" y="10892"/>
                    <a:pt x="942" y="10824"/>
                    <a:pt x="1024" y="10824"/>
                  </a:cubicBezTo>
                  <a:lnTo>
                    <a:pt x="3262" y="10824"/>
                  </a:lnTo>
                  <a:cubicBezTo>
                    <a:pt x="3378" y="10824"/>
                    <a:pt x="3474" y="10733"/>
                    <a:pt x="3474" y="10613"/>
                  </a:cubicBezTo>
                  <a:cubicBezTo>
                    <a:pt x="3474" y="10498"/>
                    <a:pt x="3378" y="10406"/>
                    <a:pt x="3262" y="10406"/>
                  </a:cubicBezTo>
                  <a:lnTo>
                    <a:pt x="1350" y="10406"/>
                  </a:lnTo>
                  <a:lnTo>
                    <a:pt x="1350" y="2004"/>
                  </a:lnTo>
                  <a:cubicBezTo>
                    <a:pt x="1350" y="1130"/>
                    <a:pt x="2057" y="419"/>
                    <a:pt x="2931" y="419"/>
                  </a:cubicBezTo>
                  <a:close/>
                  <a:moveTo>
                    <a:pt x="9075" y="12794"/>
                  </a:moveTo>
                  <a:cubicBezTo>
                    <a:pt x="9008" y="12900"/>
                    <a:pt x="8888" y="12962"/>
                    <a:pt x="8763" y="12962"/>
                  </a:cubicBezTo>
                  <a:lnTo>
                    <a:pt x="5160" y="12962"/>
                  </a:lnTo>
                  <a:cubicBezTo>
                    <a:pt x="5035" y="12962"/>
                    <a:pt x="4915" y="12900"/>
                    <a:pt x="4848" y="12794"/>
                  </a:cubicBezTo>
                  <a:close/>
                  <a:moveTo>
                    <a:pt x="3613" y="12794"/>
                  </a:moveTo>
                  <a:lnTo>
                    <a:pt x="3613" y="13524"/>
                  </a:lnTo>
                  <a:cubicBezTo>
                    <a:pt x="3613" y="13635"/>
                    <a:pt x="3527" y="13721"/>
                    <a:pt x="3416" y="13721"/>
                  </a:cubicBezTo>
                  <a:lnTo>
                    <a:pt x="1869" y="13721"/>
                  </a:lnTo>
                  <a:cubicBezTo>
                    <a:pt x="1764" y="13721"/>
                    <a:pt x="1672" y="13635"/>
                    <a:pt x="1672" y="13524"/>
                  </a:cubicBezTo>
                  <a:lnTo>
                    <a:pt x="1672" y="12794"/>
                  </a:lnTo>
                  <a:close/>
                  <a:moveTo>
                    <a:pt x="12390" y="12794"/>
                  </a:moveTo>
                  <a:lnTo>
                    <a:pt x="12390" y="13524"/>
                  </a:lnTo>
                  <a:lnTo>
                    <a:pt x="12385" y="13524"/>
                  </a:lnTo>
                  <a:cubicBezTo>
                    <a:pt x="12385" y="13635"/>
                    <a:pt x="12299" y="13721"/>
                    <a:pt x="12188" y="13721"/>
                  </a:cubicBezTo>
                  <a:lnTo>
                    <a:pt x="10646" y="13721"/>
                  </a:lnTo>
                  <a:cubicBezTo>
                    <a:pt x="10536" y="13721"/>
                    <a:pt x="10449" y="13635"/>
                    <a:pt x="10449" y="13524"/>
                  </a:cubicBezTo>
                  <a:lnTo>
                    <a:pt x="10449" y="12794"/>
                  </a:lnTo>
                  <a:close/>
                  <a:moveTo>
                    <a:pt x="2931" y="1"/>
                  </a:moveTo>
                  <a:cubicBezTo>
                    <a:pt x="1826" y="1"/>
                    <a:pt x="933" y="894"/>
                    <a:pt x="928" y="2004"/>
                  </a:cubicBezTo>
                  <a:lnTo>
                    <a:pt x="928" y="2893"/>
                  </a:lnTo>
                  <a:lnTo>
                    <a:pt x="731" y="2893"/>
                  </a:lnTo>
                  <a:cubicBezTo>
                    <a:pt x="327" y="2893"/>
                    <a:pt x="1" y="3220"/>
                    <a:pt x="1" y="3623"/>
                  </a:cubicBezTo>
                  <a:lnTo>
                    <a:pt x="1" y="5795"/>
                  </a:lnTo>
                  <a:cubicBezTo>
                    <a:pt x="1" y="6198"/>
                    <a:pt x="327" y="6525"/>
                    <a:pt x="731" y="6525"/>
                  </a:cubicBezTo>
                  <a:lnTo>
                    <a:pt x="928" y="6525"/>
                  </a:lnTo>
                  <a:lnTo>
                    <a:pt x="928" y="10411"/>
                  </a:lnTo>
                  <a:cubicBezTo>
                    <a:pt x="654" y="10459"/>
                    <a:pt x="447" y="10695"/>
                    <a:pt x="447" y="10978"/>
                  </a:cubicBezTo>
                  <a:lnTo>
                    <a:pt x="447" y="12222"/>
                  </a:lnTo>
                  <a:cubicBezTo>
                    <a:pt x="447" y="12539"/>
                    <a:pt x="707" y="12794"/>
                    <a:pt x="1019" y="12794"/>
                  </a:cubicBezTo>
                  <a:lnTo>
                    <a:pt x="1250" y="12794"/>
                  </a:lnTo>
                  <a:lnTo>
                    <a:pt x="1250" y="13524"/>
                  </a:lnTo>
                  <a:cubicBezTo>
                    <a:pt x="1250" y="13865"/>
                    <a:pt x="1528" y="14144"/>
                    <a:pt x="1869" y="14144"/>
                  </a:cubicBezTo>
                  <a:lnTo>
                    <a:pt x="3416" y="14144"/>
                  </a:lnTo>
                  <a:cubicBezTo>
                    <a:pt x="3757" y="14144"/>
                    <a:pt x="4036" y="13865"/>
                    <a:pt x="4036" y="13524"/>
                  </a:cubicBezTo>
                  <a:lnTo>
                    <a:pt x="4036" y="12794"/>
                  </a:lnTo>
                  <a:lnTo>
                    <a:pt x="4387" y="12794"/>
                  </a:lnTo>
                  <a:cubicBezTo>
                    <a:pt x="4483" y="13140"/>
                    <a:pt x="4800" y="13385"/>
                    <a:pt x="5160" y="13385"/>
                  </a:cubicBezTo>
                  <a:lnTo>
                    <a:pt x="8763" y="13385"/>
                  </a:lnTo>
                  <a:cubicBezTo>
                    <a:pt x="9123" y="13385"/>
                    <a:pt x="9440" y="13140"/>
                    <a:pt x="9537" y="12794"/>
                  </a:cubicBezTo>
                  <a:lnTo>
                    <a:pt x="10027" y="12794"/>
                  </a:lnTo>
                  <a:lnTo>
                    <a:pt x="10027" y="13524"/>
                  </a:lnTo>
                  <a:cubicBezTo>
                    <a:pt x="10027" y="13865"/>
                    <a:pt x="10305" y="14144"/>
                    <a:pt x="10646" y="14144"/>
                  </a:cubicBezTo>
                  <a:lnTo>
                    <a:pt x="12193" y="14144"/>
                  </a:lnTo>
                  <a:cubicBezTo>
                    <a:pt x="12534" y="14144"/>
                    <a:pt x="12813" y="13865"/>
                    <a:pt x="12813" y="13524"/>
                  </a:cubicBezTo>
                  <a:lnTo>
                    <a:pt x="12813" y="12794"/>
                  </a:lnTo>
                  <a:lnTo>
                    <a:pt x="13039" y="12794"/>
                  </a:lnTo>
                  <a:cubicBezTo>
                    <a:pt x="13356" y="12794"/>
                    <a:pt x="13610" y="12539"/>
                    <a:pt x="13610" y="12222"/>
                  </a:cubicBezTo>
                  <a:lnTo>
                    <a:pt x="13610" y="10978"/>
                  </a:lnTo>
                  <a:cubicBezTo>
                    <a:pt x="13610" y="10661"/>
                    <a:pt x="13356" y="10406"/>
                    <a:pt x="13039" y="10406"/>
                  </a:cubicBezTo>
                  <a:lnTo>
                    <a:pt x="12995" y="10406"/>
                  </a:lnTo>
                  <a:lnTo>
                    <a:pt x="12995" y="6525"/>
                  </a:lnTo>
                  <a:lnTo>
                    <a:pt x="13192" y="6525"/>
                  </a:lnTo>
                  <a:cubicBezTo>
                    <a:pt x="13596" y="6525"/>
                    <a:pt x="13923" y="6198"/>
                    <a:pt x="13923" y="5795"/>
                  </a:cubicBezTo>
                  <a:lnTo>
                    <a:pt x="13923" y="3623"/>
                  </a:lnTo>
                  <a:cubicBezTo>
                    <a:pt x="13923" y="3223"/>
                    <a:pt x="13601" y="2898"/>
                    <a:pt x="13201" y="2898"/>
                  </a:cubicBezTo>
                  <a:cubicBezTo>
                    <a:pt x="13198" y="2898"/>
                    <a:pt x="13195" y="2898"/>
                    <a:pt x="13192" y="2898"/>
                  </a:cubicBezTo>
                  <a:lnTo>
                    <a:pt x="12995" y="2898"/>
                  </a:lnTo>
                  <a:lnTo>
                    <a:pt x="12995" y="2004"/>
                  </a:lnTo>
                  <a:cubicBezTo>
                    <a:pt x="12991" y="894"/>
                    <a:pt x="12097" y="1"/>
                    <a:pt x="10992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7930" name="Google Shape;7930;p69"/>
          <p:cNvGrpSpPr/>
          <p:nvPr/>
        </p:nvGrpSpPr>
        <p:grpSpPr>
          <a:xfrm>
            <a:off x="1318262" y="2472016"/>
            <a:ext cx="248010" cy="267331"/>
            <a:chOff x="1757683" y="2438771"/>
            <a:chExt cx="330680" cy="356441"/>
          </a:xfrm>
        </p:grpSpPr>
        <p:sp>
          <p:nvSpPr>
            <p:cNvPr id="7931" name="Google Shape;7931;p69"/>
            <p:cNvSpPr/>
            <p:nvPr/>
          </p:nvSpPr>
          <p:spPr>
            <a:xfrm>
              <a:off x="1762972" y="2469716"/>
              <a:ext cx="320234" cy="320234"/>
            </a:xfrm>
            <a:custGeom>
              <a:avLst/>
              <a:gdLst/>
              <a:ahLst/>
              <a:cxnLst/>
              <a:rect l="l" t="t" r="r" b="b"/>
              <a:pathLst>
                <a:path w="12232" h="12232" extrusionOk="0">
                  <a:moveTo>
                    <a:pt x="538" y="0"/>
                  </a:moveTo>
                  <a:cubicBezTo>
                    <a:pt x="240" y="0"/>
                    <a:pt x="0" y="240"/>
                    <a:pt x="0" y="538"/>
                  </a:cubicBezTo>
                  <a:lnTo>
                    <a:pt x="0" y="11698"/>
                  </a:lnTo>
                  <a:cubicBezTo>
                    <a:pt x="0" y="11991"/>
                    <a:pt x="240" y="12231"/>
                    <a:pt x="538" y="12231"/>
                  </a:cubicBezTo>
                  <a:lnTo>
                    <a:pt x="11693" y="12231"/>
                  </a:lnTo>
                  <a:cubicBezTo>
                    <a:pt x="11991" y="12231"/>
                    <a:pt x="12231" y="11991"/>
                    <a:pt x="12231" y="11698"/>
                  </a:cubicBezTo>
                  <a:lnTo>
                    <a:pt x="12231" y="538"/>
                  </a:lnTo>
                  <a:cubicBezTo>
                    <a:pt x="12231" y="240"/>
                    <a:pt x="11991" y="0"/>
                    <a:pt x="11693" y="0"/>
                  </a:cubicBezTo>
                  <a:close/>
                </a:path>
              </a:pathLst>
            </a:custGeom>
            <a:solidFill>
              <a:srgbClr val="FDFDF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32" name="Google Shape;7932;p69"/>
            <p:cNvSpPr/>
            <p:nvPr/>
          </p:nvSpPr>
          <p:spPr>
            <a:xfrm>
              <a:off x="2047208" y="2469716"/>
              <a:ext cx="35997" cy="320234"/>
            </a:xfrm>
            <a:custGeom>
              <a:avLst/>
              <a:gdLst/>
              <a:ahLst/>
              <a:cxnLst/>
              <a:rect l="l" t="t" r="r" b="b"/>
              <a:pathLst>
                <a:path w="1375" h="12232" extrusionOk="0">
                  <a:moveTo>
                    <a:pt x="0" y="0"/>
                  </a:moveTo>
                  <a:lnTo>
                    <a:pt x="0" y="12231"/>
                  </a:lnTo>
                  <a:lnTo>
                    <a:pt x="836" y="12231"/>
                  </a:lnTo>
                  <a:cubicBezTo>
                    <a:pt x="1134" y="12231"/>
                    <a:pt x="1374" y="11991"/>
                    <a:pt x="1374" y="11698"/>
                  </a:cubicBezTo>
                  <a:lnTo>
                    <a:pt x="1374" y="538"/>
                  </a:lnTo>
                  <a:cubicBezTo>
                    <a:pt x="1374" y="240"/>
                    <a:pt x="1134" y="0"/>
                    <a:pt x="836" y="0"/>
                  </a:cubicBez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33" name="Google Shape;7933;p69"/>
            <p:cNvSpPr/>
            <p:nvPr/>
          </p:nvSpPr>
          <p:spPr>
            <a:xfrm>
              <a:off x="1762972" y="2469716"/>
              <a:ext cx="320234" cy="57753"/>
            </a:xfrm>
            <a:custGeom>
              <a:avLst/>
              <a:gdLst/>
              <a:ahLst/>
              <a:cxnLst/>
              <a:rect l="l" t="t" r="r" b="b"/>
              <a:pathLst>
                <a:path w="12232" h="2206" extrusionOk="0">
                  <a:moveTo>
                    <a:pt x="538" y="0"/>
                  </a:moveTo>
                  <a:cubicBezTo>
                    <a:pt x="240" y="0"/>
                    <a:pt x="0" y="240"/>
                    <a:pt x="0" y="538"/>
                  </a:cubicBezTo>
                  <a:lnTo>
                    <a:pt x="0" y="2205"/>
                  </a:lnTo>
                  <a:lnTo>
                    <a:pt x="12231" y="2205"/>
                  </a:lnTo>
                  <a:lnTo>
                    <a:pt x="12231" y="538"/>
                  </a:lnTo>
                  <a:cubicBezTo>
                    <a:pt x="12231" y="240"/>
                    <a:pt x="11991" y="0"/>
                    <a:pt x="11693" y="0"/>
                  </a:cubicBezTo>
                  <a:close/>
                </a:path>
              </a:pathLst>
            </a:custGeom>
            <a:solidFill>
              <a:srgbClr val="8B9DA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34" name="Google Shape;7934;p69"/>
            <p:cNvSpPr/>
            <p:nvPr/>
          </p:nvSpPr>
          <p:spPr>
            <a:xfrm>
              <a:off x="2047208" y="2469716"/>
              <a:ext cx="35997" cy="57753"/>
            </a:xfrm>
            <a:custGeom>
              <a:avLst/>
              <a:gdLst/>
              <a:ahLst/>
              <a:cxnLst/>
              <a:rect l="l" t="t" r="r" b="b"/>
              <a:pathLst>
                <a:path w="1375" h="2206" extrusionOk="0">
                  <a:moveTo>
                    <a:pt x="0" y="0"/>
                  </a:moveTo>
                  <a:lnTo>
                    <a:pt x="0" y="2205"/>
                  </a:lnTo>
                  <a:lnTo>
                    <a:pt x="1374" y="2205"/>
                  </a:lnTo>
                  <a:lnTo>
                    <a:pt x="1374" y="538"/>
                  </a:lnTo>
                  <a:cubicBezTo>
                    <a:pt x="1374" y="240"/>
                    <a:pt x="1134" y="0"/>
                    <a:pt x="836" y="0"/>
                  </a:cubicBezTo>
                  <a:close/>
                </a:path>
              </a:pathLst>
            </a:custGeom>
            <a:solidFill>
              <a:srgbClr val="7E93A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35" name="Google Shape;7935;p69"/>
            <p:cNvSpPr/>
            <p:nvPr/>
          </p:nvSpPr>
          <p:spPr>
            <a:xfrm>
              <a:off x="1796168" y="2444059"/>
              <a:ext cx="29583" cy="51575"/>
            </a:xfrm>
            <a:custGeom>
              <a:avLst/>
              <a:gdLst/>
              <a:ahLst/>
              <a:cxnLst/>
              <a:rect l="l" t="t" r="r" b="b"/>
              <a:pathLst>
                <a:path w="1130" h="1970" extrusionOk="0">
                  <a:moveTo>
                    <a:pt x="567" y="0"/>
                  </a:moveTo>
                  <a:cubicBezTo>
                    <a:pt x="255" y="0"/>
                    <a:pt x="0" y="255"/>
                    <a:pt x="0" y="567"/>
                  </a:cubicBezTo>
                  <a:lnTo>
                    <a:pt x="0" y="1408"/>
                  </a:lnTo>
                  <a:cubicBezTo>
                    <a:pt x="0" y="1720"/>
                    <a:pt x="255" y="1970"/>
                    <a:pt x="567" y="1970"/>
                  </a:cubicBezTo>
                  <a:cubicBezTo>
                    <a:pt x="875" y="1970"/>
                    <a:pt x="1129" y="1720"/>
                    <a:pt x="1129" y="1408"/>
                  </a:cubicBezTo>
                  <a:lnTo>
                    <a:pt x="1129" y="567"/>
                  </a:lnTo>
                  <a:cubicBezTo>
                    <a:pt x="1129" y="255"/>
                    <a:pt x="875" y="0"/>
                    <a:pt x="567" y="0"/>
                  </a:cubicBezTo>
                  <a:close/>
                </a:path>
              </a:pathLst>
            </a:custGeom>
            <a:solidFill>
              <a:srgbClr val="CAD5D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36" name="Google Shape;7936;p69"/>
            <p:cNvSpPr/>
            <p:nvPr/>
          </p:nvSpPr>
          <p:spPr>
            <a:xfrm>
              <a:off x="1870859" y="2444059"/>
              <a:ext cx="29583" cy="51575"/>
            </a:xfrm>
            <a:custGeom>
              <a:avLst/>
              <a:gdLst/>
              <a:ahLst/>
              <a:cxnLst/>
              <a:rect l="l" t="t" r="r" b="b"/>
              <a:pathLst>
                <a:path w="1130" h="1970" extrusionOk="0">
                  <a:moveTo>
                    <a:pt x="568" y="0"/>
                  </a:moveTo>
                  <a:cubicBezTo>
                    <a:pt x="256" y="0"/>
                    <a:pt x="1" y="255"/>
                    <a:pt x="1" y="567"/>
                  </a:cubicBezTo>
                  <a:lnTo>
                    <a:pt x="1" y="1408"/>
                  </a:lnTo>
                  <a:cubicBezTo>
                    <a:pt x="1" y="1720"/>
                    <a:pt x="256" y="1970"/>
                    <a:pt x="568" y="1970"/>
                  </a:cubicBezTo>
                  <a:cubicBezTo>
                    <a:pt x="880" y="1970"/>
                    <a:pt x="1130" y="1715"/>
                    <a:pt x="1130" y="1403"/>
                  </a:cubicBezTo>
                  <a:lnTo>
                    <a:pt x="1130" y="562"/>
                  </a:lnTo>
                  <a:cubicBezTo>
                    <a:pt x="1130" y="255"/>
                    <a:pt x="875" y="0"/>
                    <a:pt x="568" y="0"/>
                  </a:cubicBezTo>
                  <a:close/>
                </a:path>
              </a:pathLst>
            </a:custGeom>
            <a:solidFill>
              <a:srgbClr val="CAD5D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37" name="Google Shape;7937;p69"/>
            <p:cNvSpPr/>
            <p:nvPr/>
          </p:nvSpPr>
          <p:spPr>
            <a:xfrm>
              <a:off x="1945708" y="2444059"/>
              <a:ext cx="29453" cy="51575"/>
            </a:xfrm>
            <a:custGeom>
              <a:avLst/>
              <a:gdLst/>
              <a:ahLst/>
              <a:cxnLst/>
              <a:rect l="l" t="t" r="r" b="b"/>
              <a:pathLst>
                <a:path w="1125" h="1970" extrusionOk="0">
                  <a:moveTo>
                    <a:pt x="562" y="0"/>
                  </a:moveTo>
                  <a:cubicBezTo>
                    <a:pt x="250" y="0"/>
                    <a:pt x="0" y="255"/>
                    <a:pt x="0" y="567"/>
                  </a:cubicBezTo>
                  <a:lnTo>
                    <a:pt x="0" y="1408"/>
                  </a:lnTo>
                  <a:cubicBezTo>
                    <a:pt x="0" y="1720"/>
                    <a:pt x="250" y="1970"/>
                    <a:pt x="562" y="1970"/>
                  </a:cubicBezTo>
                  <a:cubicBezTo>
                    <a:pt x="875" y="1970"/>
                    <a:pt x="1124" y="1720"/>
                    <a:pt x="1124" y="1408"/>
                  </a:cubicBezTo>
                  <a:lnTo>
                    <a:pt x="1124" y="567"/>
                  </a:lnTo>
                  <a:cubicBezTo>
                    <a:pt x="1124" y="255"/>
                    <a:pt x="875" y="0"/>
                    <a:pt x="562" y="0"/>
                  </a:cubicBezTo>
                  <a:close/>
                </a:path>
              </a:pathLst>
            </a:custGeom>
            <a:solidFill>
              <a:srgbClr val="CAD5D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38" name="Google Shape;7938;p69"/>
            <p:cNvSpPr/>
            <p:nvPr/>
          </p:nvSpPr>
          <p:spPr>
            <a:xfrm>
              <a:off x="2020399" y="2444059"/>
              <a:ext cx="29479" cy="51575"/>
            </a:xfrm>
            <a:custGeom>
              <a:avLst/>
              <a:gdLst/>
              <a:ahLst/>
              <a:cxnLst/>
              <a:rect l="l" t="t" r="r" b="b"/>
              <a:pathLst>
                <a:path w="1126" h="1970" extrusionOk="0">
                  <a:moveTo>
                    <a:pt x="563" y="0"/>
                  </a:moveTo>
                  <a:cubicBezTo>
                    <a:pt x="251" y="0"/>
                    <a:pt x="1" y="255"/>
                    <a:pt x="1" y="567"/>
                  </a:cubicBezTo>
                  <a:lnTo>
                    <a:pt x="1" y="1408"/>
                  </a:lnTo>
                  <a:cubicBezTo>
                    <a:pt x="1" y="1720"/>
                    <a:pt x="251" y="1970"/>
                    <a:pt x="563" y="1970"/>
                  </a:cubicBezTo>
                  <a:cubicBezTo>
                    <a:pt x="875" y="1970"/>
                    <a:pt x="1125" y="1720"/>
                    <a:pt x="1125" y="1408"/>
                  </a:cubicBezTo>
                  <a:lnTo>
                    <a:pt x="1125" y="567"/>
                  </a:lnTo>
                  <a:cubicBezTo>
                    <a:pt x="1125" y="255"/>
                    <a:pt x="875" y="0"/>
                    <a:pt x="563" y="0"/>
                  </a:cubicBezTo>
                  <a:close/>
                </a:path>
              </a:pathLst>
            </a:custGeom>
            <a:solidFill>
              <a:srgbClr val="CAD5D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39" name="Google Shape;7939;p69"/>
            <p:cNvSpPr/>
            <p:nvPr/>
          </p:nvSpPr>
          <p:spPr>
            <a:xfrm>
              <a:off x="1757683" y="2438771"/>
              <a:ext cx="330680" cy="300128"/>
            </a:xfrm>
            <a:custGeom>
              <a:avLst/>
              <a:gdLst/>
              <a:ahLst/>
              <a:cxnLst/>
              <a:rect l="l" t="t" r="r" b="b"/>
              <a:pathLst>
                <a:path w="12631" h="11464" extrusionOk="0">
                  <a:moveTo>
                    <a:pt x="2037" y="399"/>
                  </a:moveTo>
                  <a:cubicBezTo>
                    <a:pt x="2239" y="399"/>
                    <a:pt x="2397" y="562"/>
                    <a:pt x="2402" y="764"/>
                  </a:cubicBezTo>
                  <a:lnTo>
                    <a:pt x="2402" y="1605"/>
                  </a:lnTo>
                  <a:cubicBezTo>
                    <a:pt x="2397" y="1807"/>
                    <a:pt x="2239" y="1970"/>
                    <a:pt x="2037" y="1970"/>
                  </a:cubicBezTo>
                  <a:cubicBezTo>
                    <a:pt x="1835" y="1970"/>
                    <a:pt x="1672" y="1807"/>
                    <a:pt x="1672" y="1605"/>
                  </a:cubicBezTo>
                  <a:lnTo>
                    <a:pt x="1672" y="764"/>
                  </a:lnTo>
                  <a:cubicBezTo>
                    <a:pt x="1672" y="562"/>
                    <a:pt x="1835" y="404"/>
                    <a:pt x="2037" y="399"/>
                  </a:cubicBezTo>
                  <a:close/>
                  <a:moveTo>
                    <a:pt x="4891" y="399"/>
                  </a:moveTo>
                  <a:cubicBezTo>
                    <a:pt x="5093" y="399"/>
                    <a:pt x="5256" y="562"/>
                    <a:pt x="5256" y="764"/>
                  </a:cubicBezTo>
                  <a:lnTo>
                    <a:pt x="5256" y="1605"/>
                  </a:lnTo>
                  <a:cubicBezTo>
                    <a:pt x="5256" y="1807"/>
                    <a:pt x="5093" y="1970"/>
                    <a:pt x="4891" y="1970"/>
                  </a:cubicBezTo>
                  <a:cubicBezTo>
                    <a:pt x="4689" y="1970"/>
                    <a:pt x="4526" y="1807"/>
                    <a:pt x="4526" y="1605"/>
                  </a:cubicBezTo>
                  <a:lnTo>
                    <a:pt x="4526" y="764"/>
                  </a:lnTo>
                  <a:cubicBezTo>
                    <a:pt x="4526" y="562"/>
                    <a:pt x="4689" y="399"/>
                    <a:pt x="4891" y="399"/>
                  </a:cubicBezTo>
                  <a:close/>
                  <a:moveTo>
                    <a:pt x="7744" y="399"/>
                  </a:moveTo>
                  <a:cubicBezTo>
                    <a:pt x="7946" y="399"/>
                    <a:pt x="8110" y="562"/>
                    <a:pt x="8110" y="764"/>
                  </a:cubicBezTo>
                  <a:lnTo>
                    <a:pt x="8110" y="1605"/>
                  </a:lnTo>
                  <a:cubicBezTo>
                    <a:pt x="8110" y="1807"/>
                    <a:pt x="7946" y="1970"/>
                    <a:pt x="7744" y="1970"/>
                  </a:cubicBezTo>
                  <a:cubicBezTo>
                    <a:pt x="7543" y="1970"/>
                    <a:pt x="7379" y="1807"/>
                    <a:pt x="7379" y="1605"/>
                  </a:cubicBezTo>
                  <a:lnTo>
                    <a:pt x="7379" y="764"/>
                  </a:lnTo>
                  <a:cubicBezTo>
                    <a:pt x="7379" y="562"/>
                    <a:pt x="7543" y="399"/>
                    <a:pt x="7744" y="399"/>
                  </a:cubicBezTo>
                  <a:close/>
                  <a:moveTo>
                    <a:pt x="10598" y="399"/>
                  </a:moveTo>
                  <a:cubicBezTo>
                    <a:pt x="10800" y="399"/>
                    <a:pt x="10963" y="562"/>
                    <a:pt x="10963" y="764"/>
                  </a:cubicBezTo>
                  <a:lnTo>
                    <a:pt x="10963" y="1605"/>
                  </a:lnTo>
                  <a:cubicBezTo>
                    <a:pt x="10963" y="1807"/>
                    <a:pt x="10800" y="1970"/>
                    <a:pt x="10598" y="1970"/>
                  </a:cubicBezTo>
                  <a:cubicBezTo>
                    <a:pt x="10396" y="1970"/>
                    <a:pt x="10233" y="1807"/>
                    <a:pt x="10233" y="1605"/>
                  </a:cubicBezTo>
                  <a:lnTo>
                    <a:pt x="10233" y="764"/>
                  </a:lnTo>
                  <a:cubicBezTo>
                    <a:pt x="10233" y="562"/>
                    <a:pt x="10396" y="399"/>
                    <a:pt x="10598" y="399"/>
                  </a:cubicBezTo>
                  <a:close/>
                  <a:moveTo>
                    <a:pt x="11900" y="1384"/>
                  </a:moveTo>
                  <a:cubicBezTo>
                    <a:pt x="12082" y="1384"/>
                    <a:pt x="12236" y="1533"/>
                    <a:pt x="12236" y="1720"/>
                  </a:cubicBezTo>
                  <a:lnTo>
                    <a:pt x="12236" y="3185"/>
                  </a:lnTo>
                  <a:lnTo>
                    <a:pt x="399" y="3185"/>
                  </a:lnTo>
                  <a:lnTo>
                    <a:pt x="399" y="1720"/>
                  </a:lnTo>
                  <a:cubicBezTo>
                    <a:pt x="399" y="1533"/>
                    <a:pt x="553" y="1384"/>
                    <a:pt x="740" y="1384"/>
                  </a:cubicBezTo>
                  <a:lnTo>
                    <a:pt x="1273" y="1384"/>
                  </a:lnTo>
                  <a:lnTo>
                    <a:pt x="1273" y="1610"/>
                  </a:lnTo>
                  <a:cubicBezTo>
                    <a:pt x="1273" y="2032"/>
                    <a:pt x="1614" y="2373"/>
                    <a:pt x="2037" y="2373"/>
                  </a:cubicBezTo>
                  <a:cubicBezTo>
                    <a:pt x="2455" y="2373"/>
                    <a:pt x="2796" y="2032"/>
                    <a:pt x="2796" y="1610"/>
                  </a:cubicBezTo>
                  <a:lnTo>
                    <a:pt x="2796" y="1384"/>
                  </a:lnTo>
                  <a:lnTo>
                    <a:pt x="4127" y="1384"/>
                  </a:lnTo>
                  <a:lnTo>
                    <a:pt x="4127" y="1610"/>
                  </a:lnTo>
                  <a:cubicBezTo>
                    <a:pt x="4127" y="2032"/>
                    <a:pt x="4468" y="2373"/>
                    <a:pt x="4891" y="2373"/>
                  </a:cubicBezTo>
                  <a:cubicBezTo>
                    <a:pt x="5309" y="2373"/>
                    <a:pt x="5655" y="2032"/>
                    <a:pt x="5655" y="1610"/>
                  </a:cubicBezTo>
                  <a:lnTo>
                    <a:pt x="5655" y="1384"/>
                  </a:lnTo>
                  <a:lnTo>
                    <a:pt x="6981" y="1384"/>
                  </a:lnTo>
                  <a:lnTo>
                    <a:pt x="6981" y="1610"/>
                  </a:lnTo>
                  <a:cubicBezTo>
                    <a:pt x="6981" y="2032"/>
                    <a:pt x="7322" y="2373"/>
                    <a:pt x="7744" y="2373"/>
                  </a:cubicBezTo>
                  <a:cubicBezTo>
                    <a:pt x="8167" y="2373"/>
                    <a:pt x="8508" y="2032"/>
                    <a:pt x="8508" y="1610"/>
                  </a:cubicBezTo>
                  <a:lnTo>
                    <a:pt x="8508" y="1384"/>
                  </a:lnTo>
                  <a:lnTo>
                    <a:pt x="9839" y="1384"/>
                  </a:lnTo>
                  <a:lnTo>
                    <a:pt x="9839" y="1610"/>
                  </a:lnTo>
                  <a:cubicBezTo>
                    <a:pt x="9839" y="2032"/>
                    <a:pt x="10180" y="2373"/>
                    <a:pt x="10598" y="2373"/>
                  </a:cubicBezTo>
                  <a:cubicBezTo>
                    <a:pt x="11021" y="2373"/>
                    <a:pt x="11362" y="2032"/>
                    <a:pt x="11362" y="1610"/>
                  </a:cubicBezTo>
                  <a:lnTo>
                    <a:pt x="11362" y="1384"/>
                  </a:lnTo>
                  <a:close/>
                  <a:moveTo>
                    <a:pt x="2037" y="0"/>
                  </a:moveTo>
                  <a:cubicBezTo>
                    <a:pt x="1614" y="0"/>
                    <a:pt x="1273" y="341"/>
                    <a:pt x="1273" y="764"/>
                  </a:cubicBezTo>
                  <a:lnTo>
                    <a:pt x="1273" y="985"/>
                  </a:lnTo>
                  <a:lnTo>
                    <a:pt x="740" y="985"/>
                  </a:lnTo>
                  <a:cubicBezTo>
                    <a:pt x="332" y="985"/>
                    <a:pt x="0" y="1312"/>
                    <a:pt x="0" y="1720"/>
                  </a:cubicBezTo>
                  <a:lnTo>
                    <a:pt x="0" y="4521"/>
                  </a:lnTo>
                  <a:cubicBezTo>
                    <a:pt x="0" y="4655"/>
                    <a:pt x="100" y="4723"/>
                    <a:pt x="200" y="4723"/>
                  </a:cubicBezTo>
                  <a:cubicBezTo>
                    <a:pt x="299" y="4723"/>
                    <a:pt x="399" y="4655"/>
                    <a:pt x="399" y="4521"/>
                  </a:cubicBezTo>
                  <a:lnTo>
                    <a:pt x="399" y="3584"/>
                  </a:lnTo>
                  <a:lnTo>
                    <a:pt x="12231" y="3584"/>
                  </a:lnTo>
                  <a:lnTo>
                    <a:pt x="12231" y="11266"/>
                  </a:lnTo>
                  <a:cubicBezTo>
                    <a:pt x="12231" y="11398"/>
                    <a:pt x="12331" y="11464"/>
                    <a:pt x="12431" y="11464"/>
                  </a:cubicBezTo>
                  <a:cubicBezTo>
                    <a:pt x="12530" y="11464"/>
                    <a:pt x="12630" y="11398"/>
                    <a:pt x="12630" y="11266"/>
                  </a:cubicBezTo>
                  <a:lnTo>
                    <a:pt x="12630" y="1715"/>
                  </a:lnTo>
                  <a:cubicBezTo>
                    <a:pt x="12630" y="1312"/>
                    <a:pt x="12303" y="985"/>
                    <a:pt x="11895" y="985"/>
                  </a:cubicBezTo>
                  <a:lnTo>
                    <a:pt x="11362" y="985"/>
                  </a:lnTo>
                  <a:lnTo>
                    <a:pt x="11362" y="764"/>
                  </a:lnTo>
                  <a:cubicBezTo>
                    <a:pt x="11362" y="341"/>
                    <a:pt x="11021" y="0"/>
                    <a:pt x="10598" y="0"/>
                  </a:cubicBezTo>
                  <a:cubicBezTo>
                    <a:pt x="10175" y="0"/>
                    <a:pt x="9834" y="341"/>
                    <a:pt x="9834" y="764"/>
                  </a:cubicBezTo>
                  <a:lnTo>
                    <a:pt x="9834" y="985"/>
                  </a:lnTo>
                  <a:lnTo>
                    <a:pt x="8508" y="985"/>
                  </a:lnTo>
                  <a:lnTo>
                    <a:pt x="8508" y="764"/>
                  </a:lnTo>
                  <a:cubicBezTo>
                    <a:pt x="8508" y="341"/>
                    <a:pt x="8167" y="0"/>
                    <a:pt x="7744" y="0"/>
                  </a:cubicBezTo>
                  <a:cubicBezTo>
                    <a:pt x="7322" y="0"/>
                    <a:pt x="6981" y="341"/>
                    <a:pt x="6981" y="764"/>
                  </a:cubicBezTo>
                  <a:lnTo>
                    <a:pt x="6981" y="985"/>
                  </a:lnTo>
                  <a:lnTo>
                    <a:pt x="5655" y="985"/>
                  </a:lnTo>
                  <a:lnTo>
                    <a:pt x="5655" y="764"/>
                  </a:lnTo>
                  <a:cubicBezTo>
                    <a:pt x="5655" y="341"/>
                    <a:pt x="5309" y="0"/>
                    <a:pt x="4891" y="0"/>
                  </a:cubicBezTo>
                  <a:cubicBezTo>
                    <a:pt x="4468" y="0"/>
                    <a:pt x="4127" y="341"/>
                    <a:pt x="4127" y="764"/>
                  </a:cubicBezTo>
                  <a:lnTo>
                    <a:pt x="4127" y="985"/>
                  </a:lnTo>
                  <a:lnTo>
                    <a:pt x="2796" y="985"/>
                  </a:lnTo>
                  <a:lnTo>
                    <a:pt x="2796" y="764"/>
                  </a:lnTo>
                  <a:cubicBezTo>
                    <a:pt x="2796" y="341"/>
                    <a:pt x="2455" y="0"/>
                    <a:pt x="2037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40" name="Google Shape;7940;p69"/>
            <p:cNvSpPr/>
            <p:nvPr/>
          </p:nvSpPr>
          <p:spPr>
            <a:xfrm>
              <a:off x="1757683" y="2576452"/>
              <a:ext cx="330680" cy="218760"/>
            </a:xfrm>
            <a:custGeom>
              <a:avLst/>
              <a:gdLst/>
              <a:ahLst/>
              <a:cxnLst/>
              <a:rect l="l" t="t" r="r" b="b"/>
              <a:pathLst>
                <a:path w="12631" h="8356" extrusionOk="0">
                  <a:moveTo>
                    <a:pt x="200" y="0"/>
                  </a:moveTo>
                  <a:cubicBezTo>
                    <a:pt x="100" y="0"/>
                    <a:pt x="0" y="66"/>
                    <a:pt x="0" y="199"/>
                  </a:cubicBezTo>
                  <a:lnTo>
                    <a:pt x="0" y="7621"/>
                  </a:lnTo>
                  <a:cubicBezTo>
                    <a:pt x="0" y="8024"/>
                    <a:pt x="332" y="8356"/>
                    <a:pt x="740" y="8356"/>
                  </a:cubicBezTo>
                  <a:lnTo>
                    <a:pt x="11895" y="8356"/>
                  </a:lnTo>
                  <a:cubicBezTo>
                    <a:pt x="12303" y="8356"/>
                    <a:pt x="12630" y="8024"/>
                    <a:pt x="12630" y="7621"/>
                  </a:cubicBezTo>
                  <a:lnTo>
                    <a:pt x="12630" y="6953"/>
                  </a:lnTo>
                  <a:cubicBezTo>
                    <a:pt x="12630" y="6843"/>
                    <a:pt x="12544" y="6756"/>
                    <a:pt x="12433" y="6756"/>
                  </a:cubicBezTo>
                  <a:cubicBezTo>
                    <a:pt x="12323" y="6756"/>
                    <a:pt x="12231" y="6843"/>
                    <a:pt x="12231" y="6953"/>
                  </a:cubicBezTo>
                  <a:lnTo>
                    <a:pt x="12231" y="7621"/>
                  </a:lnTo>
                  <a:cubicBezTo>
                    <a:pt x="12231" y="7803"/>
                    <a:pt x="12082" y="7957"/>
                    <a:pt x="11895" y="7957"/>
                  </a:cubicBezTo>
                  <a:lnTo>
                    <a:pt x="740" y="7957"/>
                  </a:lnTo>
                  <a:cubicBezTo>
                    <a:pt x="553" y="7957"/>
                    <a:pt x="399" y="7803"/>
                    <a:pt x="399" y="7621"/>
                  </a:cubicBezTo>
                  <a:lnTo>
                    <a:pt x="399" y="199"/>
                  </a:lnTo>
                  <a:cubicBezTo>
                    <a:pt x="399" y="66"/>
                    <a:pt x="299" y="0"/>
                    <a:pt x="200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7941" name="Google Shape;7941;p69"/>
          <p:cNvGrpSpPr/>
          <p:nvPr/>
        </p:nvGrpSpPr>
        <p:grpSpPr>
          <a:xfrm>
            <a:off x="2957765" y="3511768"/>
            <a:ext cx="275931" cy="265858"/>
            <a:chOff x="3943687" y="3825107"/>
            <a:chExt cx="367908" cy="354477"/>
          </a:xfrm>
        </p:grpSpPr>
        <p:sp>
          <p:nvSpPr>
            <p:cNvPr id="7942" name="Google Shape;7942;p69"/>
            <p:cNvSpPr/>
            <p:nvPr/>
          </p:nvSpPr>
          <p:spPr>
            <a:xfrm>
              <a:off x="4140508" y="4012398"/>
              <a:ext cx="87834" cy="87808"/>
            </a:xfrm>
            <a:custGeom>
              <a:avLst/>
              <a:gdLst/>
              <a:ahLst/>
              <a:cxnLst/>
              <a:rect l="l" t="t" r="r" b="b"/>
              <a:pathLst>
                <a:path w="3355" h="3354" extrusionOk="0">
                  <a:moveTo>
                    <a:pt x="621" y="0"/>
                  </a:moveTo>
                  <a:lnTo>
                    <a:pt x="1" y="615"/>
                  </a:lnTo>
                  <a:lnTo>
                    <a:pt x="2734" y="3353"/>
                  </a:lnTo>
                  <a:lnTo>
                    <a:pt x="3354" y="2734"/>
                  </a:lnTo>
                  <a:lnTo>
                    <a:pt x="621" y="0"/>
                  </a:lnTo>
                  <a:close/>
                </a:path>
              </a:pathLst>
            </a:custGeom>
            <a:solidFill>
              <a:srgbClr val="EBEEF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43" name="Google Shape;7943;p69"/>
            <p:cNvSpPr/>
            <p:nvPr/>
          </p:nvSpPr>
          <p:spPr>
            <a:xfrm>
              <a:off x="4177631" y="4050412"/>
              <a:ext cx="128308" cy="124067"/>
            </a:xfrm>
            <a:custGeom>
              <a:avLst/>
              <a:gdLst/>
              <a:ahLst/>
              <a:cxnLst/>
              <a:rect l="l" t="t" r="r" b="b"/>
              <a:pathLst>
                <a:path w="4901" h="4739" extrusionOk="0">
                  <a:moveTo>
                    <a:pt x="1029" y="0"/>
                  </a:moveTo>
                  <a:cubicBezTo>
                    <a:pt x="939" y="0"/>
                    <a:pt x="848" y="35"/>
                    <a:pt x="778" y="105"/>
                  </a:cubicBezTo>
                  <a:lnTo>
                    <a:pt x="144" y="744"/>
                  </a:lnTo>
                  <a:cubicBezTo>
                    <a:pt x="10" y="878"/>
                    <a:pt x="0" y="1089"/>
                    <a:pt x="125" y="1234"/>
                  </a:cubicBezTo>
                  <a:lnTo>
                    <a:pt x="2868" y="4366"/>
                  </a:lnTo>
                  <a:cubicBezTo>
                    <a:pt x="3083" y="4613"/>
                    <a:pt x="3384" y="4739"/>
                    <a:pt x="3687" y="4739"/>
                  </a:cubicBezTo>
                  <a:cubicBezTo>
                    <a:pt x="3965" y="4739"/>
                    <a:pt x="4244" y="4633"/>
                    <a:pt x="4458" y="4419"/>
                  </a:cubicBezTo>
                  <a:cubicBezTo>
                    <a:pt x="4900" y="3972"/>
                    <a:pt x="4876" y="3246"/>
                    <a:pt x="4405" y="2833"/>
                  </a:cubicBezTo>
                  <a:lnTo>
                    <a:pt x="1268" y="90"/>
                  </a:lnTo>
                  <a:cubicBezTo>
                    <a:pt x="1199" y="30"/>
                    <a:pt x="1114" y="0"/>
                    <a:pt x="1029" y="0"/>
                  </a:cubicBezTo>
                  <a:close/>
                </a:path>
              </a:pathLst>
            </a:custGeom>
            <a:solidFill>
              <a:srgbClr val="CAD5D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44" name="Google Shape;7944;p69"/>
            <p:cNvSpPr/>
            <p:nvPr/>
          </p:nvSpPr>
          <p:spPr>
            <a:xfrm>
              <a:off x="4177736" y="4059051"/>
              <a:ext cx="123177" cy="115454"/>
            </a:xfrm>
            <a:custGeom>
              <a:avLst/>
              <a:gdLst/>
              <a:ahLst/>
              <a:cxnLst/>
              <a:rect l="l" t="t" r="r" b="b"/>
              <a:pathLst>
                <a:path w="4705" h="4410" extrusionOk="0">
                  <a:moveTo>
                    <a:pt x="553" y="0"/>
                  </a:moveTo>
                  <a:lnTo>
                    <a:pt x="140" y="414"/>
                  </a:lnTo>
                  <a:cubicBezTo>
                    <a:pt x="6" y="548"/>
                    <a:pt x="1" y="759"/>
                    <a:pt x="121" y="904"/>
                  </a:cubicBezTo>
                  <a:lnTo>
                    <a:pt x="2864" y="4041"/>
                  </a:lnTo>
                  <a:cubicBezTo>
                    <a:pt x="3082" y="4286"/>
                    <a:pt x="3383" y="4410"/>
                    <a:pt x="3684" y="4410"/>
                  </a:cubicBezTo>
                  <a:cubicBezTo>
                    <a:pt x="3961" y="4410"/>
                    <a:pt x="4238" y="4305"/>
                    <a:pt x="4449" y="4093"/>
                  </a:cubicBezTo>
                  <a:cubicBezTo>
                    <a:pt x="4565" y="3978"/>
                    <a:pt x="4651" y="3844"/>
                    <a:pt x="4704" y="3690"/>
                  </a:cubicBezTo>
                  <a:lnTo>
                    <a:pt x="4704" y="3690"/>
                  </a:lnTo>
                  <a:cubicBezTo>
                    <a:pt x="4583" y="3734"/>
                    <a:pt x="4458" y="3756"/>
                    <a:pt x="4333" y="3756"/>
                  </a:cubicBezTo>
                  <a:cubicBezTo>
                    <a:pt x="4028" y="3756"/>
                    <a:pt x="3729" y="3626"/>
                    <a:pt x="3517" y="3387"/>
                  </a:cubicBezTo>
                  <a:lnTo>
                    <a:pt x="553" y="0"/>
                  </a:lnTo>
                  <a:close/>
                </a:path>
              </a:pathLst>
            </a:custGeom>
            <a:solidFill>
              <a:srgbClr val="C3CFD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45" name="Google Shape;7945;p69"/>
            <p:cNvSpPr/>
            <p:nvPr/>
          </p:nvSpPr>
          <p:spPr>
            <a:xfrm>
              <a:off x="3946462" y="3830343"/>
              <a:ext cx="270308" cy="246144"/>
            </a:xfrm>
            <a:custGeom>
              <a:avLst/>
              <a:gdLst/>
              <a:ahLst/>
              <a:cxnLst/>
              <a:rect l="l" t="t" r="r" b="b"/>
              <a:pathLst>
                <a:path w="10325" h="9402" extrusionOk="0">
                  <a:moveTo>
                    <a:pt x="5160" y="0"/>
                  </a:moveTo>
                  <a:cubicBezTo>
                    <a:pt x="3956" y="0"/>
                    <a:pt x="2753" y="459"/>
                    <a:pt x="1835" y="1377"/>
                  </a:cubicBezTo>
                  <a:cubicBezTo>
                    <a:pt x="0" y="3212"/>
                    <a:pt x="0" y="6190"/>
                    <a:pt x="1835" y="8025"/>
                  </a:cubicBezTo>
                  <a:cubicBezTo>
                    <a:pt x="2753" y="8943"/>
                    <a:pt x="3956" y="9402"/>
                    <a:pt x="5160" y="9402"/>
                  </a:cubicBezTo>
                  <a:cubicBezTo>
                    <a:pt x="6363" y="9402"/>
                    <a:pt x="7567" y="8943"/>
                    <a:pt x="8484" y="8025"/>
                  </a:cubicBezTo>
                  <a:cubicBezTo>
                    <a:pt x="10324" y="6190"/>
                    <a:pt x="10324" y="3212"/>
                    <a:pt x="8484" y="1377"/>
                  </a:cubicBezTo>
                  <a:cubicBezTo>
                    <a:pt x="7567" y="459"/>
                    <a:pt x="6363" y="0"/>
                    <a:pt x="5160" y="0"/>
                  </a:cubicBezTo>
                  <a:close/>
                </a:path>
              </a:pathLst>
            </a:custGeom>
            <a:solidFill>
              <a:srgbClr val="EDF0F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46" name="Google Shape;7946;p69"/>
            <p:cNvSpPr/>
            <p:nvPr/>
          </p:nvSpPr>
          <p:spPr>
            <a:xfrm>
              <a:off x="3978035" y="3858984"/>
              <a:ext cx="207162" cy="188863"/>
            </a:xfrm>
            <a:custGeom>
              <a:avLst/>
              <a:gdLst/>
              <a:ahLst/>
              <a:cxnLst/>
              <a:rect l="l" t="t" r="r" b="b"/>
              <a:pathLst>
                <a:path w="7913" h="7214" extrusionOk="0">
                  <a:moveTo>
                    <a:pt x="3956" y="0"/>
                  </a:moveTo>
                  <a:cubicBezTo>
                    <a:pt x="3034" y="0"/>
                    <a:pt x="2111" y="352"/>
                    <a:pt x="1408" y="1056"/>
                  </a:cubicBezTo>
                  <a:cubicBezTo>
                    <a:pt x="0" y="2464"/>
                    <a:pt x="0" y="4750"/>
                    <a:pt x="1408" y="6158"/>
                  </a:cubicBezTo>
                  <a:cubicBezTo>
                    <a:pt x="2111" y="6862"/>
                    <a:pt x="3034" y="7214"/>
                    <a:pt x="3956" y="7214"/>
                  </a:cubicBezTo>
                  <a:cubicBezTo>
                    <a:pt x="4879" y="7214"/>
                    <a:pt x="5801" y="6862"/>
                    <a:pt x="6505" y="6158"/>
                  </a:cubicBezTo>
                  <a:cubicBezTo>
                    <a:pt x="7912" y="4750"/>
                    <a:pt x="7912" y="2464"/>
                    <a:pt x="6505" y="1056"/>
                  </a:cubicBezTo>
                  <a:cubicBezTo>
                    <a:pt x="5801" y="352"/>
                    <a:pt x="4879" y="0"/>
                    <a:pt x="3956" y="0"/>
                  </a:cubicBezTo>
                  <a:close/>
                </a:path>
              </a:pathLst>
            </a:custGeom>
            <a:solidFill>
              <a:srgbClr val="DFE4E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47" name="Google Shape;7947;p69"/>
            <p:cNvSpPr/>
            <p:nvPr/>
          </p:nvSpPr>
          <p:spPr>
            <a:xfrm>
              <a:off x="3977407" y="3878697"/>
              <a:ext cx="178862" cy="167840"/>
            </a:xfrm>
            <a:custGeom>
              <a:avLst/>
              <a:gdLst/>
              <a:ahLst/>
              <a:cxnLst/>
              <a:rect l="l" t="t" r="r" b="b"/>
              <a:pathLst>
                <a:path w="6832" h="6411" extrusionOk="0">
                  <a:moveTo>
                    <a:pt x="1773" y="0"/>
                  </a:moveTo>
                  <a:lnTo>
                    <a:pt x="1773" y="0"/>
                  </a:lnTo>
                  <a:cubicBezTo>
                    <a:pt x="1653" y="92"/>
                    <a:pt x="1537" y="193"/>
                    <a:pt x="1432" y="303"/>
                  </a:cubicBezTo>
                  <a:lnTo>
                    <a:pt x="1427" y="303"/>
                  </a:lnTo>
                  <a:cubicBezTo>
                    <a:pt x="0" y="1783"/>
                    <a:pt x="96" y="4156"/>
                    <a:pt x="1643" y="5511"/>
                  </a:cubicBezTo>
                  <a:cubicBezTo>
                    <a:pt x="2329" y="6115"/>
                    <a:pt x="3177" y="6410"/>
                    <a:pt x="4020" y="6410"/>
                  </a:cubicBezTo>
                  <a:cubicBezTo>
                    <a:pt x="5073" y="6410"/>
                    <a:pt x="6119" y="5950"/>
                    <a:pt x="6831" y="5059"/>
                  </a:cubicBezTo>
                  <a:lnTo>
                    <a:pt x="6831" y="5059"/>
                  </a:lnTo>
                  <a:cubicBezTo>
                    <a:pt x="6177" y="5573"/>
                    <a:pt x="5394" y="5826"/>
                    <a:pt x="4613" y="5826"/>
                  </a:cubicBezTo>
                  <a:cubicBezTo>
                    <a:pt x="3687" y="5826"/>
                    <a:pt x="2765" y="5470"/>
                    <a:pt x="2066" y="4771"/>
                  </a:cubicBezTo>
                  <a:cubicBezTo>
                    <a:pt x="778" y="3483"/>
                    <a:pt x="653" y="1437"/>
                    <a:pt x="1773" y="0"/>
                  </a:cubicBezTo>
                  <a:close/>
                </a:path>
              </a:pathLst>
            </a:custGeom>
            <a:solidFill>
              <a:srgbClr val="D0D7D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48" name="Google Shape;7948;p69"/>
            <p:cNvSpPr/>
            <p:nvPr/>
          </p:nvSpPr>
          <p:spPr>
            <a:xfrm>
              <a:off x="4177736" y="4050464"/>
              <a:ext cx="51863" cy="50999"/>
            </a:xfrm>
            <a:custGeom>
              <a:avLst/>
              <a:gdLst/>
              <a:ahLst/>
              <a:cxnLst/>
              <a:rect l="l" t="t" r="r" b="b"/>
              <a:pathLst>
                <a:path w="1981" h="1948" extrusionOk="0">
                  <a:moveTo>
                    <a:pt x="1032" y="0"/>
                  </a:moveTo>
                  <a:cubicBezTo>
                    <a:pt x="939" y="0"/>
                    <a:pt x="845" y="36"/>
                    <a:pt x="774" y="107"/>
                  </a:cubicBezTo>
                  <a:lnTo>
                    <a:pt x="140" y="742"/>
                  </a:lnTo>
                  <a:cubicBezTo>
                    <a:pt x="6" y="876"/>
                    <a:pt x="1" y="1087"/>
                    <a:pt x="121" y="1232"/>
                  </a:cubicBezTo>
                  <a:lnTo>
                    <a:pt x="750" y="1947"/>
                  </a:lnTo>
                  <a:lnTo>
                    <a:pt x="1980" y="713"/>
                  </a:lnTo>
                  <a:lnTo>
                    <a:pt x="1264" y="88"/>
                  </a:lnTo>
                  <a:cubicBezTo>
                    <a:pt x="1199" y="29"/>
                    <a:pt x="1116" y="0"/>
                    <a:pt x="1032" y="0"/>
                  </a:cubicBez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49" name="Google Shape;7949;p69"/>
            <p:cNvSpPr/>
            <p:nvPr/>
          </p:nvSpPr>
          <p:spPr>
            <a:xfrm>
              <a:off x="4177736" y="4059051"/>
              <a:ext cx="36757" cy="42412"/>
            </a:xfrm>
            <a:custGeom>
              <a:avLst/>
              <a:gdLst/>
              <a:ahLst/>
              <a:cxnLst/>
              <a:rect l="l" t="t" r="r" b="b"/>
              <a:pathLst>
                <a:path w="1404" h="1620" extrusionOk="0">
                  <a:moveTo>
                    <a:pt x="553" y="0"/>
                  </a:moveTo>
                  <a:lnTo>
                    <a:pt x="140" y="414"/>
                  </a:lnTo>
                  <a:cubicBezTo>
                    <a:pt x="6" y="548"/>
                    <a:pt x="1" y="759"/>
                    <a:pt x="121" y="904"/>
                  </a:cubicBezTo>
                  <a:lnTo>
                    <a:pt x="750" y="1619"/>
                  </a:lnTo>
                  <a:lnTo>
                    <a:pt x="1404" y="966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DBE2E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50" name="Google Shape;7950;p69"/>
            <p:cNvSpPr/>
            <p:nvPr/>
          </p:nvSpPr>
          <p:spPr>
            <a:xfrm>
              <a:off x="4029479" y="3885111"/>
              <a:ext cx="104144" cy="28955"/>
            </a:xfrm>
            <a:custGeom>
              <a:avLst/>
              <a:gdLst/>
              <a:ahLst/>
              <a:cxnLst/>
              <a:rect l="l" t="t" r="r" b="b"/>
              <a:pathLst>
                <a:path w="3978" h="1106" extrusionOk="0">
                  <a:moveTo>
                    <a:pt x="1989" y="0"/>
                  </a:moveTo>
                  <a:cubicBezTo>
                    <a:pt x="1321" y="0"/>
                    <a:pt x="653" y="255"/>
                    <a:pt x="144" y="764"/>
                  </a:cubicBezTo>
                  <a:cubicBezTo>
                    <a:pt x="0" y="908"/>
                    <a:pt x="131" y="1105"/>
                    <a:pt x="283" y="1105"/>
                  </a:cubicBezTo>
                  <a:cubicBezTo>
                    <a:pt x="330" y="1105"/>
                    <a:pt x="379" y="1087"/>
                    <a:pt x="423" y="1043"/>
                  </a:cubicBezTo>
                  <a:cubicBezTo>
                    <a:pt x="855" y="611"/>
                    <a:pt x="1422" y="394"/>
                    <a:pt x="1989" y="394"/>
                  </a:cubicBezTo>
                  <a:cubicBezTo>
                    <a:pt x="2556" y="394"/>
                    <a:pt x="3123" y="611"/>
                    <a:pt x="3555" y="1043"/>
                  </a:cubicBezTo>
                  <a:cubicBezTo>
                    <a:pt x="3599" y="1087"/>
                    <a:pt x="3647" y="1105"/>
                    <a:pt x="3694" y="1105"/>
                  </a:cubicBezTo>
                  <a:cubicBezTo>
                    <a:pt x="3847" y="1105"/>
                    <a:pt x="3977" y="908"/>
                    <a:pt x="3834" y="764"/>
                  </a:cubicBezTo>
                  <a:cubicBezTo>
                    <a:pt x="3324" y="255"/>
                    <a:pt x="2657" y="0"/>
                    <a:pt x="1989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51" name="Google Shape;7951;p69"/>
            <p:cNvSpPr/>
            <p:nvPr/>
          </p:nvSpPr>
          <p:spPr>
            <a:xfrm>
              <a:off x="3943687" y="3825107"/>
              <a:ext cx="367908" cy="354477"/>
            </a:xfrm>
            <a:custGeom>
              <a:avLst/>
              <a:gdLst/>
              <a:ahLst/>
              <a:cxnLst/>
              <a:rect l="l" t="t" r="r" b="b"/>
              <a:pathLst>
                <a:path w="14053" h="13540" extrusionOk="0">
                  <a:moveTo>
                    <a:pt x="8898" y="8192"/>
                  </a:moveTo>
                  <a:lnTo>
                    <a:pt x="9426" y="8720"/>
                  </a:lnTo>
                  <a:lnTo>
                    <a:pt x="9090" y="9057"/>
                  </a:lnTo>
                  <a:lnTo>
                    <a:pt x="8557" y="8528"/>
                  </a:lnTo>
                  <a:cubicBezTo>
                    <a:pt x="8677" y="8418"/>
                    <a:pt x="8792" y="8307"/>
                    <a:pt x="8898" y="8192"/>
                  </a:cubicBezTo>
                  <a:close/>
                  <a:moveTo>
                    <a:pt x="5262" y="395"/>
                  </a:moveTo>
                  <a:cubicBezTo>
                    <a:pt x="6965" y="395"/>
                    <a:pt x="8530" y="1355"/>
                    <a:pt x="9296" y="2888"/>
                  </a:cubicBezTo>
                  <a:cubicBezTo>
                    <a:pt x="10094" y="4483"/>
                    <a:pt x="9873" y="6395"/>
                    <a:pt x="8734" y="7769"/>
                  </a:cubicBezTo>
                  <a:lnTo>
                    <a:pt x="8730" y="7779"/>
                  </a:lnTo>
                  <a:cubicBezTo>
                    <a:pt x="8552" y="7990"/>
                    <a:pt x="8360" y="8187"/>
                    <a:pt x="8143" y="8360"/>
                  </a:cubicBezTo>
                  <a:lnTo>
                    <a:pt x="8139" y="8370"/>
                  </a:lnTo>
                  <a:cubicBezTo>
                    <a:pt x="7301" y="9061"/>
                    <a:pt x="6282" y="9403"/>
                    <a:pt x="5266" y="9403"/>
                  </a:cubicBezTo>
                  <a:cubicBezTo>
                    <a:pt x="4109" y="9403"/>
                    <a:pt x="2956" y="8959"/>
                    <a:pt x="2081" y="8081"/>
                  </a:cubicBezTo>
                  <a:cubicBezTo>
                    <a:pt x="822" y="6823"/>
                    <a:pt x="423" y="4935"/>
                    <a:pt x="1067" y="3272"/>
                  </a:cubicBezTo>
                  <a:cubicBezTo>
                    <a:pt x="1711" y="1610"/>
                    <a:pt x="3272" y="486"/>
                    <a:pt x="5054" y="400"/>
                  </a:cubicBezTo>
                  <a:cubicBezTo>
                    <a:pt x="5124" y="396"/>
                    <a:pt x="5193" y="395"/>
                    <a:pt x="5262" y="395"/>
                  </a:cubicBezTo>
                  <a:close/>
                  <a:moveTo>
                    <a:pt x="9969" y="8807"/>
                  </a:moveTo>
                  <a:cubicBezTo>
                    <a:pt x="10007" y="8807"/>
                    <a:pt x="10045" y="8820"/>
                    <a:pt x="10075" y="8845"/>
                  </a:cubicBezTo>
                  <a:lnTo>
                    <a:pt x="10632" y="9330"/>
                  </a:lnTo>
                  <a:lnTo>
                    <a:pt x="9695" y="10262"/>
                  </a:lnTo>
                  <a:lnTo>
                    <a:pt x="9210" y="9710"/>
                  </a:lnTo>
                  <a:cubicBezTo>
                    <a:pt x="9157" y="9647"/>
                    <a:pt x="9157" y="9551"/>
                    <a:pt x="9220" y="9489"/>
                  </a:cubicBezTo>
                  <a:lnTo>
                    <a:pt x="9854" y="8855"/>
                  </a:lnTo>
                  <a:cubicBezTo>
                    <a:pt x="9886" y="8822"/>
                    <a:pt x="9928" y="8807"/>
                    <a:pt x="9969" y="8807"/>
                  </a:cubicBezTo>
                  <a:close/>
                  <a:moveTo>
                    <a:pt x="10930" y="9595"/>
                  </a:moveTo>
                  <a:lnTo>
                    <a:pt x="13212" y="11588"/>
                  </a:lnTo>
                  <a:cubicBezTo>
                    <a:pt x="13601" y="11929"/>
                    <a:pt x="13620" y="12525"/>
                    <a:pt x="13255" y="12890"/>
                  </a:cubicBezTo>
                  <a:cubicBezTo>
                    <a:pt x="13081" y="13064"/>
                    <a:pt x="12855" y="13150"/>
                    <a:pt x="12629" y="13150"/>
                  </a:cubicBezTo>
                  <a:cubicBezTo>
                    <a:pt x="12381" y="13150"/>
                    <a:pt x="12134" y="13046"/>
                    <a:pt x="11958" y="12842"/>
                  </a:cubicBezTo>
                  <a:lnTo>
                    <a:pt x="9959" y="10565"/>
                  </a:lnTo>
                  <a:lnTo>
                    <a:pt x="10930" y="9595"/>
                  </a:lnTo>
                  <a:close/>
                  <a:moveTo>
                    <a:pt x="5268" y="0"/>
                  </a:moveTo>
                  <a:cubicBezTo>
                    <a:pt x="5162" y="0"/>
                    <a:pt x="5055" y="4"/>
                    <a:pt x="4949" y="11"/>
                  </a:cubicBezTo>
                  <a:cubicBezTo>
                    <a:pt x="3027" y="135"/>
                    <a:pt x="1355" y="1375"/>
                    <a:pt x="678" y="3176"/>
                  </a:cubicBezTo>
                  <a:cubicBezTo>
                    <a:pt x="1" y="4978"/>
                    <a:pt x="438" y="7010"/>
                    <a:pt x="1802" y="8370"/>
                  </a:cubicBezTo>
                  <a:lnTo>
                    <a:pt x="1802" y="8365"/>
                  </a:lnTo>
                  <a:cubicBezTo>
                    <a:pt x="2752" y="9317"/>
                    <a:pt x="4007" y="9803"/>
                    <a:pt x="5269" y="9803"/>
                  </a:cubicBezTo>
                  <a:cubicBezTo>
                    <a:pt x="6317" y="9803"/>
                    <a:pt x="7369" y="9468"/>
                    <a:pt x="8254" y="8787"/>
                  </a:cubicBezTo>
                  <a:lnTo>
                    <a:pt x="8830" y="9364"/>
                  </a:lnTo>
                  <a:cubicBezTo>
                    <a:pt x="8734" y="9566"/>
                    <a:pt x="8768" y="9801"/>
                    <a:pt x="8912" y="9969"/>
                  </a:cubicBezTo>
                  <a:lnTo>
                    <a:pt x="11655" y="13106"/>
                  </a:lnTo>
                  <a:cubicBezTo>
                    <a:pt x="11910" y="13394"/>
                    <a:pt x="12265" y="13539"/>
                    <a:pt x="12621" y="13539"/>
                  </a:cubicBezTo>
                  <a:cubicBezTo>
                    <a:pt x="12949" y="13539"/>
                    <a:pt x="13277" y="13415"/>
                    <a:pt x="13529" y="13164"/>
                  </a:cubicBezTo>
                  <a:cubicBezTo>
                    <a:pt x="14052" y="12640"/>
                    <a:pt x="14028" y="11780"/>
                    <a:pt x="13471" y="11290"/>
                  </a:cubicBezTo>
                  <a:lnTo>
                    <a:pt x="10339" y="8547"/>
                  </a:lnTo>
                  <a:cubicBezTo>
                    <a:pt x="10236" y="8456"/>
                    <a:pt x="10106" y="8410"/>
                    <a:pt x="9974" y="8410"/>
                  </a:cubicBezTo>
                  <a:cubicBezTo>
                    <a:pt x="9891" y="8410"/>
                    <a:pt x="9807" y="8428"/>
                    <a:pt x="9729" y="8466"/>
                  </a:cubicBezTo>
                  <a:lnTo>
                    <a:pt x="9152" y="7889"/>
                  </a:lnTo>
                  <a:cubicBezTo>
                    <a:pt x="10324" y="6361"/>
                    <a:pt x="10497" y="4291"/>
                    <a:pt x="9589" y="2590"/>
                  </a:cubicBezTo>
                  <a:cubicBezTo>
                    <a:pt x="8732" y="989"/>
                    <a:pt x="7065" y="0"/>
                    <a:pt x="5268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52" name="Google Shape;7952;p69"/>
            <p:cNvSpPr/>
            <p:nvPr/>
          </p:nvSpPr>
          <p:spPr>
            <a:xfrm>
              <a:off x="4087389" y="3854742"/>
              <a:ext cx="93908" cy="197371"/>
            </a:xfrm>
            <a:custGeom>
              <a:avLst/>
              <a:gdLst/>
              <a:ahLst/>
              <a:cxnLst/>
              <a:rect l="l" t="t" r="r" b="b"/>
              <a:pathLst>
                <a:path w="3587" h="7539" extrusionOk="0">
                  <a:moveTo>
                    <a:pt x="289" y="0"/>
                  </a:moveTo>
                  <a:cubicBezTo>
                    <a:pt x="56" y="0"/>
                    <a:pt x="15" y="360"/>
                    <a:pt x="267" y="397"/>
                  </a:cubicBezTo>
                  <a:cubicBezTo>
                    <a:pt x="1943" y="642"/>
                    <a:pt x="3188" y="2083"/>
                    <a:pt x="3183" y="3774"/>
                  </a:cubicBezTo>
                  <a:cubicBezTo>
                    <a:pt x="3178" y="5470"/>
                    <a:pt x="1929" y="6906"/>
                    <a:pt x="252" y="7141"/>
                  </a:cubicBezTo>
                  <a:cubicBezTo>
                    <a:pt x="0" y="7178"/>
                    <a:pt x="41" y="7538"/>
                    <a:pt x="270" y="7538"/>
                  </a:cubicBezTo>
                  <a:cubicBezTo>
                    <a:pt x="282" y="7538"/>
                    <a:pt x="293" y="7537"/>
                    <a:pt x="305" y="7535"/>
                  </a:cubicBezTo>
                  <a:cubicBezTo>
                    <a:pt x="2184" y="7271"/>
                    <a:pt x="3577" y="5671"/>
                    <a:pt x="3582" y="3774"/>
                  </a:cubicBezTo>
                  <a:cubicBezTo>
                    <a:pt x="3586" y="1881"/>
                    <a:pt x="2198" y="277"/>
                    <a:pt x="324" y="3"/>
                  </a:cubicBezTo>
                  <a:cubicBezTo>
                    <a:pt x="312" y="1"/>
                    <a:pt x="300" y="0"/>
                    <a:pt x="289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53" name="Google Shape;7953;p69"/>
            <p:cNvSpPr/>
            <p:nvPr/>
          </p:nvSpPr>
          <p:spPr>
            <a:xfrm>
              <a:off x="3972249" y="3854376"/>
              <a:ext cx="105532" cy="197921"/>
            </a:xfrm>
            <a:custGeom>
              <a:avLst/>
              <a:gdLst/>
              <a:ahLst/>
              <a:cxnLst/>
              <a:rect l="l" t="t" r="r" b="b"/>
              <a:pathLst>
                <a:path w="4031" h="7560" extrusionOk="0">
                  <a:moveTo>
                    <a:pt x="3755" y="1"/>
                  </a:moveTo>
                  <a:cubicBezTo>
                    <a:pt x="3746" y="1"/>
                    <a:pt x="3737" y="1"/>
                    <a:pt x="3728" y="2"/>
                  </a:cubicBezTo>
                  <a:cubicBezTo>
                    <a:pt x="2878" y="103"/>
                    <a:pt x="2085" y="487"/>
                    <a:pt x="1485" y="1093"/>
                  </a:cubicBezTo>
                  <a:cubicBezTo>
                    <a:pt x="0" y="2582"/>
                    <a:pt x="0" y="4984"/>
                    <a:pt x="1485" y="6473"/>
                  </a:cubicBezTo>
                  <a:cubicBezTo>
                    <a:pt x="2085" y="7079"/>
                    <a:pt x="2878" y="7463"/>
                    <a:pt x="3728" y="7559"/>
                  </a:cubicBezTo>
                  <a:lnTo>
                    <a:pt x="3752" y="7559"/>
                  </a:lnTo>
                  <a:cubicBezTo>
                    <a:pt x="3757" y="7559"/>
                    <a:pt x="3761" y="7559"/>
                    <a:pt x="3766" y="7559"/>
                  </a:cubicBezTo>
                  <a:cubicBezTo>
                    <a:pt x="4017" y="7559"/>
                    <a:pt x="4031" y="7179"/>
                    <a:pt x="3771" y="7165"/>
                  </a:cubicBezTo>
                  <a:cubicBezTo>
                    <a:pt x="3012" y="7079"/>
                    <a:pt x="2306" y="6733"/>
                    <a:pt x="1763" y="6190"/>
                  </a:cubicBezTo>
                  <a:cubicBezTo>
                    <a:pt x="437" y="4859"/>
                    <a:pt x="437" y="2702"/>
                    <a:pt x="1763" y="1371"/>
                  </a:cubicBezTo>
                  <a:cubicBezTo>
                    <a:pt x="2306" y="829"/>
                    <a:pt x="3012" y="487"/>
                    <a:pt x="3771" y="396"/>
                  </a:cubicBezTo>
                  <a:cubicBezTo>
                    <a:pt x="4026" y="368"/>
                    <a:pt x="3995" y="1"/>
                    <a:pt x="3755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7954" name="Google Shape;7954;p69"/>
          <p:cNvGrpSpPr/>
          <p:nvPr/>
        </p:nvGrpSpPr>
        <p:grpSpPr>
          <a:xfrm>
            <a:off x="1646521" y="2125636"/>
            <a:ext cx="255176" cy="293072"/>
            <a:chOff x="2195360" y="1976930"/>
            <a:chExt cx="340235" cy="390763"/>
          </a:xfrm>
        </p:grpSpPr>
        <p:sp>
          <p:nvSpPr>
            <p:cNvPr id="7955" name="Google Shape;7955;p69"/>
            <p:cNvSpPr/>
            <p:nvPr/>
          </p:nvSpPr>
          <p:spPr>
            <a:xfrm>
              <a:off x="2265156" y="1982715"/>
              <a:ext cx="195224" cy="87939"/>
            </a:xfrm>
            <a:custGeom>
              <a:avLst/>
              <a:gdLst/>
              <a:ahLst/>
              <a:cxnLst/>
              <a:rect l="l" t="t" r="r" b="b"/>
              <a:pathLst>
                <a:path w="7457" h="3359" extrusionOk="0">
                  <a:moveTo>
                    <a:pt x="409" y="1"/>
                  </a:moveTo>
                  <a:lnTo>
                    <a:pt x="1" y="3359"/>
                  </a:lnTo>
                  <a:lnTo>
                    <a:pt x="7457" y="3359"/>
                  </a:lnTo>
                  <a:lnTo>
                    <a:pt x="7260" y="1"/>
                  </a:lnTo>
                  <a:close/>
                </a:path>
              </a:pathLst>
            </a:custGeom>
            <a:solidFill>
              <a:srgbClr val="A0AFB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56" name="Google Shape;7956;p69"/>
            <p:cNvSpPr/>
            <p:nvPr/>
          </p:nvSpPr>
          <p:spPr>
            <a:xfrm>
              <a:off x="2202010" y="1982715"/>
              <a:ext cx="152970" cy="200879"/>
            </a:xfrm>
            <a:custGeom>
              <a:avLst/>
              <a:gdLst/>
              <a:ahLst/>
              <a:cxnLst/>
              <a:rect l="l" t="t" r="r" b="b"/>
              <a:pathLst>
                <a:path w="5843" h="7673" extrusionOk="0">
                  <a:moveTo>
                    <a:pt x="2821" y="1"/>
                  </a:moveTo>
                  <a:lnTo>
                    <a:pt x="928" y="928"/>
                  </a:lnTo>
                  <a:cubicBezTo>
                    <a:pt x="270" y="1250"/>
                    <a:pt x="1" y="2047"/>
                    <a:pt x="323" y="2706"/>
                  </a:cubicBezTo>
                  <a:lnTo>
                    <a:pt x="2268" y="6669"/>
                  </a:lnTo>
                  <a:lnTo>
                    <a:pt x="2759" y="7673"/>
                  </a:lnTo>
                  <a:lnTo>
                    <a:pt x="5843" y="6164"/>
                  </a:lnTo>
                  <a:lnTo>
                    <a:pt x="5069" y="4594"/>
                  </a:lnTo>
                  <a:lnTo>
                    <a:pt x="2821" y="1"/>
                  </a:lnTo>
                  <a:close/>
                </a:path>
              </a:pathLst>
            </a:custGeom>
            <a:solidFill>
              <a:srgbClr val="B6C1C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57" name="Google Shape;7957;p69"/>
            <p:cNvSpPr/>
            <p:nvPr/>
          </p:nvSpPr>
          <p:spPr>
            <a:xfrm>
              <a:off x="2376081" y="1982846"/>
              <a:ext cx="152839" cy="200748"/>
            </a:xfrm>
            <a:custGeom>
              <a:avLst/>
              <a:gdLst/>
              <a:ahLst/>
              <a:cxnLst/>
              <a:rect l="l" t="t" r="r" b="b"/>
              <a:pathLst>
                <a:path w="5838" h="7668" extrusionOk="0">
                  <a:moveTo>
                    <a:pt x="3023" y="1"/>
                  </a:moveTo>
                  <a:lnTo>
                    <a:pt x="769" y="4589"/>
                  </a:lnTo>
                  <a:lnTo>
                    <a:pt x="1" y="6159"/>
                  </a:lnTo>
                  <a:lnTo>
                    <a:pt x="3080" y="7668"/>
                  </a:lnTo>
                  <a:lnTo>
                    <a:pt x="3575" y="6664"/>
                  </a:lnTo>
                  <a:lnTo>
                    <a:pt x="5516" y="2701"/>
                  </a:lnTo>
                  <a:cubicBezTo>
                    <a:pt x="5838" y="2042"/>
                    <a:pt x="5569" y="1245"/>
                    <a:pt x="4911" y="923"/>
                  </a:cubicBezTo>
                  <a:lnTo>
                    <a:pt x="3023" y="1"/>
                  </a:lnTo>
                  <a:close/>
                </a:path>
              </a:pathLst>
            </a:custGeom>
            <a:solidFill>
              <a:srgbClr val="B6C1C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58" name="Google Shape;7958;p69"/>
            <p:cNvSpPr/>
            <p:nvPr/>
          </p:nvSpPr>
          <p:spPr>
            <a:xfrm>
              <a:off x="2261386" y="2102960"/>
              <a:ext cx="93594" cy="80634"/>
            </a:xfrm>
            <a:custGeom>
              <a:avLst/>
              <a:gdLst/>
              <a:ahLst/>
              <a:cxnLst/>
              <a:rect l="l" t="t" r="r" b="b"/>
              <a:pathLst>
                <a:path w="3575" h="3080" extrusionOk="0">
                  <a:moveTo>
                    <a:pt x="2801" y="1"/>
                  </a:moveTo>
                  <a:cubicBezTo>
                    <a:pt x="1634" y="303"/>
                    <a:pt x="630" y="1048"/>
                    <a:pt x="0" y="2071"/>
                  </a:cubicBezTo>
                  <a:lnTo>
                    <a:pt x="495" y="3080"/>
                  </a:lnTo>
                  <a:lnTo>
                    <a:pt x="3575" y="1571"/>
                  </a:lnTo>
                  <a:lnTo>
                    <a:pt x="2801" y="1"/>
                  </a:lnTo>
                  <a:close/>
                </a:path>
              </a:pathLst>
            </a:custGeom>
            <a:solidFill>
              <a:srgbClr val="A0AFB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59" name="Google Shape;7959;p69"/>
            <p:cNvSpPr/>
            <p:nvPr/>
          </p:nvSpPr>
          <p:spPr>
            <a:xfrm>
              <a:off x="2375950" y="2102960"/>
              <a:ext cx="93620" cy="80634"/>
            </a:xfrm>
            <a:custGeom>
              <a:avLst/>
              <a:gdLst/>
              <a:ahLst/>
              <a:cxnLst/>
              <a:rect l="l" t="t" r="r" b="b"/>
              <a:pathLst>
                <a:path w="3576" h="3080" extrusionOk="0">
                  <a:moveTo>
                    <a:pt x="774" y="1"/>
                  </a:moveTo>
                  <a:lnTo>
                    <a:pt x="1" y="1571"/>
                  </a:lnTo>
                  <a:lnTo>
                    <a:pt x="3080" y="3080"/>
                  </a:lnTo>
                  <a:lnTo>
                    <a:pt x="3575" y="2076"/>
                  </a:lnTo>
                  <a:cubicBezTo>
                    <a:pt x="2946" y="1048"/>
                    <a:pt x="1942" y="303"/>
                    <a:pt x="774" y="1"/>
                  </a:cubicBezTo>
                  <a:close/>
                </a:path>
              </a:pathLst>
            </a:custGeom>
            <a:solidFill>
              <a:srgbClr val="A0AFB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60" name="Google Shape;7960;p69"/>
            <p:cNvSpPr/>
            <p:nvPr/>
          </p:nvSpPr>
          <p:spPr>
            <a:xfrm>
              <a:off x="2233714" y="2117673"/>
              <a:ext cx="253946" cy="244364"/>
            </a:xfrm>
            <a:custGeom>
              <a:avLst/>
              <a:gdLst/>
              <a:ahLst/>
              <a:cxnLst/>
              <a:rect l="l" t="t" r="r" b="b"/>
              <a:pathLst>
                <a:path w="9700" h="9334" extrusionOk="0">
                  <a:moveTo>
                    <a:pt x="5035" y="1"/>
                  </a:moveTo>
                  <a:cubicBezTo>
                    <a:pt x="3147" y="1"/>
                    <a:pt x="1442" y="1134"/>
                    <a:pt x="721" y="2878"/>
                  </a:cubicBezTo>
                  <a:cubicBezTo>
                    <a:pt x="1" y="4622"/>
                    <a:pt x="399" y="6630"/>
                    <a:pt x="1735" y="7966"/>
                  </a:cubicBezTo>
                  <a:cubicBezTo>
                    <a:pt x="2625" y="8859"/>
                    <a:pt x="3819" y="9334"/>
                    <a:pt x="5034" y="9334"/>
                  </a:cubicBezTo>
                  <a:cubicBezTo>
                    <a:pt x="5635" y="9334"/>
                    <a:pt x="6241" y="9218"/>
                    <a:pt x="6818" y="8979"/>
                  </a:cubicBezTo>
                  <a:cubicBezTo>
                    <a:pt x="8566" y="8259"/>
                    <a:pt x="9700" y="6553"/>
                    <a:pt x="9700" y="4665"/>
                  </a:cubicBezTo>
                  <a:cubicBezTo>
                    <a:pt x="9700" y="2090"/>
                    <a:pt x="7610" y="1"/>
                    <a:pt x="5035" y="1"/>
                  </a:cubicBezTo>
                  <a:close/>
                </a:path>
              </a:pathLst>
            </a:custGeom>
            <a:solidFill>
              <a:srgbClr val="C6D2D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61" name="Google Shape;7961;p69"/>
            <p:cNvSpPr/>
            <p:nvPr/>
          </p:nvSpPr>
          <p:spPr>
            <a:xfrm>
              <a:off x="2277356" y="2158174"/>
              <a:ext cx="169830" cy="163311"/>
            </a:xfrm>
            <a:custGeom>
              <a:avLst/>
              <a:gdLst/>
              <a:ahLst/>
              <a:cxnLst/>
              <a:rect l="l" t="t" r="r" b="b"/>
              <a:pathLst>
                <a:path w="6487" h="6238" extrusionOk="0">
                  <a:moveTo>
                    <a:pt x="3368" y="0"/>
                  </a:moveTo>
                  <a:cubicBezTo>
                    <a:pt x="2105" y="0"/>
                    <a:pt x="966" y="760"/>
                    <a:pt x="486" y="1927"/>
                  </a:cubicBezTo>
                  <a:cubicBezTo>
                    <a:pt x="1" y="3089"/>
                    <a:pt x="270" y="4435"/>
                    <a:pt x="1163" y="5323"/>
                  </a:cubicBezTo>
                  <a:cubicBezTo>
                    <a:pt x="1758" y="5921"/>
                    <a:pt x="2554" y="6237"/>
                    <a:pt x="3366" y="6237"/>
                  </a:cubicBezTo>
                  <a:cubicBezTo>
                    <a:pt x="3768" y="6237"/>
                    <a:pt x="4173" y="6160"/>
                    <a:pt x="4560" y="6001"/>
                  </a:cubicBezTo>
                  <a:cubicBezTo>
                    <a:pt x="5727" y="5515"/>
                    <a:pt x="6486" y="4382"/>
                    <a:pt x="6486" y="3118"/>
                  </a:cubicBezTo>
                  <a:cubicBezTo>
                    <a:pt x="6486" y="1398"/>
                    <a:pt x="5088" y="0"/>
                    <a:pt x="3368" y="0"/>
                  </a:cubicBezTo>
                  <a:close/>
                </a:path>
              </a:pathLst>
            </a:custGeom>
            <a:solidFill>
              <a:srgbClr val="D7DFE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62" name="Google Shape;7962;p69"/>
            <p:cNvSpPr/>
            <p:nvPr/>
          </p:nvSpPr>
          <p:spPr>
            <a:xfrm>
              <a:off x="2311940" y="2188804"/>
              <a:ext cx="106945" cy="95950"/>
            </a:xfrm>
            <a:custGeom>
              <a:avLst/>
              <a:gdLst/>
              <a:ahLst/>
              <a:cxnLst/>
              <a:rect l="l" t="t" r="r" b="b"/>
              <a:pathLst>
                <a:path w="4085" h="3665" extrusionOk="0">
                  <a:moveTo>
                    <a:pt x="2042" y="0"/>
                  </a:moveTo>
                  <a:cubicBezTo>
                    <a:pt x="1864" y="0"/>
                    <a:pt x="1685" y="94"/>
                    <a:pt x="1596" y="281"/>
                  </a:cubicBezTo>
                  <a:lnTo>
                    <a:pt x="1394" y="694"/>
                  </a:lnTo>
                  <a:cubicBezTo>
                    <a:pt x="1322" y="839"/>
                    <a:pt x="1183" y="939"/>
                    <a:pt x="1019" y="963"/>
                  </a:cubicBezTo>
                  <a:lnTo>
                    <a:pt x="563" y="1031"/>
                  </a:lnTo>
                  <a:cubicBezTo>
                    <a:pt x="164" y="1093"/>
                    <a:pt x="1" y="1588"/>
                    <a:pt x="289" y="1871"/>
                  </a:cubicBezTo>
                  <a:lnTo>
                    <a:pt x="620" y="2193"/>
                  </a:lnTo>
                  <a:cubicBezTo>
                    <a:pt x="736" y="2309"/>
                    <a:pt x="789" y="2472"/>
                    <a:pt x="765" y="2630"/>
                  </a:cubicBezTo>
                  <a:lnTo>
                    <a:pt x="683" y="3082"/>
                  </a:lnTo>
                  <a:cubicBezTo>
                    <a:pt x="630" y="3405"/>
                    <a:pt x="886" y="3664"/>
                    <a:pt x="1173" y="3664"/>
                  </a:cubicBezTo>
                  <a:cubicBezTo>
                    <a:pt x="1249" y="3664"/>
                    <a:pt x="1328" y="3646"/>
                    <a:pt x="1404" y="3606"/>
                  </a:cubicBezTo>
                  <a:lnTo>
                    <a:pt x="1812" y="3389"/>
                  </a:lnTo>
                  <a:cubicBezTo>
                    <a:pt x="1884" y="3351"/>
                    <a:pt x="1963" y="3332"/>
                    <a:pt x="2042" y="3332"/>
                  </a:cubicBezTo>
                  <a:cubicBezTo>
                    <a:pt x="2122" y="3332"/>
                    <a:pt x="2201" y="3351"/>
                    <a:pt x="2273" y="3389"/>
                  </a:cubicBezTo>
                  <a:lnTo>
                    <a:pt x="2681" y="3606"/>
                  </a:lnTo>
                  <a:cubicBezTo>
                    <a:pt x="2757" y="3646"/>
                    <a:pt x="2836" y="3664"/>
                    <a:pt x="2912" y="3664"/>
                  </a:cubicBezTo>
                  <a:cubicBezTo>
                    <a:pt x="3199" y="3664"/>
                    <a:pt x="3455" y="3405"/>
                    <a:pt x="3402" y="3082"/>
                  </a:cubicBezTo>
                  <a:lnTo>
                    <a:pt x="3320" y="2630"/>
                  </a:lnTo>
                  <a:cubicBezTo>
                    <a:pt x="3296" y="2472"/>
                    <a:pt x="3349" y="2309"/>
                    <a:pt x="3464" y="2193"/>
                  </a:cubicBezTo>
                  <a:lnTo>
                    <a:pt x="3791" y="1871"/>
                  </a:lnTo>
                  <a:cubicBezTo>
                    <a:pt x="4084" y="1588"/>
                    <a:pt x="3921" y="1093"/>
                    <a:pt x="3517" y="1031"/>
                  </a:cubicBezTo>
                  <a:lnTo>
                    <a:pt x="3066" y="963"/>
                  </a:lnTo>
                  <a:cubicBezTo>
                    <a:pt x="2902" y="939"/>
                    <a:pt x="2763" y="839"/>
                    <a:pt x="2691" y="694"/>
                  </a:cubicBezTo>
                  <a:lnTo>
                    <a:pt x="2489" y="281"/>
                  </a:lnTo>
                  <a:cubicBezTo>
                    <a:pt x="2400" y="94"/>
                    <a:pt x="2221" y="0"/>
                    <a:pt x="2042" y="0"/>
                  </a:cubicBezTo>
                  <a:close/>
                </a:path>
              </a:pathLst>
            </a:custGeom>
            <a:solidFill>
              <a:srgbClr val="C6D2D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63" name="Google Shape;7963;p69"/>
            <p:cNvSpPr/>
            <p:nvPr/>
          </p:nvSpPr>
          <p:spPr>
            <a:xfrm>
              <a:off x="2277984" y="2152362"/>
              <a:ext cx="181899" cy="174987"/>
            </a:xfrm>
            <a:custGeom>
              <a:avLst/>
              <a:gdLst/>
              <a:ahLst/>
              <a:cxnLst/>
              <a:rect l="l" t="t" r="r" b="b"/>
              <a:pathLst>
                <a:path w="6948" h="6684" extrusionOk="0">
                  <a:moveTo>
                    <a:pt x="3344" y="448"/>
                  </a:moveTo>
                  <a:cubicBezTo>
                    <a:pt x="4512" y="448"/>
                    <a:pt x="5569" y="1150"/>
                    <a:pt x="6015" y="2235"/>
                  </a:cubicBezTo>
                  <a:cubicBezTo>
                    <a:pt x="6467" y="3316"/>
                    <a:pt x="6217" y="4561"/>
                    <a:pt x="5391" y="5392"/>
                  </a:cubicBezTo>
                  <a:cubicBezTo>
                    <a:pt x="4835" y="5944"/>
                    <a:pt x="4095" y="6239"/>
                    <a:pt x="3343" y="6239"/>
                  </a:cubicBezTo>
                  <a:cubicBezTo>
                    <a:pt x="2970" y="6239"/>
                    <a:pt x="2593" y="6166"/>
                    <a:pt x="2235" y="6016"/>
                  </a:cubicBezTo>
                  <a:cubicBezTo>
                    <a:pt x="1154" y="5569"/>
                    <a:pt x="447" y="4512"/>
                    <a:pt x="447" y="3340"/>
                  </a:cubicBezTo>
                  <a:cubicBezTo>
                    <a:pt x="447" y="1745"/>
                    <a:pt x="1745" y="448"/>
                    <a:pt x="3344" y="448"/>
                  </a:cubicBezTo>
                  <a:close/>
                  <a:moveTo>
                    <a:pt x="3340" y="1"/>
                  </a:moveTo>
                  <a:cubicBezTo>
                    <a:pt x="2910" y="1"/>
                    <a:pt x="2475" y="84"/>
                    <a:pt x="2062" y="256"/>
                  </a:cubicBezTo>
                  <a:cubicBezTo>
                    <a:pt x="813" y="770"/>
                    <a:pt x="1" y="1990"/>
                    <a:pt x="1" y="3340"/>
                  </a:cubicBezTo>
                  <a:cubicBezTo>
                    <a:pt x="5" y="5185"/>
                    <a:pt x="1500" y="6679"/>
                    <a:pt x="3344" y="6684"/>
                  </a:cubicBezTo>
                  <a:cubicBezTo>
                    <a:pt x="4694" y="6684"/>
                    <a:pt x="5914" y="5867"/>
                    <a:pt x="6428" y="4618"/>
                  </a:cubicBezTo>
                  <a:cubicBezTo>
                    <a:pt x="6947" y="3369"/>
                    <a:pt x="6659" y="1933"/>
                    <a:pt x="5703" y="977"/>
                  </a:cubicBezTo>
                  <a:cubicBezTo>
                    <a:pt x="5064" y="341"/>
                    <a:pt x="4209" y="1"/>
                    <a:pt x="3340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64" name="Google Shape;7964;p69"/>
            <p:cNvSpPr/>
            <p:nvPr/>
          </p:nvSpPr>
          <p:spPr>
            <a:xfrm>
              <a:off x="2195360" y="1976930"/>
              <a:ext cx="340235" cy="390763"/>
            </a:xfrm>
            <a:custGeom>
              <a:avLst/>
              <a:gdLst/>
              <a:ahLst/>
              <a:cxnLst/>
              <a:rect l="l" t="t" r="r" b="b"/>
              <a:pathLst>
                <a:path w="12996" h="14926" extrusionOk="0">
                  <a:moveTo>
                    <a:pt x="9565" y="448"/>
                  </a:moveTo>
                  <a:lnTo>
                    <a:pt x="8138" y="3359"/>
                  </a:lnTo>
                  <a:lnTo>
                    <a:pt x="4862" y="3359"/>
                  </a:lnTo>
                  <a:lnTo>
                    <a:pt x="3435" y="448"/>
                  </a:lnTo>
                  <a:close/>
                  <a:moveTo>
                    <a:pt x="7917" y="3806"/>
                  </a:moveTo>
                  <a:lnTo>
                    <a:pt x="7230" y="5208"/>
                  </a:lnTo>
                  <a:cubicBezTo>
                    <a:pt x="6990" y="5170"/>
                    <a:pt x="6745" y="5151"/>
                    <a:pt x="6500" y="5151"/>
                  </a:cubicBezTo>
                  <a:cubicBezTo>
                    <a:pt x="6255" y="5151"/>
                    <a:pt x="6010" y="5170"/>
                    <a:pt x="5765" y="5204"/>
                  </a:cubicBezTo>
                  <a:lnTo>
                    <a:pt x="5078" y="3806"/>
                  </a:lnTo>
                  <a:close/>
                  <a:moveTo>
                    <a:pt x="2969" y="520"/>
                  </a:moveTo>
                  <a:lnTo>
                    <a:pt x="5314" y="5295"/>
                  </a:lnTo>
                  <a:cubicBezTo>
                    <a:pt x="4319" y="5545"/>
                    <a:pt x="3430" y="6102"/>
                    <a:pt x="2768" y="6885"/>
                  </a:cubicBezTo>
                  <a:lnTo>
                    <a:pt x="779" y="2826"/>
                  </a:lnTo>
                  <a:cubicBezTo>
                    <a:pt x="510" y="2278"/>
                    <a:pt x="735" y="1615"/>
                    <a:pt x="1283" y="1346"/>
                  </a:cubicBezTo>
                  <a:lnTo>
                    <a:pt x="2969" y="520"/>
                  </a:lnTo>
                  <a:close/>
                  <a:moveTo>
                    <a:pt x="3075" y="1"/>
                  </a:moveTo>
                  <a:cubicBezTo>
                    <a:pt x="3041" y="1"/>
                    <a:pt x="3008" y="10"/>
                    <a:pt x="2974" y="25"/>
                  </a:cubicBezTo>
                  <a:lnTo>
                    <a:pt x="1086" y="952"/>
                  </a:lnTo>
                  <a:cubicBezTo>
                    <a:pt x="317" y="1327"/>
                    <a:pt x="0" y="2254"/>
                    <a:pt x="375" y="3023"/>
                  </a:cubicBezTo>
                  <a:lnTo>
                    <a:pt x="2465" y="7279"/>
                  </a:lnTo>
                  <a:cubicBezTo>
                    <a:pt x="1610" y="8528"/>
                    <a:pt x="1379" y="10109"/>
                    <a:pt x="1845" y="11550"/>
                  </a:cubicBezTo>
                  <a:cubicBezTo>
                    <a:pt x="1880" y="11659"/>
                    <a:pt x="1964" y="11705"/>
                    <a:pt x="2049" y="11705"/>
                  </a:cubicBezTo>
                  <a:cubicBezTo>
                    <a:pt x="2185" y="11705"/>
                    <a:pt x="2324" y="11585"/>
                    <a:pt x="2268" y="11410"/>
                  </a:cubicBezTo>
                  <a:cubicBezTo>
                    <a:pt x="1533" y="9153"/>
                    <a:pt x="2710" y="6712"/>
                    <a:pt x="4934" y="5876"/>
                  </a:cubicBezTo>
                  <a:cubicBezTo>
                    <a:pt x="5447" y="5683"/>
                    <a:pt x="5975" y="5591"/>
                    <a:pt x="6494" y="5591"/>
                  </a:cubicBezTo>
                  <a:cubicBezTo>
                    <a:pt x="8221" y="5591"/>
                    <a:pt x="9859" y="6607"/>
                    <a:pt x="10579" y="8288"/>
                  </a:cubicBezTo>
                  <a:cubicBezTo>
                    <a:pt x="11516" y="10469"/>
                    <a:pt x="10574" y="13005"/>
                    <a:pt x="8436" y="14043"/>
                  </a:cubicBezTo>
                  <a:cubicBezTo>
                    <a:pt x="7813" y="14344"/>
                    <a:pt x="7153" y="14487"/>
                    <a:pt x="6503" y="14487"/>
                  </a:cubicBezTo>
                  <a:cubicBezTo>
                    <a:pt x="4920" y="14487"/>
                    <a:pt x="3393" y="13641"/>
                    <a:pt x="2590" y="12160"/>
                  </a:cubicBezTo>
                  <a:cubicBezTo>
                    <a:pt x="2545" y="12072"/>
                    <a:pt x="2472" y="12036"/>
                    <a:pt x="2399" y="12036"/>
                  </a:cubicBezTo>
                  <a:cubicBezTo>
                    <a:pt x="2249" y="12036"/>
                    <a:pt x="2099" y="12193"/>
                    <a:pt x="2196" y="12371"/>
                  </a:cubicBezTo>
                  <a:cubicBezTo>
                    <a:pt x="3089" y="14006"/>
                    <a:pt x="4770" y="14925"/>
                    <a:pt x="6498" y="14925"/>
                  </a:cubicBezTo>
                  <a:cubicBezTo>
                    <a:pt x="7365" y="14925"/>
                    <a:pt x="8244" y="14694"/>
                    <a:pt x="9042" y="14206"/>
                  </a:cubicBezTo>
                  <a:cubicBezTo>
                    <a:pt x="11429" y="12751"/>
                    <a:pt x="12107" y="9590"/>
                    <a:pt x="10536" y="7279"/>
                  </a:cubicBezTo>
                  <a:lnTo>
                    <a:pt x="11400" y="5511"/>
                  </a:lnTo>
                  <a:cubicBezTo>
                    <a:pt x="11483" y="5336"/>
                    <a:pt x="11338" y="5193"/>
                    <a:pt x="11193" y="5193"/>
                  </a:cubicBezTo>
                  <a:cubicBezTo>
                    <a:pt x="11119" y="5193"/>
                    <a:pt x="11045" y="5230"/>
                    <a:pt x="11002" y="5319"/>
                  </a:cubicBezTo>
                  <a:lnTo>
                    <a:pt x="10228" y="6885"/>
                  </a:lnTo>
                  <a:cubicBezTo>
                    <a:pt x="9565" y="6102"/>
                    <a:pt x="8676" y="5545"/>
                    <a:pt x="7682" y="5295"/>
                  </a:cubicBezTo>
                  <a:lnTo>
                    <a:pt x="10026" y="520"/>
                  </a:lnTo>
                  <a:lnTo>
                    <a:pt x="11717" y="1346"/>
                  </a:lnTo>
                  <a:cubicBezTo>
                    <a:pt x="12260" y="1615"/>
                    <a:pt x="12486" y="2278"/>
                    <a:pt x="12222" y="2826"/>
                  </a:cubicBezTo>
                  <a:lnTo>
                    <a:pt x="11396" y="4507"/>
                  </a:lnTo>
                  <a:cubicBezTo>
                    <a:pt x="11310" y="4686"/>
                    <a:pt x="11454" y="4830"/>
                    <a:pt x="11600" y="4830"/>
                  </a:cubicBezTo>
                  <a:cubicBezTo>
                    <a:pt x="11674" y="4830"/>
                    <a:pt x="11749" y="4793"/>
                    <a:pt x="11794" y="4704"/>
                  </a:cubicBezTo>
                  <a:lnTo>
                    <a:pt x="12621" y="3018"/>
                  </a:lnTo>
                  <a:cubicBezTo>
                    <a:pt x="12995" y="2254"/>
                    <a:pt x="12678" y="1332"/>
                    <a:pt x="11914" y="952"/>
                  </a:cubicBezTo>
                  <a:lnTo>
                    <a:pt x="10026" y="25"/>
                  </a:lnTo>
                  <a:cubicBezTo>
                    <a:pt x="9993" y="10"/>
                    <a:pt x="9959" y="1"/>
                    <a:pt x="9926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65" name="Google Shape;7965;p69"/>
            <p:cNvSpPr/>
            <p:nvPr/>
          </p:nvSpPr>
          <p:spPr>
            <a:xfrm>
              <a:off x="2304662" y="2183176"/>
              <a:ext cx="121763" cy="107495"/>
            </a:xfrm>
            <a:custGeom>
              <a:avLst/>
              <a:gdLst/>
              <a:ahLst/>
              <a:cxnLst/>
              <a:rect l="l" t="t" r="r" b="b"/>
              <a:pathLst>
                <a:path w="4651" h="4106" extrusionOk="0">
                  <a:moveTo>
                    <a:pt x="2325" y="446"/>
                  </a:moveTo>
                  <a:cubicBezTo>
                    <a:pt x="2421" y="446"/>
                    <a:pt x="2517" y="496"/>
                    <a:pt x="2565" y="597"/>
                  </a:cubicBezTo>
                  <a:lnTo>
                    <a:pt x="2772" y="1006"/>
                  </a:lnTo>
                  <a:cubicBezTo>
                    <a:pt x="2873" y="1222"/>
                    <a:pt x="3079" y="1366"/>
                    <a:pt x="3310" y="1399"/>
                  </a:cubicBezTo>
                  <a:lnTo>
                    <a:pt x="3766" y="1467"/>
                  </a:lnTo>
                  <a:cubicBezTo>
                    <a:pt x="3987" y="1500"/>
                    <a:pt x="4079" y="1774"/>
                    <a:pt x="3915" y="1933"/>
                  </a:cubicBezTo>
                  <a:lnTo>
                    <a:pt x="3589" y="2250"/>
                  </a:lnTo>
                  <a:cubicBezTo>
                    <a:pt x="3421" y="2418"/>
                    <a:pt x="3339" y="2653"/>
                    <a:pt x="3382" y="2884"/>
                  </a:cubicBezTo>
                  <a:lnTo>
                    <a:pt x="3459" y="3340"/>
                  </a:lnTo>
                  <a:cubicBezTo>
                    <a:pt x="3489" y="3515"/>
                    <a:pt x="3349" y="3656"/>
                    <a:pt x="3192" y="3656"/>
                  </a:cubicBezTo>
                  <a:cubicBezTo>
                    <a:pt x="3150" y="3656"/>
                    <a:pt x="3107" y="3646"/>
                    <a:pt x="3065" y="3624"/>
                  </a:cubicBezTo>
                  <a:lnTo>
                    <a:pt x="2657" y="3412"/>
                  </a:lnTo>
                  <a:cubicBezTo>
                    <a:pt x="2553" y="3357"/>
                    <a:pt x="2439" y="3329"/>
                    <a:pt x="2325" y="3329"/>
                  </a:cubicBezTo>
                  <a:cubicBezTo>
                    <a:pt x="2210" y="3329"/>
                    <a:pt x="2095" y="3357"/>
                    <a:pt x="1989" y="3412"/>
                  </a:cubicBezTo>
                  <a:lnTo>
                    <a:pt x="1581" y="3624"/>
                  </a:lnTo>
                  <a:cubicBezTo>
                    <a:pt x="1539" y="3646"/>
                    <a:pt x="1496" y="3656"/>
                    <a:pt x="1454" y="3656"/>
                  </a:cubicBezTo>
                  <a:cubicBezTo>
                    <a:pt x="1298" y="3656"/>
                    <a:pt x="1160" y="3515"/>
                    <a:pt x="1187" y="3340"/>
                  </a:cubicBezTo>
                  <a:lnTo>
                    <a:pt x="1264" y="2884"/>
                  </a:lnTo>
                  <a:cubicBezTo>
                    <a:pt x="1307" y="2653"/>
                    <a:pt x="1230" y="2413"/>
                    <a:pt x="1057" y="2250"/>
                  </a:cubicBezTo>
                  <a:lnTo>
                    <a:pt x="730" y="1928"/>
                  </a:lnTo>
                  <a:cubicBezTo>
                    <a:pt x="653" y="1856"/>
                    <a:pt x="629" y="1750"/>
                    <a:pt x="663" y="1654"/>
                  </a:cubicBezTo>
                  <a:cubicBezTo>
                    <a:pt x="692" y="1553"/>
                    <a:pt x="778" y="1481"/>
                    <a:pt x="884" y="1467"/>
                  </a:cubicBezTo>
                  <a:lnTo>
                    <a:pt x="1336" y="1399"/>
                  </a:lnTo>
                  <a:cubicBezTo>
                    <a:pt x="1571" y="1366"/>
                    <a:pt x="1773" y="1222"/>
                    <a:pt x="1878" y="1006"/>
                  </a:cubicBezTo>
                  <a:lnTo>
                    <a:pt x="2080" y="597"/>
                  </a:lnTo>
                  <a:cubicBezTo>
                    <a:pt x="2131" y="496"/>
                    <a:pt x="2228" y="446"/>
                    <a:pt x="2325" y="446"/>
                  </a:cubicBezTo>
                  <a:close/>
                  <a:moveTo>
                    <a:pt x="2323" y="0"/>
                  </a:moveTo>
                  <a:cubicBezTo>
                    <a:pt x="2067" y="0"/>
                    <a:pt x="1811" y="134"/>
                    <a:pt x="1682" y="400"/>
                  </a:cubicBezTo>
                  <a:lnTo>
                    <a:pt x="1475" y="813"/>
                  </a:lnTo>
                  <a:cubicBezTo>
                    <a:pt x="1437" y="890"/>
                    <a:pt x="1360" y="948"/>
                    <a:pt x="1273" y="962"/>
                  </a:cubicBezTo>
                  <a:lnTo>
                    <a:pt x="817" y="1025"/>
                  </a:lnTo>
                  <a:cubicBezTo>
                    <a:pt x="231" y="1111"/>
                    <a:pt x="0" y="1832"/>
                    <a:pt x="418" y="2250"/>
                  </a:cubicBezTo>
                  <a:lnTo>
                    <a:pt x="750" y="2572"/>
                  </a:lnTo>
                  <a:cubicBezTo>
                    <a:pt x="812" y="2634"/>
                    <a:pt x="841" y="2721"/>
                    <a:pt x="826" y="2812"/>
                  </a:cubicBezTo>
                  <a:lnTo>
                    <a:pt x="750" y="3263"/>
                  </a:lnTo>
                  <a:cubicBezTo>
                    <a:pt x="670" y="3727"/>
                    <a:pt x="1037" y="4103"/>
                    <a:pt x="1455" y="4103"/>
                  </a:cubicBezTo>
                  <a:cubicBezTo>
                    <a:pt x="1566" y="4103"/>
                    <a:pt x="1681" y="4076"/>
                    <a:pt x="1792" y="4018"/>
                  </a:cubicBezTo>
                  <a:lnTo>
                    <a:pt x="2196" y="3811"/>
                  </a:lnTo>
                  <a:cubicBezTo>
                    <a:pt x="2236" y="3789"/>
                    <a:pt x="2280" y="3779"/>
                    <a:pt x="2323" y="3779"/>
                  </a:cubicBezTo>
                  <a:cubicBezTo>
                    <a:pt x="2366" y="3779"/>
                    <a:pt x="2409" y="3789"/>
                    <a:pt x="2450" y="3811"/>
                  </a:cubicBezTo>
                  <a:lnTo>
                    <a:pt x="2859" y="4022"/>
                  </a:lnTo>
                  <a:cubicBezTo>
                    <a:pt x="2967" y="4079"/>
                    <a:pt x="3080" y="4105"/>
                    <a:pt x="3189" y="4105"/>
                  </a:cubicBezTo>
                  <a:cubicBezTo>
                    <a:pt x="3606" y="4105"/>
                    <a:pt x="3976" y="3728"/>
                    <a:pt x="3896" y="3263"/>
                  </a:cubicBezTo>
                  <a:lnTo>
                    <a:pt x="3819" y="2812"/>
                  </a:lnTo>
                  <a:cubicBezTo>
                    <a:pt x="3805" y="2721"/>
                    <a:pt x="3834" y="2634"/>
                    <a:pt x="3896" y="2572"/>
                  </a:cubicBezTo>
                  <a:lnTo>
                    <a:pt x="4228" y="2250"/>
                  </a:lnTo>
                  <a:cubicBezTo>
                    <a:pt x="4650" y="1837"/>
                    <a:pt x="4415" y="1111"/>
                    <a:pt x="3829" y="1025"/>
                  </a:cubicBezTo>
                  <a:lnTo>
                    <a:pt x="3373" y="962"/>
                  </a:lnTo>
                  <a:cubicBezTo>
                    <a:pt x="3286" y="948"/>
                    <a:pt x="3209" y="890"/>
                    <a:pt x="3171" y="813"/>
                  </a:cubicBezTo>
                  <a:lnTo>
                    <a:pt x="2964" y="400"/>
                  </a:lnTo>
                  <a:cubicBezTo>
                    <a:pt x="2834" y="134"/>
                    <a:pt x="2579" y="0"/>
                    <a:pt x="2323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7966" name="Google Shape;7966;p69"/>
          <p:cNvGrpSpPr/>
          <p:nvPr/>
        </p:nvGrpSpPr>
        <p:grpSpPr>
          <a:xfrm>
            <a:off x="1925632" y="2144602"/>
            <a:ext cx="324134" cy="249129"/>
            <a:chOff x="2567509" y="2002219"/>
            <a:chExt cx="432179" cy="332172"/>
          </a:xfrm>
        </p:grpSpPr>
        <p:sp>
          <p:nvSpPr>
            <p:cNvPr id="7967" name="Google Shape;7967;p69"/>
            <p:cNvSpPr/>
            <p:nvPr/>
          </p:nvSpPr>
          <p:spPr>
            <a:xfrm>
              <a:off x="2608271" y="2008503"/>
              <a:ext cx="350419" cy="242139"/>
            </a:xfrm>
            <a:custGeom>
              <a:avLst/>
              <a:gdLst/>
              <a:ahLst/>
              <a:cxnLst/>
              <a:rect l="l" t="t" r="r" b="b"/>
              <a:pathLst>
                <a:path w="13385" h="9249" extrusionOk="0">
                  <a:moveTo>
                    <a:pt x="231" y="1"/>
                  </a:moveTo>
                  <a:cubicBezTo>
                    <a:pt x="101" y="1"/>
                    <a:pt x="0" y="102"/>
                    <a:pt x="0" y="226"/>
                  </a:cubicBezTo>
                  <a:lnTo>
                    <a:pt x="0" y="9248"/>
                  </a:lnTo>
                  <a:lnTo>
                    <a:pt x="13384" y="9248"/>
                  </a:lnTo>
                  <a:lnTo>
                    <a:pt x="13384" y="226"/>
                  </a:lnTo>
                  <a:cubicBezTo>
                    <a:pt x="13384" y="102"/>
                    <a:pt x="13283" y="1"/>
                    <a:pt x="13158" y="1"/>
                  </a:cubicBezTo>
                  <a:close/>
                </a:path>
              </a:pathLst>
            </a:custGeom>
            <a:solidFill>
              <a:srgbClr val="F0F2F4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68" name="Google Shape;7968;p69"/>
            <p:cNvSpPr/>
            <p:nvPr/>
          </p:nvSpPr>
          <p:spPr>
            <a:xfrm>
              <a:off x="2608271" y="2008503"/>
              <a:ext cx="350419" cy="242008"/>
            </a:xfrm>
            <a:custGeom>
              <a:avLst/>
              <a:gdLst/>
              <a:ahLst/>
              <a:cxnLst/>
              <a:rect l="l" t="t" r="r" b="b"/>
              <a:pathLst>
                <a:path w="13385" h="9244" extrusionOk="0">
                  <a:moveTo>
                    <a:pt x="11477" y="1"/>
                  </a:moveTo>
                  <a:cubicBezTo>
                    <a:pt x="11602" y="1"/>
                    <a:pt x="11703" y="102"/>
                    <a:pt x="11703" y="226"/>
                  </a:cubicBezTo>
                  <a:lnTo>
                    <a:pt x="11703" y="7918"/>
                  </a:lnTo>
                  <a:cubicBezTo>
                    <a:pt x="11703" y="8062"/>
                    <a:pt x="11583" y="8182"/>
                    <a:pt x="11434" y="8182"/>
                  </a:cubicBezTo>
                  <a:lnTo>
                    <a:pt x="0" y="8182"/>
                  </a:lnTo>
                  <a:lnTo>
                    <a:pt x="0" y="9244"/>
                  </a:lnTo>
                  <a:lnTo>
                    <a:pt x="13384" y="9244"/>
                  </a:lnTo>
                  <a:lnTo>
                    <a:pt x="13384" y="226"/>
                  </a:lnTo>
                  <a:cubicBezTo>
                    <a:pt x="13384" y="102"/>
                    <a:pt x="13283" y="1"/>
                    <a:pt x="13158" y="1"/>
                  </a:cubicBezTo>
                  <a:close/>
                </a:path>
              </a:pathLst>
            </a:custGeom>
            <a:solidFill>
              <a:srgbClr val="DCE1E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69" name="Google Shape;7969;p69"/>
            <p:cNvSpPr/>
            <p:nvPr/>
          </p:nvSpPr>
          <p:spPr>
            <a:xfrm>
              <a:off x="2634425" y="2034656"/>
              <a:ext cx="298085" cy="174856"/>
            </a:xfrm>
            <a:custGeom>
              <a:avLst/>
              <a:gdLst/>
              <a:ahLst/>
              <a:cxnLst/>
              <a:rect l="l" t="t" r="r" b="b"/>
              <a:pathLst>
                <a:path w="11386" h="6679" extrusionOk="0">
                  <a:moveTo>
                    <a:pt x="140" y="1"/>
                  </a:moveTo>
                  <a:cubicBezTo>
                    <a:pt x="63" y="1"/>
                    <a:pt x="0" y="63"/>
                    <a:pt x="0" y="140"/>
                  </a:cubicBezTo>
                  <a:lnTo>
                    <a:pt x="0" y="6539"/>
                  </a:lnTo>
                  <a:cubicBezTo>
                    <a:pt x="0" y="6616"/>
                    <a:pt x="63" y="6679"/>
                    <a:pt x="140" y="6679"/>
                  </a:cubicBezTo>
                  <a:lnTo>
                    <a:pt x="11251" y="6679"/>
                  </a:lnTo>
                  <a:cubicBezTo>
                    <a:pt x="11323" y="6679"/>
                    <a:pt x="11386" y="6616"/>
                    <a:pt x="11386" y="6539"/>
                  </a:cubicBezTo>
                  <a:lnTo>
                    <a:pt x="11386" y="140"/>
                  </a:lnTo>
                  <a:cubicBezTo>
                    <a:pt x="11386" y="63"/>
                    <a:pt x="11323" y="1"/>
                    <a:pt x="11251" y="1"/>
                  </a:cubicBezTo>
                  <a:close/>
                </a:path>
              </a:pathLst>
            </a:custGeom>
            <a:solidFill>
              <a:srgbClr val="CBD3D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70" name="Google Shape;7970;p69"/>
            <p:cNvSpPr/>
            <p:nvPr/>
          </p:nvSpPr>
          <p:spPr>
            <a:xfrm>
              <a:off x="2634425" y="2034656"/>
              <a:ext cx="298085" cy="174856"/>
            </a:xfrm>
            <a:custGeom>
              <a:avLst/>
              <a:gdLst/>
              <a:ahLst/>
              <a:cxnLst/>
              <a:rect l="l" t="t" r="r" b="b"/>
              <a:pathLst>
                <a:path w="11386" h="6679" extrusionOk="0">
                  <a:moveTo>
                    <a:pt x="10704" y="1"/>
                  </a:moveTo>
                  <a:lnTo>
                    <a:pt x="10704" y="5895"/>
                  </a:lnTo>
                  <a:cubicBezTo>
                    <a:pt x="10704" y="5972"/>
                    <a:pt x="10641" y="6035"/>
                    <a:pt x="10564" y="6035"/>
                  </a:cubicBezTo>
                  <a:lnTo>
                    <a:pt x="0" y="6035"/>
                  </a:lnTo>
                  <a:lnTo>
                    <a:pt x="0" y="6539"/>
                  </a:lnTo>
                  <a:cubicBezTo>
                    <a:pt x="0" y="6616"/>
                    <a:pt x="63" y="6679"/>
                    <a:pt x="140" y="6679"/>
                  </a:cubicBezTo>
                  <a:lnTo>
                    <a:pt x="11247" y="6679"/>
                  </a:lnTo>
                  <a:cubicBezTo>
                    <a:pt x="11323" y="6679"/>
                    <a:pt x="11386" y="6616"/>
                    <a:pt x="11386" y="6539"/>
                  </a:cubicBezTo>
                  <a:lnTo>
                    <a:pt x="11386" y="140"/>
                  </a:lnTo>
                  <a:cubicBezTo>
                    <a:pt x="11386" y="63"/>
                    <a:pt x="11323" y="1"/>
                    <a:pt x="11247" y="1"/>
                  </a:cubicBezTo>
                  <a:close/>
                </a:path>
              </a:pathLst>
            </a:custGeom>
            <a:solidFill>
              <a:srgbClr val="BDC8D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71" name="Google Shape;7971;p69"/>
            <p:cNvSpPr/>
            <p:nvPr/>
          </p:nvSpPr>
          <p:spPr>
            <a:xfrm>
              <a:off x="2573792" y="2303813"/>
              <a:ext cx="419351" cy="24295"/>
            </a:xfrm>
            <a:custGeom>
              <a:avLst/>
              <a:gdLst/>
              <a:ahLst/>
              <a:cxnLst/>
              <a:rect l="l" t="t" r="r" b="b"/>
              <a:pathLst>
                <a:path w="16018" h="928" extrusionOk="0">
                  <a:moveTo>
                    <a:pt x="1" y="1"/>
                  </a:moveTo>
                  <a:lnTo>
                    <a:pt x="1" y="611"/>
                  </a:lnTo>
                  <a:cubicBezTo>
                    <a:pt x="1" y="784"/>
                    <a:pt x="140" y="928"/>
                    <a:pt x="313" y="928"/>
                  </a:cubicBezTo>
                  <a:lnTo>
                    <a:pt x="15705" y="928"/>
                  </a:lnTo>
                  <a:cubicBezTo>
                    <a:pt x="15878" y="928"/>
                    <a:pt x="16017" y="784"/>
                    <a:pt x="16017" y="611"/>
                  </a:cubicBezTo>
                  <a:lnTo>
                    <a:pt x="16017" y="1"/>
                  </a:lnTo>
                  <a:close/>
                </a:path>
              </a:pathLst>
            </a:custGeom>
            <a:solidFill>
              <a:srgbClr val="B4C0C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72" name="Google Shape;7972;p69"/>
            <p:cNvSpPr/>
            <p:nvPr/>
          </p:nvSpPr>
          <p:spPr>
            <a:xfrm>
              <a:off x="2573792" y="2235640"/>
              <a:ext cx="419482" cy="68199"/>
            </a:xfrm>
            <a:custGeom>
              <a:avLst/>
              <a:gdLst/>
              <a:ahLst/>
              <a:cxnLst/>
              <a:rect l="l" t="t" r="r" b="b"/>
              <a:pathLst>
                <a:path w="16023" h="2605" extrusionOk="0">
                  <a:moveTo>
                    <a:pt x="1317" y="1"/>
                  </a:moveTo>
                  <a:lnTo>
                    <a:pt x="1" y="2605"/>
                  </a:lnTo>
                  <a:lnTo>
                    <a:pt x="16022" y="2605"/>
                  </a:lnTo>
                  <a:lnTo>
                    <a:pt x="14701" y="1"/>
                  </a:lnTo>
                  <a:close/>
                </a:path>
              </a:pathLst>
            </a:custGeom>
            <a:solidFill>
              <a:srgbClr val="CED6D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73" name="Google Shape;7973;p69"/>
            <p:cNvSpPr/>
            <p:nvPr/>
          </p:nvSpPr>
          <p:spPr>
            <a:xfrm>
              <a:off x="2573792" y="2235771"/>
              <a:ext cx="419482" cy="68068"/>
            </a:xfrm>
            <a:custGeom>
              <a:avLst/>
              <a:gdLst/>
              <a:ahLst/>
              <a:cxnLst/>
              <a:rect l="l" t="t" r="r" b="b"/>
              <a:pathLst>
                <a:path w="16023" h="2600" extrusionOk="0">
                  <a:moveTo>
                    <a:pt x="12808" y="1"/>
                  </a:moveTo>
                  <a:lnTo>
                    <a:pt x="13678" y="1706"/>
                  </a:lnTo>
                  <a:cubicBezTo>
                    <a:pt x="13774" y="1898"/>
                    <a:pt x="13635" y="2124"/>
                    <a:pt x="13419" y="2124"/>
                  </a:cubicBezTo>
                  <a:lnTo>
                    <a:pt x="241" y="2124"/>
                  </a:lnTo>
                  <a:lnTo>
                    <a:pt x="1" y="2600"/>
                  </a:lnTo>
                  <a:lnTo>
                    <a:pt x="16022" y="2600"/>
                  </a:lnTo>
                  <a:lnTo>
                    <a:pt x="14701" y="1"/>
                  </a:lnTo>
                  <a:close/>
                </a:path>
              </a:pathLst>
            </a:custGeom>
            <a:solidFill>
              <a:srgbClr val="C2CBD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74" name="Google Shape;7974;p69"/>
            <p:cNvSpPr/>
            <p:nvPr/>
          </p:nvSpPr>
          <p:spPr>
            <a:xfrm>
              <a:off x="2727992" y="2269727"/>
              <a:ext cx="111082" cy="34113"/>
            </a:xfrm>
            <a:custGeom>
              <a:avLst/>
              <a:gdLst/>
              <a:ahLst/>
              <a:cxnLst/>
              <a:rect l="l" t="t" r="r" b="b"/>
              <a:pathLst>
                <a:path w="4243" h="1303" extrusionOk="0">
                  <a:moveTo>
                    <a:pt x="519" y="1"/>
                  </a:moveTo>
                  <a:cubicBezTo>
                    <a:pt x="423" y="1"/>
                    <a:pt x="342" y="63"/>
                    <a:pt x="313" y="159"/>
                  </a:cubicBezTo>
                  <a:lnTo>
                    <a:pt x="1" y="1303"/>
                  </a:lnTo>
                  <a:lnTo>
                    <a:pt x="4243" y="1303"/>
                  </a:lnTo>
                  <a:lnTo>
                    <a:pt x="3925" y="159"/>
                  </a:lnTo>
                  <a:cubicBezTo>
                    <a:pt x="3901" y="63"/>
                    <a:pt x="3815" y="1"/>
                    <a:pt x="3719" y="1"/>
                  </a:cubicBezTo>
                  <a:close/>
                </a:path>
              </a:pathLst>
            </a:custGeom>
            <a:solidFill>
              <a:srgbClr val="F0F2F4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75" name="Google Shape;7975;p69"/>
            <p:cNvSpPr/>
            <p:nvPr/>
          </p:nvSpPr>
          <p:spPr>
            <a:xfrm>
              <a:off x="2727992" y="2291351"/>
              <a:ext cx="111082" cy="12488"/>
            </a:xfrm>
            <a:custGeom>
              <a:avLst/>
              <a:gdLst/>
              <a:ahLst/>
              <a:cxnLst/>
              <a:rect l="l" t="t" r="r" b="b"/>
              <a:pathLst>
                <a:path w="4243" h="477" extrusionOk="0">
                  <a:moveTo>
                    <a:pt x="130" y="1"/>
                  </a:moveTo>
                  <a:lnTo>
                    <a:pt x="1" y="477"/>
                  </a:lnTo>
                  <a:lnTo>
                    <a:pt x="4243" y="477"/>
                  </a:lnTo>
                  <a:lnTo>
                    <a:pt x="4108" y="1"/>
                  </a:lnTo>
                  <a:close/>
                </a:path>
              </a:pathLst>
            </a:custGeom>
            <a:solidFill>
              <a:srgbClr val="DCE1E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76" name="Google Shape;7976;p69"/>
            <p:cNvSpPr/>
            <p:nvPr/>
          </p:nvSpPr>
          <p:spPr>
            <a:xfrm>
              <a:off x="2567509" y="2002219"/>
              <a:ext cx="432179" cy="332172"/>
            </a:xfrm>
            <a:custGeom>
              <a:avLst/>
              <a:gdLst/>
              <a:ahLst/>
              <a:cxnLst/>
              <a:rect l="l" t="t" r="r" b="b"/>
              <a:pathLst>
                <a:path w="16508" h="12688" extrusionOk="0">
                  <a:moveTo>
                    <a:pt x="14701" y="486"/>
                  </a:moveTo>
                  <a:lnTo>
                    <a:pt x="14701" y="8677"/>
                  </a:lnTo>
                  <a:lnTo>
                    <a:pt x="1802" y="8677"/>
                  </a:lnTo>
                  <a:lnTo>
                    <a:pt x="1802" y="486"/>
                  </a:lnTo>
                  <a:close/>
                  <a:moveTo>
                    <a:pt x="14792" y="9162"/>
                  </a:moveTo>
                  <a:lnTo>
                    <a:pt x="15868" y="11276"/>
                  </a:lnTo>
                  <a:lnTo>
                    <a:pt x="10555" y="11276"/>
                  </a:lnTo>
                  <a:lnTo>
                    <a:pt x="10286" y="10310"/>
                  </a:lnTo>
                  <a:cubicBezTo>
                    <a:pt x="10233" y="10113"/>
                    <a:pt x="10055" y="9978"/>
                    <a:pt x="9849" y="9978"/>
                  </a:cubicBezTo>
                  <a:lnTo>
                    <a:pt x="6649" y="9978"/>
                  </a:lnTo>
                  <a:cubicBezTo>
                    <a:pt x="6443" y="9978"/>
                    <a:pt x="6265" y="10113"/>
                    <a:pt x="6212" y="10310"/>
                  </a:cubicBezTo>
                  <a:lnTo>
                    <a:pt x="5943" y="11276"/>
                  </a:lnTo>
                  <a:lnTo>
                    <a:pt x="635" y="11276"/>
                  </a:lnTo>
                  <a:lnTo>
                    <a:pt x="1706" y="9162"/>
                  </a:lnTo>
                  <a:close/>
                  <a:moveTo>
                    <a:pt x="9830" y="10459"/>
                  </a:moveTo>
                  <a:lnTo>
                    <a:pt x="10055" y="11280"/>
                  </a:lnTo>
                  <a:lnTo>
                    <a:pt x="6448" y="11280"/>
                  </a:lnTo>
                  <a:lnTo>
                    <a:pt x="6673" y="10459"/>
                  </a:lnTo>
                  <a:close/>
                  <a:moveTo>
                    <a:pt x="16017" y="11761"/>
                  </a:moveTo>
                  <a:lnTo>
                    <a:pt x="16017" y="12135"/>
                  </a:lnTo>
                  <a:cubicBezTo>
                    <a:pt x="16017" y="12174"/>
                    <a:pt x="15988" y="12203"/>
                    <a:pt x="15945" y="12208"/>
                  </a:cubicBezTo>
                  <a:lnTo>
                    <a:pt x="553" y="12208"/>
                  </a:lnTo>
                  <a:cubicBezTo>
                    <a:pt x="515" y="12203"/>
                    <a:pt x="481" y="12174"/>
                    <a:pt x="481" y="12135"/>
                  </a:cubicBezTo>
                  <a:lnTo>
                    <a:pt x="481" y="11761"/>
                  </a:lnTo>
                  <a:close/>
                  <a:moveTo>
                    <a:pt x="1783" y="0"/>
                  </a:moveTo>
                  <a:cubicBezTo>
                    <a:pt x="1523" y="0"/>
                    <a:pt x="1317" y="212"/>
                    <a:pt x="1317" y="466"/>
                  </a:cubicBezTo>
                  <a:lnTo>
                    <a:pt x="1317" y="8859"/>
                  </a:lnTo>
                  <a:lnTo>
                    <a:pt x="25" y="11410"/>
                  </a:lnTo>
                  <a:lnTo>
                    <a:pt x="25" y="11415"/>
                  </a:lnTo>
                  <a:cubicBezTo>
                    <a:pt x="20" y="11420"/>
                    <a:pt x="15" y="11429"/>
                    <a:pt x="15" y="11434"/>
                  </a:cubicBezTo>
                  <a:lnTo>
                    <a:pt x="15" y="11444"/>
                  </a:lnTo>
                  <a:cubicBezTo>
                    <a:pt x="10" y="11448"/>
                    <a:pt x="10" y="11458"/>
                    <a:pt x="5" y="11468"/>
                  </a:cubicBezTo>
                  <a:cubicBezTo>
                    <a:pt x="5" y="11477"/>
                    <a:pt x="1" y="11487"/>
                    <a:pt x="1" y="11497"/>
                  </a:cubicBezTo>
                  <a:lnTo>
                    <a:pt x="1" y="11501"/>
                  </a:lnTo>
                  <a:lnTo>
                    <a:pt x="1" y="11516"/>
                  </a:lnTo>
                  <a:lnTo>
                    <a:pt x="1" y="12131"/>
                  </a:lnTo>
                  <a:cubicBezTo>
                    <a:pt x="1" y="12438"/>
                    <a:pt x="250" y="12688"/>
                    <a:pt x="558" y="12688"/>
                  </a:cubicBezTo>
                  <a:lnTo>
                    <a:pt x="15950" y="12688"/>
                  </a:lnTo>
                  <a:cubicBezTo>
                    <a:pt x="16257" y="12688"/>
                    <a:pt x="16507" y="12438"/>
                    <a:pt x="16507" y="12131"/>
                  </a:cubicBezTo>
                  <a:lnTo>
                    <a:pt x="16507" y="11521"/>
                  </a:lnTo>
                  <a:cubicBezTo>
                    <a:pt x="16503" y="11516"/>
                    <a:pt x="16503" y="11511"/>
                    <a:pt x="16503" y="11501"/>
                  </a:cubicBezTo>
                  <a:lnTo>
                    <a:pt x="16503" y="11497"/>
                  </a:lnTo>
                  <a:cubicBezTo>
                    <a:pt x="16498" y="11487"/>
                    <a:pt x="16498" y="11477"/>
                    <a:pt x="16498" y="11468"/>
                  </a:cubicBezTo>
                  <a:cubicBezTo>
                    <a:pt x="16493" y="11458"/>
                    <a:pt x="16493" y="11448"/>
                    <a:pt x="16488" y="11439"/>
                  </a:cubicBezTo>
                  <a:lnTo>
                    <a:pt x="16488" y="11434"/>
                  </a:lnTo>
                  <a:cubicBezTo>
                    <a:pt x="16488" y="11429"/>
                    <a:pt x="16483" y="11420"/>
                    <a:pt x="16478" y="11415"/>
                  </a:cubicBezTo>
                  <a:lnTo>
                    <a:pt x="16478" y="11410"/>
                  </a:lnTo>
                  <a:lnTo>
                    <a:pt x="15181" y="8859"/>
                  </a:lnTo>
                  <a:lnTo>
                    <a:pt x="15181" y="466"/>
                  </a:lnTo>
                  <a:cubicBezTo>
                    <a:pt x="15181" y="212"/>
                    <a:pt x="14975" y="0"/>
                    <a:pt x="14715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77" name="Google Shape;7977;p69"/>
            <p:cNvSpPr/>
            <p:nvPr/>
          </p:nvSpPr>
          <p:spPr>
            <a:xfrm>
              <a:off x="2628142" y="2132622"/>
              <a:ext cx="310783" cy="83174"/>
            </a:xfrm>
            <a:custGeom>
              <a:avLst/>
              <a:gdLst/>
              <a:ahLst/>
              <a:cxnLst/>
              <a:rect l="l" t="t" r="r" b="b"/>
              <a:pathLst>
                <a:path w="11871" h="3177" extrusionOk="0">
                  <a:moveTo>
                    <a:pt x="243" y="0"/>
                  </a:moveTo>
                  <a:cubicBezTo>
                    <a:pt x="121" y="0"/>
                    <a:pt x="0" y="81"/>
                    <a:pt x="0" y="241"/>
                  </a:cubicBezTo>
                  <a:lnTo>
                    <a:pt x="0" y="2797"/>
                  </a:lnTo>
                  <a:cubicBezTo>
                    <a:pt x="0" y="3009"/>
                    <a:pt x="168" y="3177"/>
                    <a:pt x="380" y="3177"/>
                  </a:cubicBezTo>
                  <a:lnTo>
                    <a:pt x="11491" y="3177"/>
                  </a:lnTo>
                  <a:cubicBezTo>
                    <a:pt x="11698" y="3177"/>
                    <a:pt x="11866" y="3009"/>
                    <a:pt x="11866" y="2797"/>
                  </a:cubicBezTo>
                  <a:lnTo>
                    <a:pt x="11866" y="241"/>
                  </a:lnTo>
                  <a:cubicBezTo>
                    <a:pt x="11871" y="107"/>
                    <a:pt x="11760" y="1"/>
                    <a:pt x="11626" y="1"/>
                  </a:cubicBezTo>
                  <a:cubicBezTo>
                    <a:pt x="11491" y="1"/>
                    <a:pt x="11386" y="107"/>
                    <a:pt x="11386" y="241"/>
                  </a:cubicBezTo>
                  <a:lnTo>
                    <a:pt x="11386" y="2692"/>
                  </a:lnTo>
                  <a:lnTo>
                    <a:pt x="485" y="2692"/>
                  </a:lnTo>
                  <a:lnTo>
                    <a:pt x="485" y="241"/>
                  </a:lnTo>
                  <a:cubicBezTo>
                    <a:pt x="485" y="81"/>
                    <a:pt x="364" y="0"/>
                    <a:pt x="243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78" name="Google Shape;7978;p69"/>
            <p:cNvSpPr/>
            <p:nvPr/>
          </p:nvSpPr>
          <p:spPr>
            <a:xfrm>
              <a:off x="2628142" y="2028373"/>
              <a:ext cx="310678" cy="83200"/>
            </a:xfrm>
            <a:custGeom>
              <a:avLst/>
              <a:gdLst/>
              <a:ahLst/>
              <a:cxnLst/>
              <a:rect l="l" t="t" r="r" b="b"/>
              <a:pathLst>
                <a:path w="11867" h="3178" extrusionOk="0">
                  <a:moveTo>
                    <a:pt x="380" y="1"/>
                  </a:moveTo>
                  <a:cubicBezTo>
                    <a:pt x="168" y="1"/>
                    <a:pt x="0" y="169"/>
                    <a:pt x="0" y="380"/>
                  </a:cubicBezTo>
                  <a:lnTo>
                    <a:pt x="0" y="2936"/>
                  </a:lnTo>
                  <a:cubicBezTo>
                    <a:pt x="0" y="3097"/>
                    <a:pt x="121" y="3177"/>
                    <a:pt x="243" y="3177"/>
                  </a:cubicBezTo>
                  <a:cubicBezTo>
                    <a:pt x="364" y="3177"/>
                    <a:pt x="485" y="3097"/>
                    <a:pt x="485" y="2936"/>
                  </a:cubicBezTo>
                  <a:lnTo>
                    <a:pt x="485" y="486"/>
                  </a:lnTo>
                  <a:lnTo>
                    <a:pt x="11381" y="486"/>
                  </a:lnTo>
                  <a:lnTo>
                    <a:pt x="11381" y="2936"/>
                  </a:lnTo>
                  <a:cubicBezTo>
                    <a:pt x="11381" y="3097"/>
                    <a:pt x="11502" y="3177"/>
                    <a:pt x="11624" y="3177"/>
                  </a:cubicBezTo>
                  <a:cubicBezTo>
                    <a:pt x="11745" y="3177"/>
                    <a:pt x="11866" y="3097"/>
                    <a:pt x="11866" y="2936"/>
                  </a:cubicBezTo>
                  <a:lnTo>
                    <a:pt x="11866" y="380"/>
                  </a:lnTo>
                  <a:cubicBezTo>
                    <a:pt x="11866" y="169"/>
                    <a:pt x="11698" y="1"/>
                    <a:pt x="11487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7979" name="Google Shape;7979;p69"/>
          <p:cNvGrpSpPr/>
          <p:nvPr/>
        </p:nvGrpSpPr>
        <p:grpSpPr>
          <a:xfrm>
            <a:off x="992930" y="3162853"/>
            <a:ext cx="211391" cy="269432"/>
            <a:chOff x="1323907" y="3359888"/>
            <a:chExt cx="281854" cy="359242"/>
          </a:xfrm>
        </p:grpSpPr>
        <p:sp>
          <p:nvSpPr>
            <p:cNvPr id="7980" name="Google Shape;7980;p69"/>
            <p:cNvSpPr/>
            <p:nvPr/>
          </p:nvSpPr>
          <p:spPr>
            <a:xfrm>
              <a:off x="1352940" y="3424919"/>
              <a:ext cx="247034" cy="288922"/>
            </a:xfrm>
            <a:custGeom>
              <a:avLst/>
              <a:gdLst/>
              <a:ahLst/>
              <a:cxnLst/>
              <a:rect l="l" t="t" r="r" b="b"/>
              <a:pathLst>
                <a:path w="9436" h="11036" extrusionOk="0">
                  <a:moveTo>
                    <a:pt x="448" y="1"/>
                  </a:moveTo>
                  <a:cubicBezTo>
                    <a:pt x="203" y="1"/>
                    <a:pt x="1" y="178"/>
                    <a:pt x="1" y="404"/>
                  </a:cubicBezTo>
                  <a:lnTo>
                    <a:pt x="1" y="10637"/>
                  </a:lnTo>
                  <a:cubicBezTo>
                    <a:pt x="1" y="10858"/>
                    <a:pt x="203" y="11035"/>
                    <a:pt x="448" y="11035"/>
                  </a:cubicBezTo>
                  <a:lnTo>
                    <a:pt x="8989" y="11035"/>
                  </a:lnTo>
                  <a:cubicBezTo>
                    <a:pt x="9234" y="11035"/>
                    <a:pt x="9436" y="10858"/>
                    <a:pt x="9436" y="10637"/>
                  </a:cubicBezTo>
                  <a:lnTo>
                    <a:pt x="9436" y="404"/>
                  </a:lnTo>
                  <a:cubicBezTo>
                    <a:pt x="9436" y="178"/>
                    <a:pt x="9234" y="1"/>
                    <a:pt x="8989" y="1"/>
                  </a:cubicBezTo>
                  <a:close/>
                </a:path>
              </a:pathLst>
            </a:custGeom>
            <a:solidFill>
              <a:srgbClr val="F9FBF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81" name="Google Shape;7981;p69"/>
            <p:cNvSpPr/>
            <p:nvPr/>
          </p:nvSpPr>
          <p:spPr>
            <a:xfrm>
              <a:off x="1329693" y="3395100"/>
              <a:ext cx="247034" cy="288922"/>
            </a:xfrm>
            <a:custGeom>
              <a:avLst/>
              <a:gdLst/>
              <a:ahLst/>
              <a:cxnLst/>
              <a:rect l="l" t="t" r="r" b="b"/>
              <a:pathLst>
                <a:path w="9436" h="11036" extrusionOk="0">
                  <a:moveTo>
                    <a:pt x="447" y="1"/>
                  </a:moveTo>
                  <a:cubicBezTo>
                    <a:pt x="197" y="1"/>
                    <a:pt x="0" y="179"/>
                    <a:pt x="0" y="405"/>
                  </a:cubicBezTo>
                  <a:lnTo>
                    <a:pt x="0" y="10637"/>
                  </a:lnTo>
                  <a:cubicBezTo>
                    <a:pt x="0" y="10858"/>
                    <a:pt x="202" y="11036"/>
                    <a:pt x="447" y="11036"/>
                  </a:cubicBezTo>
                  <a:lnTo>
                    <a:pt x="8988" y="11036"/>
                  </a:lnTo>
                  <a:cubicBezTo>
                    <a:pt x="9233" y="11036"/>
                    <a:pt x="9435" y="10858"/>
                    <a:pt x="9435" y="10637"/>
                  </a:cubicBezTo>
                  <a:lnTo>
                    <a:pt x="9435" y="405"/>
                  </a:lnTo>
                  <a:cubicBezTo>
                    <a:pt x="9435" y="179"/>
                    <a:pt x="9233" y="1"/>
                    <a:pt x="8988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82" name="Google Shape;7982;p69"/>
            <p:cNvSpPr/>
            <p:nvPr/>
          </p:nvSpPr>
          <p:spPr>
            <a:xfrm>
              <a:off x="1553296" y="3395100"/>
              <a:ext cx="23431" cy="288922"/>
            </a:xfrm>
            <a:custGeom>
              <a:avLst/>
              <a:gdLst/>
              <a:ahLst/>
              <a:cxnLst/>
              <a:rect l="l" t="t" r="r" b="b"/>
              <a:pathLst>
                <a:path w="895" h="11036" extrusionOk="0">
                  <a:moveTo>
                    <a:pt x="1" y="1"/>
                  </a:moveTo>
                  <a:lnTo>
                    <a:pt x="1" y="11036"/>
                  </a:lnTo>
                  <a:lnTo>
                    <a:pt x="447" y="11036"/>
                  </a:lnTo>
                  <a:cubicBezTo>
                    <a:pt x="692" y="11036"/>
                    <a:pt x="894" y="10858"/>
                    <a:pt x="894" y="10637"/>
                  </a:cubicBezTo>
                  <a:lnTo>
                    <a:pt x="894" y="405"/>
                  </a:lnTo>
                  <a:cubicBezTo>
                    <a:pt x="894" y="179"/>
                    <a:pt x="692" y="1"/>
                    <a:pt x="447" y="1"/>
                  </a:cubicBezTo>
                  <a:close/>
                </a:path>
              </a:pathLst>
            </a:custGeom>
            <a:solidFill>
              <a:srgbClr val="FCFCF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83" name="Google Shape;7983;p69"/>
            <p:cNvSpPr/>
            <p:nvPr/>
          </p:nvSpPr>
          <p:spPr>
            <a:xfrm>
              <a:off x="1368910" y="3473954"/>
              <a:ext cx="46705" cy="42176"/>
            </a:xfrm>
            <a:custGeom>
              <a:avLst/>
              <a:gdLst/>
              <a:ahLst/>
              <a:cxnLst/>
              <a:rect l="l" t="t" r="r" b="b"/>
              <a:pathLst>
                <a:path w="1784" h="1611" extrusionOk="0">
                  <a:moveTo>
                    <a:pt x="112" y="1"/>
                  </a:moveTo>
                  <a:cubicBezTo>
                    <a:pt x="49" y="1"/>
                    <a:pt x="1" y="47"/>
                    <a:pt x="1" y="112"/>
                  </a:cubicBezTo>
                  <a:lnTo>
                    <a:pt x="1" y="1505"/>
                  </a:lnTo>
                  <a:cubicBezTo>
                    <a:pt x="1" y="1564"/>
                    <a:pt x="49" y="1611"/>
                    <a:pt x="112" y="1611"/>
                  </a:cubicBezTo>
                  <a:cubicBezTo>
                    <a:pt x="115" y="1611"/>
                    <a:pt x="118" y="1611"/>
                    <a:pt x="121" y="1610"/>
                  </a:cubicBezTo>
                  <a:lnTo>
                    <a:pt x="1663" y="1610"/>
                  </a:lnTo>
                  <a:cubicBezTo>
                    <a:pt x="1666" y="1611"/>
                    <a:pt x="1669" y="1611"/>
                    <a:pt x="1672" y="1611"/>
                  </a:cubicBezTo>
                  <a:cubicBezTo>
                    <a:pt x="1730" y="1611"/>
                    <a:pt x="1779" y="1564"/>
                    <a:pt x="1783" y="1505"/>
                  </a:cubicBezTo>
                  <a:lnTo>
                    <a:pt x="1783" y="112"/>
                  </a:lnTo>
                  <a:cubicBezTo>
                    <a:pt x="1779" y="47"/>
                    <a:pt x="1730" y="1"/>
                    <a:pt x="1672" y="1"/>
                  </a:cubicBezTo>
                  <a:cubicBezTo>
                    <a:pt x="1669" y="1"/>
                    <a:pt x="1666" y="1"/>
                    <a:pt x="1663" y="1"/>
                  </a:cubicBezTo>
                  <a:lnTo>
                    <a:pt x="121" y="1"/>
                  </a:lnTo>
                  <a:cubicBezTo>
                    <a:pt x="118" y="1"/>
                    <a:pt x="115" y="1"/>
                    <a:pt x="112" y="1"/>
                  </a:cubicBezTo>
                  <a:close/>
                </a:path>
              </a:pathLst>
            </a:custGeom>
            <a:solidFill>
              <a:srgbClr val="E4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84" name="Google Shape;7984;p69"/>
            <p:cNvSpPr/>
            <p:nvPr/>
          </p:nvSpPr>
          <p:spPr>
            <a:xfrm>
              <a:off x="1368910" y="3541996"/>
              <a:ext cx="46705" cy="42176"/>
            </a:xfrm>
            <a:custGeom>
              <a:avLst/>
              <a:gdLst/>
              <a:ahLst/>
              <a:cxnLst/>
              <a:rect l="l" t="t" r="r" b="b"/>
              <a:pathLst>
                <a:path w="1784" h="1611" extrusionOk="0">
                  <a:moveTo>
                    <a:pt x="112" y="1"/>
                  </a:moveTo>
                  <a:cubicBezTo>
                    <a:pt x="49" y="1"/>
                    <a:pt x="1" y="47"/>
                    <a:pt x="1" y="107"/>
                  </a:cubicBezTo>
                  <a:lnTo>
                    <a:pt x="1" y="1500"/>
                  </a:lnTo>
                  <a:cubicBezTo>
                    <a:pt x="1" y="1562"/>
                    <a:pt x="54" y="1610"/>
                    <a:pt x="121" y="1610"/>
                  </a:cubicBezTo>
                  <a:lnTo>
                    <a:pt x="1663" y="1610"/>
                  </a:lnTo>
                  <a:cubicBezTo>
                    <a:pt x="1726" y="1610"/>
                    <a:pt x="1778" y="1562"/>
                    <a:pt x="1783" y="1500"/>
                  </a:cubicBezTo>
                  <a:lnTo>
                    <a:pt x="1783" y="107"/>
                  </a:lnTo>
                  <a:cubicBezTo>
                    <a:pt x="1779" y="47"/>
                    <a:pt x="1730" y="1"/>
                    <a:pt x="1672" y="1"/>
                  </a:cubicBezTo>
                  <a:cubicBezTo>
                    <a:pt x="1669" y="1"/>
                    <a:pt x="1666" y="1"/>
                    <a:pt x="1663" y="1"/>
                  </a:cubicBezTo>
                  <a:lnTo>
                    <a:pt x="121" y="1"/>
                  </a:lnTo>
                  <a:cubicBezTo>
                    <a:pt x="118" y="1"/>
                    <a:pt x="115" y="1"/>
                    <a:pt x="112" y="1"/>
                  </a:cubicBezTo>
                  <a:close/>
                </a:path>
              </a:pathLst>
            </a:custGeom>
            <a:solidFill>
              <a:srgbClr val="D7DDE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85" name="Google Shape;7985;p69"/>
            <p:cNvSpPr/>
            <p:nvPr/>
          </p:nvSpPr>
          <p:spPr>
            <a:xfrm>
              <a:off x="1368910" y="3610038"/>
              <a:ext cx="46705" cy="42176"/>
            </a:xfrm>
            <a:custGeom>
              <a:avLst/>
              <a:gdLst/>
              <a:ahLst/>
              <a:cxnLst/>
              <a:rect l="l" t="t" r="r" b="b"/>
              <a:pathLst>
                <a:path w="1784" h="1611" extrusionOk="0">
                  <a:moveTo>
                    <a:pt x="112" y="1"/>
                  </a:moveTo>
                  <a:cubicBezTo>
                    <a:pt x="49" y="1"/>
                    <a:pt x="1" y="47"/>
                    <a:pt x="1" y="112"/>
                  </a:cubicBezTo>
                  <a:lnTo>
                    <a:pt x="1" y="1505"/>
                  </a:lnTo>
                  <a:cubicBezTo>
                    <a:pt x="1" y="1564"/>
                    <a:pt x="49" y="1611"/>
                    <a:pt x="112" y="1611"/>
                  </a:cubicBezTo>
                  <a:cubicBezTo>
                    <a:pt x="115" y="1611"/>
                    <a:pt x="118" y="1611"/>
                    <a:pt x="121" y="1610"/>
                  </a:cubicBezTo>
                  <a:lnTo>
                    <a:pt x="1663" y="1610"/>
                  </a:lnTo>
                  <a:cubicBezTo>
                    <a:pt x="1666" y="1611"/>
                    <a:pt x="1669" y="1611"/>
                    <a:pt x="1672" y="1611"/>
                  </a:cubicBezTo>
                  <a:cubicBezTo>
                    <a:pt x="1730" y="1611"/>
                    <a:pt x="1779" y="1564"/>
                    <a:pt x="1783" y="1505"/>
                  </a:cubicBezTo>
                  <a:lnTo>
                    <a:pt x="1783" y="112"/>
                  </a:lnTo>
                  <a:cubicBezTo>
                    <a:pt x="1779" y="47"/>
                    <a:pt x="1730" y="1"/>
                    <a:pt x="1672" y="1"/>
                  </a:cubicBezTo>
                  <a:cubicBezTo>
                    <a:pt x="1669" y="1"/>
                    <a:pt x="1666" y="1"/>
                    <a:pt x="1663" y="1"/>
                  </a:cubicBezTo>
                  <a:lnTo>
                    <a:pt x="121" y="1"/>
                  </a:lnTo>
                  <a:cubicBezTo>
                    <a:pt x="118" y="1"/>
                    <a:pt x="115" y="1"/>
                    <a:pt x="112" y="1"/>
                  </a:cubicBezTo>
                  <a:close/>
                </a:path>
              </a:pathLst>
            </a:custGeom>
            <a:solidFill>
              <a:srgbClr val="D9E1E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86" name="Google Shape;7986;p69"/>
            <p:cNvSpPr/>
            <p:nvPr/>
          </p:nvSpPr>
          <p:spPr>
            <a:xfrm>
              <a:off x="1357731" y="3386435"/>
              <a:ext cx="77755" cy="36390"/>
            </a:xfrm>
            <a:custGeom>
              <a:avLst/>
              <a:gdLst/>
              <a:ahLst/>
              <a:cxnLst/>
              <a:rect l="l" t="t" r="r" b="b"/>
              <a:pathLst>
                <a:path w="2970" h="1390" extrusionOk="0">
                  <a:moveTo>
                    <a:pt x="442" y="1"/>
                  </a:moveTo>
                  <a:cubicBezTo>
                    <a:pt x="197" y="1"/>
                    <a:pt x="0" y="178"/>
                    <a:pt x="0" y="394"/>
                  </a:cubicBezTo>
                  <a:lnTo>
                    <a:pt x="0" y="1211"/>
                  </a:lnTo>
                  <a:cubicBezTo>
                    <a:pt x="10" y="1314"/>
                    <a:pt x="91" y="1389"/>
                    <a:pt x="193" y="1389"/>
                  </a:cubicBezTo>
                  <a:cubicBezTo>
                    <a:pt x="196" y="1389"/>
                    <a:pt x="199" y="1389"/>
                    <a:pt x="202" y="1389"/>
                  </a:cubicBezTo>
                  <a:lnTo>
                    <a:pt x="2767" y="1389"/>
                  </a:lnTo>
                  <a:cubicBezTo>
                    <a:pt x="2770" y="1389"/>
                    <a:pt x="2773" y="1389"/>
                    <a:pt x="2776" y="1389"/>
                  </a:cubicBezTo>
                  <a:cubicBezTo>
                    <a:pt x="2878" y="1389"/>
                    <a:pt x="2965" y="1309"/>
                    <a:pt x="2969" y="1206"/>
                  </a:cubicBezTo>
                  <a:lnTo>
                    <a:pt x="2969" y="394"/>
                  </a:lnTo>
                  <a:cubicBezTo>
                    <a:pt x="2969" y="178"/>
                    <a:pt x="2767" y="1"/>
                    <a:pt x="2527" y="1"/>
                  </a:cubicBezTo>
                  <a:close/>
                </a:path>
              </a:pathLst>
            </a:custGeom>
            <a:solidFill>
              <a:srgbClr val="A2B0B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87" name="Google Shape;7987;p69"/>
            <p:cNvSpPr/>
            <p:nvPr/>
          </p:nvSpPr>
          <p:spPr>
            <a:xfrm>
              <a:off x="1400614" y="3386304"/>
              <a:ext cx="34872" cy="36390"/>
            </a:xfrm>
            <a:custGeom>
              <a:avLst/>
              <a:gdLst/>
              <a:ahLst/>
              <a:cxnLst/>
              <a:rect l="l" t="t" r="r" b="b"/>
              <a:pathLst>
                <a:path w="1332" h="1390" extrusionOk="0">
                  <a:moveTo>
                    <a:pt x="236" y="1389"/>
                  </a:moveTo>
                  <a:cubicBezTo>
                    <a:pt x="239" y="1389"/>
                    <a:pt x="242" y="1389"/>
                    <a:pt x="245" y="1389"/>
                  </a:cubicBezTo>
                  <a:cubicBezTo>
                    <a:pt x="248" y="1389"/>
                    <a:pt x="251" y="1389"/>
                    <a:pt x="254" y="1389"/>
                  </a:cubicBezTo>
                  <a:close/>
                  <a:moveTo>
                    <a:pt x="1" y="1"/>
                  </a:moveTo>
                  <a:cubicBezTo>
                    <a:pt x="241" y="1"/>
                    <a:pt x="443" y="183"/>
                    <a:pt x="443" y="399"/>
                  </a:cubicBezTo>
                  <a:lnTo>
                    <a:pt x="443" y="1211"/>
                  </a:lnTo>
                  <a:cubicBezTo>
                    <a:pt x="433" y="1307"/>
                    <a:pt x="352" y="1385"/>
                    <a:pt x="254" y="1389"/>
                  </a:cubicBezTo>
                  <a:lnTo>
                    <a:pt x="1129" y="1389"/>
                  </a:lnTo>
                  <a:cubicBezTo>
                    <a:pt x="1132" y="1389"/>
                    <a:pt x="1135" y="1389"/>
                    <a:pt x="1138" y="1389"/>
                  </a:cubicBezTo>
                  <a:cubicBezTo>
                    <a:pt x="1240" y="1389"/>
                    <a:pt x="1322" y="1309"/>
                    <a:pt x="1331" y="1211"/>
                  </a:cubicBezTo>
                  <a:lnTo>
                    <a:pt x="1331" y="395"/>
                  </a:lnTo>
                  <a:cubicBezTo>
                    <a:pt x="1331" y="178"/>
                    <a:pt x="1134" y="1"/>
                    <a:pt x="889" y="1"/>
                  </a:cubicBezTo>
                  <a:close/>
                </a:path>
              </a:pathLst>
            </a:custGeom>
            <a:solidFill>
              <a:srgbClr val="98A9B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88" name="Google Shape;7988;p69"/>
            <p:cNvSpPr/>
            <p:nvPr/>
          </p:nvSpPr>
          <p:spPr>
            <a:xfrm>
              <a:off x="1323907" y="3389917"/>
              <a:ext cx="281854" cy="329214"/>
            </a:xfrm>
            <a:custGeom>
              <a:avLst/>
              <a:gdLst/>
              <a:ahLst/>
              <a:cxnLst/>
              <a:rect l="l" t="t" r="r" b="b"/>
              <a:pathLst>
                <a:path w="10766" h="12575" extrusionOk="0">
                  <a:moveTo>
                    <a:pt x="8199" y="1"/>
                  </a:moveTo>
                  <a:cubicBezTo>
                    <a:pt x="7939" y="1"/>
                    <a:pt x="7940" y="406"/>
                    <a:pt x="8203" y="406"/>
                  </a:cubicBezTo>
                  <a:cubicBezTo>
                    <a:pt x="8210" y="406"/>
                    <a:pt x="8217" y="406"/>
                    <a:pt x="8225" y="406"/>
                  </a:cubicBezTo>
                  <a:lnTo>
                    <a:pt x="9209" y="406"/>
                  </a:lnTo>
                  <a:cubicBezTo>
                    <a:pt x="9215" y="405"/>
                    <a:pt x="9221" y="405"/>
                    <a:pt x="9226" y="405"/>
                  </a:cubicBezTo>
                  <a:cubicBezTo>
                    <a:pt x="9334" y="405"/>
                    <a:pt x="9426" y="493"/>
                    <a:pt x="9430" y="603"/>
                  </a:cubicBezTo>
                  <a:lnTo>
                    <a:pt x="9430" y="10840"/>
                  </a:lnTo>
                  <a:cubicBezTo>
                    <a:pt x="9426" y="10950"/>
                    <a:pt x="9334" y="11038"/>
                    <a:pt x="9226" y="11038"/>
                  </a:cubicBezTo>
                  <a:cubicBezTo>
                    <a:pt x="9221" y="11038"/>
                    <a:pt x="9215" y="11037"/>
                    <a:pt x="9209" y="11037"/>
                  </a:cubicBezTo>
                  <a:lnTo>
                    <a:pt x="668" y="11037"/>
                  </a:lnTo>
                  <a:cubicBezTo>
                    <a:pt x="662" y="11037"/>
                    <a:pt x="656" y="11038"/>
                    <a:pt x="651" y="11038"/>
                  </a:cubicBezTo>
                  <a:cubicBezTo>
                    <a:pt x="539" y="11038"/>
                    <a:pt x="451" y="10950"/>
                    <a:pt x="442" y="10840"/>
                  </a:cubicBezTo>
                  <a:lnTo>
                    <a:pt x="442" y="10018"/>
                  </a:lnTo>
                  <a:cubicBezTo>
                    <a:pt x="430" y="9884"/>
                    <a:pt x="326" y="9817"/>
                    <a:pt x="221" y="9817"/>
                  </a:cubicBezTo>
                  <a:cubicBezTo>
                    <a:pt x="117" y="9817"/>
                    <a:pt x="12" y="9884"/>
                    <a:pt x="0" y="10018"/>
                  </a:cubicBezTo>
                  <a:lnTo>
                    <a:pt x="0" y="10835"/>
                  </a:lnTo>
                  <a:cubicBezTo>
                    <a:pt x="0" y="11167"/>
                    <a:pt x="298" y="11436"/>
                    <a:pt x="668" y="11436"/>
                  </a:cubicBezTo>
                  <a:lnTo>
                    <a:pt x="889" y="11436"/>
                  </a:lnTo>
                  <a:lnTo>
                    <a:pt x="889" y="11974"/>
                  </a:lnTo>
                  <a:cubicBezTo>
                    <a:pt x="889" y="12305"/>
                    <a:pt x="1191" y="12574"/>
                    <a:pt x="1557" y="12574"/>
                  </a:cubicBezTo>
                  <a:lnTo>
                    <a:pt x="10098" y="12574"/>
                  </a:lnTo>
                  <a:cubicBezTo>
                    <a:pt x="10468" y="12574"/>
                    <a:pt x="10766" y="12300"/>
                    <a:pt x="10766" y="11974"/>
                  </a:cubicBezTo>
                  <a:lnTo>
                    <a:pt x="10766" y="11714"/>
                  </a:lnTo>
                  <a:cubicBezTo>
                    <a:pt x="10754" y="11580"/>
                    <a:pt x="10649" y="11512"/>
                    <a:pt x="10545" y="11512"/>
                  </a:cubicBezTo>
                  <a:cubicBezTo>
                    <a:pt x="10440" y="11512"/>
                    <a:pt x="10336" y="11580"/>
                    <a:pt x="10324" y="11714"/>
                  </a:cubicBezTo>
                  <a:lnTo>
                    <a:pt x="10324" y="11974"/>
                  </a:lnTo>
                  <a:cubicBezTo>
                    <a:pt x="10315" y="12086"/>
                    <a:pt x="10223" y="12176"/>
                    <a:pt x="10107" y="12176"/>
                  </a:cubicBezTo>
                  <a:cubicBezTo>
                    <a:pt x="10104" y="12176"/>
                    <a:pt x="10101" y="12176"/>
                    <a:pt x="10098" y="12175"/>
                  </a:cubicBezTo>
                  <a:lnTo>
                    <a:pt x="1557" y="12175"/>
                  </a:lnTo>
                  <a:cubicBezTo>
                    <a:pt x="1554" y="12176"/>
                    <a:pt x="1551" y="12176"/>
                    <a:pt x="1548" y="12176"/>
                  </a:cubicBezTo>
                  <a:cubicBezTo>
                    <a:pt x="1436" y="12176"/>
                    <a:pt x="1340" y="12086"/>
                    <a:pt x="1336" y="11974"/>
                  </a:cubicBezTo>
                  <a:lnTo>
                    <a:pt x="1336" y="11436"/>
                  </a:lnTo>
                  <a:lnTo>
                    <a:pt x="9209" y="11436"/>
                  </a:lnTo>
                  <a:cubicBezTo>
                    <a:pt x="9579" y="11436"/>
                    <a:pt x="9877" y="11167"/>
                    <a:pt x="9877" y="10835"/>
                  </a:cubicBezTo>
                  <a:lnTo>
                    <a:pt x="9877" y="1539"/>
                  </a:lnTo>
                  <a:lnTo>
                    <a:pt x="10098" y="1539"/>
                  </a:lnTo>
                  <a:cubicBezTo>
                    <a:pt x="10101" y="1539"/>
                    <a:pt x="10105" y="1539"/>
                    <a:pt x="10108" y="1539"/>
                  </a:cubicBezTo>
                  <a:cubicBezTo>
                    <a:pt x="10223" y="1539"/>
                    <a:pt x="10315" y="1624"/>
                    <a:pt x="10324" y="1741"/>
                  </a:cubicBezTo>
                  <a:lnTo>
                    <a:pt x="10324" y="10854"/>
                  </a:lnTo>
                  <a:cubicBezTo>
                    <a:pt x="10329" y="10967"/>
                    <a:pt x="10424" y="11051"/>
                    <a:pt x="10536" y="11051"/>
                  </a:cubicBezTo>
                  <a:cubicBezTo>
                    <a:pt x="10539" y="11051"/>
                    <a:pt x="10542" y="11051"/>
                    <a:pt x="10545" y="11051"/>
                  </a:cubicBezTo>
                  <a:cubicBezTo>
                    <a:pt x="10548" y="11051"/>
                    <a:pt x="10551" y="11051"/>
                    <a:pt x="10554" y="11051"/>
                  </a:cubicBezTo>
                  <a:cubicBezTo>
                    <a:pt x="10666" y="11051"/>
                    <a:pt x="10761" y="10966"/>
                    <a:pt x="10766" y="10850"/>
                  </a:cubicBezTo>
                  <a:lnTo>
                    <a:pt x="10766" y="1736"/>
                  </a:lnTo>
                  <a:cubicBezTo>
                    <a:pt x="10766" y="1405"/>
                    <a:pt x="10468" y="1136"/>
                    <a:pt x="10098" y="1136"/>
                  </a:cubicBezTo>
                  <a:lnTo>
                    <a:pt x="9877" y="1136"/>
                  </a:lnTo>
                  <a:lnTo>
                    <a:pt x="9877" y="603"/>
                  </a:lnTo>
                  <a:cubicBezTo>
                    <a:pt x="9877" y="271"/>
                    <a:pt x="9575" y="2"/>
                    <a:pt x="9209" y="2"/>
                  </a:cubicBezTo>
                  <a:lnTo>
                    <a:pt x="8225" y="2"/>
                  </a:lnTo>
                  <a:cubicBezTo>
                    <a:pt x="8216" y="1"/>
                    <a:pt x="8207" y="1"/>
                    <a:pt x="8199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89" name="Google Shape;7989;p69"/>
            <p:cNvSpPr/>
            <p:nvPr/>
          </p:nvSpPr>
          <p:spPr>
            <a:xfrm>
              <a:off x="1323907" y="3359888"/>
              <a:ext cx="196219" cy="274471"/>
            </a:xfrm>
            <a:custGeom>
              <a:avLst/>
              <a:gdLst/>
              <a:ahLst/>
              <a:cxnLst/>
              <a:rect l="l" t="t" r="r" b="b"/>
              <a:pathLst>
                <a:path w="7495" h="10484" extrusionOk="0">
                  <a:moveTo>
                    <a:pt x="3069" y="409"/>
                  </a:moveTo>
                  <a:cubicBezTo>
                    <a:pt x="3142" y="409"/>
                    <a:pt x="3205" y="470"/>
                    <a:pt x="3209" y="544"/>
                  </a:cubicBezTo>
                  <a:lnTo>
                    <a:pt x="3209" y="813"/>
                  </a:lnTo>
                  <a:lnTo>
                    <a:pt x="2344" y="813"/>
                  </a:lnTo>
                  <a:lnTo>
                    <a:pt x="2344" y="544"/>
                  </a:lnTo>
                  <a:lnTo>
                    <a:pt x="2349" y="544"/>
                  </a:lnTo>
                  <a:cubicBezTo>
                    <a:pt x="2354" y="470"/>
                    <a:pt x="2417" y="409"/>
                    <a:pt x="2490" y="409"/>
                  </a:cubicBezTo>
                  <a:cubicBezTo>
                    <a:pt x="2493" y="409"/>
                    <a:pt x="2495" y="409"/>
                    <a:pt x="2498" y="409"/>
                  </a:cubicBezTo>
                  <a:lnTo>
                    <a:pt x="3060" y="409"/>
                  </a:lnTo>
                  <a:cubicBezTo>
                    <a:pt x="3063" y="409"/>
                    <a:pt x="3066" y="409"/>
                    <a:pt x="3069" y="409"/>
                  </a:cubicBezTo>
                  <a:close/>
                  <a:moveTo>
                    <a:pt x="3833" y="1211"/>
                  </a:moveTo>
                  <a:cubicBezTo>
                    <a:pt x="3940" y="1211"/>
                    <a:pt x="4031" y="1296"/>
                    <a:pt x="4040" y="1408"/>
                  </a:cubicBezTo>
                  <a:lnTo>
                    <a:pt x="4040" y="2201"/>
                  </a:lnTo>
                  <a:lnTo>
                    <a:pt x="1518" y="2201"/>
                  </a:lnTo>
                  <a:lnTo>
                    <a:pt x="1518" y="1408"/>
                  </a:lnTo>
                  <a:cubicBezTo>
                    <a:pt x="1523" y="1296"/>
                    <a:pt x="1614" y="1211"/>
                    <a:pt x="1725" y="1211"/>
                  </a:cubicBezTo>
                  <a:cubicBezTo>
                    <a:pt x="1728" y="1211"/>
                    <a:pt x="1731" y="1211"/>
                    <a:pt x="1734" y="1211"/>
                  </a:cubicBezTo>
                  <a:lnTo>
                    <a:pt x="3824" y="1211"/>
                  </a:lnTo>
                  <a:cubicBezTo>
                    <a:pt x="3827" y="1211"/>
                    <a:pt x="3830" y="1211"/>
                    <a:pt x="3833" y="1211"/>
                  </a:cubicBezTo>
                  <a:close/>
                  <a:moveTo>
                    <a:pt x="2498" y="1"/>
                  </a:moveTo>
                  <a:cubicBezTo>
                    <a:pt x="2167" y="1"/>
                    <a:pt x="1902" y="241"/>
                    <a:pt x="1902" y="539"/>
                  </a:cubicBezTo>
                  <a:lnTo>
                    <a:pt x="1902" y="808"/>
                  </a:lnTo>
                  <a:lnTo>
                    <a:pt x="1734" y="808"/>
                  </a:lnTo>
                  <a:cubicBezTo>
                    <a:pt x="1730" y="808"/>
                    <a:pt x="1725" y="808"/>
                    <a:pt x="1721" y="808"/>
                  </a:cubicBezTo>
                  <a:cubicBezTo>
                    <a:pt x="1481" y="808"/>
                    <a:pt x="1261" y="932"/>
                    <a:pt x="1139" y="1144"/>
                  </a:cubicBezTo>
                  <a:lnTo>
                    <a:pt x="668" y="1144"/>
                  </a:lnTo>
                  <a:cubicBezTo>
                    <a:pt x="298" y="1144"/>
                    <a:pt x="0" y="1413"/>
                    <a:pt x="0" y="1745"/>
                  </a:cubicBezTo>
                  <a:lnTo>
                    <a:pt x="0" y="10281"/>
                  </a:lnTo>
                  <a:cubicBezTo>
                    <a:pt x="5" y="10398"/>
                    <a:pt x="100" y="10483"/>
                    <a:pt x="212" y="10483"/>
                  </a:cubicBezTo>
                  <a:cubicBezTo>
                    <a:pt x="215" y="10483"/>
                    <a:pt x="218" y="10483"/>
                    <a:pt x="221" y="10483"/>
                  </a:cubicBezTo>
                  <a:lnTo>
                    <a:pt x="226" y="10483"/>
                  </a:lnTo>
                  <a:cubicBezTo>
                    <a:pt x="229" y="10483"/>
                    <a:pt x="232" y="10483"/>
                    <a:pt x="235" y="10483"/>
                  </a:cubicBezTo>
                  <a:cubicBezTo>
                    <a:pt x="346" y="10483"/>
                    <a:pt x="442" y="10398"/>
                    <a:pt x="447" y="10281"/>
                  </a:cubicBezTo>
                  <a:lnTo>
                    <a:pt x="447" y="1750"/>
                  </a:lnTo>
                  <a:cubicBezTo>
                    <a:pt x="451" y="1635"/>
                    <a:pt x="543" y="1547"/>
                    <a:pt x="651" y="1547"/>
                  </a:cubicBezTo>
                  <a:cubicBezTo>
                    <a:pt x="657" y="1547"/>
                    <a:pt x="662" y="1547"/>
                    <a:pt x="668" y="1548"/>
                  </a:cubicBezTo>
                  <a:lnTo>
                    <a:pt x="1071" y="1548"/>
                  </a:lnTo>
                  <a:lnTo>
                    <a:pt x="1071" y="2220"/>
                  </a:lnTo>
                  <a:cubicBezTo>
                    <a:pt x="1071" y="2432"/>
                    <a:pt x="1264" y="2600"/>
                    <a:pt x="1499" y="2600"/>
                  </a:cubicBezTo>
                  <a:lnTo>
                    <a:pt x="4059" y="2600"/>
                  </a:lnTo>
                  <a:cubicBezTo>
                    <a:pt x="4295" y="2600"/>
                    <a:pt x="4487" y="2432"/>
                    <a:pt x="4487" y="2220"/>
                  </a:cubicBezTo>
                  <a:lnTo>
                    <a:pt x="4487" y="1543"/>
                  </a:lnTo>
                  <a:lnTo>
                    <a:pt x="7273" y="1543"/>
                  </a:lnTo>
                  <a:cubicBezTo>
                    <a:pt x="7279" y="1543"/>
                    <a:pt x="7285" y="1544"/>
                    <a:pt x="7291" y="1544"/>
                  </a:cubicBezTo>
                  <a:cubicBezTo>
                    <a:pt x="7403" y="1544"/>
                    <a:pt x="7494" y="1455"/>
                    <a:pt x="7494" y="1341"/>
                  </a:cubicBezTo>
                  <a:cubicBezTo>
                    <a:pt x="7494" y="1234"/>
                    <a:pt x="7407" y="1143"/>
                    <a:pt x="7297" y="1143"/>
                  </a:cubicBezTo>
                  <a:cubicBezTo>
                    <a:pt x="7289" y="1143"/>
                    <a:pt x="7281" y="1143"/>
                    <a:pt x="7273" y="1144"/>
                  </a:cubicBezTo>
                  <a:lnTo>
                    <a:pt x="4415" y="1144"/>
                  </a:lnTo>
                  <a:cubicBezTo>
                    <a:pt x="4292" y="932"/>
                    <a:pt x="4073" y="808"/>
                    <a:pt x="3833" y="808"/>
                  </a:cubicBezTo>
                  <a:cubicBezTo>
                    <a:pt x="3828" y="808"/>
                    <a:pt x="3824" y="808"/>
                    <a:pt x="3819" y="808"/>
                  </a:cubicBezTo>
                  <a:lnTo>
                    <a:pt x="3651" y="808"/>
                  </a:lnTo>
                  <a:lnTo>
                    <a:pt x="3651" y="539"/>
                  </a:lnTo>
                  <a:cubicBezTo>
                    <a:pt x="3651" y="246"/>
                    <a:pt x="3387" y="1"/>
                    <a:pt x="3055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90" name="Google Shape;7990;p69"/>
            <p:cNvSpPr/>
            <p:nvPr/>
          </p:nvSpPr>
          <p:spPr>
            <a:xfrm>
              <a:off x="1436690" y="3477070"/>
              <a:ext cx="106579" cy="10681"/>
            </a:xfrm>
            <a:custGeom>
              <a:avLst/>
              <a:gdLst/>
              <a:ahLst/>
              <a:cxnLst/>
              <a:rect l="l" t="t" r="r" b="b"/>
              <a:pathLst>
                <a:path w="4071" h="408" extrusionOk="0">
                  <a:moveTo>
                    <a:pt x="263" y="1"/>
                  </a:moveTo>
                  <a:cubicBezTo>
                    <a:pt x="0" y="1"/>
                    <a:pt x="0" y="407"/>
                    <a:pt x="263" y="407"/>
                  </a:cubicBezTo>
                  <a:cubicBezTo>
                    <a:pt x="272" y="407"/>
                    <a:pt x="281" y="407"/>
                    <a:pt x="290" y="406"/>
                  </a:cubicBezTo>
                  <a:lnTo>
                    <a:pt x="3849" y="406"/>
                  </a:lnTo>
                  <a:cubicBezTo>
                    <a:pt x="3855" y="406"/>
                    <a:pt x="3861" y="406"/>
                    <a:pt x="3866" y="406"/>
                  </a:cubicBezTo>
                  <a:cubicBezTo>
                    <a:pt x="3975" y="406"/>
                    <a:pt x="4070" y="318"/>
                    <a:pt x="4070" y="204"/>
                  </a:cubicBezTo>
                  <a:cubicBezTo>
                    <a:pt x="4070" y="90"/>
                    <a:pt x="3975" y="2"/>
                    <a:pt x="3866" y="2"/>
                  </a:cubicBezTo>
                  <a:cubicBezTo>
                    <a:pt x="3861" y="2"/>
                    <a:pt x="3855" y="2"/>
                    <a:pt x="3849" y="2"/>
                  </a:cubicBezTo>
                  <a:lnTo>
                    <a:pt x="290" y="2"/>
                  </a:lnTo>
                  <a:cubicBezTo>
                    <a:pt x="281" y="1"/>
                    <a:pt x="272" y="1"/>
                    <a:pt x="263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91" name="Google Shape;7991;p69"/>
            <p:cNvSpPr/>
            <p:nvPr/>
          </p:nvSpPr>
          <p:spPr>
            <a:xfrm>
              <a:off x="1436690" y="3499585"/>
              <a:ext cx="106579" cy="10551"/>
            </a:xfrm>
            <a:custGeom>
              <a:avLst/>
              <a:gdLst/>
              <a:ahLst/>
              <a:cxnLst/>
              <a:rect l="l" t="t" r="r" b="b"/>
              <a:pathLst>
                <a:path w="4071" h="403" extrusionOk="0">
                  <a:moveTo>
                    <a:pt x="3872" y="1"/>
                  </a:moveTo>
                  <a:cubicBezTo>
                    <a:pt x="3865" y="1"/>
                    <a:pt x="3857" y="1"/>
                    <a:pt x="3849" y="2"/>
                  </a:cubicBezTo>
                  <a:lnTo>
                    <a:pt x="290" y="2"/>
                  </a:lnTo>
                  <a:cubicBezTo>
                    <a:pt x="280" y="1"/>
                    <a:pt x="272" y="1"/>
                    <a:pt x="263" y="1"/>
                  </a:cubicBezTo>
                  <a:cubicBezTo>
                    <a:pt x="1" y="1"/>
                    <a:pt x="1" y="402"/>
                    <a:pt x="263" y="402"/>
                  </a:cubicBezTo>
                  <a:cubicBezTo>
                    <a:pt x="272" y="402"/>
                    <a:pt x="280" y="402"/>
                    <a:pt x="290" y="401"/>
                  </a:cubicBezTo>
                  <a:lnTo>
                    <a:pt x="3849" y="401"/>
                  </a:lnTo>
                  <a:cubicBezTo>
                    <a:pt x="3857" y="402"/>
                    <a:pt x="3865" y="402"/>
                    <a:pt x="3872" y="402"/>
                  </a:cubicBezTo>
                  <a:cubicBezTo>
                    <a:pt x="3978" y="402"/>
                    <a:pt x="4070" y="311"/>
                    <a:pt x="4070" y="204"/>
                  </a:cubicBezTo>
                  <a:cubicBezTo>
                    <a:pt x="4070" y="92"/>
                    <a:pt x="3978" y="1"/>
                    <a:pt x="3872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92" name="Google Shape;7992;p69"/>
            <p:cNvSpPr/>
            <p:nvPr/>
          </p:nvSpPr>
          <p:spPr>
            <a:xfrm>
              <a:off x="1436690" y="3545112"/>
              <a:ext cx="106579" cy="10681"/>
            </a:xfrm>
            <a:custGeom>
              <a:avLst/>
              <a:gdLst/>
              <a:ahLst/>
              <a:cxnLst/>
              <a:rect l="l" t="t" r="r" b="b"/>
              <a:pathLst>
                <a:path w="4071" h="408" extrusionOk="0">
                  <a:moveTo>
                    <a:pt x="263" y="1"/>
                  </a:moveTo>
                  <a:cubicBezTo>
                    <a:pt x="0" y="1"/>
                    <a:pt x="0" y="407"/>
                    <a:pt x="263" y="407"/>
                  </a:cubicBezTo>
                  <a:cubicBezTo>
                    <a:pt x="272" y="407"/>
                    <a:pt x="281" y="407"/>
                    <a:pt x="290" y="406"/>
                  </a:cubicBezTo>
                  <a:lnTo>
                    <a:pt x="3849" y="406"/>
                  </a:lnTo>
                  <a:cubicBezTo>
                    <a:pt x="3855" y="406"/>
                    <a:pt x="3861" y="406"/>
                    <a:pt x="3866" y="406"/>
                  </a:cubicBezTo>
                  <a:cubicBezTo>
                    <a:pt x="3975" y="406"/>
                    <a:pt x="4070" y="318"/>
                    <a:pt x="4070" y="204"/>
                  </a:cubicBezTo>
                  <a:cubicBezTo>
                    <a:pt x="4070" y="90"/>
                    <a:pt x="3975" y="1"/>
                    <a:pt x="3866" y="1"/>
                  </a:cubicBezTo>
                  <a:cubicBezTo>
                    <a:pt x="3861" y="1"/>
                    <a:pt x="3855" y="2"/>
                    <a:pt x="3849" y="2"/>
                  </a:cubicBezTo>
                  <a:lnTo>
                    <a:pt x="290" y="2"/>
                  </a:lnTo>
                  <a:cubicBezTo>
                    <a:pt x="281" y="1"/>
                    <a:pt x="272" y="1"/>
                    <a:pt x="263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93" name="Google Shape;7993;p69"/>
            <p:cNvSpPr/>
            <p:nvPr/>
          </p:nvSpPr>
          <p:spPr>
            <a:xfrm>
              <a:off x="1436690" y="3567626"/>
              <a:ext cx="106579" cy="10551"/>
            </a:xfrm>
            <a:custGeom>
              <a:avLst/>
              <a:gdLst/>
              <a:ahLst/>
              <a:cxnLst/>
              <a:rect l="l" t="t" r="r" b="b"/>
              <a:pathLst>
                <a:path w="4071" h="403" extrusionOk="0">
                  <a:moveTo>
                    <a:pt x="3872" y="1"/>
                  </a:moveTo>
                  <a:cubicBezTo>
                    <a:pt x="3865" y="1"/>
                    <a:pt x="3857" y="1"/>
                    <a:pt x="3849" y="2"/>
                  </a:cubicBezTo>
                  <a:lnTo>
                    <a:pt x="290" y="2"/>
                  </a:lnTo>
                  <a:cubicBezTo>
                    <a:pt x="280" y="1"/>
                    <a:pt x="272" y="1"/>
                    <a:pt x="263" y="1"/>
                  </a:cubicBezTo>
                  <a:cubicBezTo>
                    <a:pt x="1" y="1"/>
                    <a:pt x="1" y="402"/>
                    <a:pt x="263" y="402"/>
                  </a:cubicBezTo>
                  <a:cubicBezTo>
                    <a:pt x="272" y="402"/>
                    <a:pt x="280" y="402"/>
                    <a:pt x="290" y="401"/>
                  </a:cubicBezTo>
                  <a:lnTo>
                    <a:pt x="3849" y="401"/>
                  </a:lnTo>
                  <a:cubicBezTo>
                    <a:pt x="3857" y="402"/>
                    <a:pt x="3865" y="402"/>
                    <a:pt x="3872" y="402"/>
                  </a:cubicBezTo>
                  <a:cubicBezTo>
                    <a:pt x="3978" y="402"/>
                    <a:pt x="4070" y="311"/>
                    <a:pt x="4070" y="199"/>
                  </a:cubicBezTo>
                  <a:cubicBezTo>
                    <a:pt x="4070" y="92"/>
                    <a:pt x="3978" y="1"/>
                    <a:pt x="3872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94" name="Google Shape;7994;p69"/>
            <p:cNvSpPr/>
            <p:nvPr/>
          </p:nvSpPr>
          <p:spPr>
            <a:xfrm>
              <a:off x="1436664" y="3613153"/>
              <a:ext cx="106605" cy="10655"/>
            </a:xfrm>
            <a:custGeom>
              <a:avLst/>
              <a:gdLst/>
              <a:ahLst/>
              <a:cxnLst/>
              <a:rect l="l" t="t" r="r" b="b"/>
              <a:pathLst>
                <a:path w="4072" h="407" extrusionOk="0">
                  <a:moveTo>
                    <a:pt x="264" y="1"/>
                  </a:moveTo>
                  <a:cubicBezTo>
                    <a:pt x="0" y="1"/>
                    <a:pt x="2" y="407"/>
                    <a:pt x="268" y="407"/>
                  </a:cubicBezTo>
                  <a:cubicBezTo>
                    <a:pt x="275" y="407"/>
                    <a:pt x="283" y="406"/>
                    <a:pt x="291" y="406"/>
                  </a:cubicBezTo>
                  <a:lnTo>
                    <a:pt x="3850" y="406"/>
                  </a:lnTo>
                  <a:cubicBezTo>
                    <a:pt x="3856" y="406"/>
                    <a:pt x="3862" y="406"/>
                    <a:pt x="3867" y="406"/>
                  </a:cubicBezTo>
                  <a:cubicBezTo>
                    <a:pt x="3976" y="406"/>
                    <a:pt x="4071" y="318"/>
                    <a:pt x="4071" y="204"/>
                  </a:cubicBezTo>
                  <a:cubicBezTo>
                    <a:pt x="4071" y="90"/>
                    <a:pt x="3976" y="1"/>
                    <a:pt x="3867" y="1"/>
                  </a:cubicBezTo>
                  <a:cubicBezTo>
                    <a:pt x="3862" y="1"/>
                    <a:pt x="3856" y="2"/>
                    <a:pt x="3850" y="2"/>
                  </a:cubicBezTo>
                  <a:lnTo>
                    <a:pt x="291" y="2"/>
                  </a:lnTo>
                  <a:cubicBezTo>
                    <a:pt x="281" y="1"/>
                    <a:pt x="273" y="1"/>
                    <a:pt x="264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95" name="Google Shape;7995;p69"/>
            <p:cNvSpPr/>
            <p:nvPr/>
          </p:nvSpPr>
          <p:spPr>
            <a:xfrm>
              <a:off x="1436690" y="3635668"/>
              <a:ext cx="106579" cy="10551"/>
            </a:xfrm>
            <a:custGeom>
              <a:avLst/>
              <a:gdLst/>
              <a:ahLst/>
              <a:cxnLst/>
              <a:rect l="l" t="t" r="r" b="b"/>
              <a:pathLst>
                <a:path w="4071" h="403" extrusionOk="0">
                  <a:moveTo>
                    <a:pt x="3872" y="1"/>
                  </a:moveTo>
                  <a:cubicBezTo>
                    <a:pt x="3865" y="1"/>
                    <a:pt x="3857" y="1"/>
                    <a:pt x="3849" y="2"/>
                  </a:cubicBezTo>
                  <a:lnTo>
                    <a:pt x="290" y="2"/>
                  </a:lnTo>
                  <a:cubicBezTo>
                    <a:pt x="280" y="1"/>
                    <a:pt x="272" y="1"/>
                    <a:pt x="263" y="1"/>
                  </a:cubicBezTo>
                  <a:cubicBezTo>
                    <a:pt x="1" y="1"/>
                    <a:pt x="1" y="402"/>
                    <a:pt x="263" y="402"/>
                  </a:cubicBezTo>
                  <a:cubicBezTo>
                    <a:pt x="272" y="402"/>
                    <a:pt x="280" y="402"/>
                    <a:pt x="290" y="401"/>
                  </a:cubicBezTo>
                  <a:lnTo>
                    <a:pt x="3849" y="401"/>
                  </a:lnTo>
                  <a:cubicBezTo>
                    <a:pt x="3855" y="401"/>
                    <a:pt x="3861" y="402"/>
                    <a:pt x="3866" y="402"/>
                  </a:cubicBezTo>
                  <a:cubicBezTo>
                    <a:pt x="3975" y="402"/>
                    <a:pt x="4070" y="313"/>
                    <a:pt x="4070" y="199"/>
                  </a:cubicBezTo>
                  <a:cubicBezTo>
                    <a:pt x="4070" y="91"/>
                    <a:pt x="3978" y="1"/>
                    <a:pt x="3872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96" name="Google Shape;7996;p69"/>
            <p:cNvSpPr/>
            <p:nvPr/>
          </p:nvSpPr>
          <p:spPr>
            <a:xfrm>
              <a:off x="1363124" y="3467671"/>
              <a:ext cx="72859" cy="53748"/>
            </a:xfrm>
            <a:custGeom>
              <a:avLst/>
              <a:gdLst/>
              <a:ahLst/>
              <a:cxnLst/>
              <a:rect l="l" t="t" r="r" b="b"/>
              <a:pathLst>
                <a:path w="2783" h="2053" extrusionOk="0">
                  <a:moveTo>
                    <a:pt x="1778" y="443"/>
                  </a:moveTo>
                  <a:lnTo>
                    <a:pt x="1778" y="520"/>
                  </a:lnTo>
                  <a:lnTo>
                    <a:pt x="1336" y="861"/>
                  </a:lnTo>
                  <a:lnTo>
                    <a:pt x="1125" y="654"/>
                  </a:lnTo>
                  <a:cubicBezTo>
                    <a:pt x="1080" y="612"/>
                    <a:pt x="1022" y="590"/>
                    <a:pt x="963" y="590"/>
                  </a:cubicBezTo>
                  <a:cubicBezTo>
                    <a:pt x="910" y="590"/>
                    <a:pt x="856" y="608"/>
                    <a:pt x="813" y="645"/>
                  </a:cubicBezTo>
                  <a:cubicBezTo>
                    <a:pt x="722" y="717"/>
                    <a:pt x="717" y="851"/>
                    <a:pt x="798" y="928"/>
                  </a:cubicBezTo>
                  <a:lnTo>
                    <a:pt x="1154" y="1274"/>
                  </a:lnTo>
                  <a:cubicBezTo>
                    <a:pt x="1197" y="1317"/>
                    <a:pt x="1260" y="1341"/>
                    <a:pt x="1317" y="1341"/>
                  </a:cubicBezTo>
                  <a:cubicBezTo>
                    <a:pt x="1370" y="1341"/>
                    <a:pt x="1423" y="1327"/>
                    <a:pt x="1461" y="1293"/>
                  </a:cubicBezTo>
                  <a:lnTo>
                    <a:pt x="1778" y="1053"/>
                  </a:lnTo>
                  <a:lnTo>
                    <a:pt x="1778" y="1649"/>
                  </a:lnTo>
                  <a:lnTo>
                    <a:pt x="443" y="1649"/>
                  </a:lnTo>
                  <a:lnTo>
                    <a:pt x="443" y="443"/>
                  </a:lnTo>
                  <a:close/>
                  <a:moveTo>
                    <a:pt x="2534" y="1"/>
                  </a:moveTo>
                  <a:cubicBezTo>
                    <a:pt x="2484" y="1"/>
                    <a:pt x="2434" y="17"/>
                    <a:pt x="2393" y="49"/>
                  </a:cubicBezTo>
                  <a:lnTo>
                    <a:pt x="2187" y="207"/>
                  </a:lnTo>
                  <a:cubicBezTo>
                    <a:pt x="2120" y="102"/>
                    <a:pt x="2009" y="39"/>
                    <a:pt x="1884" y="39"/>
                  </a:cubicBezTo>
                  <a:lnTo>
                    <a:pt x="342" y="39"/>
                  </a:lnTo>
                  <a:cubicBezTo>
                    <a:pt x="339" y="39"/>
                    <a:pt x="336" y="39"/>
                    <a:pt x="333" y="39"/>
                  </a:cubicBezTo>
                  <a:cubicBezTo>
                    <a:pt x="154" y="39"/>
                    <a:pt x="10" y="172"/>
                    <a:pt x="1" y="352"/>
                  </a:cubicBezTo>
                  <a:lnTo>
                    <a:pt x="1" y="1745"/>
                  </a:lnTo>
                  <a:cubicBezTo>
                    <a:pt x="10" y="1919"/>
                    <a:pt x="154" y="2052"/>
                    <a:pt x="333" y="2052"/>
                  </a:cubicBezTo>
                  <a:cubicBezTo>
                    <a:pt x="336" y="2052"/>
                    <a:pt x="339" y="2052"/>
                    <a:pt x="342" y="2052"/>
                  </a:cubicBezTo>
                  <a:lnTo>
                    <a:pt x="1884" y="2052"/>
                  </a:lnTo>
                  <a:cubicBezTo>
                    <a:pt x="1887" y="2052"/>
                    <a:pt x="1890" y="2052"/>
                    <a:pt x="1893" y="2052"/>
                  </a:cubicBezTo>
                  <a:cubicBezTo>
                    <a:pt x="2067" y="2052"/>
                    <a:pt x="2216" y="1919"/>
                    <a:pt x="2225" y="1745"/>
                  </a:cubicBezTo>
                  <a:lnTo>
                    <a:pt x="2225" y="707"/>
                  </a:lnTo>
                  <a:lnTo>
                    <a:pt x="2682" y="356"/>
                  </a:lnTo>
                  <a:cubicBezTo>
                    <a:pt x="2773" y="289"/>
                    <a:pt x="2782" y="155"/>
                    <a:pt x="2706" y="73"/>
                  </a:cubicBezTo>
                  <a:cubicBezTo>
                    <a:pt x="2658" y="25"/>
                    <a:pt x="2595" y="1"/>
                    <a:pt x="2534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97" name="Google Shape;7997;p69"/>
            <p:cNvSpPr/>
            <p:nvPr/>
          </p:nvSpPr>
          <p:spPr>
            <a:xfrm>
              <a:off x="1363124" y="3536184"/>
              <a:ext cx="72859" cy="53145"/>
            </a:xfrm>
            <a:custGeom>
              <a:avLst/>
              <a:gdLst/>
              <a:ahLst/>
              <a:cxnLst/>
              <a:rect l="l" t="t" r="r" b="b"/>
              <a:pathLst>
                <a:path w="2783" h="2030" extrusionOk="0">
                  <a:moveTo>
                    <a:pt x="1778" y="425"/>
                  </a:moveTo>
                  <a:lnTo>
                    <a:pt x="1778" y="521"/>
                  </a:lnTo>
                  <a:lnTo>
                    <a:pt x="1336" y="862"/>
                  </a:lnTo>
                  <a:lnTo>
                    <a:pt x="1125" y="655"/>
                  </a:lnTo>
                  <a:cubicBezTo>
                    <a:pt x="1080" y="613"/>
                    <a:pt x="1022" y="591"/>
                    <a:pt x="963" y="591"/>
                  </a:cubicBezTo>
                  <a:cubicBezTo>
                    <a:pt x="910" y="591"/>
                    <a:pt x="856" y="609"/>
                    <a:pt x="813" y="646"/>
                  </a:cubicBezTo>
                  <a:cubicBezTo>
                    <a:pt x="722" y="713"/>
                    <a:pt x="717" y="852"/>
                    <a:pt x="798" y="929"/>
                  </a:cubicBezTo>
                  <a:lnTo>
                    <a:pt x="1154" y="1275"/>
                  </a:lnTo>
                  <a:cubicBezTo>
                    <a:pt x="1197" y="1318"/>
                    <a:pt x="1260" y="1342"/>
                    <a:pt x="1317" y="1342"/>
                  </a:cubicBezTo>
                  <a:cubicBezTo>
                    <a:pt x="1370" y="1342"/>
                    <a:pt x="1423" y="1323"/>
                    <a:pt x="1461" y="1294"/>
                  </a:cubicBezTo>
                  <a:lnTo>
                    <a:pt x="1778" y="1054"/>
                  </a:lnTo>
                  <a:lnTo>
                    <a:pt x="1778" y="1631"/>
                  </a:lnTo>
                  <a:lnTo>
                    <a:pt x="443" y="1631"/>
                  </a:lnTo>
                  <a:lnTo>
                    <a:pt x="443" y="425"/>
                  </a:lnTo>
                  <a:close/>
                  <a:moveTo>
                    <a:pt x="2531" y="0"/>
                  </a:moveTo>
                  <a:cubicBezTo>
                    <a:pt x="2481" y="0"/>
                    <a:pt x="2431" y="16"/>
                    <a:pt x="2389" y="50"/>
                  </a:cubicBezTo>
                  <a:lnTo>
                    <a:pt x="2192" y="199"/>
                  </a:lnTo>
                  <a:cubicBezTo>
                    <a:pt x="2131" y="92"/>
                    <a:pt x="2017" y="21"/>
                    <a:pt x="1892" y="21"/>
                  </a:cubicBezTo>
                  <a:cubicBezTo>
                    <a:pt x="1887" y="21"/>
                    <a:pt x="1883" y="21"/>
                    <a:pt x="1879" y="21"/>
                  </a:cubicBezTo>
                  <a:lnTo>
                    <a:pt x="342" y="21"/>
                  </a:lnTo>
                  <a:cubicBezTo>
                    <a:pt x="336" y="21"/>
                    <a:pt x="330" y="21"/>
                    <a:pt x="324" y="21"/>
                  </a:cubicBezTo>
                  <a:cubicBezTo>
                    <a:pt x="150" y="21"/>
                    <a:pt x="10" y="157"/>
                    <a:pt x="1" y="329"/>
                  </a:cubicBezTo>
                  <a:lnTo>
                    <a:pt x="1" y="1722"/>
                  </a:lnTo>
                  <a:cubicBezTo>
                    <a:pt x="10" y="1894"/>
                    <a:pt x="150" y="2030"/>
                    <a:pt x="324" y="2030"/>
                  </a:cubicBezTo>
                  <a:cubicBezTo>
                    <a:pt x="330" y="2030"/>
                    <a:pt x="336" y="2030"/>
                    <a:pt x="342" y="2029"/>
                  </a:cubicBezTo>
                  <a:lnTo>
                    <a:pt x="1884" y="2029"/>
                  </a:lnTo>
                  <a:cubicBezTo>
                    <a:pt x="1890" y="2030"/>
                    <a:pt x="1896" y="2030"/>
                    <a:pt x="1901" y="2030"/>
                  </a:cubicBezTo>
                  <a:cubicBezTo>
                    <a:pt x="2072" y="2030"/>
                    <a:pt x="2216" y="1894"/>
                    <a:pt x="2225" y="1722"/>
                  </a:cubicBezTo>
                  <a:lnTo>
                    <a:pt x="2225" y="708"/>
                  </a:lnTo>
                  <a:lnTo>
                    <a:pt x="2682" y="358"/>
                  </a:lnTo>
                  <a:cubicBezTo>
                    <a:pt x="2773" y="290"/>
                    <a:pt x="2782" y="156"/>
                    <a:pt x="2706" y="74"/>
                  </a:cubicBezTo>
                  <a:cubicBezTo>
                    <a:pt x="2657" y="26"/>
                    <a:pt x="2594" y="0"/>
                    <a:pt x="2531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98" name="Google Shape;7998;p69"/>
            <p:cNvSpPr/>
            <p:nvPr/>
          </p:nvSpPr>
          <p:spPr>
            <a:xfrm>
              <a:off x="1363124" y="3604750"/>
              <a:ext cx="72859" cy="52753"/>
            </a:xfrm>
            <a:custGeom>
              <a:avLst/>
              <a:gdLst/>
              <a:ahLst/>
              <a:cxnLst/>
              <a:rect l="l" t="t" r="r" b="b"/>
              <a:pathLst>
                <a:path w="2783" h="2015" extrusionOk="0">
                  <a:moveTo>
                    <a:pt x="1778" y="405"/>
                  </a:moveTo>
                  <a:lnTo>
                    <a:pt x="1778" y="554"/>
                  </a:lnTo>
                  <a:lnTo>
                    <a:pt x="1336" y="890"/>
                  </a:lnTo>
                  <a:lnTo>
                    <a:pt x="1125" y="688"/>
                  </a:lnTo>
                  <a:cubicBezTo>
                    <a:pt x="1079" y="645"/>
                    <a:pt x="1020" y="623"/>
                    <a:pt x="960" y="623"/>
                  </a:cubicBezTo>
                  <a:cubicBezTo>
                    <a:pt x="908" y="623"/>
                    <a:pt x="856" y="640"/>
                    <a:pt x="813" y="674"/>
                  </a:cubicBezTo>
                  <a:cubicBezTo>
                    <a:pt x="722" y="746"/>
                    <a:pt x="717" y="880"/>
                    <a:pt x="798" y="957"/>
                  </a:cubicBezTo>
                  <a:lnTo>
                    <a:pt x="1154" y="1308"/>
                  </a:lnTo>
                  <a:cubicBezTo>
                    <a:pt x="1197" y="1351"/>
                    <a:pt x="1260" y="1370"/>
                    <a:pt x="1317" y="1370"/>
                  </a:cubicBezTo>
                  <a:cubicBezTo>
                    <a:pt x="1370" y="1370"/>
                    <a:pt x="1423" y="1356"/>
                    <a:pt x="1461" y="1322"/>
                  </a:cubicBezTo>
                  <a:lnTo>
                    <a:pt x="1778" y="1082"/>
                  </a:lnTo>
                  <a:lnTo>
                    <a:pt x="1778" y="1611"/>
                  </a:lnTo>
                  <a:lnTo>
                    <a:pt x="443" y="1611"/>
                  </a:lnTo>
                  <a:lnTo>
                    <a:pt x="443" y="405"/>
                  </a:lnTo>
                  <a:close/>
                  <a:moveTo>
                    <a:pt x="324" y="1"/>
                  </a:moveTo>
                  <a:cubicBezTo>
                    <a:pt x="150" y="1"/>
                    <a:pt x="10" y="137"/>
                    <a:pt x="1" y="309"/>
                  </a:cubicBezTo>
                  <a:lnTo>
                    <a:pt x="1" y="1702"/>
                  </a:lnTo>
                  <a:cubicBezTo>
                    <a:pt x="10" y="1881"/>
                    <a:pt x="154" y="2014"/>
                    <a:pt x="333" y="2014"/>
                  </a:cubicBezTo>
                  <a:cubicBezTo>
                    <a:pt x="336" y="2014"/>
                    <a:pt x="339" y="2014"/>
                    <a:pt x="342" y="2014"/>
                  </a:cubicBezTo>
                  <a:lnTo>
                    <a:pt x="1884" y="2014"/>
                  </a:lnTo>
                  <a:cubicBezTo>
                    <a:pt x="1887" y="2014"/>
                    <a:pt x="1890" y="2014"/>
                    <a:pt x="1893" y="2014"/>
                  </a:cubicBezTo>
                  <a:cubicBezTo>
                    <a:pt x="2067" y="2014"/>
                    <a:pt x="2216" y="1881"/>
                    <a:pt x="2225" y="1702"/>
                  </a:cubicBezTo>
                  <a:lnTo>
                    <a:pt x="2225" y="732"/>
                  </a:lnTo>
                  <a:lnTo>
                    <a:pt x="2682" y="381"/>
                  </a:lnTo>
                  <a:cubicBezTo>
                    <a:pt x="2773" y="314"/>
                    <a:pt x="2782" y="179"/>
                    <a:pt x="2706" y="97"/>
                  </a:cubicBezTo>
                  <a:cubicBezTo>
                    <a:pt x="2658" y="50"/>
                    <a:pt x="2595" y="25"/>
                    <a:pt x="2533" y="25"/>
                  </a:cubicBezTo>
                  <a:cubicBezTo>
                    <a:pt x="2482" y="25"/>
                    <a:pt x="2432" y="41"/>
                    <a:pt x="2389" y="73"/>
                  </a:cubicBezTo>
                  <a:lnTo>
                    <a:pt x="2389" y="78"/>
                  </a:lnTo>
                  <a:lnTo>
                    <a:pt x="2211" y="217"/>
                  </a:lnTo>
                  <a:cubicBezTo>
                    <a:pt x="2159" y="87"/>
                    <a:pt x="2035" y="1"/>
                    <a:pt x="1896" y="1"/>
                  </a:cubicBezTo>
                  <a:cubicBezTo>
                    <a:pt x="1892" y="1"/>
                    <a:pt x="1888" y="1"/>
                    <a:pt x="1884" y="1"/>
                  </a:cubicBezTo>
                  <a:lnTo>
                    <a:pt x="342" y="1"/>
                  </a:lnTo>
                  <a:cubicBezTo>
                    <a:pt x="336" y="1"/>
                    <a:pt x="330" y="1"/>
                    <a:pt x="324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7999" name="Google Shape;7999;p69"/>
          <p:cNvGrpSpPr/>
          <p:nvPr/>
        </p:nvGrpSpPr>
        <p:grpSpPr>
          <a:xfrm>
            <a:off x="1638411" y="3537529"/>
            <a:ext cx="266211" cy="215082"/>
            <a:chOff x="2184548" y="3859455"/>
            <a:chExt cx="354948" cy="286776"/>
          </a:xfrm>
        </p:grpSpPr>
        <p:sp>
          <p:nvSpPr>
            <p:cNvPr id="8000" name="Google Shape;8000;p69"/>
            <p:cNvSpPr/>
            <p:nvPr/>
          </p:nvSpPr>
          <p:spPr>
            <a:xfrm>
              <a:off x="2189810" y="3864743"/>
              <a:ext cx="68958" cy="276199"/>
            </a:xfrm>
            <a:custGeom>
              <a:avLst/>
              <a:gdLst/>
              <a:ahLst/>
              <a:cxnLst/>
              <a:rect l="l" t="t" r="r" b="b"/>
              <a:pathLst>
                <a:path w="2634" h="10550" extrusionOk="0">
                  <a:moveTo>
                    <a:pt x="1" y="0"/>
                  </a:moveTo>
                  <a:lnTo>
                    <a:pt x="1" y="10550"/>
                  </a:lnTo>
                  <a:lnTo>
                    <a:pt x="2634" y="10550"/>
                  </a:lnTo>
                  <a:lnTo>
                    <a:pt x="2634" y="6558"/>
                  </a:lnTo>
                  <a:lnTo>
                    <a:pt x="2634" y="0"/>
                  </a:lnTo>
                  <a:close/>
                </a:path>
              </a:pathLst>
            </a:custGeom>
            <a:solidFill>
              <a:srgbClr val="FCFDF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01" name="Google Shape;8001;p69"/>
            <p:cNvSpPr/>
            <p:nvPr/>
          </p:nvSpPr>
          <p:spPr>
            <a:xfrm>
              <a:off x="2189810" y="3864743"/>
              <a:ext cx="15629" cy="276199"/>
            </a:xfrm>
            <a:custGeom>
              <a:avLst/>
              <a:gdLst/>
              <a:ahLst/>
              <a:cxnLst/>
              <a:rect l="l" t="t" r="r" b="b"/>
              <a:pathLst>
                <a:path w="597" h="10550" extrusionOk="0">
                  <a:moveTo>
                    <a:pt x="1" y="0"/>
                  </a:moveTo>
                  <a:lnTo>
                    <a:pt x="1" y="10550"/>
                  </a:lnTo>
                  <a:lnTo>
                    <a:pt x="597" y="10550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rgbClr val="F9FAF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02" name="Google Shape;8002;p69"/>
            <p:cNvSpPr/>
            <p:nvPr/>
          </p:nvSpPr>
          <p:spPr>
            <a:xfrm>
              <a:off x="2258742" y="3864743"/>
              <a:ext cx="68827" cy="276199"/>
            </a:xfrm>
            <a:custGeom>
              <a:avLst/>
              <a:gdLst/>
              <a:ahLst/>
              <a:cxnLst/>
              <a:rect l="l" t="t" r="r" b="b"/>
              <a:pathLst>
                <a:path w="2629" h="10550" extrusionOk="0">
                  <a:moveTo>
                    <a:pt x="1" y="0"/>
                  </a:moveTo>
                  <a:lnTo>
                    <a:pt x="1" y="6558"/>
                  </a:lnTo>
                  <a:lnTo>
                    <a:pt x="1" y="10550"/>
                  </a:lnTo>
                  <a:lnTo>
                    <a:pt x="2628" y="10550"/>
                  </a:lnTo>
                  <a:lnTo>
                    <a:pt x="2628" y="0"/>
                  </a:lnTo>
                  <a:close/>
                </a:path>
              </a:pathLst>
            </a:custGeom>
            <a:solidFill>
              <a:srgbClr val="FCFDF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03" name="Google Shape;8003;p69"/>
            <p:cNvSpPr/>
            <p:nvPr/>
          </p:nvSpPr>
          <p:spPr>
            <a:xfrm>
              <a:off x="2258742" y="3864743"/>
              <a:ext cx="15499" cy="276199"/>
            </a:xfrm>
            <a:custGeom>
              <a:avLst/>
              <a:gdLst/>
              <a:ahLst/>
              <a:cxnLst/>
              <a:rect l="l" t="t" r="r" b="b"/>
              <a:pathLst>
                <a:path w="592" h="10550" extrusionOk="0">
                  <a:moveTo>
                    <a:pt x="1" y="0"/>
                  </a:moveTo>
                  <a:lnTo>
                    <a:pt x="1" y="10550"/>
                  </a:lnTo>
                  <a:lnTo>
                    <a:pt x="592" y="10550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F9FAF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04" name="Google Shape;8004;p69"/>
            <p:cNvSpPr/>
            <p:nvPr/>
          </p:nvSpPr>
          <p:spPr>
            <a:xfrm>
              <a:off x="2327543" y="3864743"/>
              <a:ext cx="68958" cy="276199"/>
            </a:xfrm>
            <a:custGeom>
              <a:avLst/>
              <a:gdLst/>
              <a:ahLst/>
              <a:cxnLst/>
              <a:rect l="l" t="t" r="r" b="b"/>
              <a:pathLst>
                <a:path w="2634" h="10550" extrusionOk="0">
                  <a:moveTo>
                    <a:pt x="0" y="0"/>
                  </a:moveTo>
                  <a:lnTo>
                    <a:pt x="0" y="10550"/>
                  </a:lnTo>
                  <a:lnTo>
                    <a:pt x="2633" y="10550"/>
                  </a:lnTo>
                  <a:lnTo>
                    <a:pt x="2633" y="6558"/>
                  </a:lnTo>
                  <a:lnTo>
                    <a:pt x="2633" y="0"/>
                  </a:lnTo>
                  <a:close/>
                </a:path>
              </a:pathLst>
            </a:custGeom>
            <a:solidFill>
              <a:srgbClr val="FCFDF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05" name="Google Shape;8005;p69"/>
            <p:cNvSpPr/>
            <p:nvPr/>
          </p:nvSpPr>
          <p:spPr>
            <a:xfrm>
              <a:off x="2396475" y="3864743"/>
              <a:ext cx="68801" cy="276199"/>
            </a:xfrm>
            <a:custGeom>
              <a:avLst/>
              <a:gdLst/>
              <a:ahLst/>
              <a:cxnLst/>
              <a:rect l="l" t="t" r="r" b="b"/>
              <a:pathLst>
                <a:path w="2628" h="10550" extrusionOk="0">
                  <a:moveTo>
                    <a:pt x="0" y="0"/>
                  </a:moveTo>
                  <a:lnTo>
                    <a:pt x="0" y="10550"/>
                  </a:lnTo>
                  <a:lnTo>
                    <a:pt x="2628" y="10550"/>
                  </a:lnTo>
                  <a:lnTo>
                    <a:pt x="2628" y="0"/>
                  </a:lnTo>
                  <a:close/>
                </a:path>
              </a:pathLst>
            </a:custGeom>
            <a:solidFill>
              <a:srgbClr val="FCFDF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06" name="Google Shape;8006;p69"/>
            <p:cNvSpPr/>
            <p:nvPr/>
          </p:nvSpPr>
          <p:spPr>
            <a:xfrm>
              <a:off x="2465250" y="3864743"/>
              <a:ext cx="68958" cy="276199"/>
            </a:xfrm>
            <a:custGeom>
              <a:avLst/>
              <a:gdLst/>
              <a:ahLst/>
              <a:cxnLst/>
              <a:rect l="l" t="t" r="r" b="b"/>
              <a:pathLst>
                <a:path w="2634" h="10550" extrusionOk="0">
                  <a:moveTo>
                    <a:pt x="1" y="0"/>
                  </a:moveTo>
                  <a:lnTo>
                    <a:pt x="1" y="6558"/>
                  </a:lnTo>
                  <a:lnTo>
                    <a:pt x="1" y="10550"/>
                  </a:lnTo>
                  <a:lnTo>
                    <a:pt x="2633" y="10550"/>
                  </a:lnTo>
                  <a:lnTo>
                    <a:pt x="2633" y="0"/>
                  </a:lnTo>
                  <a:close/>
                </a:path>
              </a:pathLst>
            </a:custGeom>
            <a:solidFill>
              <a:srgbClr val="FCFDF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07" name="Google Shape;8007;p69"/>
            <p:cNvSpPr/>
            <p:nvPr/>
          </p:nvSpPr>
          <p:spPr>
            <a:xfrm>
              <a:off x="2327543" y="3864743"/>
              <a:ext cx="15629" cy="276199"/>
            </a:xfrm>
            <a:custGeom>
              <a:avLst/>
              <a:gdLst/>
              <a:ahLst/>
              <a:cxnLst/>
              <a:rect l="l" t="t" r="r" b="b"/>
              <a:pathLst>
                <a:path w="597" h="10550" extrusionOk="0">
                  <a:moveTo>
                    <a:pt x="0" y="0"/>
                  </a:moveTo>
                  <a:lnTo>
                    <a:pt x="0" y="10550"/>
                  </a:lnTo>
                  <a:lnTo>
                    <a:pt x="596" y="10550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rgbClr val="F9FAF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08" name="Google Shape;8008;p69"/>
            <p:cNvSpPr/>
            <p:nvPr/>
          </p:nvSpPr>
          <p:spPr>
            <a:xfrm>
              <a:off x="2396475" y="3864743"/>
              <a:ext cx="15472" cy="276199"/>
            </a:xfrm>
            <a:custGeom>
              <a:avLst/>
              <a:gdLst/>
              <a:ahLst/>
              <a:cxnLst/>
              <a:rect l="l" t="t" r="r" b="b"/>
              <a:pathLst>
                <a:path w="591" h="10550" extrusionOk="0">
                  <a:moveTo>
                    <a:pt x="0" y="0"/>
                  </a:moveTo>
                  <a:lnTo>
                    <a:pt x="0" y="10550"/>
                  </a:lnTo>
                  <a:lnTo>
                    <a:pt x="591" y="10550"/>
                  </a:lnTo>
                  <a:lnTo>
                    <a:pt x="591" y="0"/>
                  </a:lnTo>
                  <a:close/>
                </a:path>
              </a:pathLst>
            </a:custGeom>
            <a:solidFill>
              <a:srgbClr val="F9FAF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09" name="Google Shape;8009;p69"/>
            <p:cNvSpPr/>
            <p:nvPr/>
          </p:nvSpPr>
          <p:spPr>
            <a:xfrm>
              <a:off x="2465250" y="3864743"/>
              <a:ext cx="15629" cy="276199"/>
            </a:xfrm>
            <a:custGeom>
              <a:avLst/>
              <a:gdLst/>
              <a:ahLst/>
              <a:cxnLst/>
              <a:rect l="l" t="t" r="r" b="b"/>
              <a:pathLst>
                <a:path w="597" h="10550" extrusionOk="0">
                  <a:moveTo>
                    <a:pt x="1" y="0"/>
                  </a:moveTo>
                  <a:lnTo>
                    <a:pt x="1" y="10550"/>
                  </a:lnTo>
                  <a:lnTo>
                    <a:pt x="597" y="10550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rgbClr val="F9FAF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10" name="Google Shape;8010;p69"/>
            <p:cNvSpPr/>
            <p:nvPr/>
          </p:nvSpPr>
          <p:spPr>
            <a:xfrm>
              <a:off x="2238505" y="3864743"/>
              <a:ext cx="40527" cy="171688"/>
            </a:xfrm>
            <a:custGeom>
              <a:avLst/>
              <a:gdLst/>
              <a:ahLst/>
              <a:cxnLst/>
              <a:rect l="l" t="t" r="r" b="b"/>
              <a:pathLst>
                <a:path w="1548" h="6558" extrusionOk="0">
                  <a:moveTo>
                    <a:pt x="0" y="0"/>
                  </a:moveTo>
                  <a:lnTo>
                    <a:pt x="0" y="6558"/>
                  </a:lnTo>
                  <a:lnTo>
                    <a:pt x="1547" y="6558"/>
                  </a:lnTo>
                  <a:lnTo>
                    <a:pt x="1547" y="0"/>
                  </a:lnTo>
                  <a:close/>
                </a:path>
              </a:pathLst>
            </a:custGeom>
            <a:solidFill>
              <a:srgbClr val="8B9DA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11" name="Google Shape;8011;p69"/>
            <p:cNvSpPr/>
            <p:nvPr/>
          </p:nvSpPr>
          <p:spPr>
            <a:xfrm>
              <a:off x="2238505" y="3864743"/>
              <a:ext cx="13352" cy="171688"/>
            </a:xfrm>
            <a:custGeom>
              <a:avLst/>
              <a:gdLst/>
              <a:ahLst/>
              <a:cxnLst/>
              <a:rect l="l" t="t" r="r" b="b"/>
              <a:pathLst>
                <a:path w="510" h="6558" extrusionOk="0">
                  <a:moveTo>
                    <a:pt x="0" y="0"/>
                  </a:moveTo>
                  <a:lnTo>
                    <a:pt x="0" y="6558"/>
                  </a:lnTo>
                  <a:lnTo>
                    <a:pt x="509" y="6558"/>
                  </a:lnTo>
                  <a:lnTo>
                    <a:pt x="509" y="0"/>
                  </a:lnTo>
                  <a:close/>
                </a:path>
              </a:pathLst>
            </a:custGeom>
            <a:solidFill>
              <a:srgbClr val="E5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12" name="Google Shape;8012;p69"/>
            <p:cNvSpPr/>
            <p:nvPr/>
          </p:nvSpPr>
          <p:spPr>
            <a:xfrm>
              <a:off x="2376212" y="3864743"/>
              <a:ext cx="40527" cy="171688"/>
            </a:xfrm>
            <a:custGeom>
              <a:avLst/>
              <a:gdLst/>
              <a:ahLst/>
              <a:cxnLst/>
              <a:rect l="l" t="t" r="r" b="b"/>
              <a:pathLst>
                <a:path w="1548" h="6558" extrusionOk="0">
                  <a:moveTo>
                    <a:pt x="1" y="0"/>
                  </a:moveTo>
                  <a:lnTo>
                    <a:pt x="1" y="6558"/>
                  </a:lnTo>
                  <a:lnTo>
                    <a:pt x="1548" y="6558"/>
                  </a:lnTo>
                  <a:lnTo>
                    <a:pt x="1548" y="0"/>
                  </a:lnTo>
                  <a:close/>
                </a:path>
              </a:pathLst>
            </a:custGeom>
            <a:solidFill>
              <a:srgbClr val="8B9DA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13" name="Google Shape;8013;p69"/>
            <p:cNvSpPr/>
            <p:nvPr/>
          </p:nvSpPr>
          <p:spPr>
            <a:xfrm>
              <a:off x="2376212" y="3864743"/>
              <a:ext cx="13352" cy="171688"/>
            </a:xfrm>
            <a:custGeom>
              <a:avLst/>
              <a:gdLst/>
              <a:ahLst/>
              <a:cxnLst/>
              <a:rect l="l" t="t" r="r" b="b"/>
              <a:pathLst>
                <a:path w="510" h="6558" extrusionOk="0">
                  <a:moveTo>
                    <a:pt x="1" y="0"/>
                  </a:moveTo>
                  <a:lnTo>
                    <a:pt x="1" y="6558"/>
                  </a:lnTo>
                  <a:lnTo>
                    <a:pt x="510" y="6558"/>
                  </a:lnTo>
                  <a:lnTo>
                    <a:pt x="510" y="0"/>
                  </a:lnTo>
                  <a:close/>
                </a:path>
              </a:pathLst>
            </a:custGeom>
            <a:solidFill>
              <a:srgbClr val="E5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14" name="Google Shape;8014;p69"/>
            <p:cNvSpPr/>
            <p:nvPr/>
          </p:nvSpPr>
          <p:spPr>
            <a:xfrm>
              <a:off x="2445013" y="3864743"/>
              <a:ext cx="40527" cy="171688"/>
            </a:xfrm>
            <a:custGeom>
              <a:avLst/>
              <a:gdLst/>
              <a:ahLst/>
              <a:cxnLst/>
              <a:rect l="l" t="t" r="r" b="b"/>
              <a:pathLst>
                <a:path w="1548" h="6558" extrusionOk="0">
                  <a:moveTo>
                    <a:pt x="0" y="0"/>
                  </a:moveTo>
                  <a:lnTo>
                    <a:pt x="0" y="6558"/>
                  </a:lnTo>
                  <a:lnTo>
                    <a:pt x="1547" y="6558"/>
                  </a:lnTo>
                  <a:lnTo>
                    <a:pt x="1547" y="0"/>
                  </a:lnTo>
                  <a:close/>
                </a:path>
              </a:pathLst>
            </a:custGeom>
            <a:solidFill>
              <a:srgbClr val="8B9DA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15" name="Google Shape;8015;p69"/>
            <p:cNvSpPr/>
            <p:nvPr/>
          </p:nvSpPr>
          <p:spPr>
            <a:xfrm>
              <a:off x="2445013" y="3864743"/>
              <a:ext cx="13352" cy="171688"/>
            </a:xfrm>
            <a:custGeom>
              <a:avLst/>
              <a:gdLst/>
              <a:ahLst/>
              <a:cxnLst/>
              <a:rect l="l" t="t" r="r" b="b"/>
              <a:pathLst>
                <a:path w="510" h="6558" extrusionOk="0">
                  <a:moveTo>
                    <a:pt x="0" y="0"/>
                  </a:moveTo>
                  <a:lnTo>
                    <a:pt x="0" y="6558"/>
                  </a:lnTo>
                  <a:lnTo>
                    <a:pt x="510" y="6558"/>
                  </a:lnTo>
                  <a:lnTo>
                    <a:pt x="510" y="0"/>
                  </a:lnTo>
                  <a:close/>
                </a:path>
              </a:pathLst>
            </a:custGeom>
            <a:solidFill>
              <a:srgbClr val="E5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16" name="Google Shape;8016;p69"/>
            <p:cNvSpPr/>
            <p:nvPr/>
          </p:nvSpPr>
          <p:spPr>
            <a:xfrm>
              <a:off x="2184548" y="3859455"/>
              <a:ext cx="354948" cy="286776"/>
            </a:xfrm>
            <a:custGeom>
              <a:avLst/>
              <a:gdLst/>
              <a:ahLst/>
              <a:cxnLst/>
              <a:rect l="l" t="t" r="r" b="b"/>
              <a:pathLst>
                <a:path w="13558" h="10954" extrusionOk="0">
                  <a:moveTo>
                    <a:pt x="8667" y="404"/>
                  </a:moveTo>
                  <a:lnTo>
                    <a:pt x="8667" y="6563"/>
                  </a:lnTo>
                  <a:lnTo>
                    <a:pt x="7523" y="6563"/>
                  </a:lnTo>
                  <a:lnTo>
                    <a:pt x="7523" y="404"/>
                  </a:lnTo>
                  <a:close/>
                  <a:moveTo>
                    <a:pt x="11295" y="404"/>
                  </a:moveTo>
                  <a:lnTo>
                    <a:pt x="11295" y="6563"/>
                  </a:lnTo>
                  <a:lnTo>
                    <a:pt x="10156" y="6563"/>
                  </a:lnTo>
                  <a:lnTo>
                    <a:pt x="10156" y="404"/>
                  </a:lnTo>
                  <a:close/>
                  <a:moveTo>
                    <a:pt x="1859" y="404"/>
                  </a:moveTo>
                  <a:lnTo>
                    <a:pt x="1859" y="6760"/>
                  </a:lnTo>
                  <a:cubicBezTo>
                    <a:pt x="1859" y="6875"/>
                    <a:pt x="1951" y="6961"/>
                    <a:pt x="2061" y="6961"/>
                  </a:cubicBezTo>
                  <a:lnTo>
                    <a:pt x="2633" y="6961"/>
                  </a:lnTo>
                  <a:lnTo>
                    <a:pt x="2633" y="10550"/>
                  </a:lnTo>
                  <a:lnTo>
                    <a:pt x="404" y="10550"/>
                  </a:lnTo>
                  <a:lnTo>
                    <a:pt x="404" y="404"/>
                  </a:lnTo>
                  <a:close/>
                  <a:moveTo>
                    <a:pt x="5261" y="404"/>
                  </a:moveTo>
                  <a:lnTo>
                    <a:pt x="5261" y="10550"/>
                  </a:lnTo>
                  <a:lnTo>
                    <a:pt x="3036" y="10550"/>
                  </a:lnTo>
                  <a:lnTo>
                    <a:pt x="3036" y="6961"/>
                  </a:lnTo>
                  <a:lnTo>
                    <a:pt x="3608" y="6961"/>
                  </a:lnTo>
                  <a:cubicBezTo>
                    <a:pt x="3719" y="6961"/>
                    <a:pt x="3810" y="6875"/>
                    <a:pt x="3810" y="6764"/>
                  </a:cubicBezTo>
                  <a:lnTo>
                    <a:pt x="3810" y="3796"/>
                  </a:lnTo>
                  <a:cubicBezTo>
                    <a:pt x="3810" y="3680"/>
                    <a:pt x="3719" y="3594"/>
                    <a:pt x="3608" y="3594"/>
                  </a:cubicBezTo>
                  <a:cubicBezTo>
                    <a:pt x="3498" y="3594"/>
                    <a:pt x="3406" y="3680"/>
                    <a:pt x="3406" y="3796"/>
                  </a:cubicBezTo>
                  <a:lnTo>
                    <a:pt x="3406" y="6558"/>
                  </a:lnTo>
                  <a:lnTo>
                    <a:pt x="2263" y="6558"/>
                  </a:lnTo>
                  <a:lnTo>
                    <a:pt x="2263" y="404"/>
                  </a:lnTo>
                  <a:lnTo>
                    <a:pt x="3406" y="404"/>
                  </a:lnTo>
                  <a:lnTo>
                    <a:pt x="3406" y="2859"/>
                  </a:lnTo>
                  <a:cubicBezTo>
                    <a:pt x="3406" y="2969"/>
                    <a:pt x="3498" y="3056"/>
                    <a:pt x="3608" y="3056"/>
                  </a:cubicBezTo>
                  <a:cubicBezTo>
                    <a:pt x="3719" y="3056"/>
                    <a:pt x="3810" y="2969"/>
                    <a:pt x="3810" y="2859"/>
                  </a:cubicBezTo>
                  <a:lnTo>
                    <a:pt x="3810" y="404"/>
                  </a:lnTo>
                  <a:close/>
                  <a:moveTo>
                    <a:pt x="7120" y="404"/>
                  </a:moveTo>
                  <a:lnTo>
                    <a:pt x="7120" y="6760"/>
                  </a:lnTo>
                  <a:cubicBezTo>
                    <a:pt x="7120" y="6875"/>
                    <a:pt x="7211" y="6961"/>
                    <a:pt x="7322" y="6961"/>
                  </a:cubicBezTo>
                  <a:lnTo>
                    <a:pt x="7893" y="6961"/>
                  </a:lnTo>
                  <a:lnTo>
                    <a:pt x="7893" y="10550"/>
                  </a:lnTo>
                  <a:lnTo>
                    <a:pt x="5664" y="10550"/>
                  </a:lnTo>
                  <a:lnTo>
                    <a:pt x="5664" y="404"/>
                  </a:lnTo>
                  <a:close/>
                  <a:moveTo>
                    <a:pt x="9752" y="404"/>
                  </a:moveTo>
                  <a:lnTo>
                    <a:pt x="9752" y="6760"/>
                  </a:lnTo>
                  <a:cubicBezTo>
                    <a:pt x="9752" y="6875"/>
                    <a:pt x="9839" y="6961"/>
                    <a:pt x="9949" y="6961"/>
                  </a:cubicBezTo>
                  <a:lnTo>
                    <a:pt x="10526" y="6961"/>
                  </a:lnTo>
                  <a:lnTo>
                    <a:pt x="10526" y="10550"/>
                  </a:lnTo>
                  <a:lnTo>
                    <a:pt x="8297" y="10550"/>
                  </a:lnTo>
                  <a:lnTo>
                    <a:pt x="8297" y="6961"/>
                  </a:lnTo>
                  <a:lnTo>
                    <a:pt x="8869" y="6961"/>
                  </a:lnTo>
                  <a:cubicBezTo>
                    <a:pt x="8979" y="6961"/>
                    <a:pt x="9070" y="6875"/>
                    <a:pt x="9070" y="6760"/>
                  </a:cubicBezTo>
                  <a:lnTo>
                    <a:pt x="9070" y="404"/>
                  </a:lnTo>
                  <a:close/>
                  <a:moveTo>
                    <a:pt x="202" y="0"/>
                  </a:moveTo>
                  <a:cubicBezTo>
                    <a:pt x="91" y="0"/>
                    <a:pt x="0" y="87"/>
                    <a:pt x="0" y="202"/>
                  </a:cubicBezTo>
                  <a:lnTo>
                    <a:pt x="0" y="10752"/>
                  </a:lnTo>
                  <a:cubicBezTo>
                    <a:pt x="0" y="10862"/>
                    <a:pt x="91" y="10954"/>
                    <a:pt x="202" y="10954"/>
                  </a:cubicBezTo>
                  <a:lnTo>
                    <a:pt x="13355" y="10954"/>
                  </a:lnTo>
                  <a:cubicBezTo>
                    <a:pt x="13466" y="10954"/>
                    <a:pt x="13557" y="10862"/>
                    <a:pt x="13557" y="10752"/>
                  </a:cubicBezTo>
                  <a:lnTo>
                    <a:pt x="13557" y="5410"/>
                  </a:lnTo>
                  <a:cubicBezTo>
                    <a:pt x="13557" y="5294"/>
                    <a:pt x="13466" y="5208"/>
                    <a:pt x="13355" y="5208"/>
                  </a:cubicBezTo>
                  <a:cubicBezTo>
                    <a:pt x="13245" y="5208"/>
                    <a:pt x="13154" y="5294"/>
                    <a:pt x="13154" y="5410"/>
                  </a:cubicBezTo>
                  <a:lnTo>
                    <a:pt x="13154" y="10550"/>
                  </a:lnTo>
                  <a:lnTo>
                    <a:pt x="10925" y="10550"/>
                  </a:lnTo>
                  <a:lnTo>
                    <a:pt x="10925" y="6966"/>
                  </a:lnTo>
                  <a:lnTo>
                    <a:pt x="11496" y="6966"/>
                  </a:lnTo>
                  <a:cubicBezTo>
                    <a:pt x="11607" y="6966"/>
                    <a:pt x="11698" y="6875"/>
                    <a:pt x="11698" y="6764"/>
                  </a:cubicBezTo>
                  <a:lnTo>
                    <a:pt x="11698" y="404"/>
                  </a:lnTo>
                  <a:lnTo>
                    <a:pt x="13154" y="404"/>
                  </a:lnTo>
                  <a:lnTo>
                    <a:pt x="13154" y="4468"/>
                  </a:lnTo>
                  <a:cubicBezTo>
                    <a:pt x="13154" y="4579"/>
                    <a:pt x="13245" y="4670"/>
                    <a:pt x="13355" y="4670"/>
                  </a:cubicBezTo>
                  <a:cubicBezTo>
                    <a:pt x="13466" y="4670"/>
                    <a:pt x="13557" y="4579"/>
                    <a:pt x="13557" y="4468"/>
                  </a:cubicBezTo>
                  <a:lnTo>
                    <a:pt x="13557" y="202"/>
                  </a:lnTo>
                  <a:cubicBezTo>
                    <a:pt x="13557" y="87"/>
                    <a:pt x="13466" y="0"/>
                    <a:pt x="13355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017" name="Google Shape;8017;p69"/>
          <p:cNvGrpSpPr/>
          <p:nvPr/>
        </p:nvGrpSpPr>
        <p:grpSpPr>
          <a:xfrm>
            <a:off x="2355384" y="3523018"/>
            <a:ext cx="162617" cy="250622"/>
            <a:chOff x="3140511" y="3840108"/>
            <a:chExt cx="216823" cy="334162"/>
          </a:xfrm>
        </p:grpSpPr>
        <p:sp>
          <p:nvSpPr>
            <p:cNvPr id="8018" name="Google Shape;8018;p69"/>
            <p:cNvSpPr/>
            <p:nvPr/>
          </p:nvSpPr>
          <p:spPr>
            <a:xfrm>
              <a:off x="3146925" y="3846155"/>
              <a:ext cx="210068" cy="246511"/>
            </a:xfrm>
            <a:custGeom>
              <a:avLst/>
              <a:gdLst/>
              <a:ahLst/>
              <a:cxnLst/>
              <a:rect l="l" t="t" r="r" b="b"/>
              <a:pathLst>
                <a:path w="8024" h="9416" extrusionOk="0">
                  <a:moveTo>
                    <a:pt x="4012" y="0"/>
                  </a:moveTo>
                  <a:cubicBezTo>
                    <a:pt x="3946" y="0"/>
                    <a:pt x="3880" y="30"/>
                    <a:pt x="3839" y="90"/>
                  </a:cubicBezTo>
                  <a:lnTo>
                    <a:pt x="164" y="5485"/>
                  </a:lnTo>
                  <a:cubicBezTo>
                    <a:pt x="1" y="5721"/>
                    <a:pt x="30" y="6038"/>
                    <a:pt x="231" y="6244"/>
                  </a:cubicBezTo>
                  <a:lnTo>
                    <a:pt x="1980" y="8017"/>
                  </a:lnTo>
                  <a:cubicBezTo>
                    <a:pt x="2086" y="8128"/>
                    <a:pt x="2148" y="8272"/>
                    <a:pt x="2148" y="8421"/>
                  </a:cubicBezTo>
                  <a:lnTo>
                    <a:pt x="2148" y="9415"/>
                  </a:lnTo>
                  <a:lnTo>
                    <a:pt x="5876" y="9415"/>
                  </a:lnTo>
                  <a:lnTo>
                    <a:pt x="5876" y="8421"/>
                  </a:lnTo>
                  <a:cubicBezTo>
                    <a:pt x="5876" y="8272"/>
                    <a:pt x="5934" y="8128"/>
                    <a:pt x="6044" y="8017"/>
                  </a:cubicBezTo>
                  <a:lnTo>
                    <a:pt x="7793" y="6244"/>
                  </a:lnTo>
                  <a:cubicBezTo>
                    <a:pt x="7995" y="6038"/>
                    <a:pt x="8024" y="5721"/>
                    <a:pt x="7860" y="5485"/>
                  </a:cubicBezTo>
                  <a:lnTo>
                    <a:pt x="4185" y="90"/>
                  </a:lnTo>
                  <a:cubicBezTo>
                    <a:pt x="4144" y="30"/>
                    <a:pt x="4078" y="0"/>
                    <a:pt x="4012" y="0"/>
                  </a:cubicBezTo>
                  <a:close/>
                </a:path>
              </a:pathLst>
            </a:custGeom>
            <a:solidFill>
              <a:srgbClr val="DCE3E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19" name="Google Shape;8019;p69"/>
            <p:cNvSpPr/>
            <p:nvPr/>
          </p:nvSpPr>
          <p:spPr>
            <a:xfrm>
              <a:off x="3146925" y="3846182"/>
              <a:ext cx="112862" cy="246485"/>
            </a:xfrm>
            <a:custGeom>
              <a:avLst/>
              <a:gdLst/>
              <a:ahLst/>
              <a:cxnLst/>
              <a:rect l="l" t="t" r="r" b="b"/>
              <a:pathLst>
                <a:path w="4311" h="9415" extrusionOk="0">
                  <a:moveTo>
                    <a:pt x="4012" y="1"/>
                  </a:moveTo>
                  <a:cubicBezTo>
                    <a:pt x="3945" y="1"/>
                    <a:pt x="3878" y="32"/>
                    <a:pt x="3834" y="94"/>
                  </a:cubicBezTo>
                  <a:lnTo>
                    <a:pt x="164" y="5484"/>
                  </a:lnTo>
                  <a:cubicBezTo>
                    <a:pt x="1" y="5720"/>
                    <a:pt x="30" y="6037"/>
                    <a:pt x="231" y="6243"/>
                  </a:cubicBezTo>
                  <a:lnTo>
                    <a:pt x="1980" y="8021"/>
                  </a:lnTo>
                  <a:cubicBezTo>
                    <a:pt x="2086" y="8127"/>
                    <a:pt x="2148" y="8271"/>
                    <a:pt x="2148" y="8424"/>
                  </a:cubicBezTo>
                  <a:lnTo>
                    <a:pt x="2148" y="9414"/>
                  </a:lnTo>
                  <a:lnTo>
                    <a:pt x="2744" y="9414"/>
                  </a:lnTo>
                  <a:lnTo>
                    <a:pt x="2744" y="8424"/>
                  </a:lnTo>
                  <a:cubicBezTo>
                    <a:pt x="2744" y="8271"/>
                    <a:pt x="2686" y="8127"/>
                    <a:pt x="2581" y="8016"/>
                  </a:cubicBezTo>
                  <a:lnTo>
                    <a:pt x="827" y="6243"/>
                  </a:lnTo>
                  <a:cubicBezTo>
                    <a:pt x="625" y="6037"/>
                    <a:pt x="597" y="5720"/>
                    <a:pt x="760" y="5484"/>
                  </a:cubicBezTo>
                  <a:lnTo>
                    <a:pt x="4310" y="272"/>
                  </a:lnTo>
                  <a:lnTo>
                    <a:pt x="4185" y="94"/>
                  </a:lnTo>
                  <a:cubicBezTo>
                    <a:pt x="4144" y="32"/>
                    <a:pt x="4078" y="1"/>
                    <a:pt x="4012" y="1"/>
                  </a:cubicBezTo>
                  <a:close/>
                </a:path>
              </a:pathLst>
            </a:custGeom>
            <a:solidFill>
              <a:srgbClr val="D0DAE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20" name="Google Shape;8020;p69"/>
            <p:cNvSpPr/>
            <p:nvPr/>
          </p:nvSpPr>
          <p:spPr>
            <a:xfrm>
              <a:off x="3229182" y="3996298"/>
              <a:ext cx="45422" cy="29191"/>
            </a:xfrm>
            <a:custGeom>
              <a:avLst/>
              <a:gdLst/>
              <a:ahLst/>
              <a:cxnLst/>
              <a:rect l="l" t="t" r="r" b="b"/>
              <a:pathLst>
                <a:path w="1735" h="1115" extrusionOk="0">
                  <a:moveTo>
                    <a:pt x="558" y="0"/>
                  </a:moveTo>
                  <a:cubicBezTo>
                    <a:pt x="251" y="0"/>
                    <a:pt x="1" y="250"/>
                    <a:pt x="1" y="557"/>
                  </a:cubicBezTo>
                  <a:cubicBezTo>
                    <a:pt x="1" y="865"/>
                    <a:pt x="251" y="1115"/>
                    <a:pt x="558" y="1115"/>
                  </a:cubicBezTo>
                  <a:lnTo>
                    <a:pt x="1178" y="1115"/>
                  </a:lnTo>
                  <a:cubicBezTo>
                    <a:pt x="1485" y="1115"/>
                    <a:pt x="1735" y="865"/>
                    <a:pt x="1735" y="557"/>
                  </a:cubicBezTo>
                  <a:cubicBezTo>
                    <a:pt x="1735" y="250"/>
                    <a:pt x="1485" y="0"/>
                    <a:pt x="1178" y="0"/>
                  </a:cubicBezTo>
                  <a:close/>
                </a:path>
              </a:pathLst>
            </a:custGeom>
            <a:solidFill>
              <a:srgbClr val="C4D0D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21" name="Google Shape;8021;p69"/>
            <p:cNvSpPr/>
            <p:nvPr/>
          </p:nvSpPr>
          <p:spPr>
            <a:xfrm>
              <a:off x="3225282" y="4003078"/>
              <a:ext cx="53224" cy="22410"/>
            </a:xfrm>
            <a:custGeom>
              <a:avLst/>
              <a:gdLst/>
              <a:ahLst/>
              <a:cxnLst/>
              <a:rect l="l" t="t" r="r" b="b"/>
              <a:pathLst>
                <a:path w="2033" h="856" extrusionOk="0">
                  <a:moveTo>
                    <a:pt x="236" y="1"/>
                  </a:moveTo>
                  <a:cubicBezTo>
                    <a:pt x="1" y="375"/>
                    <a:pt x="270" y="856"/>
                    <a:pt x="707" y="856"/>
                  </a:cubicBezTo>
                  <a:lnTo>
                    <a:pt x="1327" y="856"/>
                  </a:lnTo>
                  <a:cubicBezTo>
                    <a:pt x="1764" y="856"/>
                    <a:pt x="2033" y="375"/>
                    <a:pt x="1802" y="1"/>
                  </a:cubicBezTo>
                  <a:lnTo>
                    <a:pt x="1802" y="1"/>
                  </a:lnTo>
                  <a:cubicBezTo>
                    <a:pt x="1697" y="169"/>
                    <a:pt x="1519" y="265"/>
                    <a:pt x="1327" y="265"/>
                  </a:cubicBezTo>
                  <a:lnTo>
                    <a:pt x="707" y="265"/>
                  </a:lnTo>
                  <a:cubicBezTo>
                    <a:pt x="515" y="265"/>
                    <a:pt x="337" y="169"/>
                    <a:pt x="236" y="1"/>
                  </a:cubicBezTo>
                  <a:close/>
                </a:path>
              </a:pathLst>
            </a:custGeom>
            <a:solidFill>
              <a:srgbClr val="B5C4C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22" name="Google Shape;8022;p69"/>
            <p:cNvSpPr/>
            <p:nvPr/>
          </p:nvSpPr>
          <p:spPr>
            <a:xfrm>
              <a:off x="3212218" y="4134135"/>
              <a:ext cx="79509" cy="34348"/>
            </a:xfrm>
            <a:custGeom>
              <a:avLst/>
              <a:gdLst/>
              <a:ahLst/>
              <a:cxnLst/>
              <a:rect l="l" t="t" r="r" b="b"/>
              <a:pathLst>
                <a:path w="3037" h="1312" extrusionOk="0">
                  <a:moveTo>
                    <a:pt x="0" y="0"/>
                  </a:moveTo>
                  <a:lnTo>
                    <a:pt x="0" y="990"/>
                  </a:lnTo>
                  <a:cubicBezTo>
                    <a:pt x="0" y="1168"/>
                    <a:pt x="144" y="1312"/>
                    <a:pt x="327" y="1312"/>
                  </a:cubicBezTo>
                  <a:lnTo>
                    <a:pt x="2710" y="1312"/>
                  </a:lnTo>
                  <a:cubicBezTo>
                    <a:pt x="2887" y="1312"/>
                    <a:pt x="3036" y="1168"/>
                    <a:pt x="3036" y="990"/>
                  </a:cubicBezTo>
                  <a:lnTo>
                    <a:pt x="3036" y="0"/>
                  </a:lnTo>
                  <a:close/>
                </a:path>
              </a:pathLst>
            </a:custGeom>
            <a:solidFill>
              <a:srgbClr val="F1F3F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23" name="Google Shape;8023;p69"/>
            <p:cNvSpPr/>
            <p:nvPr/>
          </p:nvSpPr>
          <p:spPr>
            <a:xfrm>
              <a:off x="3212218" y="4134135"/>
              <a:ext cx="24164" cy="34348"/>
            </a:xfrm>
            <a:custGeom>
              <a:avLst/>
              <a:gdLst/>
              <a:ahLst/>
              <a:cxnLst/>
              <a:rect l="l" t="t" r="r" b="b"/>
              <a:pathLst>
                <a:path w="923" h="1312" extrusionOk="0">
                  <a:moveTo>
                    <a:pt x="0" y="0"/>
                  </a:moveTo>
                  <a:lnTo>
                    <a:pt x="0" y="990"/>
                  </a:lnTo>
                  <a:cubicBezTo>
                    <a:pt x="0" y="1168"/>
                    <a:pt x="144" y="1312"/>
                    <a:pt x="327" y="1312"/>
                  </a:cubicBezTo>
                  <a:lnTo>
                    <a:pt x="923" y="1312"/>
                  </a:lnTo>
                  <a:cubicBezTo>
                    <a:pt x="745" y="1312"/>
                    <a:pt x="601" y="1168"/>
                    <a:pt x="601" y="990"/>
                  </a:cubicBezTo>
                  <a:lnTo>
                    <a:pt x="601" y="0"/>
                  </a:lnTo>
                  <a:close/>
                </a:path>
              </a:pathLst>
            </a:custGeom>
            <a:solidFill>
              <a:srgbClr val="E8ECE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24" name="Google Shape;8024;p69"/>
            <p:cNvSpPr/>
            <p:nvPr/>
          </p:nvSpPr>
          <p:spPr>
            <a:xfrm>
              <a:off x="3190069" y="4092012"/>
              <a:ext cx="123779" cy="42647"/>
            </a:xfrm>
            <a:custGeom>
              <a:avLst/>
              <a:gdLst/>
              <a:ahLst/>
              <a:cxnLst/>
              <a:rect l="l" t="t" r="r" b="b"/>
              <a:pathLst>
                <a:path w="4728" h="1629" extrusionOk="0">
                  <a:moveTo>
                    <a:pt x="361" y="0"/>
                  </a:moveTo>
                  <a:cubicBezTo>
                    <a:pt x="159" y="0"/>
                    <a:pt x="1" y="159"/>
                    <a:pt x="1" y="360"/>
                  </a:cubicBezTo>
                  <a:lnTo>
                    <a:pt x="1" y="1268"/>
                  </a:lnTo>
                  <a:cubicBezTo>
                    <a:pt x="1" y="1470"/>
                    <a:pt x="159" y="1629"/>
                    <a:pt x="361" y="1629"/>
                  </a:cubicBezTo>
                  <a:lnTo>
                    <a:pt x="4368" y="1629"/>
                  </a:lnTo>
                  <a:cubicBezTo>
                    <a:pt x="4569" y="1629"/>
                    <a:pt x="4728" y="1470"/>
                    <a:pt x="4728" y="1268"/>
                  </a:cubicBezTo>
                  <a:lnTo>
                    <a:pt x="4728" y="356"/>
                  </a:lnTo>
                  <a:cubicBezTo>
                    <a:pt x="4728" y="159"/>
                    <a:pt x="4564" y="0"/>
                    <a:pt x="4368" y="0"/>
                  </a:cubicBezTo>
                  <a:close/>
                </a:path>
              </a:pathLst>
            </a:custGeom>
            <a:solidFill>
              <a:srgbClr val="E8ECE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25" name="Google Shape;8025;p69"/>
            <p:cNvSpPr/>
            <p:nvPr/>
          </p:nvSpPr>
          <p:spPr>
            <a:xfrm>
              <a:off x="3190069" y="4109474"/>
              <a:ext cx="123779" cy="25185"/>
            </a:xfrm>
            <a:custGeom>
              <a:avLst/>
              <a:gdLst/>
              <a:ahLst/>
              <a:cxnLst/>
              <a:rect l="l" t="t" r="r" b="b"/>
              <a:pathLst>
                <a:path w="4728" h="962" extrusionOk="0">
                  <a:moveTo>
                    <a:pt x="1" y="1"/>
                  </a:moveTo>
                  <a:lnTo>
                    <a:pt x="1" y="601"/>
                  </a:lnTo>
                  <a:cubicBezTo>
                    <a:pt x="1" y="798"/>
                    <a:pt x="159" y="962"/>
                    <a:pt x="361" y="962"/>
                  </a:cubicBezTo>
                  <a:lnTo>
                    <a:pt x="4368" y="962"/>
                  </a:lnTo>
                  <a:cubicBezTo>
                    <a:pt x="4569" y="962"/>
                    <a:pt x="4728" y="798"/>
                    <a:pt x="4728" y="601"/>
                  </a:cubicBezTo>
                  <a:lnTo>
                    <a:pt x="4728" y="1"/>
                  </a:lnTo>
                  <a:cubicBezTo>
                    <a:pt x="4728" y="203"/>
                    <a:pt x="4569" y="361"/>
                    <a:pt x="4368" y="361"/>
                  </a:cubicBezTo>
                  <a:lnTo>
                    <a:pt x="361" y="361"/>
                  </a:lnTo>
                  <a:cubicBezTo>
                    <a:pt x="159" y="361"/>
                    <a:pt x="1" y="203"/>
                    <a:pt x="1" y="1"/>
                  </a:cubicBezTo>
                  <a:close/>
                </a:path>
              </a:pathLst>
            </a:custGeom>
            <a:solidFill>
              <a:srgbClr val="DAE0E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26" name="Google Shape;8026;p69"/>
            <p:cNvSpPr/>
            <p:nvPr/>
          </p:nvSpPr>
          <p:spPr>
            <a:xfrm>
              <a:off x="3140511" y="3840108"/>
              <a:ext cx="216823" cy="334162"/>
            </a:xfrm>
            <a:custGeom>
              <a:avLst/>
              <a:gdLst/>
              <a:ahLst/>
              <a:cxnLst/>
              <a:rect l="l" t="t" r="r" b="b"/>
              <a:pathLst>
                <a:path w="8282" h="12764" extrusionOk="0">
                  <a:moveTo>
                    <a:pt x="4565" y="6178"/>
                  </a:moveTo>
                  <a:cubicBezTo>
                    <a:pt x="4752" y="6178"/>
                    <a:pt x="4901" y="6331"/>
                    <a:pt x="4901" y="6514"/>
                  </a:cubicBezTo>
                  <a:cubicBezTo>
                    <a:pt x="4901" y="6696"/>
                    <a:pt x="4752" y="6850"/>
                    <a:pt x="4565" y="6850"/>
                  </a:cubicBezTo>
                  <a:lnTo>
                    <a:pt x="3950" y="6850"/>
                  </a:lnTo>
                  <a:cubicBezTo>
                    <a:pt x="3762" y="6850"/>
                    <a:pt x="3613" y="6696"/>
                    <a:pt x="3613" y="6514"/>
                  </a:cubicBezTo>
                  <a:cubicBezTo>
                    <a:pt x="3613" y="6331"/>
                    <a:pt x="3762" y="6178"/>
                    <a:pt x="3950" y="6178"/>
                  </a:cubicBezTo>
                  <a:close/>
                  <a:moveTo>
                    <a:pt x="6261" y="9862"/>
                  </a:moveTo>
                  <a:cubicBezTo>
                    <a:pt x="6337" y="9862"/>
                    <a:pt x="6395" y="9925"/>
                    <a:pt x="6395" y="9997"/>
                  </a:cubicBezTo>
                  <a:lnTo>
                    <a:pt x="6395" y="10866"/>
                  </a:lnTo>
                  <a:cubicBezTo>
                    <a:pt x="6395" y="10938"/>
                    <a:pt x="6337" y="10996"/>
                    <a:pt x="6261" y="11001"/>
                  </a:cubicBezTo>
                  <a:lnTo>
                    <a:pt x="2254" y="11001"/>
                  </a:lnTo>
                  <a:cubicBezTo>
                    <a:pt x="2177" y="10996"/>
                    <a:pt x="2119" y="10938"/>
                    <a:pt x="2119" y="10866"/>
                  </a:cubicBezTo>
                  <a:lnTo>
                    <a:pt x="2119" y="9997"/>
                  </a:lnTo>
                  <a:cubicBezTo>
                    <a:pt x="2119" y="9925"/>
                    <a:pt x="2177" y="9862"/>
                    <a:pt x="2254" y="9862"/>
                  </a:cubicBezTo>
                  <a:close/>
                  <a:moveTo>
                    <a:pt x="4257" y="1"/>
                  </a:moveTo>
                  <a:cubicBezTo>
                    <a:pt x="4120" y="1"/>
                    <a:pt x="3983" y="64"/>
                    <a:pt x="3897" y="192"/>
                  </a:cubicBezTo>
                  <a:lnTo>
                    <a:pt x="222" y="5582"/>
                  </a:lnTo>
                  <a:cubicBezTo>
                    <a:pt x="1" y="5909"/>
                    <a:pt x="39" y="6346"/>
                    <a:pt x="318" y="6624"/>
                  </a:cubicBezTo>
                  <a:lnTo>
                    <a:pt x="2067" y="8402"/>
                  </a:lnTo>
                  <a:cubicBezTo>
                    <a:pt x="2134" y="8464"/>
                    <a:pt x="2167" y="8556"/>
                    <a:pt x="2167" y="8647"/>
                  </a:cubicBezTo>
                  <a:lnTo>
                    <a:pt x="2167" y="9420"/>
                  </a:lnTo>
                  <a:cubicBezTo>
                    <a:pt x="1884" y="9464"/>
                    <a:pt x="1668" y="9709"/>
                    <a:pt x="1668" y="9997"/>
                  </a:cubicBezTo>
                  <a:lnTo>
                    <a:pt x="1668" y="10866"/>
                  </a:lnTo>
                  <a:cubicBezTo>
                    <a:pt x="1668" y="11188"/>
                    <a:pt x="1932" y="11448"/>
                    <a:pt x="2254" y="11448"/>
                  </a:cubicBezTo>
                  <a:lnTo>
                    <a:pt x="2518" y="11448"/>
                  </a:lnTo>
                  <a:lnTo>
                    <a:pt x="2518" y="12211"/>
                  </a:lnTo>
                  <a:cubicBezTo>
                    <a:pt x="2518" y="12514"/>
                    <a:pt x="2763" y="12764"/>
                    <a:pt x="3066" y="12764"/>
                  </a:cubicBezTo>
                  <a:lnTo>
                    <a:pt x="3705" y="12764"/>
                  </a:lnTo>
                  <a:cubicBezTo>
                    <a:pt x="4003" y="12764"/>
                    <a:pt x="4003" y="12312"/>
                    <a:pt x="3705" y="12312"/>
                  </a:cubicBezTo>
                  <a:lnTo>
                    <a:pt x="3066" y="12312"/>
                  </a:lnTo>
                  <a:cubicBezTo>
                    <a:pt x="3008" y="12312"/>
                    <a:pt x="2965" y="12269"/>
                    <a:pt x="2965" y="12211"/>
                  </a:cubicBezTo>
                  <a:lnTo>
                    <a:pt x="2965" y="11448"/>
                  </a:lnTo>
                  <a:lnTo>
                    <a:pt x="5545" y="11448"/>
                  </a:lnTo>
                  <a:lnTo>
                    <a:pt x="5545" y="12211"/>
                  </a:lnTo>
                  <a:cubicBezTo>
                    <a:pt x="5545" y="12269"/>
                    <a:pt x="5501" y="12312"/>
                    <a:pt x="5444" y="12312"/>
                  </a:cubicBezTo>
                  <a:lnTo>
                    <a:pt x="4747" y="12312"/>
                  </a:lnTo>
                  <a:cubicBezTo>
                    <a:pt x="4445" y="12312"/>
                    <a:pt x="4445" y="12764"/>
                    <a:pt x="4747" y="12764"/>
                  </a:cubicBezTo>
                  <a:lnTo>
                    <a:pt x="5444" y="12764"/>
                  </a:lnTo>
                  <a:cubicBezTo>
                    <a:pt x="5746" y="12764"/>
                    <a:pt x="5996" y="12514"/>
                    <a:pt x="5996" y="12211"/>
                  </a:cubicBezTo>
                  <a:lnTo>
                    <a:pt x="5996" y="11448"/>
                  </a:lnTo>
                  <a:lnTo>
                    <a:pt x="6261" y="11448"/>
                  </a:lnTo>
                  <a:cubicBezTo>
                    <a:pt x="6582" y="11448"/>
                    <a:pt x="6842" y="11188"/>
                    <a:pt x="6842" y="10866"/>
                  </a:cubicBezTo>
                  <a:lnTo>
                    <a:pt x="6842" y="9997"/>
                  </a:lnTo>
                  <a:cubicBezTo>
                    <a:pt x="6842" y="9709"/>
                    <a:pt x="6630" y="9464"/>
                    <a:pt x="6342" y="9420"/>
                  </a:cubicBezTo>
                  <a:lnTo>
                    <a:pt x="6342" y="8647"/>
                  </a:lnTo>
                  <a:cubicBezTo>
                    <a:pt x="6342" y="8551"/>
                    <a:pt x="6381" y="8464"/>
                    <a:pt x="6443" y="8397"/>
                  </a:cubicBezTo>
                  <a:lnTo>
                    <a:pt x="8120" y="6696"/>
                  </a:lnTo>
                  <a:cubicBezTo>
                    <a:pt x="8281" y="6535"/>
                    <a:pt x="8134" y="6314"/>
                    <a:pt x="7961" y="6314"/>
                  </a:cubicBezTo>
                  <a:cubicBezTo>
                    <a:pt x="7908" y="6314"/>
                    <a:pt x="7852" y="6335"/>
                    <a:pt x="7803" y="6384"/>
                  </a:cubicBezTo>
                  <a:lnTo>
                    <a:pt x="7807" y="6384"/>
                  </a:lnTo>
                  <a:lnTo>
                    <a:pt x="6126" y="8085"/>
                  </a:lnTo>
                  <a:cubicBezTo>
                    <a:pt x="5982" y="8234"/>
                    <a:pt x="5895" y="8435"/>
                    <a:pt x="5900" y="8647"/>
                  </a:cubicBezTo>
                  <a:lnTo>
                    <a:pt x="5900" y="9415"/>
                  </a:lnTo>
                  <a:lnTo>
                    <a:pt x="2619" y="9415"/>
                  </a:lnTo>
                  <a:lnTo>
                    <a:pt x="2619" y="8647"/>
                  </a:lnTo>
                  <a:cubicBezTo>
                    <a:pt x="2619" y="8435"/>
                    <a:pt x="2537" y="8234"/>
                    <a:pt x="2388" y="8085"/>
                  </a:cubicBezTo>
                  <a:lnTo>
                    <a:pt x="635" y="6312"/>
                  </a:lnTo>
                  <a:cubicBezTo>
                    <a:pt x="510" y="6182"/>
                    <a:pt x="491" y="5981"/>
                    <a:pt x="592" y="5832"/>
                  </a:cubicBezTo>
                  <a:lnTo>
                    <a:pt x="4031" y="787"/>
                  </a:lnTo>
                  <a:lnTo>
                    <a:pt x="4031" y="5736"/>
                  </a:lnTo>
                  <a:lnTo>
                    <a:pt x="3950" y="5736"/>
                  </a:lnTo>
                  <a:cubicBezTo>
                    <a:pt x="3517" y="5736"/>
                    <a:pt x="3167" y="6082"/>
                    <a:pt x="3167" y="6514"/>
                  </a:cubicBezTo>
                  <a:cubicBezTo>
                    <a:pt x="3167" y="6946"/>
                    <a:pt x="3517" y="7297"/>
                    <a:pt x="3950" y="7297"/>
                  </a:cubicBezTo>
                  <a:lnTo>
                    <a:pt x="4565" y="7297"/>
                  </a:lnTo>
                  <a:cubicBezTo>
                    <a:pt x="4997" y="7297"/>
                    <a:pt x="5348" y="6946"/>
                    <a:pt x="5348" y="6514"/>
                  </a:cubicBezTo>
                  <a:cubicBezTo>
                    <a:pt x="5348" y="6082"/>
                    <a:pt x="4997" y="5736"/>
                    <a:pt x="4565" y="5736"/>
                  </a:cubicBezTo>
                  <a:lnTo>
                    <a:pt x="4483" y="5736"/>
                  </a:lnTo>
                  <a:lnTo>
                    <a:pt x="4483" y="787"/>
                  </a:lnTo>
                  <a:lnTo>
                    <a:pt x="7779" y="5620"/>
                  </a:lnTo>
                  <a:cubicBezTo>
                    <a:pt x="7827" y="5698"/>
                    <a:pt x="7894" y="5730"/>
                    <a:pt x="7961" y="5730"/>
                  </a:cubicBezTo>
                  <a:cubicBezTo>
                    <a:pt x="8122" y="5730"/>
                    <a:pt x="8277" y="5547"/>
                    <a:pt x="8149" y="5371"/>
                  </a:cubicBezTo>
                  <a:lnTo>
                    <a:pt x="4618" y="192"/>
                  </a:lnTo>
                  <a:cubicBezTo>
                    <a:pt x="4531" y="64"/>
                    <a:pt x="4394" y="1"/>
                    <a:pt x="4257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027" name="Google Shape;8027;p69"/>
          <p:cNvGrpSpPr/>
          <p:nvPr/>
        </p:nvGrpSpPr>
        <p:grpSpPr>
          <a:xfrm>
            <a:off x="662395" y="3165033"/>
            <a:ext cx="206324" cy="272907"/>
            <a:chOff x="883193" y="3362794"/>
            <a:chExt cx="275099" cy="363876"/>
          </a:xfrm>
        </p:grpSpPr>
        <p:sp>
          <p:nvSpPr>
            <p:cNvPr id="8028" name="Google Shape;8028;p69"/>
            <p:cNvSpPr/>
            <p:nvPr/>
          </p:nvSpPr>
          <p:spPr>
            <a:xfrm>
              <a:off x="889869" y="3373475"/>
              <a:ext cx="261748" cy="347906"/>
            </a:xfrm>
            <a:custGeom>
              <a:avLst/>
              <a:gdLst/>
              <a:ahLst/>
              <a:cxnLst/>
              <a:rect l="l" t="t" r="r" b="b"/>
              <a:pathLst>
                <a:path w="9998" h="13289" extrusionOk="0">
                  <a:moveTo>
                    <a:pt x="3699" y="1"/>
                  </a:moveTo>
                  <a:lnTo>
                    <a:pt x="3699" y="5621"/>
                  </a:lnTo>
                  <a:cubicBezTo>
                    <a:pt x="3695" y="5761"/>
                    <a:pt x="3661" y="5900"/>
                    <a:pt x="3594" y="6025"/>
                  </a:cubicBezTo>
                  <a:lnTo>
                    <a:pt x="231" y="12337"/>
                  </a:lnTo>
                  <a:cubicBezTo>
                    <a:pt x="0" y="12770"/>
                    <a:pt x="313" y="13289"/>
                    <a:pt x="798" y="13289"/>
                  </a:cubicBezTo>
                  <a:lnTo>
                    <a:pt x="9205" y="13289"/>
                  </a:lnTo>
                  <a:cubicBezTo>
                    <a:pt x="9690" y="13284"/>
                    <a:pt x="9998" y="12765"/>
                    <a:pt x="9772" y="12337"/>
                  </a:cubicBezTo>
                  <a:lnTo>
                    <a:pt x="6399" y="6025"/>
                  </a:lnTo>
                  <a:cubicBezTo>
                    <a:pt x="6332" y="5900"/>
                    <a:pt x="6298" y="5761"/>
                    <a:pt x="6298" y="5621"/>
                  </a:cubicBezTo>
                  <a:lnTo>
                    <a:pt x="6298" y="1"/>
                  </a:lnTo>
                  <a:close/>
                </a:path>
              </a:pathLst>
            </a:custGeom>
            <a:solidFill>
              <a:srgbClr val="F1F3F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29" name="Google Shape;8029;p69"/>
            <p:cNvSpPr/>
            <p:nvPr/>
          </p:nvSpPr>
          <p:spPr>
            <a:xfrm>
              <a:off x="1025821" y="3373475"/>
              <a:ext cx="125926" cy="347906"/>
            </a:xfrm>
            <a:custGeom>
              <a:avLst/>
              <a:gdLst/>
              <a:ahLst/>
              <a:cxnLst/>
              <a:rect l="l" t="t" r="r" b="b"/>
              <a:pathLst>
                <a:path w="4810" h="13289" extrusionOk="0">
                  <a:moveTo>
                    <a:pt x="0" y="1"/>
                  </a:moveTo>
                  <a:lnTo>
                    <a:pt x="0" y="5698"/>
                  </a:lnTo>
                  <a:cubicBezTo>
                    <a:pt x="0" y="5790"/>
                    <a:pt x="20" y="5881"/>
                    <a:pt x="63" y="5958"/>
                  </a:cubicBezTo>
                  <a:lnTo>
                    <a:pt x="3469" y="12337"/>
                  </a:lnTo>
                  <a:cubicBezTo>
                    <a:pt x="3700" y="12770"/>
                    <a:pt x="3387" y="13289"/>
                    <a:pt x="2902" y="13289"/>
                  </a:cubicBezTo>
                  <a:lnTo>
                    <a:pt x="4012" y="13289"/>
                  </a:lnTo>
                  <a:cubicBezTo>
                    <a:pt x="4497" y="13289"/>
                    <a:pt x="4809" y="12765"/>
                    <a:pt x="4579" y="12337"/>
                  </a:cubicBezTo>
                  <a:lnTo>
                    <a:pt x="1206" y="6025"/>
                  </a:lnTo>
                  <a:cubicBezTo>
                    <a:pt x="1139" y="5900"/>
                    <a:pt x="1105" y="5761"/>
                    <a:pt x="1105" y="5621"/>
                  </a:cubicBezTo>
                  <a:lnTo>
                    <a:pt x="1105" y="1"/>
                  </a:lnTo>
                  <a:close/>
                </a:path>
              </a:pathLst>
            </a:custGeom>
            <a:solidFill>
              <a:srgbClr val="E7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30" name="Google Shape;8030;p69"/>
            <p:cNvSpPr/>
            <p:nvPr/>
          </p:nvSpPr>
          <p:spPr>
            <a:xfrm>
              <a:off x="942307" y="3609593"/>
              <a:ext cx="156871" cy="82100"/>
            </a:xfrm>
            <a:custGeom>
              <a:avLst/>
              <a:gdLst/>
              <a:ahLst/>
              <a:cxnLst/>
              <a:rect l="l" t="t" r="r" b="b"/>
              <a:pathLst>
                <a:path w="5992" h="3136" extrusionOk="0">
                  <a:moveTo>
                    <a:pt x="2983" y="1"/>
                  </a:moveTo>
                  <a:cubicBezTo>
                    <a:pt x="2548" y="1"/>
                    <a:pt x="2113" y="50"/>
                    <a:pt x="1687" y="148"/>
                  </a:cubicBezTo>
                  <a:cubicBezTo>
                    <a:pt x="1528" y="181"/>
                    <a:pt x="1394" y="282"/>
                    <a:pt x="1322" y="426"/>
                  </a:cubicBezTo>
                  <a:lnTo>
                    <a:pt x="97" y="2732"/>
                  </a:lnTo>
                  <a:cubicBezTo>
                    <a:pt x="1" y="2915"/>
                    <a:pt x="135" y="3136"/>
                    <a:pt x="342" y="3136"/>
                  </a:cubicBezTo>
                  <a:lnTo>
                    <a:pt x="5650" y="3136"/>
                  </a:lnTo>
                  <a:cubicBezTo>
                    <a:pt x="5857" y="3136"/>
                    <a:pt x="5991" y="2915"/>
                    <a:pt x="5895" y="2732"/>
                  </a:cubicBezTo>
                  <a:lnTo>
                    <a:pt x="4675" y="436"/>
                  </a:lnTo>
                  <a:cubicBezTo>
                    <a:pt x="4598" y="287"/>
                    <a:pt x="4459" y="181"/>
                    <a:pt x="4295" y="153"/>
                  </a:cubicBezTo>
                  <a:lnTo>
                    <a:pt x="4113" y="114"/>
                  </a:lnTo>
                  <a:cubicBezTo>
                    <a:pt x="3740" y="38"/>
                    <a:pt x="3361" y="1"/>
                    <a:pt x="2983" y="1"/>
                  </a:cubicBezTo>
                  <a:close/>
                </a:path>
              </a:pathLst>
            </a:custGeom>
            <a:solidFill>
              <a:srgbClr val="40566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31" name="Google Shape;8031;p69"/>
            <p:cNvSpPr/>
            <p:nvPr/>
          </p:nvSpPr>
          <p:spPr>
            <a:xfrm>
              <a:off x="1005584" y="3609671"/>
              <a:ext cx="93593" cy="82153"/>
            </a:xfrm>
            <a:custGeom>
              <a:avLst/>
              <a:gdLst/>
              <a:ahLst/>
              <a:cxnLst/>
              <a:rect l="l" t="t" r="r" b="b"/>
              <a:pathLst>
                <a:path w="3575" h="3138" extrusionOk="0">
                  <a:moveTo>
                    <a:pt x="568" y="1"/>
                  </a:moveTo>
                  <a:cubicBezTo>
                    <a:pt x="378" y="1"/>
                    <a:pt x="189" y="10"/>
                    <a:pt x="0" y="29"/>
                  </a:cubicBezTo>
                  <a:cubicBezTo>
                    <a:pt x="197" y="49"/>
                    <a:pt x="394" y="78"/>
                    <a:pt x="591" y="116"/>
                  </a:cubicBezTo>
                  <a:lnTo>
                    <a:pt x="769" y="150"/>
                  </a:lnTo>
                  <a:cubicBezTo>
                    <a:pt x="932" y="183"/>
                    <a:pt x="1071" y="289"/>
                    <a:pt x="1148" y="433"/>
                  </a:cubicBezTo>
                  <a:lnTo>
                    <a:pt x="2368" y="2729"/>
                  </a:lnTo>
                  <a:cubicBezTo>
                    <a:pt x="2464" y="2917"/>
                    <a:pt x="2330" y="3138"/>
                    <a:pt x="2123" y="3138"/>
                  </a:cubicBezTo>
                  <a:lnTo>
                    <a:pt x="3233" y="3138"/>
                  </a:lnTo>
                  <a:cubicBezTo>
                    <a:pt x="3440" y="3138"/>
                    <a:pt x="3574" y="2917"/>
                    <a:pt x="3478" y="2729"/>
                  </a:cubicBezTo>
                  <a:lnTo>
                    <a:pt x="2258" y="433"/>
                  </a:lnTo>
                  <a:cubicBezTo>
                    <a:pt x="2181" y="289"/>
                    <a:pt x="2042" y="183"/>
                    <a:pt x="1878" y="150"/>
                  </a:cubicBezTo>
                  <a:lnTo>
                    <a:pt x="1696" y="116"/>
                  </a:lnTo>
                  <a:cubicBezTo>
                    <a:pt x="1324" y="39"/>
                    <a:pt x="946" y="1"/>
                    <a:pt x="568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32" name="Google Shape;8032;p69"/>
            <p:cNvSpPr/>
            <p:nvPr/>
          </p:nvSpPr>
          <p:spPr>
            <a:xfrm>
              <a:off x="1042681" y="3655198"/>
              <a:ext cx="21153" cy="18143"/>
            </a:xfrm>
            <a:custGeom>
              <a:avLst/>
              <a:gdLst/>
              <a:ahLst/>
              <a:cxnLst/>
              <a:rect l="l" t="t" r="r" b="b"/>
              <a:pathLst>
                <a:path w="808" h="693" extrusionOk="0">
                  <a:moveTo>
                    <a:pt x="461" y="1"/>
                  </a:moveTo>
                  <a:cubicBezTo>
                    <a:pt x="154" y="1"/>
                    <a:pt x="0" y="375"/>
                    <a:pt x="216" y="592"/>
                  </a:cubicBezTo>
                  <a:cubicBezTo>
                    <a:pt x="286" y="661"/>
                    <a:pt x="372" y="693"/>
                    <a:pt x="457" y="693"/>
                  </a:cubicBezTo>
                  <a:cubicBezTo>
                    <a:pt x="635" y="693"/>
                    <a:pt x="807" y="555"/>
                    <a:pt x="807" y="347"/>
                  </a:cubicBezTo>
                  <a:cubicBezTo>
                    <a:pt x="807" y="154"/>
                    <a:pt x="654" y="1"/>
                    <a:pt x="461" y="1"/>
                  </a:cubicBezTo>
                  <a:close/>
                </a:path>
              </a:pathLst>
            </a:custGeom>
            <a:solidFill>
              <a:srgbClr val="F1F3F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33" name="Google Shape;8033;p69"/>
            <p:cNvSpPr/>
            <p:nvPr/>
          </p:nvSpPr>
          <p:spPr>
            <a:xfrm>
              <a:off x="1051111" y="3655198"/>
              <a:ext cx="13718" cy="18143"/>
            </a:xfrm>
            <a:custGeom>
              <a:avLst/>
              <a:gdLst/>
              <a:ahLst/>
              <a:cxnLst/>
              <a:rect l="l" t="t" r="r" b="b"/>
              <a:pathLst>
                <a:path w="524" h="693" extrusionOk="0">
                  <a:moveTo>
                    <a:pt x="139" y="1"/>
                  </a:moveTo>
                  <a:cubicBezTo>
                    <a:pt x="91" y="1"/>
                    <a:pt x="43" y="10"/>
                    <a:pt x="0" y="30"/>
                  </a:cubicBezTo>
                  <a:cubicBezTo>
                    <a:pt x="279" y="150"/>
                    <a:pt x="279" y="544"/>
                    <a:pt x="0" y="664"/>
                  </a:cubicBezTo>
                  <a:cubicBezTo>
                    <a:pt x="46" y="683"/>
                    <a:pt x="93" y="693"/>
                    <a:pt x="140" y="693"/>
                  </a:cubicBezTo>
                  <a:cubicBezTo>
                    <a:pt x="299" y="693"/>
                    <a:pt x="447" y="586"/>
                    <a:pt x="480" y="419"/>
                  </a:cubicBezTo>
                  <a:cubicBezTo>
                    <a:pt x="524" y="202"/>
                    <a:pt x="360" y="1"/>
                    <a:pt x="139" y="1"/>
                  </a:cubicBezTo>
                  <a:close/>
                </a:path>
              </a:pathLst>
            </a:custGeom>
            <a:solidFill>
              <a:srgbClr val="E7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34" name="Google Shape;8034;p69"/>
            <p:cNvSpPr/>
            <p:nvPr/>
          </p:nvSpPr>
          <p:spPr>
            <a:xfrm>
              <a:off x="971864" y="3659989"/>
              <a:ext cx="21284" cy="18143"/>
            </a:xfrm>
            <a:custGeom>
              <a:avLst/>
              <a:gdLst/>
              <a:ahLst/>
              <a:cxnLst/>
              <a:rect l="l" t="t" r="r" b="b"/>
              <a:pathLst>
                <a:path w="813" h="693" extrusionOk="0">
                  <a:moveTo>
                    <a:pt x="467" y="0"/>
                  </a:moveTo>
                  <a:cubicBezTo>
                    <a:pt x="154" y="0"/>
                    <a:pt x="1" y="370"/>
                    <a:pt x="222" y="591"/>
                  </a:cubicBezTo>
                  <a:cubicBezTo>
                    <a:pt x="291" y="661"/>
                    <a:pt x="377" y="692"/>
                    <a:pt x="462" y="692"/>
                  </a:cubicBezTo>
                  <a:cubicBezTo>
                    <a:pt x="640" y="692"/>
                    <a:pt x="812" y="554"/>
                    <a:pt x="812" y="346"/>
                  </a:cubicBezTo>
                  <a:cubicBezTo>
                    <a:pt x="812" y="154"/>
                    <a:pt x="654" y="0"/>
                    <a:pt x="467" y="0"/>
                  </a:cubicBezTo>
                  <a:close/>
                </a:path>
              </a:pathLst>
            </a:custGeom>
            <a:solidFill>
              <a:srgbClr val="F1F3F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35" name="Google Shape;8035;p69"/>
            <p:cNvSpPr/>
            <p:nvPr/>
          </p:nvSpPr>
          <p:spPr>
            <a:xfrm>
              <a:off x="980425" y="3659989"/>
              <a:ext cx="13718" cy="18117"/>
            </a:xfrm>
            <a:custGeom>
              <a:avLst/>
              <a:gdLst/>
              <a:ahLst/>
              <a:cxnLst/>
              <a:rect l="l" t="t" r="r" b="b"/>
              <a:pathLst>
                <a:path w="524" h="692" extrusionOk="0">
                  <a:moveTo>
                    <a:pt x="147" y="0"/>
                  </a:moveTo>
                  <a:cubicBezTo>
                    <a:pt x="144" y="0"/>
                    <a:pt x="142" y="0"/>
                    <a:pt x="140" y="0"/>
                  </a:cubicBezTo>
                  <a:cubicBezTo>
                    <a:pt x="91" y="0"/>
                    <a:pt x="43" y="10"/>
                    <a:pt x="0" y="29"/>
                  </a:cubicBezTo>
                  <a:cubicBezTo>
                    <a:pt x="279" y="149"/>
                    <a:pt x="279" y="543"/>
                    <a:pt x="0" y="663"/>
                  </a:cubicBezTo>
                  <a:cubicBezTo>
                    <a:pt x="45" y="683"/>
                    <a:pt x="92" y="692"/>
                    <a:pt x="137" y="692"/>
                  </a:cubicBezTo>
                  <a:cubicBezTo>
                    <a:pt x="296" y="692"/>
                    <a:pt x="442" y="582"/>
                    <a:pt x="476" y="418"/>
                  </a:cubicBezTo>
                  <a:cubicBezTo>
                    <a:pt x="523" y="205"/>
                    <a:pt x="360" y="0"/>
                    <a:pt x="147" y="0"/>
                  </a:cubicBezTo>
                  <a:close/>
                </a:path>
              </a:pathLst>
            </a:custGeom>
            <a:solidFill>
              <a:srgbClr val="E7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36" name="Google Shape;8036;p69"/>
            <p:cNvSpPr/>
            <p:nvPr/>
          </p:nvSpPr>
          <p:spPr>
            <a:xfrm>
              <a:off x="1000296" y="3629542"/>
              <a:ext cx="25552" cy="21834"/>
            </a:xfrm>
            <a:custGeom>
              <a:avLst/>
              <a:gdLst/>
              <a:ahLst/>
              <a:cxnLst/>
              <a:rect l="l" t="t" r="r" b="b"/>
              <a:pathLst>
                <a:path w="976" h="834" extrusionOk="0">
                  <a:moveTo>
                    <a:pt x="558" y="1"/>
                  </a:moveTo>
                  <a:cubicBezTo>
                    <a:pt x="188" y="1"/>
                    <a:pt x="0" y="447"/>
                    <a:pt x="264" y="712"/>
                  </a:cubicBezTo>
                  <a:cubicBezTo>
                    <a:pt x="348" y="796"/>
                    <a:pt x="453" y="833"/>
                    <a:pt x="555" y="833"/>
                  </a:cubicBezTo>
                  <a:cubicBezTo>
                    <a:pt x="769" y="833"/>
                    <a:pt x="975" y="669"/>
                    <a:pt x="975" y="419"/>
                  </a:cubicBezTo>
                  <a:cubicBezTo>
                    <a:pt x="975" y="188"/>
                    <a:pt x="788" y="1"/>
                    <a:pt x="558" y="1"/>
                  </a:cubicBezTo>
                  <a:close/>
                </a:path>
              </a:pathLst>
            </a:custGeom>
            <a:solidFill>
              <a:srgbClr val="F1F3F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37" name="Google Shape;8037;p69"/>
            <p:cNvSpPr/>
            <p:nvPr/>
          </p:nvSpPr>
          <p:spPr>
            <a:xfrm>
              <a:off x="1010480" y="3629516"/>
              <a:ext cx="15368" cy="21860"/>
            </a:xfrm>
            <a:custGeom>
              <a:avLst/>
              <a:gdLst/>
              <a:ahLst/>
              <a:cxnLst/>
              <a:rect l="l" t="t" r="r" b="b"/>
              <a:pathLst>
                <a:path w="587" h="835" extrusionOk="0">
                  <a:moveTo>
                    <a:pt x="168" y="0"/>
                  </a:moveTo>
                  <a:cubicBezTo>
                    <a:pt x="113" y="0"/>
                    <a:pt x="56" y="11"/>
                    <a:pt x="0" y="35"/>
                  </a:cubicBezTo>
                  <a:cubicBezTo>
                    <a:pt x="332" y="179"/>
                    <a:pt x="332" y="655"/>
                    <a:pt x="0" y="799"/>
                  </a:cubicBezTo>
                  <a:cubicBezTo>
                    <a:pt x="56" y="823"/>
                    <a:pt x="113" y="834"/>
                    <a:pt x="168" y="834"/>
                  </a:cubicBezTo>
                  <a:cubicBezTo>
                    <a:pt x="388" y="834"/>
                    <a:pt x="583" y="658"/>
                    <a:pt x="586" y="420"/>
                  </a:cubicBezTo>
                  <a:cubicBezTo>
                    <a:pt x="583" y="178"/>
                    <a:pt x="388" y="0"/>
                    <a:pt x="168" y="0"/>
                  </a:cubicBezTo>
                  <a:close/>
                </a:path>
              </a:pathLst>
            </a:custGeom>
            <a:solidFill>
              <a:srgbClr val="E7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38" name="Google Shape;8038;p69"/>
            <p:cNvSpPr/>
            <p:nvPr/>
          </p:nvSpPr>
          <p:spPr>
            <a:xfrm>
              <a:off x="986970" y="3570428"/>
              <a:ext cx="25421" cy="21756"/>
            </a:xfrm>
            <a:custGeom>
              <a:avLst/>
              <a:gdLst/>
              <a:ahLst/>
              <a:cxnLst/>
              <a:rect l="l" t="t" r="r" b="b"/>
              <a:pathLst>
                <a:path w="971" h="831" extrusionOk="0">
                  <a:moveTo>
                    <a:pt x="552" y="1"/>
                  </a:moveTo>
                  <a:cubicBezTo>
                    <a:pt x="183" y="1"/>
                    <a:pt x="0" y="448"/>
                    <a:pt x="259" y="707"/>
                  </a:cubicBezTo>
                  <a:cubicBezTo>
                    <a:pt x="345" y="793"/>
                    <a:pt x="450" y="831"/>
                    <a:pt x="552" y="831"/>
                  </a:cubicBezTo>
                  <a:cubicBezTo>
                    <a:pt x="766" y="831"/>
                    <a:pt x="970" y="664"/>
                    <a:pt x="970" y="414"/>
                  </a:cubicBezTo>
                  <a:cubicBezTo>
                    <a:pt x="970" y="183"/>
                    <a:pt x="783" y="1"/>
                    <a:pt x="552" y="1"/>
                  </a:cubicBezTo>
                  <a:close/>
                </a:path>
              </a:pathLst>
            </a:custGeom>
            <a:solidFill>
              <a:srgbClr val="40566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39" name="Google Shape;8039;p69"/>
            <p:cNvSpPr/>
            <p:nvPr/>
          </p:nvSpPr>
          <p:spPr>
            <a:xfrm>
              <a:off x="996761" y="3570428"/>
              <a:ext cx="16886" cy="21808"/>
            </a:xfrm>
            <a:custGeom>
              <a:avLst/>
              <a:gdLst/>
              <a:ahLst/>
              <a:cxnLst/>
              <a:rect l="l" t="t" r="r" b="b"/>
              <a:pathLst>
                <a:path w="645" h="833" extrusionOk="0">
                  <a:moveTo>
                    <a:pt x="178" y="1"/>
                  </a:moveTo>
                  <a:cubicBezTo>
                    <a:pt x="116" y="1"/>
                    <a:pt x="54" y="15"/>
                    <a:pt x="1" y="44"/>
                  </a:cubicBezTo>
                  <a:cubicBezTo>
                    <a:pt x="313" y="193"/>
                    <a:pt x="313" y="640"/>
                    <a:pt x="1" y="789"/>
                  </a:cubicBezTo>
                  <a:cubicBezTo>
                    <a:pt x="60" y="818"/>
                    <a:pt x="123" y="832"/>
                    <a:pt x="183" y="832"/>
                  </a:cubicBezTo>
                  <a:cubicBezTo>
                    <a:pt x="368" y="832"/>
                    <a:pt x="540" y="705"/>
                    <a:pt x="587" y="510"/>
                  </a:cubicBezTo>
                  <a:cubicBezTo>
                    <a:pt x="644" y="251"/>
                    <a:pt x="448" y="1"/>
                    <a:pt x="178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40" name="Google Shape;8040;p69"/>
            <p:cNvSpPr/>
            <p:nvPr/>
          </p:nvSpPr>
          <p:spPr>
            <a:xfrm>
              <a:off x="1019905" y="3541630"/>
              <a:ext cx="25447" cy="21886"/>
            </a:xfrm>
            <a:custGeom>
              <a:avLst/>
              <a:gdLst/>
              <a:ahLst/>
              <a:cxnLst/>
              <a:rect l="l" t="t" r="r" b="b"/>
              <a:pathLst>
                <a:path w="972" h="836" extrusionOk="0">
                  <a:moveTo>
                    <a:pt x="558" y="1"/>
                  </a:moveTo>
                  <a:cubicBezTo>
                    <a:pt x="188" y="1"/>
                    <a:pt x="1" y="452"/>
                    <a:pt x="265" y="712"/>
                  </a:cubicBezTo>
                  <a:cubicBezTo>
                    <a:pt x="349" y="797"/>
                    <a:pt x="453" y="835"/>
                    <a:pt x="554" y="835"/>
                  </a:cubicBezTo>
                  <a:cubicBezTo>
                    <a:pt x="767" y="835"/>
                    <a:pt x="971" y="669"/>
                    <a:pt x="971" y="419"/>
                  </a:cubicBezTo>
                  <a:cubicBezTo>
                    <a:pt x="971" y="188"/>
                    <a:pt x="789" y="1"/>
                    <a:pt x="558" y="1"/>
                  </a:cubicBezTo>
                  <a:close/>
                </a:path>
              </a:pathLst>
            </a:custGeom>
            <a:solidFill>
              <a:srgbClr val="40566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41" name="Google Shape;8041;p69"/>
            <p:cNvSpPr/>
            <p:nvPr/>
          </p:nvSpPr>
          <p:spPr>
            <a:xfrm>
              <a:off x="1029722" y="3541630"/>
              <a:ext cx="16991" cy="21860"/>
            </a:xfrm>
            <a:custGeom>
              <a:avLst/>
              <a:gdLst/>
              <a:ahLst/>
              <a:cxnLst/>
              <a:rect l="l" t="t" r="r" b="b"/>
              <a:pathLst>
                <a:path w="649" h="835" extrusionOk="0">
                  <a:moveTo>
                    <a:pt x="183" y="1"/>
                  </a:moveTo>
                  <a:cubicBezTo>
                    <a:pt x="120" y="1"/>
                    <a:pt x="58" y="15"/>
                    <a:pt x="0" y="44"/>
                  </a:cubicBezTo>
                  <a:cubicBezTo>
                    <a:pt x="317" y="193"/>
                    <a:pt x="317" y="640"/>
                    <a:pt x="0" y="793"/>
                  </a:cubicBezTo>
                  <a:cubicBezTo>
                    <a:pt x="58" y="821"/>
                    <a:pt x="119" y="834"/>
                    <a:pt x="179" y="834"/>
                  </a:cubicBezTo>
                  <a:cubicBezTo>
                    <a:pt x="367" y="834"/>
                    <a:pt x="543" y="707"/>
                    <a:pt x="586" y="510"/>
                  </a:cubicBezTo>
                  <a:cubicBezTo>
                    <a:pt x="649" y="250"/>
                    <a:pt x="447" y="1"/>
                    <a:pt x="183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42" name="Google Shape;8042;p69"/>
            <p:cNvSpPr/>
            <p:nvPr/>
          </p:nvSpPr>
          <p:spPr>
            <a:xfrm>
              <a:off x="1004930" y="3500998"/>
              <a:ext cx="21180" cy="18143"/>
            </a:xfrm>
            <a:custGeom>
              <a:avLst/>
              <a:gdLst/>
              <a:ahLst/>
              <a:cxnLst/>
              <a:rect l="l" t="t" r="r" b="b"/>
              <a:pathLst>
                <a:path w="809" h="693" extrusionOk="0">
                  <a:moveTo>
                    <a:pt x="462" y="1"/>
                  </a:moveTo>
                  <a:cubicBezTo>
                    <a:pt x="155" y="1"/>
                    <a:pt x="1" y="371"/>
                    <a:pt x="217" y="592"/>
                  </a:cubicBezTo>
                  <a:cubicBezTo>
                    <a:pt x="288" y="662"/>
                    <a:pt x="375" y="693"/>
                    <a:pt x="460" y="693"/>
                  </a:cubicBezTo>
                  <a:cubicBezTo>
                    <a:pt x="638" y="693"/>
                    <a:pt x="808" y="555"/>
                    <a:pt x="808" y="347"/>
                  </a:cubicBezTo>
                  <a:cubicBezTo>
                    <a:pt x="808" y="155"/>
                    <a:pt x="654" y="1"/>
                    <a:pt x="462" y="1"/>
                  </a:cubicBezTo>
                  <a:close/>
                </a:path>
              </a:pathLst>
            </a:custGeom>
            <a:solidFill>
              <a:srgbClr val="40566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43" name="Google Shape;8043;p69"/>
            <p:cNvSpPr/>
            <p:nvPr/>
          </p:nvSpPr>
          <p:spPr>
            <a:xfrm>
              <a:off x="1013360" y="3500998"/>
              <a:ext cx="13744" cy="18143"/>
            </a:xfrm>
            <a:custGeom>
              <a:avLst/>
              <a:gdLst/>
              <a:ahLst/>
              <a:cxnLst/>
              <a:rect l="l" t="t" r="r" b="b"/>
              <a:pathLst>
                <a:path w="525" h="693" extrusionOk="0">
                  <a:moveTo>
                    <a:pt x="140" y="1"/>
                  </a:moveTo>
                  <a:cubicBezTo>
                    <a:pt x="92" y="1"/>
                    <a:pt x="44" y="11"/>
                    <a:pt x="1" y="30"/>
                  </a:cubicBezTo>
                  <a:cubicBezTo>
                    <a:pt x="279" y="150"/>
                    <a:pt x="279" y="544"/>
                    <a:pt x="1" y="664"/>
                  </a:cubicBezTo>
                  <a:cubicBezTo>
                    <a:pt x="47" y="684"/>
                    <a:pt x="94" y="693"/>
                    <a:pt x="141" y="693"/>
                  </a:cubicBezTo>
                  <a:cubicBezTo>
                    <a:pt x="300" y="693"/>
                    <a:pt x="448" y="586"/>
                    <a:pt x="481" y="419"/>
                  </a:cubicBezTo>
                  <a:cubicBezTo>
                    <a:pt x="525" y="203"/>
                    <a:pt x="361" y="1"/>
                    <a:pt x="140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44" name="Google Shape;8044;p69"/>
            <p:cNvSpPr/>
            <p:nvPr/>
          </p:nvSpPr>
          <p:spPr>
            <a:xfrm>
              <a:off x="975268" y="3368082"/>
              <a:ext cx="90949" cy="28065"/>
            </a:xfrm>
            <a:custGeom>
              <a:avLst/>
              <a:gdLst/>
              <a:ahLst/>
              <a:cxnLst/>
              <a:rect l="l" t="t" r="r" b="b"/>
              <a:pathLst>
                <a:path w="3474" h="1072" extrusionOk="0">
                  <a:moveTo>
                    <a:pt x="264" y="0"/>
                  </a:moveTo>
                  <a:cubicBezTo>
                    <a:pt x="120" y="0"/>
                    <a:pt x="0" y="120"/>
                    <a:pt x="0" y="269"/>
                  </a:cubicBezTo>
                  <a:lnTo>
                    <a:pt x="0" y="802"/>
                  </a:lnTo>
                  <a:cubicBezTo>
                    <a:pt x="0" y="951"/>
                    <a:pt x="120" y="1071"/>
                    <a:pt x="264" y="1071"/>
                  </a:cubicBezTo>
                  <a:lnTo>
                    <a:pt x="3209" y="1071"/>
                  </a:lnTo>
                  <a:cubicBezTo>
                    <a:pt x="3353" y="1071"/>
                    <a:pt x="3474" y="951"/>
                    <a:pt x="3474" y="802"/>
                  </a:cubicBezTo>
                  <a:lnTo>
                    <a:pt x="3474" y="269"/>
                  </a:lnTo>
                  <a:cubicBezTo>
                    <a:pt x="3474" y="120"/>
                    <a:pt x="3353" y="0"/>
                    <a:pt x="3209" y="0"/>
                  </a:cubicBezTo>
                  <a:close/>
                </a:path>
              </a:pathLst>
            </a:custGeom>
            <a:solidFill>
              <a:srgbClr val="F1F3F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45" name="Google Shape;8045;p69"/>
            <p:cNvSpPr/>
            <p:nvPr/>
          </p:nvSpPr>
          <p:spPr>
            <a:xfrm>
              <a:off x="1031241" y="3368082"/>
              <a:ext cx="34976" cy="28065"/>
            </a:xfrm>
            <a:custGeom>
              <a:avLst/>
              <a:gdLst/>
              <a:ahLst/>
              <a:cxnLst/>
              <a:rect l="l" t="t" r="r" b="b"/>
              <a:pathLst>
                <a:path w="1336" h="1072" extrusionOk="0">
                  <a:moveTo>
                    <a:pt x="0" y="0"/>
                  </a:moveTo>
                  <a:cubicBezTo>
                    <a:pt x="149" y="0"/>
                    <a:pt x="269" y="120"/>
                    <a:pt x="269" y="269"/>
                  </a:cubicBezTo>
                  <a:lnTo>
                    <a:pt x="269" y="802"/>
                  </a:lnTo>
                  <a:cubicBezTo>
                    <a:pt x="269" y="951"/>
                    <a:pt x="149" y="1071"/>
                    <a:pt x="0" y="1071"/>
                  </a:cubicBezTo>
                  <a:lnTo>
                    <a:pt x="1067" y="1071"/>
                  </a:lnTo>
                  <a:cubicBezTo>
                    <a:pt x="1215" y="1071"/>
                    <a:pt x="1336" y="951"/>
                    <a:pt x="1336" y="802"/>
                  </a:cubicBezTo>
                  <a:lnTo>
                    <a:pt x="1336" y="269"/>
                  </a:lnTo>
                  <a:cubicBezTo>
                    <a:pt x="1336" y="120"/>
                    <a:pt x="1215" y="0"/>
                    <a:pt x="1067" y="0"/>
                  </a:cubicBezTo>
                  <a:close/>
                </a:path>
              </a:pathLst>
            </a:custGeom>
            <a:solidFill>
              <a:srgbClr val="E7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46" name="Google Shape;8046;p69"/>
            <p:cNvSpPr/>
            <p:nvPr/>
          </p:nvSpPr>
          <p:spPr>
            <a:xfrm>
              <a:off x="883193" y="3362794"/>
              <a:ext cx="275099" cy="363876"/>
            </a:xfrm>
            <a:custGeom>
              <a:avLst/>
              <a:gdLst/>
              <a:ahLst/>
              <a:cxnLst/>
              <a:rect l="l" t="t" r="r" b="b"/>
              <a:pathLst>
                <a:path w="10508" h="13899" extrusionOk="0">
                  <a:moveTo>
                    <a:pt x="6726" y="404"/>
                  </a:moveTo>
                  <a:cubicBezTo>
                    <a:pt x="6760" y="404"/>
                    <a:pt x="6789" y="433"/>
                    <a:pt x="6789" y="471"/>
                  </a:cubicBezTo>
                  <a:lnTo>
                    <a:pt x="6789" y="1004"/>
                  </a:lnTo>
                  <a:cubicBezTo>
                    <a:pt x="6789" y="1038"/>
                    <a:pt x="6760" y="1067"/>
                    <a:pt x="6726" y="1067"/>
                  </a:cubicBezTo>
                  <a:lnTo>
                    <a:pt x="3781" y="1067"/>
                  </a:lnTo>
                  <a:cubicBezTo>
                    <a:pt x="3748" y="1067"/>
                    <a:pt x="3719" y="1038"/>
                    <a:pt x="3719" y="1004"/>
                  </a:cubicBezTo>
                  <a:lnTo>
                    <a:pt x="3719" y="471"/>
                  </a:lnTo>
                  <a:cubicBezTo>
                    <a:pt x="3719" y="433"/>
                    <a:pt x="3748" y="404"/>
                    <a:pt x="3781" y="404"/>
                  </a:cubicBezTo>
                  <a:close/>
                  <a:moveTo>
                    <a:pt x="3781" y="0"/>
                  </a:moveTo>
                  <a:cubicBezTo>
                    <a:pt x="3522" y="0"/>
                    <a:pt x="3311" y="212"/>
                    <a:pt x="3311" y="471"/>
                  </a:cubicBezTo>
                  <a:lnTo>
                    <a:pt x="3311" y="1004"/>
                  </a:lnTo>
                  <a:cubicBezTo>
                    <a:pt x="3311" y="1249"/>
                    <a:pt x="3503" y="1456"/>
                    <a:pt x="3748" y="1475"/>
                  </a:cubicBezTo>
                  <a:lnTo>
                    <a:pt x="3748" y="6029"/>
                  </a:lnTo>
                  <a:cubicBezTo>
                    <a:pt x="3748" y="6140"/>
                    <a:pt x="3719" y="6246"/>
                    <a:pt x="3671" y="6342"/>
                  </a:cubicBezTo>
                  <a:lnTo>
                    <a:pt x="2547" y="8441"/>
                  </a:lnTo>
                  <a:lnTo>
                    <a:pt x="1365" y="10656"/>
                  </a:lnTo>
                  <a:lnTo>
                    <a:pt x="774" y="11765"/>
                  </a:lnTo>
                  <a:lnTo>
                    <a:pt x="303" y="12649"/>
                  </a:lnTo>
                  <a:cubicBezTo>
                    <a:pt x="1" y="13216"/>
                    <a:pt x="409" y="13898"/>
                    <a:pt x="1053" y="13898"/>
                  </a:cubicBezTo>
                  <a:lnTo>
                    <a:pt x="4771" y="13898"/>
                  </a:lnTo>
                  <a:cubicBezTo>
                    <a:pt x="5040" y="13898"/>
                    <a:pt x="5040" y="13490"/>
                    <a:pt x="4771" y="13490"/>
                  </a:cubicBezTo>
                  <a:lnTo>
                    <a:pt x="1048" y="13490"/>
                  </a:lnTo>
                  <a:cubicBezTo>
                    <a:pt x="716" y="13490"/>
                    <a:pt x="505" y="13135"/>
                    <a:pt x="659" y="12842"/>
                  </a:cubicBezTo>
                  <a:lnTo>
                    <a:pt x="1077" y="12063"/>
                  </a:lnTo>
                  <a:lnTo>
                    <a:pt x="1639" y="12063"/>
                  </a:lnTo>
                  <a:cubicBezTo>
                    <a:pt x="1908" y="12063"/>
                    <a:pt x="1908" y="11660"/>
                    <a:pt x="1639" y="11660"/>
                  </a:cubicBezTo>
                  <a:lnTo>
                    <a:pt x="1293" y="11660"/>
                  </a:lnTo>
                  <a:lnTo>
                    <a:pt x="1668" y="10958"/>
                  </a:lnTo>
                  <a:lnTo>
                    <a:pt x="2225" y="10958"/>
                  </a:lnTo>
                  <a:cubicBezTo>
                    <a:pt x="2494" y="10958"/>
                    <a:pt x="2494" y="10550"/>
                    <a:pt x="2225" y="10550"/>
                  </a:cubicBezTo>
                  <a:lnTo>
                    <a:pt x="1884" y="10550"/>
                  </a:lnTo>
                  <a:lnTo>
                    <a:pt x="2259" y="9849"/>
                  </a:lnTo>
                  <a:lnTo>
                    <a:pt x="2821" y="9849"/>
                  </a:lnTo>
                  <a:cubicBezTo>
                    <a:pt x="3090" y="9849"/>
                    <a:pt x="3090" y="9440"/>
                    <a:pt x="2821" y="9440"/>
                  </a:cubicBezTo>
                  <a:lnTo>
                    <a:pt x="2475" y="9440"/>
                  </a:lnTo>
                  <a:lnTo>
                    <a:pt x="2849" y="8739"/>
                  </a:lnTo>
                  <a:lnTo>
                    <a:pt x="3412" y="8739"/>
                  </a:lnTo>
                  <a:cubicBezTo>
                    <a:pt x="3685" y="8739"/>
                    <a:pt x="3685" y="8331"/>
                    <a:pt x="3412" y="8331"/>
                  </a:cubicBezTo>
                  <a:lnTo>
                    <a:pt x="3066" y="8331"/>
                  </a:lnTo>
                  <a:lnTo>
                    <a:pt x="4026" y="6529"/>
                  </a:lnTo>
                  <a:cubicBezTo>
                    <a:pt x="4108" y="6375"/>
                    <a:pt x="4151" y="6202"/>
                    <a:pt x="4151" y="6029"/>
                  </a:cubicBezTo>
                  <a:lnTo>
                    <a:pt x="4151" y="1475"/>
                  </a:lnTo>
                  <a:lnTo>
                    <a:pt x="6347" y="1475"/>
                  </a:lnTo>
                  <a:lnTo>
                    <a:pt x="6347" y="6029"/>
                  </a:lnTo>
                  <a:cubicBezTo>
                    <a:pt x="6347" y="6202"/>
                    <a:pt x="6390" y="6375"/>
                    <a:pt x="6472" y="6529"/>
                  </a:cubicBezTo>
                  <a:lnTo>
                    <a:pt x="9844" y="12842"/>
                  </a:lnTo>
                  <a:cubicBezTo>
                    <a:pt x="9998" y="13135"/>
                    <a:pt x="9787" y="13490"/>
                    <a:pt x="9455" y="13490"/>
                  </a:cubicBezTo>
                  <a:lnTo>
                    <a:pt x="5727" y="13490"/>
                  </a:lnTo>
                  <a:cubicBezTo>
                    <a:pt x="5458" y="13490"/>
                    <a:pt x="5458" y="13898"/>
                    <a:pt x="5727" y="13898"/>
                  </a:cubicBezTo>
                  <a:lnTo>
                    <a:pt x="9455" y="13898"/>
                  </a:lnTo>
                  <a:cubicBezTo>
                    <a:pt x="10099" y="13898"/>
                    <a:pt x="10507" y="13216"/>
                    <a:pt x="10204" y="12649"/>
                  </a:cubicBezTo>
                  <a:lnTo>
                    <a:pt x="6837" y="6337"/>
                  </a:lnTo>
                  <a:cubicBezTo>
                    <a:pt x="6784" y="6246"/>
                    <a:pt x="6760" y="6135"/>
                    <a:pt x="6755" y="6029"/>
                  </a:cubicBezTo>
                  <a:lnTo>
                    <a:pt x="6755" y="1475"/>
                  </a:lnTo>
                  <a:cubicBezTo>
                    <a:pt x="7005" y="1456"/>
                    <a:pt x="7192" y="1249"/>
                    <a:pt x="7192" y="1004"/>
                  </a:cubicBezTo>
                  <a:lnTo>
                    <a:pt x="7192" y="471"/>
                  </a:lnTo>
                  <a:cubicBezTo>
                    <a:pt x="7192" y="212"/>
                    <a:pt x="6981" y="0"/>
                    <a:pt x="6722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47" name="Google Shape;8047;p69"/>
            <p:cNvSpPr/>
            <p:nvPr/>
          </p:nvSpPr>
          <p:spPr>
            <a:xfrm>
              <a:off x="935631" y="3604305"/>
              <a:ext cx="170091" cy="92808"/>
            </a:xfrm>
            <a:custGeom>
              <a:avLst/>
              <a:gdLst/>
              <a:ahLst/>
              <a:cxnLst/>
              <a:rect l="l" t="t" r="r" b="b"/>
              <a:pathLst>
                <a:path w="6497" h="3545" extrusionOk="0">
                  <a:moveTo>
                    <a:pt x="3232" y="410"/>
                  </a:moveTo>
                  <a:cubicBezTo>
                    <a:pt x="3600" y="410"/>
                    <a:pt x="3968" y="446"/>
                    <a:pt x="4329" y="518"/>
                  </a:cubicBezTo>
                  <a:lnTo>
                    <a:pt x="4507" y="556"/>
                  </a:lnTo>
                  <a:cubicBezTo>
                    <a:pt x="4613" y="576"/>
                    <a:pt x="4699" y="643"/>
                    <a:pt x="4747" y="734"/>
                  </a:cubicBezTo>
                  <a:lnTo>
                    <a:pt x="5968" y="3030"/>
                  </a:lnTo>
                  <a:cubicBezTo>
                    <a:pt x="5992" y="3078"/>
                    <a:pt x="5958" y="3136"/>
                    <a:pt x="5905" y="3141"/>
                  </a:cubicBezTo>
                  <a:lnTo>
                    <a:pt x="597" y="3141"/>
                  </a:lnTo>
                  <a:cubicBezTo>
                    <a:pt x="544" y="3141"/>
                    <a:pt x="505" y="3078"/>
                    <a:pt x="534" y="3030"/>
                  </a:cubicBezTo>
                  <a:lnTo>
                    <a:pt x="1754" y="724"/>
                  </a:lnTo>
                  <a:cubicBezTo>
                    <a:pt x="1802" y="638"/>
                    <a:pt x="1889" y="571"/>
                    <a:pt x="1985" y="547"/>
                  </a:cubicBezTo>
                  <a:lnTo>
                    <a:pt x="1985" y="552"/>
                  </a:lnTo>
                  <a:cubicBezTo>
                    <a:pt x="2394" y="457"/>
                    <a:pt x="2813" y="410"/>
                    <a:pt x="3232" y="410"/>
                  </a:cubicBezTo>
                  <a:close/>
                  <a:moveTo>
                    <a:pt x="3227" y="0"/>
                  </a:moveTo>
                  <a:cubicBezTo>
                    <a:pt x="2779" y="0"/>
                    <a:pt x="2332" y="51"/>
                    <a:pt x="1894" y="153"/>
                  </a:cubicBezTo>
                  <a:cubicBezTo>
                    <a:pt x="1682" y="201"/>
                    <a:pt x="1500" y="340"/>
                    <a:pt x="1394" y="537"/>
                  </a:cubicBezTo>
                  <a:lnTo>
                    <a:pt x="174" y="2843"/>
                  </a:lnTo>
                  <a:cubicBezTo>
                    <a:pt x="1" y="3160"/>
                    <a:pt x="236" y="3544"/>
                    <a:pt x="597" y="3544"/>
                  </a:cubicBezTo>
                  <a:lnTo>
                    <a:pt x="5905" y="3544"/>
                  </a:lnTo>
                  <a:cubicBezTo>
                    <a:pt x="6265" y="3544"/>
                    <a:pt x="6496" y="3160"/>
                    <a:pt x="6328" y="2843"/>
                  </a:cubicBezTo>
                  <a:lnTo>
                    <a:pt x="5108" y="542"/>
                  </a:lnTo>
                  <a:cubicBezTo>
                    <a:pt x="5002" y="345"/>
                    <a:pt x="4815" y="201"/>
                    <a:pt x="4589" y="158"/>
                  </a:cubicBezTo>
                  <a:lnTo>
                    <a:pt x="4411" y="119"/>
                  </a:lnTo>
                  <a:cubicBezTo>
                    <a:pt x="4020" y="40"/>
                    <a:pt x="3623" y="0"/>
                    <a:pt x="3227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48" name="Google Shape;8048;p69"/>
            <p:cNvSpPr/>
            <p:nvPr/>
          </p:nvSpPr>
          <p:spPr>
            <a:xfrm>
              <a:off x="1040404" y="3649832"/>
              <a:ext cx="33615" cy="28798"/>
            </a:xfrm>
            <a:custGeom>
              <a:avLst/>
              <a:gdLst/>
              <a:ahLst/>
              <a:cxnLst/>
              <a:rect l="l" t="t" r="r" b="b"/>
              <a:pathLst>
                <a:path w="1284" h="1100" extrusionOk="0">
                  <a:moveTo>
                    <a:pt x="548" y="407"/>
                  </a:moveTo>
                  <a:cubicBezTo>
                    <a:pt x="678" y="407"/>
                    <a:pt x="741" y="561"/>
                    <a:pt x="649" y="652"/>
                  </a:cubicBezTo>
                  <a:cubicBezTo>
                    <a:pt x="620" y="682"/>
                    <a:pt x="584" y="695"/>
                    <a:pt x="549" y="695"/>
                  </a:cubicBezTo>
                  <a:cubicBezTo>
                    <a:pt x="475" y="695"/>
                    <a:pt x="404" y="636"/>
                    <a:pt x="404" y="552"/>
                  </a:cubicBezTo>
                  <a:cubicBezTo>
                    <a:pt x="404" y="470"/>
                    <a:pt x="472" y="407"/>
                    <a:pt x="548" y="407"/>
                  </a:cubicBezTo>
                  <a:close/>
                  <a:moveTo>
                    <a:pt x="554" y="1"/>
                  </a:moveTo>
                  <a:cubicBezTo>
                    <a:pt x="271" y="1"/>
                    <a:pt x="1" y="220"/>
                    <a:pt x="1" y="552"/>
                  </a:cubicBezTo>
                  <a:cubicBezTo>
                    <a:pt x="1" y="854"/>
                    <a:pt x="246" y="1099"/>
                    <a:pt x="548" y="1099"/>
                  </a:cubicBezTo>
                  <a:cubicBezTo>
                    <a:pt x="1038" y="1099"/>
                    <a:pt x="1283" y="508"/>
                    <a:pt x="938" y="162"/>
                  </a:cubicBezTo>
                  <a:cubicBezTo>
                    <a:pt x="826" y="51"/>
                    <a:pt x="688" y="1"/>
                    <a:pt x="554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49" name="Google Shape;8049;p69"/>
            <p:cNvSpPr/>
            <p:nvPr/>
          </p:nvSpPr>
          <p:spPr>
            <a:xfrm>
              <a:off x="969613" y="3654623"/>
              <a:ext cx="33720" cy="28772"/>
            </a:xfrm>
            <a:custGeom>
              <a:avLst/>
              <a:gdLst/>
              <a:ahLst/>
              <a:cxnLst/>
              <a:rect l="l" t="t" r="r" b="b"/>
              <a:pathLst>
                <a:path w="1288" h="1099" extrusionOk="0">
                  <a:moveTo>
                    <a:pt x="553" y="407"/>
                  </a:moveTo>
                  <a:cubicBezTo>
                    <a:pt x="677" y="407"/>
                    <a:pt x="740" y="561"/>
                    <a:pt x="653" y="652"/>
                  </a:cubicBezTo>
                  <a:cubicBezTo>
                    <a:pt x="624" y="681"/>
                    <a:pt x="588" y="694"/>
                    <a:pt x="553" y="694"/>
                  </a:cubicBezTo>
                  <a:cubicBezTo>
                    <a:pt x="479" y="694"/>
                    <a:pt x="408" y="636"/>
                    <a:pt x="408" y="551"/>
                  </a:cubicBezTo>
                  <a:cubicBezTo>
                    <a:pt x="408" y="469"/>
                    <a:pt x="471" y="407"/>
                    <a:pt x="553" y="407"/>
                  </a:cubicBezTo>
                  <a:close/>
                  <a:moveTo>
                    <a:pt x="554" y="0"/>
                  </a:moveTo>
                  <a:cubicBezTo>
                    <a:pt x="271" y="0"/>
                    <a:pt x="0" y="220"/>
                    <a:pt x="0" y="551"/>
                  </a:cubicBezTo>
                  <a:cubicBezTo>
                    <a:pt x="0" y="854"/>
                    <a:pt x="245" y="1099"/>
                    <a:pt x="553" y="1099"/>
                  </a:cubicBezTo>
                  <a:cubicBezTo>
                    <a:pt x="1043" y="1099"/>
                    <a:pt x="1288" y="508"/>
                    <a:pt x="942" y="162"/>
                  </a:cubicBezTo>
                  <a:cubicBezTo>
                    <a:pt x="828" y="50"/>
                    <a:pt x="690" y="0"/>
                    <a:pt x="554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50" name="Google Shape;8050;p69"/>
            <p:cNvSpPr/>
            <p:nvPr/>
          </p:nvSpPr>
          <p:spPr>
            <a:xfrm>
              <a:off x="998646" y="3624175"/>
              <a:ext cx="37882" cy="32437"/>
            </a:xfrm>
            <a:custGeom>
              <a:avLst/>
              <a:gdLst/>
              <a:ahLst/>
              <a:cxnLst/>
              <a:rect l="l" t="t" r="r" b="b"/>
              <a:pathLst>
                <a:path w="1447" h="1239" extrusionOk="0">
                  <a:moveTo>
                    <a:pt x="621" y="407"/>
                  </a:moveTo>
                  <a:cubicBezTo>
                    <a:pt x="808" y="407"/>
                    <a:pt x="904" y="638"/>
                    <a:pt x="769" y="773"/>
                  </a:cubicBezTo>
                  <a:cubicBezTo>
                    <a:pt x="726" y="814"/>
                    <a:pt x="673" y="833"/>
                    <a:pt x="621" y="833"/>
                  </a:cubicBezTo>
                  <a:cubicBezTo>
                    <a:pt x="513" y="833"/>
                    <a:pt x="409" y="750"/>
                    <a:pt x="409" y="624"/>
                  </a:cubicBezTo>
                  <a:cubicBezTo>
                    <a:pt x="409" y="504"/>
                    <a:pt x="505" y="412"/>
                    <a:pt x="621" y="412"/>
                  </a:cubicBezTo>
                  <a:lnTo>
                    <a:pt x="621" y="407"/>
                  </a:lnTo>
                  <a:close/>
                  <a:moveTo>
                    <a:pt x="627" y="0"/>
                  </a:moveTo>
                  <a:cubicBezTo>
                    <a:pt x="308" y="0"/>
                    <a:pt x="1" y="249"/>
                    <a:pt x="1" y="624"/>
                  </a:cubicBezTo>
                  <a:cubicBezTo>
                    <a:pt x="1" y="965"/>
                    <a:pt x="279" y="1239"/>
                    <a:pt x="621" y="1239"/>
                  </a:cubicBezTo>
                  <a:cubicBezTo>
                    <a:pt x="1173" y="1239"/>
                    <a:pt x="1447" y="576"/>
                    <a:pt x="1058" y="182"/>
                  </a:cubicBezTo>
                  <a:cubicBezTo>
                    <a:pt x="932" y="56"/>
                    <a:pt x="778" y="0"/>
                    <a:pt x="627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51" name="Google Shape;8051;p69"/>
            <p:cNvSpPr/>
            <p:nvPr/>
          </p:nvSpPr>
          <p:spPr>
            <a:xfrm>
              <a:off x="985190" y="3565035"/>
              <a:ext cx="38013" cy="32463"/>
            </a:xfrm>
            <a:custGeom>
              <a:avLst/>
              <a:gdLst/>
              <a:ahLst/>
              <a:cxnLst/>
              <a:rect l="l" t="t" r="r" b="b"/>
              <a:pathLst>
                <a:path w="1452" h="1240" extrusionOk="0">
                  <a:moveTo>
                    <a:pt x="620" y="409"/>
                  </a:moveTo>
                  <a:cubicBezTo>
                    <a:pt x="741" y="409"/>
                    <a:pt x="832" y="505"/>
                    <a:pt x="832" y="620"/>
                  </a:cubicBezTo>
                  <a:cubicBezTo>
                    <a:pt x="832" y="747"/>
                    <a:pt x="728" y="832"/>
                    <a:pt x="620" y="832"/>
                  </a:cubicBezTo>
                  <a:cubicBezTo>
                    <a:pt x="568" y="832"/>
                    <a:pt x="515" y="812"/>
                    <a:pt x="472" y="769"/>
                  </a:cubicBezTo>
                  <a:cubicBezTo>
                    <a:pt x="337" y="634"/>
                    <a:pt x="433" y="409"/>
                    <a:pt x="620" y="409"/>
                  </a:cubicBezTo>
                  <a:close/>
                  <a:moveTo>
                    <a:pt x="620" y="0"/>
                  </a:moveTo>
                  <a:cubicBezTo>
                    <a:pt x="279" y="0"/>
                    <a:pt x="1" y="279"/>
                    <a:pt x="1" y="620"/>
                  </a:cubicBezTo>
                  <a:cubicBezTo>
                    <a:pt x="1" y="993"/>
                    <a:pt x="306" y="1240"/>
                    <a:pt x="624" y="1240"/>
                  </a:cubicBezTo>
                  <a:cubicBezTo>
                    <a:pt x="776" y="1240"/>
                    <a:pt x="932" y="1183"/>
                    <a:pt x="1058" y="1057"/>
                  </a:cubicBezTo>
                  <a:cubicBezTo>
                    <a:pt x="1452" y="668"/>
                    <a:pt x="1173" y="0"/>
                    <a:pt x="620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52" name="Google Shape;8052;p69"/>
            <p:cNvSpPr/>
            <p:nvPr/>
          </p:nvSpPr>
          <p:spPr>
            <a:xfrm>
              <a:off x="1018281" y="3536341"/>
              <a:ext cx="37882" cy="32489"/>
            </a:xfrm>
            <a:custGeom>
              <a:avLst/>
              <a:gdLst/>
              <a:ahLst/>
              <a:cxnLst/>
              <a:rect l="l" t="t" r="r" b="b"/>
              <a:pathLst>
                <a:path w="1447" h="1241" extrusionOk="0">
                  <a:moveTo>
                    <a:pt x="620" y="409"/>
                  </a:moveTo>
                  <a:cubicBezTo>
                    <a:pt x="807" y="409"/>
                    <a:pt x="903" y="635"/>
                    <a:pt x="769" y="770"/>
                  </a:cubicBezTo>
                  <a:cubicBezTo>
                    <a:pt x="725" y="813"/>
                    <a:pt x="672" y="832"/>
                    <a:pt x="621" y="832"/>
                  </a:cubicBezTo>
                  <a:cubicBezTo>
                    <a:pt x="512" y="832"/>
                    <a:pt x="409" y="747"/>
                    <a:pt x="409" y="621"/>
                  </a:cubicBezTo>
                  <a:cubicBezTo>
                    <a:pt x="409" y="505"/>
                    <a:pt x="500" y="409"/>
                    <a:pt x="620" y="409"/>
                  </a:cubicBezTo>
                  <a:close/>
                  <a:moveTo>
                    <a:pt x="620" y="1"/>
                  </a:moveTo>
                  <a:cubicBezTo>
                    <a:pt x="279" y="1"/>
                    <a:pt x="0" y="280"/>
                    <a:pt x="0" y="621"/>
                  </a:cubicBezTo>
                  <a:cubicBezTo>
                    <a:pt x="0" y="994"/>
                    <a:pt x="305" y="1240"/>
                    <a:pt x="623" y="1240"/>
                  </a:cubicBezTo>
                  <a:cubicBezTo>
                    <a:pt x="776" y="1240"/>
                    <a:pt x="931" y="1184"/>
                    <a:pt x="1057" y="1058"/>
                  </a:cubicBezTo>
                  <a:cubicBezTo>
                    <a:pt x="1446" y="669"/>
                    <a:pt x="1172" y="1"/>
                    <a:pt x="620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53" name="Google Shape;8053;p69"/>
            <p:cNvSpPr/>
            <p:nvPr/>
          </p:nvSpPr>
          <p:spPr>
            <a:xfrm>
              <a:off x="997782" y="3495736"/>
              <a:ext cx="33720" cy="28772"/>
            </a:xfrm>
            <a:custGeom>
              <a:avLst/>
              <a:gdLst/>
              <a:ahLst/>
              <a:cxnLst/>
              <a:rect l="l" t="t" r="r" b="b"/>
              <a:pathLst>
                <a:path w="1288" h="1099" extrusionOk="0">
                  <a:moveTo>
                    <a:pt x="736" y="404"/>
                  </a:moveTo>
                  <a:cubicBezTo>
                    <a:pt x="810" y="404"/>
                    <a:pt x="879" y="461"/>
                    <a:pt x="879" y="548"/>
                  </a:cubicBezTo>
                  <a:cubicBezTo>
                    <a:pt x="879" y="630"/>
                    <a:pt x="817" y="692"/>
                    <a:pt x="735" y="692"/>
                  </a:cubicBezTo>
                  <a:cubicBezTo>
                    <a:pt x="610" y="692"/>
                    <a:pt x="543" y="538"/>
                    <a:pt x="634" y="447"/>
                  </a:cubicBezTo>
                  <a:cubicBezTo>
                    <a:pt x="664" y="417"/>
                    <a:pt x="701" y="404"/>
                    <a:pt x="736" y="404"/>
                  </a:cubicBezTo>
                  <a:close/>
                  <a:moveTo>
                    <a:pt x="735" y="0"/>
                  </a:moveTo>
                  <a:cubicBezTo>
                    <a:pt x="245" y="0"/>
                    <a:pt x="0" y="591"/>
                    <a:pt x="346" y="937"/>
                  </a:cubicBezTo>
                  <a:cubicBezTo>
                    <a:pt x="458" y="1049"/>
                    <a:pt x="596" y="1099"/>
                    <a:pt x="731" y="1099"/>
                  </a:cubicBezTo>
                  <a:cubicBezTo>
                    <a:pt x="1015" y="1099"/>
                    <a:pt x="1288" y="879"/>
                    <a:pt x="1288" y="548"/>
                  </a:cubicBezTo>
                  <a:cubicBezTo>
                    <a:pt x="1288" y="245"/>
                    <a:pt x="1038" y="0"/>
                    <a:pt x="735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054" name="Google Shape;8054;p69"/>
          <p:cNvGrpSpPr/>
          <p:nvPr/>
        </p:nvGrpSpPr>
        <p:grpSpPr>
          <a:xfrm>
            <a:off x="1975053" y="2815511"/>
            <a:ext cx="276599" cy="274065"/>
            <a:chOff x="2633404" y="2896764"/>
            <a:chExt cx="368798" cy="365420"/>
          </a:xfrm>
        </p:grpSpPr>
        <p:sp>
          <p:nvSpPr>
            <p:cNvPr id="8055" name="Google Shape;8055;p69"/>
            <p:cNvSpPr/>
            <p:nvPr/>
          </p:nvSpPr>
          <p:spPr>
            <a:xfrm>
              <a:off x="2665606" y="2902235"/>
              <a:ext cx="330549" cy="327145"/>
            </a:xfrm>
            <a:custGeom>
              <a:avLst/>
              <a:gdLst/>
              <a:ahLst/>
              <a:cxnLst/>
              <a:rect l="l" t="t" r="r" b="b"/>
              <a:pathLst>
                <a:path w="12626" h="12496" extrusionOk="0">
                  <a:moveTo>
                    <a:pt x="11341" y="0"/>
                  </a:moveTo>
                  <a:cubicBezTo>
                    <a:pt x="11114" y="0"/>
                    <a:pt x="10887" y="87"/>
                    <a:pt x="10714" y="259"/>
                  </a:cubicBezTo>
                  <a:lnTo>
                    <a:pt x="5511" y="5457"/>
                  </a:lnTo>
                  <a:lnTo>
                    <a:pt x="1115" y="9853"/>
                  </a:lnTo>
                  <a:lnTo>
                    <a:pt x="174" y="10795"/>
                  </a:lnTo>
                  <a:cubicBezTo>
                    <a:pt x="1" y="10968"/>
                    <a:pt x="1" y="11251"/>
                    <a:pt x="174" y="11424"/>
                  </a:cubicBezTo>
                  <a:lnTo>
                    <a:pt x="1115" y="12366"/>
                  </a:lnTo>
                  <a:cubicBezTo>
                    <a:pt x="1202" y="12452"/>
                    <a:pt x="1316" y="12495"/>
                    <a:pt x="1430" y="12495"/>
                  </a:cubicBezTo>
                  <a:cubicBezTo>
                    <a:pt x="1544" y="12495"/>
                    <a:pt x="1658" y="12452"/>
                    <a:pt x="1745" y="12366"/>
                  </a:cubicBezTo>
                  <a:lnTo>
                    <a:pt x="2686" y="11424"/>
                  </a:lnTo>
                  <a:cubicBezTo>
                    <a:pt x="6140" y="10482"/>
                    <a:pt x="5511" y="8912"/>
                    <a:pt x="7082" y="7028"/>
                  </a:cubicBezTo>
                  <a:lnTo>
                    <a:pt x="12280" y="1830"/>
                  </a:lnTo>
                  <a:cubicBezTo>
                    <a:pt x="12626" y="1484"/>
                    <a:pt x="12626" y="922"/>
                    <a:pt x="12280" y="572"/>
                  </a:cubicBezTo>
                  <a:lnTo>
                    <a:pt x="11968" y="259"/>
                  </a:lnTo>
                  <a:cubicBezTo>
                    <a:pt x="11795" y="87"/>
                    <a:pt x="11568" y="0"/>
                    <a:pt x="11341" y="0"/>
                  </a:cubicBezTo>
                  <a:close/>
                </a:path>
              </a:pathLst>
            </a:custGeom>
            <a:solidFill>
              <a:srgbClr val="FDFDF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56" name="Google Shape;8056;p69"/>
            <p:cNvSpPr/>
            <p:nvPr/>
          </p:nvSpPr>
          <p:spPr>
            <a:xfrm>
              <a:off x="2809857" y="2942474"/>
              <a:ext cx="143911" cy="143781"/>
            </a:xfrm>
            <a:custGeom>
              <a:avLst/>
              <a:gdLst/>
              <a:ahLst/>
              <a:cxnLst/>
              <a:rect l="l" t="t" r="r" b="b"/>
              <a:pathLst>
                <a:path w="5497" h="5492" extrusionOk="0">
                  <a:moveTo>
                    <a:pt x="3926" y="0"/>
                  </a:moveTo>
                  <a:lnTo>
                    <a:pt x="1" y="3925"/>
                  </a:lnTo>
                  <a:lnTo>
                    <a:pt x="1572" y="5491"/>
                  </a:lnTo>
                  <a:lnTo>
                    <a:pt x="5497" y="1566"/>
                  </a:lnTo>
                  <a:lnTo>
                    <a:pt x="3926" y="0"/>
                  </a:lnTo>
                  <a:close/>
                </a:path>
              </a:pathLst>
            </a:custGeom>
            <a:solidFill>
              <a:srgbClr val="566A7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57" name="Google Shape;8057;p69"/>
            <p:cNvSpPr/>
            <p:nvPr/>
          </p:nvSpPr>
          <p:spPr>
            <a:xfrm>
              <a:off x="2665606" y="3160187"/>
              <a:ext cx="70346" cy="69194"/>
            </a:xfrm>
            <a:custGeom>
              <a:avLst/>
              <a:gdLst/>
              <a:ahLst/>
              <a:cxnLst/>
              <a:rect l="l" t="t" r="r" b="b"/>
              <a:pathLst>
                <a:path w="2687" h="2643" extrusionOk="0">
                  <a:moveTo>
                    <a:pt x="1115" y="0"/>
                  </a:moveTo>
                  <a:lnTo>
                    <a:pt x="174" y="942"/>
                  </a:lnTo>
                  <a:cubicBezTo>
                    <a:pt x="1" y="1115"/>
                    <a:pt x="1" y="1398"/>
                    <a:pt x="174" y="1571"/>
                  </a:cubicBezTo>
                  <a:lnTo>
                    <a:pt x="1115" y="2513"/>
                  </a:lnTo>
                  <a:cubicBezTo>
                    <a:pt x="1202" y="2599"/>
                    <a:pt x="1316" y="2642"/>
                    <a:pt x="1430" y="2642"/>
                  </a:cubicBezTo>
                  <a:cubicBezTo>
                    <a:pt x="1544" y="2642"/>
                    <a:pt x="1658" y="2599"/>
                    <a:pt x="1745" y="2513"/>
                  </a:cubicBezTo>
                  <a:lnTo>
                    <a:pt x="2686" y="1571"/>
                  </a:lnTo>
                  <a:lnTo>
                    <a:pt x="1115" y="0"/>
                  </a:lnTo>
                  <a:close/>
                </a:path>
              </a:pathLst>
            </a:custGeom>
            <a:solidFill>
              <a:srgbClr val="566A7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58" name="Google Shape;8058;p69"/>
            <p:cNvSpPr/>
            <p:nvPr/>
          </p:nvSpPr>
          <p:spPr>
            <a:xfrm>
              <a:off x="2839310" y="2971900"/>
              <a:ext cx="114459" cy="114354"/>
            </a:xfrm>
            <a:custGeom>
              <a:avLst/>
              <a:gdLst/>
              <a:ahLst/>
              <a:cxnLst/>
              <a:rect l="l" t="t" r="r" b="b"/>
              <a:pathLst>
                <a:path w="4372" h="4368" extrusionOk="0">
                  <a:moveTo>
                    <a:pt x="3925" y="0"/>
                  </a:moveTo>
                  <a:lnTo>
                    <a:pt x="0" y="3925"/>
                  </a:lnTo>
                  <a:lnTo>
                    <a:pt x="447" y="4367"/>
                  </a:lnTo>
                  <a:lnTo>
                    <a:pt x="4372" y="442"/>
                  </a:lnTo>
                  <a:lnTo>
                    <a:pt x="3925" y="0"/>
                  </a:lnTo>
                  <a:close/>
                </a:path>
              </a:pathLst>
            </a:custGeom>
            <a:solidFill>
              <a:srgbClr val="334B6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59" name="Google Shape;8059;p69"/>
            <p:cNvSpPr/>
            <p:nvPr/>
          </p:nvSpPr>
          <p:spPr>
            <a:xfrm>
              <a:off x="2683094" y="3189744"/>
              <a:ext cx="52727" cy="39637"/>
            </a:xfrm>
            <a:custGeom>
              <a:avLst/>
              <a:gdLst/>
              <a:ahLst/>
              <a:cxnLst/>
              <a:rect l="l" t="t" r="r" b="b"/>
              <a:pathLst>
                <a:path w="2014" h="1514" extrusionOk="0">
                  <a:moveTo>
                    <a:pt x="0" y="942"/>
                  </a:moveTo>
                  <a:lnTo>
                    <a:pt x="0" y="942"/>
                  </a:lnTo>
                  <a:cubicBezTo>
                    <a:pt x="2" y="943"/>
                    <a:pt x="3" y="944"/>
                    <a:pt x="4" y="945"/>
                  </a:cubicBezTo>
                  <a:lnTo>
                    <a:pt x="4" y="945"/>
                  </a:lnTo>
                  <a:lnTo>
                    <a:pt x="0" y="942"/>
                  </a:lnTo>
                  <a:close/>
                  <a:moveTo>
                    <a:pt x="1571" y="0"/>
                  </a:moveTo>
                  <a:lnTo>
                    <a:pt x="630" y="942"/>
                  </a:lnTo>
                  <a:cubicBezTo>
                    <a:pt x="543" y="1028"/>
                    <a:pt x="429" y="1071"/>
                    <a:pt x="315" y="1071"/>
                  </a:cubicBezTo>
                  <a:cubicBezTo>
                    <a:pt x="203" y="1071"/>
                    <a:pt x="90" y="1029"/>
                    <a:pt x="4" y="945"/>
                  </a:cubicBezTo>
                  <a:lnTo>
                    <a:pt x="4" y="945"/>
                  </a:lnTo>
                  <a:lnTo>
                    <a:pt x="447" y="1384"/>
                  </a:lnTo>
                  <a:cubicBezTo>
                    <a:pt x="534" y="1470"/>
                    <a:pt x="647" y="1513"/>
                    <a:pt x="760" y="1513"/>
                  </a:cubicBezTo>
                  <a:cubicBezTo>
                    <a:pt x="872" y="1513"/>
                    <a:pt x="985" y="1470"/>
                    <a:pt x="1072" y="1384"/>
                  </a:cubicBezTo>
                  <a:lnTo>
                    <a:pt x="2013" y="442"/>
                  </a:lnTo>
                  <a:lnTo>
                    <a:pt x="1571" y="0"/>
                  </a:lnTo>
                  <a:close/>
                </a:path>
              </a:pathLst>
            </a:custGeom>
            <a:solidFill>
              <a:srgbClr val="334B6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60" name="Google Shape;8060;p69"/>
            <p:cNvSpPr/>
            <p:nvPr/>
          </p:nvSpPr>
          <p:spPr>
            <a:xfrm>
              <a:off x="2942171" y="2907393"/>
              <a:ext cx="54114" cy="76105"/>
            </a:xfrm>
            <a:custGeom>
              <a:avLst/>
              <a:gdLst/>
              <a:ahLst/>
              <a:cxnLst/>
              <a:rect l="l" t="t" r="r" b="b"/>
              <a:pathLst>
                <a:path w="2067" h="2907" extrusionOk="0">
                  <a:moveTo>
                    <a:pt x="1332" y="0"/>
                  </a:moveTo>
                  <a:lnTo>
                    <a:pt x="1332" y="0"/>
                  </a:lnTo>
                  <a:cubicBezTo>
                    <a:pt x="1620" y="351"/>
                    <a:pt x="1596" y="865"/>
                    <a:pt x="1274" y="1187"/>
                  </a:cubicBezTo>
                  <a:lnTo>
                    <a:pt x="1" y="2464"/>
                  </a:lnTo>
                  <a:lnTo>
                    <a:pt x="443" y="2906"/>
                  </a:lnTo>
                  <a:lnTo>
                    <a:pt x="1716" y="1633"/>
                  </a:lnTo>
                  <a:cubicBezTo>
                    <a:pt x="2067" y="1283"/>
                    <a:pt x="2067" y="721"/>
                    <a:pt x="1716" y="375"/>
                  </a:cubicBezTo>
                  <a:lnTo>
                    <a:pt x="1404" y="58"/>
                  </a:lnTo>
                  <a:cubicBezTo>
                    <a:pt x="1380" y="38"/>
                    <a:pt x="1356" y="19"/>
                    <a:pt x="1332" y="0"/>
                  </a:cubicBezTo>
                  <a:close/>
                </a:path>
              </a:pathLst>
            </a:custGeom>
            <a:solidFill>
              <a:srgbClr val="FBFCF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61" name="Google Shape;8061;p69"/>
            <p:cNvSpPr/>
            <p:nvPr/>
          </p:nvSpPr>
          <p:spPr>
            <a:xfrm>
              <a:off x="2724353" y="3074657"/>
              <a:ext cx="126659" cy="126659"/>
            </a:xfrm>
            <a:custGeom>
              <a:avLst/>
              <a:gdLst/>
              <a:ahLst/>
              <a:cxnLst/>
              <a:rect l="l" t="t" r="r" b="b"/>
              <a:pathLst>
                <a:path w="4838" h="4838" extrusionOk="0">
                  <a:moveTo>
                    <a:pt x="4391" y="0"/>
                  </a:moveTo>
                  <a:cubicBezTo>
                    <a:pt x="2825" y="1884"/>
                    <a:pt x="3450" y="3454"/>
                    <a:pt x="0" y="4396"/>
                  </a:cubicBezTo>
                  <a:lnTo>
                    <a:pt x="442" y="4838"/>
                  </a:lnTo>
                  <a:cubicBezTo>
                    <a:pt x="3896" y="3896"/>
                    <a:pt x="3267" y="2326"/>
                    <a:pt x="4838" y="442"/>
                  </a:cubicBezTo>
                  <a:lnTo>
                    <a:pt x="4391" y="0"/>
                  </a:lnTo>
                  <a:close/>
                </a:path>
              </a:pathLst>
            </a:custGeom>
            <a:solidFill>
              <a:srgbClr val="FBFCF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62" name="Google Shape;8062;p69"/>
            <p:cNvSpPr/>
            <p:nvPr/>
          </p:nvSpPr>
          <p:spPr>
            <a:xfrm>
              <a:off x="2649138" y="3205452"/>
              <a:ext cx="41521" cy="40396"/>
            </a:xfrm>
            <a:custGeom>
              <a:avLst/>
              <a:gdLst/>
              <a:ahLst/>
              <a:cxnLst/>
              <a:rect l="l" t="t" r="r" b="b"/>
              <a:pathLst>
                <a:path w="1586" h="1543" extrusionOk="0">
                  <a:moveTo>
                    <a:pt x="961" y="1"/>
                  </a:moveTo>
                  <a:lnTo>
                    <a:pt x="173" y="784"/>
                  </a:lnTo>
                  <a:cubicBezTo>
                    <a:pt x="0" y="957"/>
                    <a:pt x="0" y="1240"/>
                    <a:pt x="173" y="1413"/>
                  </a:cubicBezTo>
                  <a:cubicBezTo>
                    <a:pt x="260" y="1499"/>
                    <a:pt x="374" y="1543"/>
                    <a:pt x="488" y="1543"/>
                  </a:cubicBezTo>
                  <a:cubicBezTo>
                    <a:pt x="602" y="1543"/>
                    <a:pt x="716" y="1499"/>
                    <a:pt x="803" y="1413"/>
                  </a:cubicBezTo>
                  <a:lnTo>
                    <a:pt x="1586" y="630"/>
                  </a:lnTo>
                  <a:lnTo>
                    <a:pt x="961" y="1"/>
                  </a:lnTo>
                  <a:close/>
                </a:path>
              </a:pathLst>
            </a:custGeom>
            <a:solidFill>
              <a:srgbClr val="DEE5E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63" name="Google Shape;8063;p69"/>
            <p:cNvSpPr/>
            <p:nvPr/>
          </p:nvSpPr>
          <p:spPr>
            <a:xfrm>
              <a:off x="2649138" y="3205452"/>
              <a:ext cx="41521" cy="40396"/>
            </a:xfrm>
            <a:custGeom>
              <a:avLst/>
              <a:gdLst/>
              <a:ahLst/>
              <a:cxnLst/>
              <a:rect l="l" t="t" r="r" b="b"/>
              <a:pathLst>
                <a:path w="1586" h="1543" extrusionOk="0">
                  <a:moveTo>
                    <a:pt x="961" y="1"/>
                  </a:moveTo>
                  <a:lnTo>
                    <a:pt x="173" y="784"/>
                  </a:lnTo>
                  <a:cubicBezTo>
                    <a:pt x="0" y="957"/>
                    <a:pt x="0" y="1240"/>
                    <a:pt x="173" y="1413"/>
                  </a:cubicBezTo>
                  <a:cubicBezTo>
                    <a:pt x="260" y="1499"/>
                    <a:pt x="374" y="1543"/>
                    <a:pt x="488" y="1543"/>
                  </a:cubicBezTo>
                  <a:cubicBezTo>
                    <a:pt x="602" y="1543"/>
                    <a:pt x="716" y="1499"/>
                    <a:pt x="803" y="1413"/>
                  </a:cubicBezTo>
                  <a:lnTo>
                    <a:pt x="1586" y="630"/>
                  </a:lnTo>
                  <a:lnTo>
                    <a:pt x="961" y="1"/>
                  </a:lnTo>
                  <a:close/>
                </a:path>
              </a:pathLst>
            </a:custGeom>
            <a:solidFill>
              <a:srgbClr val="DEE5E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64" name="Google Shape;8064;p69"/>
            <p:cNvSpPr/>
            <p:nvPr/>
          </p:nvSpPr>
          <p:spPr>
            <a:xfrm>
              <a:off x="2650526" y="3213254"/>
              <a:ext cx="40265" cy="32594"/>
            </a:xfrm>
            <a:custGeom>
              <a:avLst/>
              <a:gdLst/>
              <a:ahLst/>
              <a:cxnLst/>
              <a:rect l="l" t="t" r="r" b="b"/>
              <a:pathLst>
                <a:path w="1538" h="1245" extrusionOk="0">
                  <a:moveTo>
                    <a:pt x="1206" y="0"/>
                  </a:moveTo>
                  <a:lnTo>
                    <a:pt x="423" y="783"/>
                  </a:lnTo>
                  <a:cubicBezTo>
                    <a:pt x="338" y="869"/>
                    <a:pt x="224" y="917"/>
                    <a:pt x="106" y="917"/>
                  </a:cubicBezTo>
                  <a:cubicBezTo>
                    <a:pt x="71" y="917"/>
                    <a:pt x="36" y="912"/>
                    <a:pt x="0" y="904"/>
                  </a:cubicBezTo>
                  <a:lnTo>
                    <a:pt x="0" y="904"/>
                  </a:lnTo>
                  <a:cubicBezTo>
                    <a:pt x="19" y="985"/>
                    <a:pt x="63" y="1057"/>
                    <a:pt x="120" y="1115"/>
                  </a:cubicBezTo>
                  <a:cubicBezTo>
                    <a:pt x="207" y="1201"/>
                    <a:pt x="321" y="1245"/>
                    <a:pt x="435" y="1245"/>
                  </a:cubicBezTo>
                  <a:cubicBezTo>
                    <a:pt x="549" y="1245"/>
                    <a:pt x="663" y="1201"/>
                    <a:pt x="750" y="1115"/>
                  </a:cubicBezTo>
                  <a:lnTo>
                    <a:pt x="1538" y="332"/>
                  </a:lnTo>
                  <a:lnTo>
                    <a:pt x="1206" y="0"/>
                  </a:lnTo>
                  <a:close/>
                </a:path>
              </a:pathLst>
            </a:custGeom>
            <a:solidFill>
              <a:srgbClr val="C9D4D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65" name="Google Shape;8065;p69"/>
            <p:cNvSpPr/>
            <p:nvPr/>
          </p:nvSpPr>
          <p:spPr>
            <a:xfrm>
              <a:off x="2633404" y="2896764"/>
              <a:ext cx="368798" cy="365420"/>
            </a:xfrm>
            <a:custGeom>
              <a:avLst/>
              <a:gdLst/>
              <a:ahLst/>
              <a:cxnLst/>
              <a:rect l="l" t="t" r="r" b="b"/>
              <a:pathLst>
                <a:path w="14087" h="13958" extrusionOk="0">
                  <a:moveTo>
                    <a:pt x="12568" y="419"/>
                  </a:moveTo>
                  <a:cubicBezTo>
                    <a:pt x="12742" y="419"/>
                    <a:pt x="12917" y="485"/>
                    <a:pt x="13049" y="617"/>
                  </a:cubicBezTo>
                  <a:lnTo>
                    <a:pt x="13366" y="930"/>
                  </a:lnTo>
                  <a:cubicBezTo>
                    <a:pt x="13630" y="1199"/>
                    <a:pt x="13630" y="1626"/>
                    <a:pt x="13366" y="1890"/>
                  </a:cubicBezTo>
                  <a:lnTo>
                    <a:pt x="13366" y="1895"/>
                  </a:lnTo>
                  <a:lnTo>
                    <a:pt x="12237" y="3024"/>
                  </a:lnTo>
                  <a:lnTo>
                    <a:pt x="10959" y="1746"/>
                  </a:lnTo>
                  <a:lnTo>
                    <a:pt x="12088" y="617"/>
                  </a:lnTo>
                  <a:cubicBezTo>
                    <a:pt x="12220" y="485"/>
                    <a:pt x="12394" y="419"/>
                    <a:pt x="12568" y="419"/>
                  </a:cubicBezTo>
                  <a:close/>
                  <a:moveTo>
                    <a:pt x="10666" y="2039"/>
                  </a:moveTo>
                  <a:lnTo>
                    <a:pt x="11944" y="3317"/>
                  </a:lnTo>
                  <a:lnTo>
                    <a:pt x="8312" y="6944"/>
                  </a:lnTo>
                  <a:lnTo>
                    <a:pt x="7039" y="5671"/>
                  </a:lnTo>
                  <a:lnTo>
                    <a:pt x="10666" y="2039"/>
                  </a:lnTo>
                  <a:close/>
                  <a:moveTo>
                    <a:pt x="2350" y="10360"/>
                  </a:moveTo>
                  <a:lnTo>
                    <a:pt x="3623" y="11638"/>
                  </a:lnTo>
                  <a:lnTo>
                    <a:pt x="2830" y="12430"/>
                  </a:lnTo>
                  <a:cubicBezTo>
                    <a:pt x="2782" y="12476"/>
                    <a:pt x="2721" y="12499"/>
                    <a:pt x="2661" y="12499"/>
                  </a:cubicBezTo>
                  <a:cubicBezTo>
                    <a:pt x="2600" y="12499"/>
                    <a:pt x="2540" y="12476"/>
                    <a:pt x="2494" y="12430"/>
                  </a:cubicBezTo>
                  <a:lnTo>
                    <a:pt x="1553" y="11489"/>
                  </a:lnTo>
                  <a:cubicBezTo>
                    <a:pt x="1461" y="11398"/>
                    <a:pt x="1461" y="11249"/>
                    <a:pt x="1553" y="11157"/>
                  </a:cubicBezTo>
                  <a:lnTo>
                    <a:pt x="2350" y="10360"/>
                  </a:lnTo>
                  <a:close/>
                  <a:moveTo>
                    <a:pt x="1562" y="12089"/>
                  </a:moveTo>
                  <a:lnTo>
                    <a:pt x="1894" y="12421"/>
                  </a:lnTo>
                  <a:lnTo>
                    <a:pt x="1260" y="13060"/>
                  </a:lnTo>
                  <a:cubicBezTo>
                    <a:pt x="1212" y="13102"/>
                    <a:pt x="1152" y="13124"/>
                    <a:pt x="1092" y="13124"/>
                  </a:cubicBezTo>
                  <a:cubicBezTo>
                    <a:pt x="1031" y="13124"/>
                    <a:pt x="970" y="13101"/>
                    <a:pt x="923" y="13055"/>
                  </a:cubicBezTo>
                  <a:lnTo>
                    <a:pt x="923" y="13060"/>
                  </a:lnTo>
                  <a:cubicBezTo>
                    <a:pt x="837" y="12964"/>
                    <a:pt x="837" y="12820"/>
                    <a:pt x="923" y="12724"/>
                  </a:cubicBezTo>
                  <a:lnTo>
                    <a:pt x="1562" y="12089"/>
                  </a:lnTo>
                  <a:close/>
                  <a:moveTo>
                    <a:pt x="12571" y="0"/>
                  </a:moveTo>
                  <a:cubicBezTo>
                    <a:pt x="12290" y="0"/>
                    <a:pt x="12009" y="108"/>
                    <a:pt x="11795" y="324"/>
                  </a:cubicBezTo>
                  <a:lnTo>
                    <a:pt x="10666" y="1453"/>
                  </a:lnTo>
                  <a:lnTo>
                    <a:pt x="10488" y="1271"/>
                  </a:lnTo>
                  <a:cubicBezTo>
                    <a:pt x="10443" y="1230"/>
                    <a:pt x="10395" y="1213"/>
                    <a:pt x="10348" y="1213"/>
                  </a:cubicBezTo>
                  <a:cubicBezTo>
                    <a:pt x="10190" y="1213"/>
                    <a:pt x="10057" y="1412"/>
                    <a:pt x="10190" y="1564"/>
                  </a:cubicBezTo>
                  <a:lnTo>
                    <a:pt x="10373" y="1746"/>
                  </a:lnTo>
                  <a:lnTo>
                    <a:pt x="6073" y="6041"/>
                  </a:lnTo>
                  <a:cubicBezTo>
                    <a:pt x="5908" y="6191"/>
                    <a:pt x="6054" y="6412"/>
                    <a:pt x="6219" y="6412"/>
                  </a:cubicBezTo>
                  <a:cubicBezTo>
                    <a:pt x="6271" y="6412"/>
                    <a:pt x="6324" y="6390"/>
                    <a:pt x="6371" y="6339"/>
                  </a:cubicBezTo>
                  <a:lnTo>
                    <a:pt x="6741" y="5964"/>
                  </a:lnTo>
                  <a:lnTo>
                    <a:pt x="8033" y="7252"/>
                  </a:lnTo>
                  <a:cubicBezTo>
                    <a:pt x="7591" y="7819"/>
                    <a:pt x="7327" y="8357"/>
                    <a:pt x="7092" y="8837"/>
                  </a:cubicBezTo>
                  <a:cubicBezTo>
                    <a:pt x="6563" y="9923"/>
                    <a:pt x="6140" y="10787"/>
                    <a:pt x="3979" y="11402"/>
                  </a:cubicBezTo>
                  <a:lnTo>
                    <a:pt x="2643" y="10062"/>
                  </a:lnTo>
                  <a:lnTo>
                    <a:pt x="5569" y="7136"/>
                  </a:lnTo>
                  <a:cubicBezTo>
                    <a:pt x="5733" y="6987"/>
                    <a:pt x="5590" y="6768"/>
                    <a:pt x="5427" y="6768"/>
                  </a:cubicBezTo>
                  <a:cubicBezTo>
                    <a:pt x="5376" y="6768"/>
                    <a:pt x="5322" y="6790"/>
                    <a:pt x="5276" y="6843"/>
                  </a:cubicBezTo>
                  <a:lnTo>
                    <a:pt x="1260" y="10860"/>
                  </a:lnTo>
                  <a:cubicBezTo>
                    <a:pt x="1005" y="11114"/>
                    <a:pt x="1005" y="11527"/>
                    <a:pt x="1260" y="11782"/>
                  </a:cubicBezTo>
                  <a:lnTo>
                    <a:pt x="1269" y="11792"/>
                  </a:lnTo>
                  <a:lnTo>
                    <a:pt x="630" y="12430"/>
                  </a:lnTo>
                  <a:cubicBezTo>
                    <a:pt x="433" y="12627"/>
                    <a:pt x="385" y="12930"/>
                    <a:pt x="510" y="13180"/>
                  </a:cubicBezTo>
                  <a:lnTo>
                    <a:pt x="87" y="13603"/>
                  </a:lnTo>
                  <a:cubicBezTo>
                    <a:pt x="11" y="13680"/>
                    <a:pt x="1" y="13800"/>
                    <a:pt x="73" y="13886"/>
                  </a:cubicBezTo>
                  <a:cubicBezTo>
                    <a:pt x="113" y="13934"/>
                    <a:pt x="170" y="13958"/>
                    <a:pt x="227" y="13958"/>
                  </a:cubicBezTo>
                  <a:cubicBezTo>
                    <a:pt x="280" y="13958"/>
                    <a:pt x="334" y="13937"/>
                    <a:pt x="376" y="13896"/>
                  </a:cubicBezTo>
                  <a:lnTo>
                    <a:pt x="798" y="13478"/>
                  </a:lnTo>
                  <a:cubicBezTo>
                    <a:pt x="889" y="13522"/>
                    <a:pt x="988" y="13543"/>
                    <a:pt x="1085" y="13543"/>
                  </a:cubicBezTo>
                  <a:cubicBezTo>
                    <a:pt x="1255" y="13543"/>
                    <a:pt x="1423" y="13478"/>
                    <a:pt x="1548" y="13353"/>
                  </a:cubicBezTo>
                  <a:lnTo>
                    <a:pt x="2187" y="12714"/>
                  </a:lnTo>
                  <a:cubicBezTo>
                    <a:pt x="2307" y="12839"/>
                    <a:pt x="2470" y="12911"/>
                    <a:pt x="2638" y="12916"/>
                  </a:cubicBezTo>
                  <a:cubicBezTo>
                    <a:pt x="2644" y="12916"/>
                    <a:pt x="2651" y="12916"/>
                    <a:pt x="2657" y="12916"/>
                  </a:cubicBezTo>
                  <a:cubicBezTo>
                    <a:pt x="2832" y="12916"/>
                    <a:pt x="2998" y="12849"/>
                    <a:pt x="3119" y="12724"/>
                  </a:cubicBezTo>
                  <a:lnTo>
                    <a:pt x="4022" y="11825"/>
                  </a:lnTo>
                  <a:cubicBezTo>
                    <a:pt x="6424" y="11157"/>
                    <a:pt x="6904" y="10168"/>
                    <a:pt x="7462" y="9024"/>
                  </a:cubicBezTo>
                  <a:cubicBezTo>
                    <a:pt x="7716" y="8501"/>
                    <a:pt x="7980" y="7963"/>
                    <a:pt x="8461" y="7386"/>
                  </a:cubicBezTo>
                  <a:lnTo>
                    <a:pt x="12237" y="3610"/>
                  </a:lnTo>
                  <a:lnTo>
                    <a:pt x="12602" y="3971"/>
                  </a:lnTo>
                  <a:lnTo>
                    <a:pt x="10080" y="6493"/>
                  </a:lnTo>
                  <a:cubicBezTo>
                    <a:pt x="9911" y="6643"/>
                    <a:pt x="10056" y="6863"/>
                    <a:pt x="10221" y="6863"/>
                  </a:cubicBezTo>
                  <a:cubicBezTo>
                    <a:pt x="10273" y="6863"/>
                    <a:pt x="10326" y="6842"/>
                    <a:pt x="10373" y="6791"/>
                  </a:cubicBezTo>
                  <a:lnTo>
                    <a:pt x="13044" y="4120"/>
                  </a:lnTo>
                  <a:cubicBezTo>
                    <a:pt x="13121" y="4038"/>
                    <a:pt x="13121" y="3908"/>
                    <a:pt x="13044" y="3826"/>
                  </a:cubicBezTo>
                  <a:lnTo>
                    <a:pt x="12530" y="3317"/>
                  </a:lnTo>
                  <a:lnTo>
                    <a:pt x="13659" y="2188"/>
                  </a:lnTo>
                  <a:cubicBezTo>
                    <a:pt x="14086" y="1756"/>
                    <a:pt x="14086" y="1064"/>
                    <a:pt x="13659" y="637"/>
                  </a:cubicBezTo>
                  <a:lnTo>
                    <a:pt x="13347" y="324"/>
                  </a:lnTo>
                  <a:cubicBezTo>
                    <a:pt x="13133" y="108"/>
                    <a:pt x="12852" y="0"/>
                    <a:pt x="12571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066" name="Google Shape;8066;p69"/>
          <p:cNvGrpSpPr/>
          <p:nvPr/>
        </p:nvGrpSpPr>
        <p:grpSpPr>
          <a:xfrm>
            <a:off x="1944777" y="1797004"/>
            <a:ext cx="286966" cy="231516"/>
            <a:chOff x="2593035" y="1538755"/>
            <a:chExt cx="382621" cy="308688"/>
          </a:xfrm>
        </p:grpSpPr>
        <p:sp>
          <p:nvSpPr>
            <p:cNvPr id="8067" name="Google Shape;8067;p69"/>
            <p:cNvSpPr/>
            <p:nvPr/>
          </p:nvSpPr>
          <p:spPr>
            <a:xfrm>
              <a:off x="2817162" y="1836212"/>
              <a:ext cx="12985" cy="11231"/>
            </a:xfrm>
            <a:custGeom>
              <a:avLst/>
              <a:gdLst/>
              <a:ahLst/>
              <a:cxnLst/>
              <a:rect l="l" t="t" r="r" b="b"/>
              <a:pathLst>
                <a:path w="496" h="429" extrusionOk="0">
                  <a:moveTo>
                    <a:pt x="284" y="0"/>
                  </a:moveTo>
                  <a:cubicBezTo>
                    <a:pt x="92" y="0"/>
                    <a:pt x="1" y="231"/>
                    <a:pt x="130" y="365"/>
                  </a:cubicBezTo>
                  <a:cubicBezTo>
                    <a:pt x="174" y="409"/>
                    <a:pt x="227" y="428"/>
                    <a:pt x="280" y="428"/>
                  </a:cubicBezTo>
                  <a:cubicBezTo>
                    <a:pt x="390" y="428"/>
                    <a:pt x="495" y="343"/>
                    <a:pt x="495" y="216"/>
                  </a:cubicBezTo>
                  <a:cubicBezTo>
                    <a:pt x="495" y="96"/>
                    <a:pt x="399" y="0"/>
                    <a:pt x="284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68" name="Google Shape;8068;p69"/>
            <p:cNvSpPr/>
            <p:nvPr/>
          </p:nvSpPr>
          <p:spPr>
            <a:xfrm>
              <a:off x="2599082" y="1658869"/>
              <a:ext cx="221876" cy="183024"/>
            </a:xfrm>
            <a:custGeom>
              <a:avLst/>
              <a:gdLst/>
              <a:ahLst/>
              <a:cxnLst/>
              <a:rect l="l" t="t" r="r" b="b"/>
              <a:pathLst>
                <a:path w="8475" h="6991" extrusionOk="0">
                  <a:moveTo>
                    <a:pt x="4454" y="1"/>
                  </a:moveTo>
                  <a:lnTo>
                    <a:pt x="221" y="4233"/>
                  </a:lnTo>
                  <a:cubicBezTo>
                    <a:pt x="0" y="4454"/>
                    <a:pt x="0" y="4814"/>
                    <a:pt x="221" y="5035"/>
                  </a:cubicBezTo>
                  <a:lnTo>
                    <a:pt x="1922" y="6741"/>
                  </a:lnTo>
                  <a:cubicBezTo>
                    <a:pt x="2081" y="6899"/>
                    <a:pt x="2297" y="6990"/>
                    <a:pt x="2523" y="6990"/>
                  </a:cubicBezTo>
                  <a:lnTo>
                    <a:pt x="5150" y="6990"/>
                  </a:lnTo>
                  <a:cubicBezTo>
                    <a:pt x="5376" y="6990"/>
                    <a:pt x="5592" y="6899"/>
                    <a:pt x="5751" y="6741"/>
                  </a:cubicBezTo>
                  <a:lnTo>
                    <a:pt x="8475" y="4021"/>
                  </a:lnTo>
                  <a:lnTo>
                    <a:pt x="4454" y="1"/>
                  </a:lnTo>
                  <a:close/>
                </a:path>
              </a:pathLst>
            </a:custGeom>
            <a:solidFill>
              <a:srgbClr val="BAC5C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69" name="Google Shape;8069;p69"/>
            <p:cNvSpPr/>
            <p:nvPr/>
          </p:nvSpPr>
          <p:spPr>
            <a:xfrm>
              <a:off x="2633666" y="1748404"/>
              <a:ext cx="187292" cy="93358"/>
            </a:xfrm>
            <a:custGeom>
              <a:avLst/>
              <a:gdLst/>
              <a:ahLst/>
              <a:cxnLst/>
              <a:rect l="l" t="t" r="r" b="b"/>
              <a:pathLst>
                <a:path w="7154" h="3566" extrusionOk="0">
                  <a:moveTo>
                    <a:pt x="6553" y="1"/>
                  </a:moveTo>
                  <a:lnTo>
                    <a:pt x="4329" y="2220"/>
                  </a:lnTo>
                  <a:cubicBezTo>
                    <a:pt x="4012" y="2538"/>
                    <a:pt x="3575" y="2715"/>
                    <a:pt x="3128" y="2715"/>
                  </a:cubicBezTo>
                  <a:lnTo>
                    <a:pt x="1" y="2715"/>
                  </a:lnTo>
                  <a:lnTo>
                    <a:pt x="601" y="3316"/>
                  </a:lnTo>
                  <a:cubicBezTo>
                    <a:pt x="760" y="3474"/>
                    <a:pt x="976" y="3566"/>
                    <a:pt x="1202" y="3566"/>
                  </a:cubicBezTo>
                  <a:lnTo>
                    <a:pt x="3829" y="3566"/>
                  </a:lnTo>
                  <a:cubicBezTo>
                    <a:pt x="4055" y="3566"/>
                    <a:pt x="4267" y="3474"/>
                    <a:pt x="4430" y="3316"/>
                  </a:cubicBezTo>
                  <a:lnTo>
                    <a:pt x="7154" y="601"/>
                  </a:lnTo>
                  <a:lnTo>
                    <a:pt x="6553" y="1"/>
                  </a:lnTo>
                  <a:close/>
                </a:path>
              </a:pathLst>
            </a:custGeom>
            <a:solidFill>
              <a:srgbClr val="A5B3B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70" name="Google Shape;8070;p69"/>
            <p:cNvSpPr/>
            <p:nvPr/>
          </p:nvSpPr>
          <p:spPr>
            <a:xfrm>
              <a:off x="2715662" y="1544357"/>
              <a:ext cx="221273" cy="219807"/>
            </a:xfrm>
            <a:custGeom>
              <a:avLst/>
              <a:gdLst/>
              <a:ahLst/>
              <a:cxnLst/>
              <a:rect l="l" t="t" r="r" b="b"/>
              <a:pathLst>
                <a:path w="8452" h="8396" extrusionOk="0">
                  <a:moveTo>
                    <a:pt x="4610" y="0"/>
                  </a:moveTo>
                  <a:cubicBezTo>
                    <a:pt x="4465" y="0"/>
                    <a:pt x="4320" y="56"/>
                    <a:pt x="4209" y="166"/>
                  </a:cubicBezTo>
                  <a:lnTo>
                    <a:pt x="1" y="4375"/>
                  </a:lnTo>
                  <a:lnTo>
                    <a:pt x="4022" y="8395"/>
                  </a:lnTo>
                  <a:lnTo>
                    <a:pt x="8230" y="4187"/>
                  </a:lnTo>
                  <a:cubicBezTo>
                    <a:pt x="8451" y="3961"/>
                    <a:pt x="8451" y="3606"/>
                    <a:pt x="8230" y="3380"/>
                  </a:cubicBezTo>
                  <a:lnTo>
                    <a:pt x="5011" y="166"/>
                  </a:lnTo>
                  <a:cubicBezTo>
                    <a:pt x="4901" y="56"/>
                    <a:pt x="4756" y="0"/>
                    <a:pt x="4610" y="0"/>
                  </a:cubicBezTo>
                  <a:close/>
                </a:path>
              </a:pathLst>
            </a:custGeom>
            <a:solidFill>
              <a:srgbClr val="FBFCF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71" name="Google Shape;8071;p69"/>
            <p:cNvSpPr/>
            <p:nvPr/>
          </p:nvSpPr>
          <p:spPr>
            <a:xfrm>
              <a:off x="2593035" y="1538755"/>
              <a:ext cx="350053" cy="308531"/>
            </a:xfrm>
            <a:custGeom>
              <a:avLst/>
              <a:gdLst/>
              <a:ahLst/>
              <a:cxnLst/>
              <a:rect l="l" t="t" r="r" b="b"/>
              <a:pathLst>
                <a:path w="13371" h="11785" extrusionOk="0">
                  <a:moveTo>
                    <a:pt x="9294" y="425"/>
                  </a:moveTo>
                  <a:cubicBezTo>
                    <a:pt x="9386" y="425"/>
                    <a:pt x="9477" y="459"/>
                    <a:pt x="9546" y="529"/>
                  </a:cubicBezTo>
                  <a:lnTo>
                    <a:pt x="11641" y="2628"/>
                  </a:lnTo>
                  <a:lnTo>
                    <a:pt x="12760" y="3748"/>
                  </a:lnTo>
                  <a:cubicBezTo>
                    <a:pt x="12900" y="3887"/>
                    <a:pt x="12900" y="4108"/>
                    <a:pt x="12760" y="4247"/>
                  </a:cubicBezTo>
                  <a:lnTo>
                    <a:pt x="8706" y="8307"/>
                  </a:lnTo>
                  <a:lnTo>
                    <a:pt x="4987" y="4589"/>
                  </a:lnTo>
                  <a:lnTo>
                    <a:pt x="9042" y="529"/>
                  </a:lnTo>
                  <a:cubicBezTo>
                    <a:pt x="9112" y="459"/>
                    <a:pt x="9203" y="425"/>
                    <a:pt x="9294" y="425"/>
                  </a:cubicBezTo>
                  <a:close/>
                  <a:moveTo>
                    <a:pt x="9297" y="1"/>
                  </a:moveTo>
                  <a:cubicBezTo>
                    <a:pt x="9090" y="1"/>
                    <a:pt x="8893" y="82"/>
                    <a:pt x="8744" y="231"/>
                  </a:cubicBezTo>
                  <a:lnTo>
                    <a:pt x="4536" y="4435"/>
                  </a:lnTo>
                  <a:lnTo>
                    <a:pt x="303" y="8667"/>
                  </a:lnTo>
                  <a:cubicBezTo>
                    <a:pt x="1" y="8975"/>
                    <a:pt x="1" y="9469"/>
                    <a:pt x="303" y="9772"/>
                  </a:cubicBezTo>
                  <a:lnTo>
                    <a:pt x="2004" y="11473"/>
                  </a:lnTo>
                  <a:cubicBezTo>
                    <a:pt x="2206" y="11674"/>
                    <a:pt x="2475" y="11785"/>
                    <a:pt x="2758" y="11785"/>
                  </a:cubicBezTo>
                  <a:lnTo>
                    <a:pt x="7995" y="11785"/>
                  </a:lnTo>
                  <a:cubicBezTo>
                    <a:pt x="8277" y="11785"/>
                    <a:pt x="8278" y="11362"/>
                    <a:pt x="7999" y="11362"/>
                  </a:cubicBezTo>
                  <a:cubicBezTo>
                    <a:pt x="7998" y="11362"/>
                    <a:pt x="7996" y="11362"/>
                    <a:pt x="7995" y="11362"/>
                  </a:cubicBezTo>
                  <a:lnTo>
                    <a:pt x="2758" y="11362"/>
                  </a:lnTo>
                  <a:cubicBezTo>
                    <a:pt x="2585" y="11362"/>
                    <a:pt x="2422" y="11295"/>
                    <a:pt x="2302" y="11175"/>
                  </a:cubicBezTo>
                  <a:lnTo>
                    <a:pt x="601" y="9474"/>
                  </a:lnTo>
                  <a:cubicBezTo>
                    <a:pt x="462" y="9335"/>
                    <a:pt x="462" y="9109"/>
                    <a:pt x="601" y="8975"/>
                  </a:cubicBezTo>
                  <a:lnTo>
                    <a:pt x="4685" y="4886"/>
                  </a:lnTo>
                  <a:lnTo>
                    <a:pt x="8403" y="8609"/>
                  </a:lnTo>
                  <a:lnTo>
                    <a:pt x="6429" y="10584"/>
                  </a:lnTo>
                  <a:cubicBezTo>
                    <a:pt x="6246" y="10734"/>
                    <a:pt x="6399" y="10966"/>
                    <a:pt x="6570" y="10966"/>
                  </a:cubicBezTo>
                  <a:cubicBezTo>
                    <a:pt x="6624" y="10966"/>
                    <a:pt x="6679" y="10943"/>
                    <a:pt x="6726" y="10887"/>
                  </a:cubicBezTo>
                  <a:lnTo>
                    <a:pt x="13063" y="4550"/>
                  </a:lnTo>
                  <a:cubicBezTo>
                    <a:pt x="13370" y="4247"/>
                    <a:pt x="13370" y="3748"/>
                    <a:pt x="13063" y="3445"/>
                  </a:cubicBezTo>
                  <a:lnTo>
                    <a:pt x="10858" y="1240"/>
                  </a:lnTo>
                  <a:lnTo>
                    <a:pt x="9849" y="231"/>
                  </a:lnTo>
                  <a:cubicBezTo>
                    <a:pt x="9700" y="82"/>
                    <a:pt x="9503" y="1"/>
                    <a:pt x="9297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72" name="Google Shape;8072;p69"/>
            <p:cNvSpPr/>
            <p:nvPr/>
          </p:nvSpPr>
          <p:spPr>
            <a:xfrm>
              <a:off x="2861694" y="1836212"/>
              <a:ext cx="37254" cy="11205"/>
            </a:xfrm>
            <a:custGeom>
              <a:avLst/>
              <a:gdLst/>
              <a:ahLst/>
              <a:cxnLst/>
              <a:rect l="l" t="t" r="r" b="b"/>
              <a:pathLst>
                <a:path w="1423" h="428" extrusionOk="0">
                  <a:moveTo>
                    <a:pt x="289" y="0"/>
                  </a:moveTo>
                  <a:cubicBezTo>
                    <a:pt x="0" y="0"/>
                    <a:pt x="0" y="428"/>
                    <a:pt x="289" y="428"/>
                  </a:cubicBezTo>
                  <a:lnTo>
                    <a:pt x="1139" y="428"/>
                  </a:lnTo>
                  <a:cubicBezTo>
                    <a:pt x="1422" y="428"/>
                    <a:pt x="1422" y="0"/>
                    <a:pt x="1139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73" name="Google Shape;8073;p69"/>
            <p:cNvSpPr/>
            <p:nvPr/>
          </p:nvSpPr>
          <p:spPr>
            <a:xfrm>
              <a:off x="2962670" y="1836212"/>
              <a:ext cx="12985" cy="11231"/>
            </a:xfrm>
            <a:custGeom>
              <a:avLst/>
              <a:gdLst/>
              <a:ahLst/>
              <a:cxnLst/>
              <a:rect l="l" t="t" r="r" b="b"/>
              <a:pathLst>
                <a:path w="496" h="429" extrusionOk="0">
                  <a:moveTo>
                    <a:pt x="284" y="0"/>
                  </a:moveTo>
                  <a:cubicBezTo>
                    <a:pt x="92" y="0"/>
                    <a:pt x="1" y="231"/>
                    <a:pt x="131" y="365"/>
                  </a:cubicBezTo>
                  <a:cubicBezTo>
                    <a:pt x="174" y="409"/>
                    <a:pt x="228" y="428"/>
                    <a:pt x="280" y="428"/>
                  </a:cubicBezTo>
                  <a:cubicBezTo>
                    <a:pt x="390" y="428"/>
                    <a:pt x="496" y="343"/>
                    <a:pt x="496" y="216"/>
                  </a:cubicBezTo>
                  <a:cubicBezTo>
                    <a:pt x="496" y="96"/>
                    <a:pt x="400" y="0"/>
                    <a:pt x="284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74" name="Google Shape;8074;p69"/>
            <p:cNvSpPr/>
            <p:nvPr/>
          </p:nvSpPr>
          <p:spPr>
            <a:xfrm>
              <a:off x="2904943" y="1836212"/>
              <a:ext cx="41417" cy="11205"/>
            </a:xfrm>
            <a:custGeom>
              <a:avLst/>
              <a:gdLst/>
              <a:ahLst/>
              <a:cxnLst/>
              <a:rect l="l" t="t" r="r" b="b"/>
              <a:pathLst>
                <a:path w="1582" h="428" extrusionOk="0">
                  <a:moveTo>
                    <a:pt x="289" y="0"/>
                  </a:moveTo>
                  <a:cubicBezTo>
                    <a:pt x="1" y="0"/>
                    <a:pt x="1" y="428"/>
                    <a:pt x="289" y="428"/>
                  </a:cubicBezTo>
                  <a:lnTo>
                    <a:pt x="1298" y="428"/>
                  </a:lnTo>
                  <a:cubicBezTo>
                    <a:pt x="1581" y="428"/>
                    <a:pt x="1581" y="0"/>
                    <a:pt x="1298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075" name="Google Shape;8075;p69"/>
          <p:cNvGrpSpPr/>
          <p:nvPr/>
        </p:nvGrpSpPr>
        <p:grpSpPr>
          <a:xfrm>
            <a:off x="2258426" y="1806998"/>
            <a:ext cx="321759" cy="246969"/>
            <a:chOff x="3011234" y="1552081"/>
            <a:chExt cx="429012" cy="329292"/>
          </a:xfrm>
        </p:grpSpPr>
        <p:sp>
          <p:nvSpPr>
            <p:cNvPr id="8076" name="Google Shape;8076;p69"/>
            <p:cNvSpPr/>
            <p:nvPr/>
          </p:nvSpPr>
          <p:spPr>
            <a:xfrm>
              <a:off x="3017517" y="1558390"/>
              <a:ext cx="416445" cy="316699"/>
            </a:xfrm>
            <a:custGeom>
              <a:avLst/>
              <a:gdLst/>
              <a:ahLst/>
              <a:cxnLst/>
              <a:rect l="l" t="t" r="r" b="b"/>
              <a:pathLst>
                <a:path w="15907" h="12097" extrusionOk="0">
                  <a:moveTo>
                    <a:pt x="0" y="0"/>
                  </a:moveTo>
                  <a:lnTo>
                    <a:pt x="0" y="12097"/>
                  </a:lnTo>
                  <a:lnTo>
                    <a:pt x="15907" y="12097"/>
                  </a:lnTo>
                  <a:lnTo>
                    <a:pt x="15907" y="0"/>
                  </a:lnTo>
                  <a:close/>
                </a:path>
              </a:pathLst>
            </a:custGeom>
            <a:solidFill>
              <a:srgbClr val="9FAEB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77" name="Google Shape;8077;p69"/>
            <p:cNvSpPr/>
            <p:nvPr/>
          </p:nvSpPr>
          <p:spPr>
            <a:xfrm>
              <a:off x="3017517" y="1801628"/>
              <a:ext cx="416445" cy="73461"/>
            </a:xfrm>
            <a:custGeom>
              <a:avLst/>
              <a:gdLst/>
              <a:ahLst/>
              <a:cxnLst/>
              <a:rect l="l" t="t" r="r" b="b"/>
              <a:pathLst>
                <a:path w="15907" h="2806" extrusionOk="0">
                  <a:moveTo>
                    <a:pt x="0" y="0"/>
                  </a:moveTo>
                  <a:lnTo>
                    <a:pt x="0" y="2806"/>
                  </a:lnTo>
                  <a:lnTo>
                    <a:pt x="15907" y="2806"/>
                  </a:lnTo>
                  <a:lnTo>
                    <a:pt x="15907" y="0"/>
                  </a:lnTo>
                  <a:close/>
                </a:path>
              </a:pathLst>
            </a:custGeom>
            <a:solidFill>
              <a:srgbClr val="8FA1A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78" name="Google Shape;8078;p69"/>
            <p:cNvSpPr/>
            <p:nvPr/>
          </p:nvSpPr>
          <p:spPr>
            <a:xfrm>
              <a:off x="3017517" y="1811681"/>
              <a:ext cx="416445" cy="63408"/>
            </a:xfrm>
            <a:custGeom>
              <a:avLst/>
              <a:gdLst/>
              <a:ahLst/>
              <a:cxnLst/>
              <a:rect l="l" t="t" r="r" b="b"/>
              <a:pathLst>
                <a:path w="15907" h="2422" extrusionOk="0">
                  <a:moveTo>
                    <a:pt x="0" y="0"/>
                  </a:moveTo>
                  <a:lnTo>
                    <a:pt x="0" y="2422"/>
                  </a:lnTo>
                  <a:lnTo>
                    <a:pt x="15907" y="2422"/>
                  </a:lnTo>
                  <a:lnTo>
                    <a:pt x="15907" y="0"/>
                  </a:lnTo>
                  <a:close/>
                </a:path>
              </a:pathLst>
            </a:custGeom>
            <a:solidFill>
              <a:srgbClr val="FBFCF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79" name="Google Shape;8079;p69"/>
            <p:cNvSpPr/>
            <p:nvPr/>
          </p:nvSpPr>
          <p:spPr>
            <a:xfrm>
              <a:off x="3017517" y="1558390"/>
              <a:ext cx="416445" cy="70319"/>
            </a:xfrm>
            <a:custGeom>
              <a:avLst/>
              <a:gdLst/>
              <a:ahLst/>
              <a:cxnLst/>
              <a:rect l="l" t="t" r="r" b="b"/>
              <a:pathLst>
                <a:path w="15907" h="2686" extrusionOk="0">
                  <a:moveTo>
                    <a:pt x="0" y="0"/>
                  </a:moveTo>
                  <a:lnTo>
                    <a:pt x="0" y="2686"/>
                  </a:lnTo>
                  <a:lnTo>
                    <a:pt x="15907" y="2686"/>
                  </a:lnTo>
                  <a:lnTo>
                    <a:pt x="15907" y="0"/>
                  </a:lnTo>
                  <a:close/>
                </a:path>
              </a:pathLst>
            </a:custGeom>
            <a:solidFill>
              <a:srgbClr val="8FA1A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80" name="Google Shape;8080;p69"/>
            <p:cNvSpPr/>
            <p:nvPr/>
          </p:nvSpPr>
          <p:spPr>
            <a:xfrm>
              <a:off x="3017517" y="1558390"/>
              <a:ext cx="416445" cy="60266"/>
            </a:xfrm>
            <a:custGeom>
              <a:avLst/>
              <a:gdLst/>
              <a:ahLst/>
              <a:cxnLst/>
              <a:rect l="l" t="t" r="r" b="b"/>
              <a:pathLst>
                <a:path w="15907" h="2302" extrusionOk="0">
                  <a:moveTo>
                    <a:pt x="0" y="0"/>
                  </a:moveTo>
                  <a:lnTo>
                    <a:pt x="0" y="2301"/>
                  </a:lnTo>
                  <a:lnTo>
                    <a:pt x="15907" y="2301"/>
                  </a:lnTo>
                  <a:lnTo>
                    <a:pt x="15907" y="0"/>
                  </a:lnTo>
                  <a:close/>
                </a:path>
              </a:pathLst>
            </a:custGeom>
            <a:solidFill>
              <a:srgbClr val="E4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81" name="Google Shape;8081;p69"/>
            <p:cNvSpPr/>
            <p:nvPr/>
          </p:nvSpPr>
          <p:spPr>
            <a:xfrm>
              <a:off x="3045818" y="1582266"/>
              <a:ext cx="16886" cy="12619"/>
            </a:xfrm>
            <a:custGeom>
              <a:avLst/>
              <a:gdLst/>
              <a:ahLst/>
              <a:cxnLst/>
              <a:rect l="l" t="t" r="r" b="b"/>
              <a:pathLst>
                <a:path w="645" h="482" extrusionOk="0">
                  <a:moveTo>
                    <a:pt x="317" y="1"/>
                  </a:moveTo>
                  <a:cubicBezTo>
                    <a:pt x="0" y="1"/>
                    <a:pt x="0" y="481"/>
                    <a:pt x="317" y="481"/>
                  </a:cubicBezTo>
                  <a:lnTo>
                    <a:pt x="322" y="481"/>
                  </a:lnTo>
                  <a:cubicBezTo>
                    <a:pt x="644" y="481"/>
                    <a:pt x="644" y="1"/>
                    <a:pt x="322" y="1"/>
                  </a:cubicBezTo>
                  <a:close/>
                </a:path>
              </a:pathLst>
            </a:custGeom>
            <a:solidFill>
              <a:srgbClr val="D6DFE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82" name="Google Shape;8082;p69"/>
            <p:cNvSpPr/>
            <p:nvPr/>
          </p:nvSpPr>
          <p:spPr>
            <a:xfrm>
              <a:off x="3069092" y="1582266"/>
              <a:ext cx="16860" cy="12619"/>
            </a:xfrm>
            <a:custGeom>
              <a:avLst/>
              <a:gdLst/>
              <a:ahLst/>
              <a:cxnLst/>
              <a:rect l="l" t="t" r="r" b="b"/>
              <a:pathLst>
                <a:path w="644" h="482" extrusionOk="0">
                  <a:moveTo>
                    <a:pt x="322" y="1"/>
                  </a:moveTo>
                  <a:cubicBezTo>
                    <a:pt x="0" y="1"/>
                    <a:pt x="0" y="481"/>
                    <a:pt x="322" y="481"/>
                  </a:cubicBezTo>
                  <a:cubicBezTo>
                    <a:pt x="644" y="481"/>
                    <a:pt x="644" y="1"/>
                    <a:pt x="322" y="1"/>
                  </a:cubicBez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83" name="Google Shape;8083;p69"/>
            <p:cNvSpPr/>
            <p:nvPr/>
          </p:nvSpPr>
          <p:spPr>
            <a:xfrm>
              <a:off x="3092340" y="1582266"/>
              <a:ext cx="16886" cy="12619"/>
            </a:xfrm>
            <a:custGeom>
              <a:avLst/>
              <a:gdLst/>
              <a:ahLst/>
              <a:cxnLst/>
              <a:rect l="l" t="t" r="r" b="b"/>
              <a:pathLst>
                <a:path w="645" h="482" extrusionOk="0">
                  <a:moveTo>
                    <a:pt x="323" y="1"/>
                  </a:moveTo>
                  <a:cubicBezTo>
                    <a:pt x="1" y="1"/>
                    <a:pt x="1" y="481"/>
                    <a:pt x="323" y="481"/>
                  </a:cubicBezTo>
                  <a:lnTo>
                    <a:pt x="328" y="481"/>
                  </a:lnTo>
                  <a:cubicBezTo>
                    <a:pt x="645" y="481"/>
                    <a:pt x="645" y="1"/>
                    <a:pt x="328" y="1"/>
                  </a:cubicBezTo>
                  <a:close/>
                </a:path>
              </a:pathLst>
            </a:custGeom>
            <a:solidFill>
              <a:srgbClr val="BAC5C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84" name="Google Shape;8084;p69"/>
            <p:cNvSpPr/>
            <p:nvPr/>
          </p:nvSpPr>
          <p:spPr>
            <a:xfrm>
              <a:off x="3144804" y="1655989"/>
              <a:ext cx="161766" cy="115087"/>
            </a:xfrm>
            <a:custGeom>
              <a:avLst/>
              <a:gdLst/>
              <a:ahLst/>
              <a:cxnLst/>
              <a:rect l="l" t="t" r="r" b="b"/>
              <a:pathLst>
                <a:path w="6179" h="4396" extrusionOk="0">
                  <a:moveTo>
                    <a:pt x="1259" y="0"/>
                  </a:moveTo>
                  <a:cubicBezTo>
                    <a:pt x="562" y="0"/>
                    <a:pt x="0" y="562"/>
                    <a:pt x="0" y="1259"/>
                  </a:cubicBezTo>
                  <a:lnTo>
                    <a:pt x="0" y="3137"/>
                  </a:lnTo>
                  <a:cubicBezTo>
                    <a:pt x="0" y="3834"/>
                    <a:pt x="562" y="4396"/>
                    <a:pt x="1259" y="4396"/>
                  </a:cubicBezTo>
                  <a:lnTo>
                    <a:pt x="4920" y="4396"/>
                  </a:lnTo>
                  <a:cubicBezTo>
                    <a:pt x="5616" y="4396"/>
                    <a:pt x="6178" y="3834"/>
                    <a:pt x="6178" y="3137"/>
                  </a:cubicBezTo>
                  <a:lnTo>
                    <a:pt x="6178" y="1259"/>
                  </a:lnTo>
                  <a:cubicBezTo>
                    <a:pt x="6178" y="562"/>
                    <a:pt x="5616" y="0"/>
                    <a:pt x="4920" y="0"/>
                  </a:cubicBezTo>
                  <a:close/>
                </a:path>
              </a:pathLst>
            </a:custGeom>
            <a:solidFill>
              <a:srgbClr val="DBE2E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85" name="Google Shape;8085;p69"/>
            <p:cNvSpPr/>
            <p:nvPr/>
          </p:nvSpPr>
          <p:spPr>
            <a:xfrm>
              <a:off x="3144804" y="1655989"/>
              <a:ext cx="161766" cy="46915"/>
            </a:xfrm>
            <a:custGeom>
              <a:avLst/>
              <a:gdLst/>
              <a:ahLst/>
              <a:cxnLst/>
              <a:rect l="l" t="t" r="r" b="b"/>
              <a:pathLst>
                <a:path w="6179" h="1792" extrusionOk="0">
                  <a:moveTo>
                    <a:pt x="1259" y="0"/>
                  </a:moveTo>
                  <a:cubicBezTo>
                    <a:pt x="562" y="0"/>
                    <a:pt x="0" y="562"/>
                    <a:pt x="0" y="1259"/>
                  </a:cubicBezTo>
                  <a:lnTo>
                    <a:pt x="0" y="1792"/>
                  </a:lnTo>
                  <a:cubicBezTo>
                    <a:pt x="0" y="1095"/>
                    <a:pt x="562" y="533"/>
                    <a:pt x="1259" y="533"/>
                  </a:cubicBezTo>
                  <a:lnTo>
                    <a:pt x="4920" y="533"/>
                  </a:lnTo>
                  <a:cubicBezTo>
                    <a:pt x="5616" y="533"/>
                    <a:pt x="6178" y="1095"/>
                    <a:pt x="6178" y="1792"/>
                  </a:cubicBezTo>
                  <a:lnTo>
                    <a:pt x="6178" y="1259"/>
                  </a:lnTo>
                  <a:cubicBezTo>
                    <a:pt x="6178" y="562"/>
                    <a:pt x="5616" y="0"/>
                    <a:pt x="4920" y="0"/>
                  </a:cubicBezTo>
                  <a:close/>
                </a:path>
              </a:pathLst>
            </a:custGeom>
            <a:solidFill>
              <a:srgbClr val="E4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86" name="Google Shape;8086;p69"/>
            <p:cNvSpPr/>
            <p:nvPr/>
          </p:nvSpPr>
          <p:spPr>
            <a:xfrm>
              <a:off x="3205437" y="1692013"/>
              <a:ext cx="44663" cy="42961"/>
            </a:xfrm>
            <a:custGeom>
              <a:avLst/>
              <a:gdLst/>
              <a:ahLst/>
              <a:cxnLst/>
              <a:rect l="l" t="t" r="r" b="b"/>
              <a:pathLst>
                <a:path w="1706" h="1641" extrusionOk="0">
                  <a:moveTo>
                    <a:pt x="211" y="1"/>
                  </a:moveTo>
                  <a:cubicBezTo>
                    <a:pt x="100" y="1"/>
                    <a:pt x="1" y="89"/>
                    <a:pt x="5" y="209"/>
                  </a:cubicBezTo>
                  <a:lnTo>
                    <a:pt x="5" y="1434"/>
                  </a:lnTo>
                  <a:cubicBezTo>
                    <a:pt x="1" y="1553"/>
                    <a:pt x="98" y="1641"/>
                    <a:pt x="206" y="1641"/>
                  </a:cubicBezTo>
                  <a:cubicBezTo>
                    <a:pt x="238" y="1641"/>
                    <a:pt x="271" y="1633"/>
                    <a:pt x="302" y="1617"/>
                  </a:cubicBezTo>
                  <a:lnTo>
                    <a:pt x="1551" y="1007"/>
                  </a:lnTo>
                  <a:cubicBezTo>
                    <a:pt x="1705" y="930"/>
                    <a:pt x="1705" y="709"/>
                    <a:pt x="1551" y="637"/>
                  </a:cubicBezTo>
                  <a:lnTo>
                    <a:pt x="302" y="22"/>
                  </a:lnTo>
                  <a:cubicBezTo>
                    <a:pt x="272" y="7"/>
                    <a:pt x="241" y="1"/>
                    <a:pt x="211" y="1"/>
                  </a:cubicBezTo>
                  <a:close/>
                </a:path>
              </a:pathLst>
            </a:custGeom>
            <a:solidFill>
              <a:srgbClr val="FBFCF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87" name="Google Shape;8087;p69"/>
            <p:cNvSpPr/>
            <p:nvPr/>
          </p:nvSpPr>
          <p:spPr>
            <a:xfrm>
              <a:off x="3011234" y="1552081"/>
              <a:ext cx="429012" cy="329292"/>
            </a:xfrm>
            <a:custGeom>
              <a:avLst/>
              <a:gdLst/>
              <a:ahLst/>
              <a:cxnLst/>
              <a:rect l="l" t="t" r="r" b="b"/>
              <a:pathLst>
                <a:path w="16387" h="12578" extrusionOk="0">
                  <a:moveTo>
                    <a:pt x="240" y="1"/>
                  </a:moveTo>
                  <a:cubicBezTo>
                    <a:pt x="106" y="1"/>
                    <a:pt x="0" y="111"/>
                    <a:pt x="0" y="241"/>
                  </a:cubicBezTo>
                  <a:lnTo>
                    <a:pt x="0" y="12338"/>
                  </a:lnTo>
                  <a:cubicBezTo>
                    <a:pt x="0" y="12467"/>
                    <a:pt x="106" y="12578"/>
                    <a:pt x="240" y="12578"/>
                  </a:cubicBezTo>
                  <a:lnTo>
                    <a:pt x="3027" y="12578"/>
                  </a:lnTo>
                  <a:cubicBezTo>
                    <a:pt x="3349" y="12578"/>
                    <a:pt x="3349" y="12097"/>
                    <a:pt x="3027" y="12097"/>
                  </a:cubicBezTo>
                  <a:lnTo>
                    <a:pt x="481" y="12097"/>
                  </a:lnTo>
                  <a:lnTo>
                    <a:pt x="481" y="10157"/>
                  </a:lnTo>
                  <a:lnTo>
                    <a:pt x="10516" y="10157"/>
                  </a:lnTo>
                  <a:cubicBezTo>
                    <a:pt x="10833" y="10157"/>
                    <a:pt x="10833" y="9676"/>
                    <a:pt x="10516" y="9676"/>
                  </a:cubicBezTo>
                  <a:lnTo>
                    <a:pt x="481" y="9676"/>
                  </a:lnTo>
                  <a:lnTo>
                    <a:pt x="481" y="2782"/>
                  </a:lnTo>
                  <a:lnTo>
                    <a:pt x="15907" y="2782"/>
                  </a:lnTo>
                  <a:lnTo>
                    <a:pt x="15907" y="9676"/>
                  </a:lnTo>
                  <a:lnTo>
                    <a:pt x="11780" y="9676"/>
                  </a:lnTo>
                  <a:cubicBezTo>
                    <a:pt x="11463" y="9676"/>
                    <a:pt x="11463" y="10157"/>
                    <a:pt x="11780" y="10157"/>
                  </a:cubicBezTo>
                  <a:lnTo>
                    <a:pt x="15907" y="10157"/>
                  </a:lnTo>
                  <a:lnTo>
                    <a:pt x="15907" y="12097"/>
                  </a:lnTo>
                  <a:lnTo>
                    <a:pt x="4122" y="12097"/>
                  </a:lnTo>
                  <a:cubicBezTo>
                    <a:pt x="3800" y="12097"/>
                    <a:pt x="3800" y="12578"/>
                    <a:pt x="4122" y="12578"/>
                  </a:cubicBezTo>
                  <a:lnTo>
                    <a:pt x="16147" y="12578"/>
                  </a:lnTo>
                  <a:cubicBezTo>
                    <a:pt x="16276" y="12578"/>
                    <a:pt x="16387" y="12467"/>
                    <a:pt x="16387" y="12338"/>
                  </a:cubicBezTo>
                  <a:lnTo>
                    <a:pt x="16387" y="241"/>
                  </a:lnTo>
                  <a:cubicBezTo>
                    <a:pt x="16387" y="111"/>
                    <a:pt x="16276" y="1"/>
                    <a:pt x="16147" y="1"/>
                  </a:cubicBezTo>
                  <a:lnTo>
                    <a:pt x="8710" y="1"/>
                  </a:lnTo>
                  <a:cubicBezTo>
                    <a:pt x="8388" y="1"/>
                    <a:pt x="8388" y="481"/>
                    <a:pt x="8710" y="481"/>
                  </a:cubicBezTo>
                  <a:lnTo>
                    <a:pt x="15907" y="481"/>
                  </a:lnTo>
                  <a:lnTo>
                    <a:pt x="15907" y="2302"/>
                  </a:lnTo>
                  <a:lnTo>
                    <a:pt x="481" y="2302"/>
                  </a:lnTo>
                  <a:lnTo>
                    <a:pt x="481" y="481"/>
                  </a:lnTo>
                  <a:lnTo>
                    <a:pt x="7615" y="481"/>
                  </a:lnTo>
                  <a:cubicBezTo>
                    <a:pt x="7937" y="481"/>
                    <a:pt x="7937" y="1"/>
                    <a:pt x="7615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88" name="Google Shape;8088;p69"/>
            <p:cNvSpPr/>
            <p:nvPr/>
          </p:nvSpPr>
          <p:spPr>
            <a:xfrm>
              <a:off x="3322121" y="1582266"/>
              <a:ext cx="86813" cy="12619"/>
            </a:xfrm>
            <a:custGeom>
              <a:avLst/>
              <a:gdLst/>
              <a:ahLst/>
              <a:cxnLst/>
              <a:rect l="l" t="t" r="r" b="b"/>
              <a:pathLst>
                <a:path w="3316" h="482" extrusionOk="0">
                  <a:moveTo>
                    <a:pt x="323" y="1"/>
                  </a:moveTo>
                  <a:cubicBezTo>
                    <a:pt x="1" y="1"/>
                    <a:pt x="1" y="481"/>
                    <a:pt x="323" y="481"/>
                  </a:cubicBezTo>
                  <a:lnTo>
                    <a:pt x="2999" y="481"/>
                  </a:lnTo>
                  <a:cubicBezTo>
                    <a:pt x="3316" y="481"/>
                    <a:pt x="3316" y="1"/>
                    <a:pt x="2999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89" name="Google Shape;8089;p69"/>
            <p:cNvSpPr/>
            <p:nvPr/>
          </p:nvSpPr>
          <p:spPr>
            <a:xfrm>
              <a:off x="3284160" y="1582266"/>
              <a:ext cx="32201" cy="12619"/>
            </a:xfrm>
            <a:custGeom>
              <a:avLst/>
              <a:gdLst/>
              <a:ahLst/>
              <a:cxnLst/>
              <a:rect l="l" t="t" r="r" b="b"/>
              <a:pathLst>
                <a:path w="1230" h="482" extrusionOk="0">
                  <a:moveTo>
                    <a:pt x="322" y="1"/>
                  </a:moveTo>
                  <a:cubicBezTo>
                    <a:pt x="0" y="1"/>
                    <a:pt x="0" y="481"/>
                    <a:pt x="322" y="481"/>
                  </a:cubicBezTo>
                  <a:lnTo>
                    <a:pt x="913" y="481"/>
                  </a:lnTo>
                  <a:cubicBezTo>
                    <a:pt x="1230" y="481"/>
                    <a:pt x="1230" y="1"/>
                    <a:pt x="913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90" name="Google Shape;8090;p69"/>
            <p:cNvSpPr/>
            <p:nvPr/>
          </p:nvSpPr>
          <p:spPr>
            <a:xfrm>
              <a:off x="3138495" y="1649680"/>
              <a:ext cx="174359" cy="127680"/>
            </a:xfrm>
            <a:custGeom>
              <a:avLst/>
              <a:gdLst/>
              <a:ahLst/>
              <a:cxnLst/>
              <a:rect l="l" t="t" r="r" b="b"/>
              <a:pathLst>
                <a:path w="6660" h="4877" extrusionOk="0">
                  <a:moveTo>
                    <a:pt x="5161" y="481"/>
                  </a:moveTo>
                  <a:cubicBezTo>
                    <a:pt x="5723" y="481"/>
                    <a:pt x="6179" y="938"/>
                    <a:pt x="6179" y="1500"/>
                  </a:cubicBezTo>
                  <a:lnTo>
                    <a:pt x="6179" y="3378"/>
                  </a:lnTo>
                  <a:cubicBezTo>
                    <a:pt x="6179" y="3940"/>
                    <a:pt x="5723" y="4392"/>
                    <a:pt x="5161" y="4397"/>
                  </a:cubicBezTo>
                  <a:lnTo>
                    <a:pt x="1500" y="4397"/>
                  </a:lnTo>
                  <a:cubicBezTo>
                    <a:pt x="938" y="4392"/>
                    <a:pt x="481" y="3940"/>
                    <a:pt x="481" y="3378"/>
                  </a:cubicBezTo>
                  <a:lnTo>
                    <a:pt x="481" y="1500"/>
                  </a:lnTo>
                  <a:cubicBezTo>
                    <a:pt x="481" y="938"/>
                    <a:pt x="938" y="481"/>
                    <a:pt x="1500" y="481"/>
                  </a:cubicBezTo>
                  <a:close/>
                  <a:moveTo>
                    <a:pt x="1500" y="1"/>
                  </a:moveTo>
                  <a:cubicBezTo>
                    <a:pt x="674" y="1"/>
                    <a:pt x="6" y="673"/>
                    <a:pt x="1" y="1500"/>
                  </a:cubicBezTo>
                  <a:lnTo>
                    <a:pt x="1" y="3378"/>
                  </a:lnTo>
                  <a:cubicBezTo>
                    <a:pt x="6" y="4204"/>
                    <a:pt x="674" y="4872"/>
                    <a:pt x="1500" y="4877"/>
                  </a:cubicBezTo>
                  <a:lnTo>
                    <a:pt x="5161" y="4877"/>
                  </a:lnTo>
                  <a:cubicBezTo>
                    <a:pt x="5987" y="4872"/>
                    <a:pt x="6659" y="4204"/>
                    <a:pt x="6659" y="3378"/>
                  </a:cubicBezTo>
                  <a:lnTo>
                    <a:pt x="6659" y="1500"/>
                  </a:lnTo>
                  <a:cubicBezTo>
                    <a:pt x="6659" y="673"/>
                    <a:pt x="5987" y="1"/>
                    <a:pt x="5161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91" name="Google Shape;8091;p69"/>
            <p:cNvSpPr/>
            <p:nvPr/>
          </p:nvSpPr>
          <p:spPr>
            <a:xfrm>
              <a:off x="3199154" y="1685860"/>
              <a:ext cx="58486" cy="55397"/>
            </a:xfrm>
            <a:custGeom>
              <a:avLst/>
              <a:gdLst/>
              <a:ahLst/>
              <a:cxnLst/>
              <a:rect l="l" t="t" r="r" b="b"/>
              <a:pathLst>
                <a:path w="2234" h="2116" extrusionOk="0">
                  <a:moveTo>
                    <a:pt x="485" y="497"/>
                  </a:moveTo>
                  <a:lnTo>
                    <a:pt x="1623" y="1059"/>
                  </a:lnTo>
                  <a:lnTo>
                    <a:pt x="485" y="1617"/>
                  </a:lnTo>
                  <a:lnTo>
                    <a:pt x="485" y="497"/>
                  </a:lnTo>
                  <a:close/>
                  <a:moveTo>
                    <a:pt x="452" y="0"/>
                  </a:moveTo>
                  <a:cubicBezTo>
                    <a:pt x="217" y="0"/>
                    <a:pt x="4" y="189"/>
                    <a:pt x="4" y="449"/>
                  </a:cubicBezTo>
                  <a:lnTo>
                    <a:pt x="4" y="1669"/>
                  </a:lnTo>
                  <a:cubicBezTo>
                    <a:pt x="1" y="1925"/>
                    <a:pt x="214" y="2116"/>
                    <a:pt x="450" y="2116"/>
                  </a:cubicBezTo>
                  <a:cubicBezTo>
                    <a:pt x="516" y="2116"/>
                    <a:pt x="583" y="2101"/>
                    <a:pt x="648" y="2068"/>
                  </a:cubicBezTo>
                  <a:lnTo>
                    <a:pt x="1897" y="1458"/>
                  </a:lnTo>
                  <a:cubicBezTo>
                    <a:pt x="2233" y="1295"/>
                    <a:pt x="2233" y="819"/>
                    <a:pt x="1897" y="656"/>
                  </a:cubicBezTo>
                  <a:lnTo>
                    <a:pt x="648" y="46"/>
                  </a:lnTo>
                  <a:cubicBezTo>
                    <a:pt x="584" y="15"/>
                    <a:pt x="517" y="0"/>
                    <a:pt x="452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92" name="Google Shape;8092;p69"/>
            <p:cNvSpPr/>
            <p:nvPr/>
          </p:nvSpPr>
          <p:spPr>
            <a:xfrm>
              <a:off x="3055635" y="1835453"/>
              <a:ext cx="169673" cy="12593"/>
            </a:xfrm>
            <a:custGeom>
              <a:avLst/>
              <a:gdLst/>
              <a:ahLst/>
              <a:cxnLst/>
              <a:rect l="l" t="t" r="r" b="b"/>
              <a:pathLst>
                <a:path w="6481" h="481" extrusionOk="0">
                  <a:moveTo>
                    <a:pt x="322" y="0"/>
                  </a:moveTo>
                  <a:cubicBezTo>
                    <a:pt x="0" y="0"/>
                    <a:pt x="0" y="481"/>
                    <a:pt x="322" y="481"/>
                  </a:cubicBezTo>
                  <a:lnTo>
                    <a:pt x="6241" y="481"/>
                  </a:lnTo>
                  <a:cubicBezTo>
                    <a:pt x="6375" y="481"/>
                    <a:pt x="6481" y="370"/>
                    <a:pt x="6481" y="241"/>
                  </a:cubicBezTo>
                  <a:cubicBezTo>
                    <a:pt x="6481" y="106"/>
                    <a:pt x="6375" y="0"/>
                    <a:pt x="6241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93" name="Google Shape;8093;p69"/>
            <p:cNvSpPr/>
            <p:nvPr/>
          </p:nvSpPr>
          <p:spPr>
            <a:xfrm>
              <a:off x="3349663" y="1834955"/>
              <a:ext cx="49585" cy="12593"/>
            </a:xfrm>
            <a:custGeom>
              <a:avLst/>
              <a:gdLst/>
              <a:ahLst/>
              <a:cxnLst/>
              <a:rect l="l" t="t" r="r" b="b"/>
              <a:pathLst>
                <a:path w="1894" h="481" extrusionOk="0">
                  <a:moveTo>
                    <a:pt x="323" y="0"/>
                  </a:moveTo>
                  <a:cubicBezTo>
                    <a:pt x="1" y="0"/>
                    <a:pt x="1" y="481"/>
                    <a:pt x="323" y="481"/>
                  </a:cubicBezTo>
                  <a:lnTo>
                    <a:pt x="1572" y="481"/>
                  </a:lnTo>
                  <a:cubicBezTo>
                    <a:pt x="1894" y="481"/>
                    <a:pt x="1894" y="0"/>
                    <a:pt x="1572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094" name="Google Shape;8094;p69"/>
          <p:cNvGrpSpPr/>
          <p:nvPr/>
        </p:nvGrpSpPr>
        <p:grpSpPr>
          <a:xfrm>
            <a:off x="2625541" y="2138182"/>
            <a:ext cx="286220" cy="270178"/>
            <a:chOff x="3500721" y="1993659"/>
            <a:chExt cx="381626" cy="360237"/>
          </a:xfrm>
        </p:grpSpPr>
        <p:sp>
          <p:nvSpPr>
            <p:cNvPr id="8095" name="Google Shape;8095;p69"/>
            <p:cNvSpPr/>
            <p:nvPr/>
          </p:nvSpPr>
          <p:spPr>
            <a:xfrm>
              <a:off x="3546013" y="2262946"/>
              <a:ext cx="299473" cy="51077"/>
            </a:xfrm>
            <a:custGeom>
              <a:avLst/>
              <a:gdLst/>
              <a:ahLst/>
              <a:cxnLst/>
              <a:rect l="l" t="t" r="r" b="b"/>
              <a:pathLst>
                <a:path w="11439" h="1951" extrusionOk="0">
                  <a:moveTo>
                    <a:pt x="971" y="0"/>
                  </a:moveTo>
                  <a:cubicBezTo>
                    <a:pt x="432" y="0"/>
                    <a:pt x="0" y="437"/>
                    <a:pt x="0" y="975"/>
                  </a:cubicBezTo>
                  <a:cubicBezTo>
                    <a:pt x="0" y="1513"/>
                    <a:pt x="432" y="1951"/>
                    <a:pt x="971" y="1951"/>
                  </a:cubicBezTo>
                  <a:lnTo>
                    <a:pt x="11439" y="1951"/>
                  </a:lnTo>
                  <a:lnTo>
                    <a:pt x="11439" y="0"/>
                  </a:lnTo>
                  <a:close/>
                </a:path>
              </a:pathLst>
            </a:custGeom>
            <a:solidFill>
              <a:srgbClr val="F4F6F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96" name="Google Shape;8096;p69"/>
            <p:cNvSpPr/>
            <p:nvPr/>
          </p:nvSpPr>
          <p:spPr>
            <a:xfrm>
              <a:off x="3547374" y="2262946"/>
              <a:ext cx="298112" cy="50946"/>
            </a:xfrm>
            <a:custGeom>
              <a:avLst/>
              <a:gdLst/>
              <a:ahLst/>
              <a:cxnLst/>
              <a:rect l="l" t="t" r="r" b="b"/>
              <a:pathLst>
                <a:path w="11387" h="1946" extrusionOk="0">
                  <a:moveTo>
                    <a:pt x="10738" y="0"/>
                  </a:moveTo>
                  <a:lnTo>
                    <a:pt x="10738" y="894"/>
                  </a:lnTo>
                  <a:cubicBezTo>
                    <a:pt x="10738" y="1115"/>
                    <a:pt x="10555" y="1297"/>
                    <a:pt x="10330" y="1297"/>
                  </a:cubicBezTo>
                  <a:lnTo>
                    <a:pt x="1" y="1297"/>
                  </a:lnTo>
                  <a:cubicBezTo>
                    <a:pt x="140" y="1686"/>
                    <a:pt x="510" y="1946"/>
                    <a:pt x="919" y="1946"/>
                  </a:cubicBezTo>
                  <a:lnTo>
                    <a:pt x="11387" y="1946"/>
                  </a:lnTo>
                  <a:lnTo>
                    <a:pt x="11387" y="0"/>
                  </a:lnTo>
                  <a:close/>
                </a:path>
              </a:pathLst>
            </a:custGeom>
            <a:solidFill>
              <a:srgbClr val="EAEDF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97" name="Google Shape;8097;p69"/>
            <p:cNvSpPr/>
            <p:nvPr/>
          </p:nvSpPr>
          <p:spPr>
            <a:xfrm>
              <a:off x="3514047" y="2231111"/>
              <a:ext cx="352697" cy="114747"/>
            </a:xfrm>
            <a:custGeom>
              <a:avLst/>
              <a:gdLst/>
              <a:ahLst/>
              <a:cxnLst/>
              <a:rect l="l" t="t" r="r" b="b"/>
              <a:pathLst>
                <a:path w="13472" h="4383" extrusionOk="0">
                  <a:moveTo>
                    <a:pt x="2192" y="1"/>
                  </a:moveTo>
                  <a:cubicBezTo>
                    <a:pt x="981" y="1"/>
                    <a:pt x="1" y="981"/>
                    <a:pt x="1" y="2191"/>
                  </a:cubicBezTo>
                  <a:cubicBezTo>
                    <a:pt x="1" y="3402"/>
                    <a:pt x="981" y="4382"/>
                    <a:pt x="2192" y="4382"/>
                  </a:cubicBezTo>
                  <a:lnTo>
                    <a:pt x="13471" y="4382"/>
                  </a:lnTo>
                  <a:lnTo>
                    <a:pt x="13471" y="3167"/>
                  </a:lnTo>
                  <a:lnTo>
                    <a:pt x="2192" y="3167"/>
                  </a:lnTo>
                  <a:cubicBezTo>
                    <a:pt x="1653" y="3167"/>
                    <a:pt x="1221" y="2729"/>
                    <a:pt x="1221" y="2191"/>
                  </a:cubicBezTo>
                  <a:cubicBezTo>
                    <a:pt x="1221" y="1653"/>
                    <a:pt x="1653" y="1216"/>
                    <a:pt x="2192" y="1216"/>
                  </a:cubicBezTo>
                  <a:lnTo>
                    <a:pt x="13471" y="1216"/>
                  </a:lnTo>
                  <a:lnTo>
                    <a:pt x="13471" y="1"/>
                  </a:lnTo>
                  <a:close/>
                </a:path>
              </a:pathLst>
            </a:custGeom>
            <a:solidFill>
              <a:srgbClr val="E9EEF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98" name="Google Shape;8098;p69"/>
            <p:cNvSpPr/>
            <p:nvPr/>
          </p:nvSpPr>
          <p:spPr>
            <a:xfrm>
              <a:off x="3846585" y="2231111"/>
              <a:ext cx="20159" cy="31861"/>
            </a:xfrm>
            <a:custGeom>
              <a:avLst/>
              <a:gdLst/>
              <a:ahLst/>
              <a:cxnLst/>
              <a:rect l="l" t="t" r="r" b="b"/>
              <a:pathLst>
                <a:path w="770" h="1217" extrusionOk="0">
                  <a:moveTo>
                    <a:pt x="1" y="1"/>
                  </a:moveTo>
                  <a:lnTo>
                    <a:pt x="1" y="1216"/>
                  </a:lnTo>
                  <a:lnTo>
                    <a:pt x="769" y="1216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099" name="Google Shape;8099;p69"/>
            <p:cNvSpPr/>
            <p:nvPr/>
          </p:nvSpPr>
          <p:spPr>
            <a:xfrm>
              <a:off x="3846585" y="2313997"/>
              <a:ext cx="20159" cy="31861"/>
            </a:xfrm>
            <a:custGeom>
              <a:avLst/>
              <a:gdLst/>
              <a:ahLst/>
              <a:cxnLst/>
              <a:rect l="l" t="t" r="r" b="b"/>
              <a:pathLst>
                <a:path w="770" h="1217" extrusionOk="0">
                  <a:moveTo>
                    <a:pt x="1" y="1"/>
                  </a:moveTo>
                  <a:lnTo>
                    <a:pt x="1" y="1216"/>
                  </a:lnTo>
                  <a:lnTo>
                    <a:pt x="769" y="1216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00" name="Google Shape;8100;p69"/>
            <p:cNvSpPr/>
            <p:nvPr/>
          </p:nvSpPr>
          <p:spPr>
            <a:xfrm>
              <a:off x="3571407" y="2288472"/>
              <a:ext cx="49951" cy="55240"/>
            </a:xfrm>
            <a:custGeom>
              <a:avLst/>
              <a:gdLst/>
              <a:ahLst/>
              <a:cxnLst/>
              <a:rect l="l" t="t" r="r" b="b"/>
              <a:pathLst>
                <a:path w="1908" h="2110" extrusionOk="0">
                  <a:moveTo>
                    <a:pt x="1" y="0"/>
                  </a:moveTo>
                  <a:lnTo>
                    <a:pt x="1" y="2109"/>
                  </a:lnTo>
                  <a:lnTo>
                    <a:pt x="976" y="1701"/>
                  </a:lnTo>
                  <a:lnTo>
                    <a:pt x="1908" y="2109"/>
                  </a:lnTo>
                  <a:lnTo>
                    <a:pt x="1908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01" name="Google Shape;8101;p69"/>
            <p:cNvSpPr/>
            <p:nvPr/>
          </p:nvSpPr>
          <p:spPr>
            <a:xfrm>
              <a:off x="3546641" y="2033531"/>
              <a:ext cx="298845" cy="50972"/>
            </a:xfrm>
            <a:custGeom>
              <a:avLst/>
              <a:gdLst/>
              <a:ahLst/>
              <a:cxnLst/>
              <a:rect l="l" t="t" r="r" b="b"/>
              <a:pathLst>
                <a:path w="11415" h="1947" extrusionOk="0">
                  <a:moveTo>
                    <a:pt x="947" y="1"/>
                  </a:moveTo>
                  <a:cubicBezTo>
                    <a:pt x="418" y="15"/>
                    <a:pt x="0" y="447"/>
                    <a:pt x="0" y="976"/>
                  </a:cubicBezTo>
                  <a:cubicBezTo>
                    <a:pt x="0" y="1504"/>
                    <a:pt x="418" y="1937"/>
                    <a:pt x="947" y="1946"/>
                  </a:cubicBezTo>
                  <a:lnTo>
                    <a:pt x="11415" y="1946"/>
                  </a:lnTo>
                  <a:lnTo>
                    <a:pt x="11415" y="1"/>
                  </a:lnTo>
                  <a:close/>
                </a:path>
              </a:pathLst>
            </a:custGeom>
            <a:solidFill>
              <a:srgbClr val="F4F6F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02" name="Google Shape;8102;p69"/>
            <p:cNvSpPr/>
            <p:nvPr/>
          </p:nvSpPr>
          <p:spPr>
            <a:xfrm>
              <a:off x="3547374" y="2033531"/>
              <a:ext cx="298112" cy="51103"/>
            </a:xfrm>
            <a:custGeom>
              <a:avLst/>
              <a:gdLst/>
              <a:ahLst/>
              <a:cxnLst/>
              <a:rect l="l" t="t" r="r" b="b"/>
              <a:pathLst>
                <a:path w="11387" h="1952" extrusionOk="0">
                  <a:moveTo>
                    <a:pt x="10738" y="1"/>
                  </a:moveTo>
                  <a:lnTo>
                    <a:pt x="10738" y="894"/>
                  </a:lnTo>
                  <a:cubicBezTo>
                    <a:pt x="10738" y="1120"/>
                    <a:pt x="10555" y="1298"/>
                    <a:pt x="10330" y="1298"/>
                  </a:cubicBezTo>
                  <a:lnTo>
                    <a:pt x="1" y="1298"/>
                  </a:lnTo>
                  <a:cubicBezTo>
                    <a:pt x="140" y="1687"/>
                    <a:pt x="510" y="1946"/>
                    <a:pt x="919" y="1951"/>
                  </a:cubicBezTo>
                  <a:lnTo>
                    <a:pt x="11387" y="1951"/>
                  </a:lnTo>
                  <a:lnTo>
                    <a:pt x="11387" y="1"/>
                  </a:lnTo>
                  <a:close/>
                </a:path>
              </a:pathLst>
            </a:custGeom>
            <a:solidFill>
              <a:srgbClr val="EAEDF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03" name="Google Shape;8103;p69"/>
            <p:cNvSpPr/>
            <p:nvPr/>
          </p:nvSpPr>
          <p:spPr>
            <a:xfrm>
              <a:off x="3514047" y="2001722"/>
              <a:ext cx="352697" cy="114721"/>
            </a:xfrm>
            <a:custGeom>
              <a:avLst/>
              <a:gdLst/>
              <a:ahLst/>
              <a:cxnLst/>
              <a:rect l="l" t="t" r="r" b="b"/>
              <a:pathLst>
                <a:path w="13472" h="4382" extrusionOk="0">
                  <a:moveTo>
                    <a:pt x="2192" y="0"/>
                  </a:moveTo>
                  <a:cubicBezTo>
                    <a:pt x="981" y="0"/>
                    <a:pt x="1" y="980"/>
                    <a:pt x="1" y="2191"/>
                  </a:cubicBezTo>
                  <a:cubicBezTo>
                    <a:pt x="1" y="3402"/>
                    <a:pt x="981" y="4382"/>
                    <a:pt x="2192" y="4382"/>
                  </a:cubicBezTo>
                  <a:lnTo>
                    <a:pt x="13471" y="4382"/>
                  </a:lnTo>
                  <a:lnTo>
                    <a:pt x="13471" y="3161"/>
                  </a:lnTo>
                  <a:lnTo>
                    <a:pt x="2192" y="3161"/>
                  </a:lnTo>
                  <a:cubicBezTo>
                    <a:pt x="1663" y="3152"/>
                    <a:pt x="1245" y="2719"/>
                    <a:pt x="1245" y="2191"/>
                  </a:cubicBezTo>
                  <a:cubicBezTo>
                    <a:pt x="1245" y="1662"/>
                    <a:pt x="1663" y="1230"/>
                    <a:pt x="2192" y="1216"/>
                  </a:cubicBezTo>
                  <a:lnTo>
                    <a:pt x="13471" y="1216"/>
                  </a:lnTo>
                  <a:lnTo>
                    <a:pt x="13471" y="0"/>
                  </a:lnTo>
                  <a:close/>
                </a:path>
              </a:pathLst>
            </a:custGeom>
            <a:solidFill>
              <a:srgbClr val="C5D1D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04" name="Google Shape;8104;p69"/>
            <p:cNvSpPr/>
            <p:nvPr/>
          </p:nvSpPr>
          <p:spPr>
            <a:xfrm>
              <a:off x="3846585" y="2001722"/>
              <a:ext cx="20159" cy="31835"/>
            </a:xfrm>
            <a:custGeom>
              <a:avLst/>
              <a:gdLst/>
              <a:ahLst/>
              <a:cxnLst/>
              <a:rect l="l" t="t" r="r" b="b"/>
              <a:pathLst>
                <a:path w="770" h="1216" extrusionOk="0">
                  <a:moveTo>
                    <a:pt x="1" y="0"/>
                  </a:moveTo>
                  <a:lnTo>
                    <a:pt x="1" y="1216"/>
                  </a:lnTo>
                  <a:lnTo>
                    <a:pt x="769" y="1216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rgbClr val="B9C7D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05" name="Google Shape;8105;p69"/>
            <p:cNvSpPr/>
            <p:nvPr/>
          </p:nvSpPr>
          <p:spPr>
            <a:xfrm>
              <a:off x="3846585" y="2084477"/>
              <a:ext cx="20159" cy="31966"/>
            </a:xfrm>
            <a:custGeom>
              <a:avLst/>
              <a:gdLst/>
              <a:ahLst/>
              <a:cxnLst/>
              <a:rect l="l" t="t" r="r" b="b"/>
              <a:pathLst>
                <a:path w="770" h="1221" extrusionOk="0">
                  <a:moveTo>
                    <a:pt x="1" y="0"/>
                  </a:moveTo>
                  <a:lnTo>
                    <a:pt x="1" y="1221"/>
                  </a:lnTo>
                  <a:lnTo>
                    <a:pt x="769" y="1221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rgbClr val="B9C7D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06" name="Google Shape;8106;p69"/>
            <p:cNvSpPr/>
            <p:nvPr/>
          </p:nvSpPr>
          <p:spPr>
            <a:xfrm>
              <a:off x="3571407" y="2059056"/>
              <a:ext cx="49951" cy="55240"/>
            </a:xfrm>
            <a:custGeom>
              <a:avLst/>
              <a:gdLst/>
              <a:ahLst/>
              <a:cxnLst/>
              <a:rect l="l" t="t" r="r" b="b"/>
              <a:pathLst>
                <a:path w="1908" h="2110" extrusionOk="0">
                  <a:moveTo>
                    <a:pt x="1" y="1"/>
                  </a:moveTo>
                  <a:lnTo>
                    <a:pt x="1" y="2110"/>
                  </a:lnTo>
                  <a:lnTo>
                    <a:pt x="976" y="1702"/>
                  </a:lnTo>
                  <a:lnTo>
                    <a:pt x="1908" y="2110"/>
                  </a:lnTo>
                  <a:lnTo>
                    <a:pt x="1908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07" name="Google Shape;8107;p69"/>
            <p:cNvSpPr/>
            <p:nvPr/>
          </p:nvSpPr>
          <p:spPr>
            <a:xfrm>
              <a:off x="3535305" y="2148225"/>
              <a:ext cx="299002" cy="51103"/>
            </a:xfrm>
            <a:custGeom>
              <a:avLst/>
              <a:gdLst/>
              <a:ahLst/>
              <a:cxnLst/>
              <a:rect l="l" t="t" r="r" b="b"/>
              <a:pathLst>
                <a:path w="11421" h="1952" extrusionOk="0">
                  <a:moveTo>
                    <a:pt x="1" y="1"/>
                  </a:moveTo>
                  <a:lnTo>
                    <a:pt x="1" y="1951"/>
                  </a:lnTo>
                  <a:lnTo>
                    <a:pt x="10469" y="1951"/>
                  </a:lnTo>
                  <a:cubicBezTo>
                    <a:pt x="10997" y="1937"/>
                    <a:pt x="11420" y="1505"/>
                    <a:pt x="11420" y="976"/>
                  </a:cubicBezTo>
                  <a:cubicBezTo>
                    <a:pt x="11420" y="448"/>
                    <a:pt x="10997" y="15"/>
                    <a:pt x="10469" y="1"/>
                  </a:cubicBezTo>
                  <a:close/>
                </a:path>
              </a:pathLst>
            </a:custGeom>
            <a:solidFill>
              <a:srgbClr val="F4F6F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08" name="Google Shape;8108;p69"/>
            <p:cNvSpPr/>
            <p:nvPr/>
          </p:nvSpPr>
          <p:spPr>
            <a:xfrm>
              <a:off x="3535305" y="2148225"/>
              <a:ext cx="299002" cy="51103"/>
            </a:xfrm>
            <a:custGeom>
              <a:avLst/>
              <a:gdLst/>
              <a:ahLst/>
              <a:cxnLst/>
              <a:rect l="l" t="t" r="r" b="b"/>
              <a:pathLst>
                <a:path w="11421" h="1952" extrusionOk="0">
                  <a:moveTo>
                    <a:pt x="10454" y="1"/>
                  </a:moveTo>
                  <a:cubicBezTo>
                    <a:pt x="10680" y="635"/>
                    <a:pt x="10209" y="1303"/>
                    <a:pt x="9537" y="1303"/>
                  </a:cubicBezTo>
                  <a:lnTo>
                    <a:pt x="1" y="1303"/>
                  </a:lnTo>
                  <a:lnTo>
                    <a:pt x="1" y="1951"/>
                  </a:lnTo>
                  <a:lnTo>
                    <a:pt x="10469" y="1951"/>
                  </a:lnTo>
                  <a:cubicBezTo>
                    <a:pt x="10997" y="1937"/>
                    <a:pt x="11420" y="1505"/>
                    <a:pt x="11420" y="976"/>
                  </a:cubicBezTo>
                  <a:cubicBezTo>
                    <a:pt x="11420" y="448"/>
                    <a:pt x="10997" y="15"/>
                    <a:pt x="10469" y="1"/>
                  </a:cubicBezTo>
                  <a:close/>
                </a:path>
              </a:pathLst>
            </a:custGeom>
            <a:solidFill>
              <a:srgbClr val="EAEDF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09" name="Google Shape;8109;p69"/>
            <p:cNvSpPr/>
            <p:nvPr/>
          </p:nvSpPr>
          <p:spPr>
            <a:xfrm>
              <a:off x="3514047" y="2116417"/>
              <a:ext cx="352697" cy="114721"/>
            </a:xfrm>
            <a:custGeom>
              <a:avLst/>
              <a:gdLst/>
              <a:ahLst/>
              <a:cxnLst/>
              <a:rect l="l" t="t" r="r" b="b"/>
              <a:pathLst>
                <a:path w="13472" h="4382" extrusionOk="0">
                  <a:moveTo>
                    <a:pt x="1" y="1"/>
                  </a:moveTo>
                  <a:lnTo>
                    <a:pt x="1" y="1216"/>
                  </a:lnTo>
                  <a:lnTo>
                    <a:pt x="11281" y="1216"/>
                  </a:lnTo>
                  <a:cubicBezTo>
                    <a:pt x="11809" y="1230"/>
                    <a:pt x="12232" y="1663"/>
                    <a:pt x="12232" y="2191"/>
                  </a:cubicBezTo>
                  <a:cubicBezTo>
                    <a:pt x="12232" y="2720"/>
                    <a:pt x="11809" y="3152"/>
                    <a:pt x="11281" y="3166"/>
                  </a:cubicBezTo>
                  <a:lnTo>
                    <a:pt x="1" y="3166"/>
                  </a:lnTo>
                  <a:lnTo>
                    <a:pt x="1" y="4382"/>
                  </a:lnTo>
                  <a:lnTo>
                    <a:pt x="11281" y="4382"/>
                  </a:lnTo>
                  <a:cubicBezTo>
                    <a:pt x="12491" y="4382"/>
                    <a:pt x="13471" y="3402"/>
                    <a:pt x="13471" y="2191"/>
                  </a:cubicBezTo>
                  <a:cubicBezTo>
                    <a:pt x="13471" y="981"/>
                    <a:pt x="12491" y="1"/>
                    <a:pt x="11281" y="1"/>
                  </a:cubicBezTo>
                  <a:close/>
                </a:path>
              </a:pathLst>
            </a:custGeom>
            <a:solidFill>
              <a:srgbClr val="C9D2D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10" name="Google Shape;8110;p69"/>
            <p:cNvSpPr/>
            <p:nvPr/>
          </p:nvSpPr>
          <p:spPr>
            <a:xfrm>
              <a:off x="3791267" y="2116417"/>
              <a:ext cx="75477" cy="114721"/>
            </a:xfrm>
            <a:custGeom>
              <a:avLst/>
              <a:gdLst/>
              <a:ahLst/>
              <a:cxnLst/>
              <a:rect l="l" t="t" r="r" b="b"/>
              <a:pathLst>
                <a:path w="2883" h="4382" extrusionOk="0">
                  <a:moveTo>
                    <a:pt x="0" y="1"/>
                  </a:moveTo>
                  <a:cubicBezTo>
                    <a:pt x="1211" y="1"/>
                    <a:pt x="2191" y="981"/>
                    <a:pt x="2191" y="2191"/>
                  </a:cubicBezTo>
                  <a:cubicBezTo>
                    <a:pt x="2191" y="3402"/>
                    <a:pt x="1211" y="4382"/>
                    <a:pt x="0" y="4382"/>
                  </a:cubicBezTo>
                  <a:lnTo>
                    <a:pt x="692" y="4382"/>
                  </a:lnTo>
                  <a:cubicBezTo>
                    <a:pt x="1902" y="4382"/>
                    <a:pt x="2882" y="3402"/>
                    <a:pt x="2882" y="2191"/>
                  </a:cubicBezTo>
                  <a:cubicBezTo>
                    <a:pt x="2882" y="981"/>
                    <a:pt x="1902" y="1"/>
                    <a:pt x="692" y="1"/>
                  </a:cubicBezTo>
                  <a:close/>
                </a:path>
              </a:pathLst>
            </a:custGeom>
            <a:solidFill>
              <a:srgbClr val="B9C4C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11" name="Google Shape;8111;p69"/>
            <p:cNvSpPr/>
            <p:nvPr/>
          </p:nvSpPr>
          <p:spPr>
            <a:xfrm>
              <a:off x="3759432" y="2173777"/>
              <a:ext cx="49951" cy="55345"/>
            </a:xfrm>
            <a:custGeom>
              <a:avLst/>
              <a:gdLst/>
              <a:ahLst/>
              <a:cxnLst/>
              <a:rect l="l" t="t" r="r" b="b"/>
              <a:pathLst>
                <a:path w="1908" h="2114" extrusionOk="0">
                  <a:moveTo>
                    <a:pt x="1" y="0"/>
                  </a:moveTo>
                  <a:lnTo>
                    <a:pt x="1" y="2114"/>
                  </a:lnTo>
                  <a:lnTo>
                    <a:pt x="933" y="1706"/>
                  </a:lnTo>
                  <a:lnTo>
                    <a:pt x="1908" y="2109"/>
                  </a:lnTo>
                  <a:lnTo>
                    <a:pt x="1908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12" name="Google Shape;8112;p69"/>
            <p:cNvSpPr/>
            <p:nvPr/>
          </p:nvSpPr>
          <p:spPr>
            <a:xfrm>
              <a:off x="3500721" y="1993659"/>
              <a:ext cx="381626" cy="360237"/>
            </a:xfrm>
            <a:custGeom>
              <a:avLst/>
              <a:gdLst/>
              <a:ahLst/>
              <a:cxnLst/>
              <a:rect l="l" t="t" r="r" b="b"/>
              <a:pathLst>
                <a:path w="14577" h="13760" extrusionOk="0">
                  <a:moveTo>
                    <a:pt x="12866" y="1826"/>
                  </a:moveTo>
                  <a:lnTo>
                    <a:pt x="12866" y="3171"/>
                  </a:lnTo>
                  <a:lnTo>
                    <a:pt x="4915" y="3171"/>
                  </a:lnTo>
                  <a:lnTo>
                    <a:pt x="4915" y="2499"/>
                  </a:lnTo>
                  <a:cubicBezTo>
                    <a:pt x="4915" y="2331"/>
                    <a:pt x="4776" y="2191"/>
                    <a:pt x="4608" y="2191"/>
                  </a:cubicBezTo>
                  <a:lnTo>
                    <a:pt x="2701" y="2191"/>
                  </a:lnTo>
                  <a:cubicBezTo>
                    <a:pt x="2532" y="2191"/>
                    <a:pt x="2398" y="2331"/>
                    <a:pt x="2398" y="2499"/>
                  </a:cubicBezTo>
                  <a:lnTo>
                    <a:pt x="2398" y="3095"/>
                  </a:lnTo>
                  <a:cubicBezTo>
                    <a:pt x="1773" y="2773"/>
                    <a:pt x="1999" y="1826"/>
                    <a:pt x="2701" y="1826"/>
                  </a:cubicBezTo>
                  <a:close/>
                  <a:moveTo>
                    <a:pt x="4300" y="2802"/>
                  </a:moveTo>
                  <a:lnTo>
                    <a:pt x="4300" y="4140"/>
                  </a:lnTo>
                  <a:lnTo>
                    <a:pt x="3796" y="3921"/>
                  </a:lnTo>
                  <a:cubicBezTo>
                    <a:pt x="3757" y="3904"/>
                    <a:pt x="3717" y="3896"/>
                    <a:pt x="3676" y="3896"/>
                  </a:cubicBezTo>
                  <a:cubicBezTo>
                    <a:pt x="3635" y="3896"/>
                    <a:pt x="3594" y="3904"/>
                    <a:pt x="3556" y="3921"/>
                  </a:cubicBezTo>
                  <a:lnTo>
                    <a:pt x="3003" y="4151"/>
                  </a:lnTo>
                  <a:lnTo>
                    <a:pt x="3003" y="2802"/>
                  </a:lnTo>
                  <a:close/>
                  <a:moveTo>
                    <a:pt x="13678" y="3777"/>
                  </a:moveTo>
                  <a:lnTo>
                    <a:pt x="13678" y="4387"/>
                  </a:lnTo>
                  <a:lnTo>
                    <a:pt x="4915" y="4387"/>
                  </a:lnTo>
                  <a:lnTo>
                    <a:pt x="4915" y="3777"/>
                  </a:lnTo>
                  <a:close/>
                  <a:moveTo>
                    <a:pt x="11790" y="6208"/>
                  </a:moveTo>
                  <a:cubicBezTo>
                    <a:pt x="12491" y="6208"/>
                    <a:pt x="12722" y="7154"/>
                    <a:pt x="12092" y="7476"/>
                  </a:cubicBezTo>
                  <a:lnTo>
                    <a:pt x="12092" y="6880"/>
                  </a:lnTo>
                  <a:cubicBezTo>
                    <a:pt x="12092" y="6712"/>
                    <a:pt x="11958" y="6573"/>
                    <a:pt x="11790" y="6573"/>
                  </a:cubicBezTo>
                  <a:lnTo>
                    <a:pt x="9883" y="6573"/>
                  </a:lnTo>
                  <a:cubicBezTo>
                    <a:pt x="9714" y="6573"/>
                    <a:pt x="9580" y="6712"/>
                    <a:pt x="9580" y="6880"/>
                  </a:cubicBezTo>
                  <a:lnTo>
                    <a:pt x="9580" y="7548"/>
                  </a:lnTo>
                  <a:lnTo>
                    <a:pt x="1629" y="7548"/>
                  </a:lnTo>
                  <a:lnTo>
                    <a:pt x="1629" y="6208"/>
                  </a:lnTo>
                  <a:close/>
                  <a:moveTo>
                    <a:pt x="11482" y="7183"/>
                  </a:moveTo>
                  <a:lnTo>
                    <a:pt x="11487" y="8533"/>
                  </a:lnTo>
                  <a:lnTo>
                    <a:pt x="10935" y="8302"/>
                  </a:lnTo>
                  <a:cubicBezTo>
                    <a:pt x="10896" y="8285"/>
                    <a:pt x="10855" y="8277"/>
                    <a:pt x="10815" y="8277"/>
                  </a:cubicBezTo>
                  <a:cubicBezTo>
                    <a:pt x="10774" y="8277"/>
                    <a:pt x="10733" y="8285"/>
                    <a:pt x="10694" y="8302"/>
                  </a:cubicBezTo>
                  <a:lnTo>
                    <a:pt x="10185" y="8523"/>
                  </a:lnTo>
                  <a:lnTo>
                    <a:pt x="10185" y="7183"/>
                  </a:lnTo>
                  <a:close/>
                  <a:moveTo>
                    <a:pt x="11790" y="4992"/>
                  </a:moveTo>
                  <a:cubicBezTo>
                    <a:pt x="12832" y="4992"/>
                    <a:pt x="13673" y="5838"/>
                    <a:pt x="13678" y="6880"/>
                  </a:cubicBezTo>
                  <a:cubicBezTo>
                    <a:pt x="13678" y="7807"/>
                    <a:pt x="13005" y="8595"/>
                    <a:pt x="12092" y="8744"/>
                  </a:cubicBezTo>
                  <a:lnTo>
                    <a:pt x="12092" y="8120"/>
                  </a:lnTo>
                  <a:cubicBezTo>
                    <a:pt x="12722" y="7966"/>
                    <a:pt x="13135" y="7365"/>
                    <a:pt x="13058" y="6726"/>
                  </a:cubicBezTo>
                  <a:cubicBezTo>
                    <a:pt x="12981" y="6083"/>
                    <a:pt x="12434" y="5602"/>
                    <a:pt x="11790" y="5602"/>
                  </a:cubicBezTo>
                  <a:lnTo>
                    <a:pt x="817" y="5602"/>
                  </a:lnTo>
                  <a:lnTo>
                    <a:pt x="817" y="4992"/>
                  </a:lnTo>
                  <a:close/>
                  <a:moveTo>
                    <a:pt x="9580" y="8158"/>
                  </a:moveTo>
                  <a:lnTo>
                    <a:pt x="9580" y="8768"/>
                  </a:lnTo>
                  <a:lnTo>
                    <a:pt x="817" y="8768"/>
                  </a:lnTo>
                  <a:lnTo>
                    <a:pt x="817" y="8158"/>
                  </a:lnTo>
                  <a:close/>
                  <a:moveTo>
                    <a:pt x="12866" y="10589"/>
                  </a:moveTo>
                  <a:lnTo>
                    <a:pt x="12866" y="11934"/>
                  </a:lnTo>
                  <a:lnTo>
                    <a:pt x="4915" y="11934"/>
                  </a:lnTo>
                  <a:lnTo>
                    <a:pt x="4915" y="11261"/>
                  </a:lnTo>
                  <a:cubicBezTo>
                    <a:pt x="4915" y="11093"/>
                    <a:pt x="4776" y="10954"/>
                    <a:pt x="4608" y="10954"/>
                  </a:cubicBezTo>
                  <a:lnTo>
                    <a:pt x="2701" y="10954"/>
                  </a:lnTo>
                  <a:cubicBezTo>
                    <a:pt x="2532" y="10954"/>
                    <a:pt x="2398" y="11093"/>
                    <a:pt x="2398" y="11261"/>
                  </a:cubicBezTo>
                  <a:lnTo>
                    <a:pt x="2398" y="11857"/>
                  </a:lnTo>
                  <a:cubicBezTo>
                    <a:pt x="1773" y="11535"/>
                    <a:pt x="1999" y="10589"/>
                    <a:pt x="2701" y="10589"/>
                  </a:cubicBezTo>
                  <a:close/>
                  <a:moveTo>
                    <a:pt x="4300" y="11564"/>
                  </a:moveTo>
                  <a:lnTo>
                    <a:pt x="4300" y="12904"/>
                  </a:lnTo>
                  <a:lnTo>
                    <a:pt x="4305" y="12909"/>
                  </a:lnTo>
                  <a:lnTo>
                    <a:pt x="3796" y="12688"/>
                  </a:lnTo>
                  <a:cubicBezTo>
                    <a:pt x="3757" y="12671"/>
                    <a:pt x="3717" y="12663"/>
                    <a:pt x="3676" y="12663"/>
                  </a:cubicBezTo>
                  <a:cubicBezTo>
                    <a:pt x="3635" y="12663"/>
                    <a:pt x="3594" y="12671"/>
                    <a:pt x="3556" y="12688"/>
                  </a:cubicBezTo>
                  <a:lnTo>
                    <a:pt x="3003" y="12919"/>
                  </a:lnTo>
                  <a:lnTo>
                    <a:pt x="3003" y="11564"/>
                  </a:lnTo>
                  <a:close/>
                  <a:moveTo>
                    <a:pt x="13678" y="9378"/>
                  </a:moveTo>
                  <a:lnTo>
                    <a:pt x="13678" y="9984"/>
                  </a:lnTo>
                  <a:lnTo>
                    <a:pt x="2701" y="9984"/>
                  </a:lnTo>
                  <a:cubicBezTo>
                    <a:pt x="2057" y="9984"/>
                    <a:pt x="1509" y="10469"/>
                    <a:pt x="1432" y="11108"/>
                  </a:cubicBezTo>
                  <a:cubicBezTo>
                    <a:pt x="1355" y="11751"/>
                    <a:pt x="1769" y="12352"/>
                    <a:pt x="2398" y="12506"/>
                  </a:cubicBezTo>
                  <a:lnTo>
                    <a:pt x="2398" y="13125"/>
                  </a:lnTo>
                  <a:cubicBezTo>
                    <a:pt x="1427" y="12967"/>
                    <a:pt x="745" y="12088"/>
                    <a:pt x="822" y="11113"/>
                  </a:cubicBezTo>
                  <a:cubicBezTo>
                    <a:pt x="904" y="10132"/>
                    <a:pt x="1721" y="9378"/>
                    <a:pt x="2701" y="9378"/>
                  </a:cubicBezTo>
                  <a:close/>
                  <a:moveTo>
                    <a:pt x="11911" y="1"/>
                  </a:moveTo>
                  <a:cubicBezTo>
                    <a:pt x="11742" y="1"/>
                    <a:pt x="11602" y="134"/>
                    <a:pt x="11602" y="308"/>
                  </a:cubicBezTo>
                  <a:cubicBezTo>
                    <a:pt x="11602" y="478"/>
                    <a:pt x="11742" y="611"/>
                    <a:pt x="11911" y="611"/>
                  </a:cubicBezTo>
                  <a:cubicBezTo>
                    <a:pt x="11914" y="611"/>
                    <a:pt x="11917" y="611"/>
                    <a:pt x="11920" y="611"/>
                  </a:cubicBezTo>
                  <a:lnTo>
                    <a:pt x="13678" y="611"/>
                  </a:lnTo>
                  <a:lnTo>
                    <a:pt x="13678" y="1221"/>
                  </a:lnTo>
                  <a:lnTo>
                    <a:pt x="2701" y="1221"/>
                  </a:lnTo>
                  <a:cubicBezTo>
                    <a:pt x="2697" y="1221"/>
                    <a:pt x="2694" y="1221"/>
                    <a:pt x="2691" y="1221"/>
                  </a:cubicBezTo>
                  <a:cubicBezTo>
                    <a:pt x="2051" y="1221"/>
                    <a:pt x="1509" y="1705"/>
                    <a:pt x="1432" y="2345"/>
                  </a:cubicBezTo>
                  <a:cubicBezTo>
                    <a:pt x="1355" y="2984"/>
                    <a:pt x="1769" y="3585"/>
                    <a:pt x="2398" y="3738"/>
                  </a:cubicBezTo>
                  <a:lnTo>
                    <a:pt x="2398" y="4358"/>
                  </a:lnTo>
                  <a:cubicBezTo>
                    <a:pt x="1427" y="4204"/>
                    <a:pt x="736" y="3325"/>
                    <a:pt x="817" y="2345"/>
                  </a:cubicBezTo>
                  <a:cubicBezTo>
                    <a:pt x="899" y="1368"/>
                    <a:pt x="1711" y="611"/>
                    <a:pt x="2691" y="611"/>
                  </a:cubicBezTo>
                  <a:cubicBezTo>
                    <a:pt x="2694" y="611"/>
                    <a:pt x="2697" y="611"/>
                    <a:pt x="2701" y="611"/>
                  </a:cubicBezTo>
                  <a:lnTo>
                    <a:pt x="10507" y="611"/>
                  </a:lnTo>
                  <a:cubicBezTo>
                    <a:pt x="10896" y="592"/>
                    <a:pt x="10896" y="20"/>
                    <a:pt x="10507" y="1"/>
                  </a:cubicBezTo>
                  <a:lnTo>
                    <a:pt x="2701" y="1"/>
                  </a:lnTo>
                  <a:cubicBezTo>
                    <a:pt x="1692" y="1"/>
                    <a:pt x="784" y="611"/>
                    <a:pt x="395" y="1543"/>
                  </a:cubicBezTo>
                  <a:cubicBezTo>
                    <a:pt x="10" y="2475"/>
                    <a:pt x="226" y="3546"/>
                    <a:pt x="937" y="4262"/>
                  </a:cubicBezTo>
                  <a:cubicBezTo>
                    <a:pt x="981" y="4305"/>
                    <a:pt x="1024" y="4344"/>
                    <a:pt x="1072" y="4382"/>
                  </a:cubicBezTo>
                  <a:lnTo>
                    <a:pt x="510" y="4382"/>
                  </a:lnTo>
                  <a:cubicBezTo>
                    <a:pt x="342" y="4382"/>
                    <a:pt x="207" y="4517"/>
                    <a:pt x="207" y="4685"/>
                  </a:cubicBezTo>
                  <a:lnTo>
                    <a:pt x="207" y="5905"/>
                  </a:lnTo>
                  <a:cubicBezTo>
                    <a:pt x="207" y="6073"/>
                    <a:pt x="342" y="6208"/>
                    <a:pt x="510" y="6208"/>
                  </a:cubicBezTo>
                  <a:lnTo>
                    <a:pt x="1019" y="6208"/>
                  </a:lnTo>
                  <a:lnTo>
                    <a:pt x="1019" y="7548"/>
                  </a:lnTo>
                  <a:lnTo>
                    <a:pt x="510" y="7548"/>
                  </a:lnTo>
                  <a:cubicBezTo>
                    <a:pt x="342" y="7548"/>
                    <a:pt x="207" y="7682"/>
                    <a:pt x="207" y="7851"/>
                  </a:cubicBezTo>
                  <a:lnTo>
                    <a:pt x="207" y="9071"/>
                  </a:lnTo>
                  <a:cubicBezTo>
                    <a:pt x="207" y="9239"/>
                    <a:pt x="342" y="9373"/>
                    <a:pt x="510" y="9373"/>
                  </a:cubicBezTo>
                  <a:lnTo>
                    <a:pt x="1072" y="9373"/>
                  </a:lnTo>
                  <a:cubicBezTo>
                    <a:pt x="284" y="10056"/>
                    <a:pt x="1" y="11156"/>
                    <a:pt x="361" y="12131"/>
                  </a:cubicBezTo>
                  <a:cubicBezTo>
                    <a:pt x="725" y="13107"/>
                    <a:pt x="1651" y="13755"/>
                    <a:pt x="2689" y="13755"/>
                  </a:cubicBezTo>
                  <a:cubicBezTo>
                    <a:pt x="2693" y="13755"/>
                    <a:pt x="2697" y="13755"/>
                    <a:pt x="2701" y="13755"/>
                  </a:cubicBezTo>
                  <a:lnTo>
                    <a:pt x="7264" y="13755"/>
                  </a:lnTo>
                  <a:cubicBezTo>
                    <a:pt x="7654" y="13740"/>
                    <a:pt x="7654" y="13164"/>
                    <a:pt x="7264" y="13149"/>
                  </a:cubicBezTo>
                  <a:lnTo>
                    <a:pt x="4910" y="13149"/>
                  </a:lnTo>
                  <a:lnTo>
                    <a:pt x="4910" y="12539"/>
                  </a:lnTo>
                  <a:lnTo>
                    <a:pt x="13673" y="12539"/>
                  </a:lnTo>
                  <a:lnTo>
                    <a:pt x="13673" y="13149"/>
                  </a:lnTo>
                  <a:lnTo>
                    <a:pt x="8686" y="13149"/>
                  </a:lnTo>
                  <a:cubicBezTo>
                    <a:pt x="8297" y="13169"/>
                    <a:pt x="8297" y="13740"/>
                    <a:pt x="8686" y="13760"/>
                  </a:cubicBezTo>
                  <a:lnTo>
                    <a:pt x="13980" y="13760"/>
                  </a:lnTo>
                  <a:cubicBezTo>
                    <a:pt x="14149" y="13760"/>
                    <a:pt x="14283" y="13620"/>
                    <a:pt x="14283" y="13452"/>
                  </a:cubicBezTo>
                  <a:lnTo>
                    <a:pt x="14283" y="12237"/>
                  </a:lnTo>
                  <a:cubicBezTo>
                    <a:pt x="14283" y="12064"/>
                    <a:pt x="14149" y="11929"/>
                    <a:pt x="13980" y="11929"/>
                  </a:cubicBezTo>
                  <a:lnTo>
                    <a:pt x="13471" y="11929"/>
                  </a:lnTo>
                  <a:lnTo>
                    <a:pt x="13471" y="10589"/>
                  </a:lnTo>
                  <a:lnTo>
                    <a:pt x="13980" y="10589"/>
                  </a:lnTo>
                  <a:cubicBezTo>
                    <a:pt x="14149" y="10589"/>
                    <a:pt x="14283" y="10454"/>
                    <a:pt x="14283" y="10286"/>
                  </a:cubicBezTo>
                  <a:lnTo>
                    <a:pt x="14283" y="9071"/>
                  </a:lnTo>
                  <a:cubicBezTo>
                    <a:pt x="14283" y="8903"/>
                    <a:pt x="14149" y="8763"/>
                    <a:pt x="13980" y="8763"/>
                  </a:cubicBezTo>
                  <a:lnTo>
                    <a:pt x="13418" y="8763"/>
                  </a:lnTo>
                  <a:cubicBezTo>
                    <a:pt x="13466" y="8725"/>
                    <a:pt x="13510" y="8686"/>
                    <a:pt x="13553" y="8643"/>
                  </a:cubicBezTo>
                  <a:cubicBezTo>
                    <a:pt x="14576" y="7620"/>
                    <a:pt x="14514" y="5939"/>
                    <a:pt x="13418" y="4992"/>
                  </a:cubicBezTo>
                  <a:lnTo>
                    <a:pt x="13980" y="4992"/>
                  </a:lnTo>
                  <a:cubicBezTo>
                    <a:pt x="14149" y="4992"/>
                    <a:pt x="14283" y="4858"/>
                    <a:pt x="14283" y="4690"/>
                  </a:cubicBezTo>
                  <a:lnTo>
                    <a:pt x="14283" y="3469"/>
                  </a:lnTo>
                  <a:cubicBezTo>
                    <a:pt x="14283" y="3301"/>
                    <a:pt x="14149" y="3167"/>
                    <a:pt x="13980" y="3167"/>
                  </a:cubicBezTo>
                  <a:lnTo>
                    <a:pt x="13471" y="3167"/>
                  </a:lnTo>
                  <a:lnTo>
                    <a:pt x="13471" y="1826"/>
                  </a:lnTo>
                  <a:lnTo>
                    <a:pt x="13980" y="1826"/>
                  </a:lnTo>
                  <a:cubicBezTo>
                    <a:pt x="14149" y="1826"/>
                    <a:pt x="14283" y="1692"/>
                    <a:pt x="14283" y="1524"/>
                  </a:cubicBezTo>
                  <a:lnTo>
                    <a:pt x="14283" y="308"/>
                  </a:lnTo>
                  <a:cubicBezTo>
                    <a:pt x="14283" y="140"/>
                    <a:pt x="14149" y="1"/>
                    <a:pt x="13980" y="1"/>
                  </a:cubicBezTo>
                  <a:lnTo>
                    <a:pt x="11920" y="1"/>
                  </a:lnTo>
                  <a:cubicBezTo>
                    <a:pt x="11917" y="1"/>
                    <a:pt x="11914" y="1"/>
                    <a:pt x="11911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113" name="Google Shape;8113;p69"/>
          <p:cNvGrpSpPr/>
          <p:nvPr/>
        </p:nvGrpSpPr>
        <p:grpSpPr>
          <a:xfrm>
            <a:off x="2609421" y="1776132"/>
            <a:ext cx="280349" cy="277776"/>
            <a:chOff x="3479228" y="1510926"/>
            <a:chExt cx="373798" cy="370368"/>
          </a:xfrm>
        </p:grpSpPr>
        <p:sp>
          <p:nvSpPr>
            <p:cNvPr id="8114" name="Google Shape;8114;p69"/>
            <p:cNvSpPr/>
            <p:nvPr/>
          </p:nvSpPr>
          <p:spPr>
            <a:xfrm>
              <a:off x="3485511" y="1516554"/>
              <a:ext cx="361232" cy="359033"/>
            </a:xfrm>
            <a:custGeom>
              <a:avLst/>
              <a:gdLst/>
              <a:ahLst/>
              <a:cxnLst/>
              <a:rect l="l" t="t" r="r" b="b"/>
              <a:pathLst>
                <a:path w="13798" h="13714" extrusionOk="0">
                  <a:moveTo>
                    <a:pt x="11492" y="1"/>
                  </a:moveTo>
                  <a:cubicBezTo>
                    <a:pt x="11375" y="1"/>
                    <a:pt x="11259" y="46"/>
                    <a:pt x="11170" y="138"/>
                  </a:cubicBezTo>
                  <a:lnTo>
                    <a:pt x="178" y="11124"/>
                  </a:lnTo>
                  <a:cubicBezTo>
                    <a:pt x="0" y="11302"/>
                    <a:pt x="0" y="11595"/>
                    <a:pt x="178" y="11773"/>
                  </a:cubicBezTo>
                  <a:lnTo>
                    <a:pt x="1989" y="13579"/>
                  </a:lnTo>
                  <a:cubicBezTo>
                    <a:pt x="2076" y="13669"/>
                    <a:pt x="2193" y="13713"/>
                    <a:pt x="2309" y="13713"/>
                  </a:cubicBezTo>
                  <a:cubicBezTo>
                    <a:pt x="2424" y="13713"/>
                    <a:pt x="2540" y="13670"/>
                    <a:pt x="2628" y="13584"/>
                  </a:cubicBezTo>
                  <a:lnTo>
                    <a:pt x="13620" y="2597"/>
                  </a:lnTo>
                  <a:cubicBezTo>
                    <a:pt x="13798" y="2415"/>
                    <a:pt x="13798" y="2127"/>
                    <a:pt x="13620" y="1949"/>
                  </a:cubicBezTo>
                  <a:lnTo>
                    <a:pt x="11814" y="138"/>
                  </a:lnTo>
                  <a:cubicBezTo>
                    <a:pt x="11725" y="46"/>
                    <a:pt x="11608" y="1"/>
                    <a:pt x="11492" y="1"/>
                  </a:cubicBezTo>
                  <a:close/>
                </a:path>
              </a:pathLst>
            </a:custGeom>
            <a:solidFill>
              <a:srgbClr val="D9E1E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15" name="Google Shape;8115;p69"/>
            <p:cNvSpPr/>
            <p:nvPr/>
          </p:nvSpPr>
          <p:spPr>
            <a:xfrm>
              <a:off x="3595807" y="1655361"/>
              <a:ext cx="111213" cy="111056"/>
            </a:xfrm>
            <a:custGeom>
              <a:avLst/>
              <a:gdLst/>
              <a:ahLst/>
              <a:cxnLst/>
              <a:rect l="l" t="t" r="r" b="b"/>
              <a:pathLst>
                <a:path w="4248" h="4242" extrusionOk="0">
                  <a:moveTo>
                    <a:pt x="1788" y="0"/>
                  </a:moveTo>
                  <a:lnTo>
                    <a:pt x="1" y="1787"/>
                  </a:lnTo>
                  <a:lnTo>
                    <a:pt x="2455" y="4242"/>
                  </a:lnTo>
                  <a:lnTo>
                    <a:pt x="4247" y="2455"/>
                  </a:lnTo>
                  <a:lnTo>
                    <a:pt x="1788" y="0"/>
                  </a:lnTo>
                  <a:close/>
                </a:path>
              </a:pathLst>
            </a:custGeom>
            <a:solidFill>
              <a:srgbClr val="CBD6D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16" name="Google Shape;8116;p69"/>
            <p:cNvSpPr/>
            <p:nvPr/>
          </p:nvSpPr>
          <p:spPr>
            <a:xfrm>
              <a:off x="3488155" y="1521371"/>
              <a:ext cx="323009" cy="319763"/>
            </a:xfrm>
            <a:custGeom>
              <a:avLst/>
              <a:gdLst/>
              <a:ahLst/>
              <a:cxnLst/>
              <a:rect l="l" t="t" r="r" b="b"/>
              <a:pathLst>
                <a:path w="12338" h="12214" extrusionOk="0">
                  <a:moveTo>
                    <a:pt x="1389" y="1"/>
                  </a:moveTo>
                  <a:cubicBezTo>
                    <a:pt x="1066" y="1"/>
                    <a:pt x="742" y="124"/>
                    <a:pt x="495" y="372"/>
                  </a:cubicBezTo>
                  <a:cubicBezTo>
                    <a:pt x="0" y="866"/>
                    <a:pt x="0" y="1669"/>
                    <a:pt x="495" y="2159"/>
                  </a:cubicBezTo>
                  <a:lnTo>
                    <a:pt x="10545" y="12214"/>
                  </a:lnTo>
                  <a:lnTo>
                    <a:pt x="12337" y="10426"/>
                  </a:lnTo>
                  <a:lnTo>
                    <a:pt x="2282" y="372"/>
                  </a:lnTo>
                  <a:cubicBezTo>
                    <a:pt x="2035" y="124"/>
                    <a:pt x="1712" y="1"/>
                    <a:pt x="1389" y="1"/>
                  </a:cubicBezTo>
                  <a:close/>
                </a:path>
              </a:pathLst>
            </a:custGeom>
            <a:solidFill>
              <a:srgbClr val="AFBCC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17" name="Google Shape;8117;p69"/>
            <p:cNvSpPr/>
            <p:nvPr/>
          </p:nvSpPr>
          <p:spPr>
            <a:xfrm>
              <a:off x="3764223" y="1794324"/>
              <a:ext cx="74665" cy="73854"/>
            </a:xfrm>
            <a:custGeom>
              <a:avLst/>
              <a:gdLst/>
              <a:ahLst/>
              <a:cxnLst/>
              <a:rect l="l" t="t" r="r" b="b"/>
              <a:pathLst>
                <a:path w="2852" h="2821" extrusionOk="0">
                  <a:moveTo>
                    <a:pt x="1792" y="0"/>
                  </a:moveTo>
                  <a:lnTo>
                    <a:pt x="0" y="1788"/>
                  </a:lnTo>
                  <a:lnTo>
                    <a:pt x="2638" y="2811"/>
                  </a:lnTo>
                  <a:cubicBezTo>
                    <a:pt x="2655" y="2818"/>
                    <a:pt x="2672" y="2821"/>
                    <a:pt x="2689" y="2821"/>
                  </a:cubicBezTo>
                  <a:cubicBezTo>
                    <a:pt x="2779" y="2821"/>
                    <a:pt x="2852" y="2731"/>
                    <a:pt x="2815" y="2638"/>
                  </a:cubicBezTo>
                  <a:lnTo>
                    <a:pt x="1792" y="0"/>
                  </a:lnTo>
                  <a:close/>
                </a:path>
              </a:pathLst>
            </a:custGeom>
            <a:solidFill>
              <a:srgbClr val="D3DCE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18" name="Google Shape;8118;p69"/>
            <p:cNvSpPr/>
            <p:nvPr/>
          </p:nvSpPr>
          <p:spPr>
            <a:xfrm>
              <a:off x="3799042" y="1794324"/>
              <a:ext cx="39767" cy="73801"/>
            </a:xfrm>
            <a:custGeom>
              <a:avLst/>
              <a:gdLst/>
              <a:ahLst/>
              <a:cxnLst/>
              <a:rect l="l" t="t" r="r" b="b"/>
              <a:pathLst>
                <a:path w="1519" h="2819" extrusionOk="0">
                  <a:moveTo>
                    <a:pt x="462" y="0"/>
                  </a:moveTo>
                  <a:lnTo>
                    <a:pt x="1" y="462"/>
                  </a:lnTo>
                  <a:lnTo>
                    <a:pt x="842" y="2628"/>
                  </a:lnTo>
                  <a:lnTo>
                    <a:pt x="1312" y="2811"/>
                  </a:lnTo>
                  <a:cubicBezTo>
                    <a:pt x="1328" y="2816"/>
                    <a:pt x="1343" y="2819"/>
                    <a:pt x="1358" y="2819"/>
                  </a:cubicBezTo>
                  <a:cubicBezTo>
                    <a:pt x="1445" y="2819"/>
                    <a:pt x="1518" y="2728"/>
                    <a:pt x="1485" y="2638"/>
                  </a:cubicBezTo>
                  <a:lnTo>
                    <a:pt x="462" y="0"/>
                  </a:lnTo>
                  <a:close/>
                </a:path>
              </a:pathLst>
            </a:custGeom>
            <a:solidFill>
              <a:srgbClr val="BFCCD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19" name="Google Shape;8119;p69"/>
            <p:cNvSpPr/>
            <p:nvPr/>
          </p:nvSpPr>
          <p:spPr>
            <a:xfrm>
              <a:off x="3512790" y="1521371"/>
              <a:ext cx="298373" cy="319763"/>
            </a:xfrm>
            <a:custGeom>
              <a:avLst/>
              <a:gdLst/>
              <a:ahLst/>
              <a:cxnLst/>
              <a:rect l="l" t="t" r="r" b="b"/>
              <a:pathLst>
                <a:path w="11397" h="12214" extrusionOk="0">
                  <a:moveTo>
                    <a:pt x="448" y="1"/>
                  </a:moveTo>
                  <a:cubicBezTo>
                    <a:pt x="298" y="1"/>
                    <a:pt x="147" y="28"/>
                    <a:pt x="1" y="83"/>
                  </a:cubicBezTo>
                  <a:cubicBezTo>
                    <a:pt x="169" y="146"/>
                    <a:pt x="323" y="247"/>
                    <a:pt x="448" y="372"/>
                  </a:cubicBezTo>
                  <a:lnTo>
                    <a:pt x="9157" y="9081"/>
                  </a:lnTo>
                  <a:cubicBezTo>
                    <a:pt x="9902" y="9826"/>
                    <a:pt x="9902" y="11027"/>
                    <a:pt x="9157" y="11767"/>
                  </a:cubicBezTo>
                  <a:lnTo>
                    <a:pt x="9604" y="12214"/>
                  </a:lnTo>
                  <a:lnTo>
                    <a:pt x="11396" y="10426"/>
                  </a:lnTo>
                  <a:lnTo>
                    <a:pt x="1341" y="372"/>
                  </a:lnTo>
                  <a:cubicBezTo>
                    <a:pt x="1100" y="131"/>
                    <a:pt x="778" y="1"/>
                    <a:pt x="448" y="1"/>
                  </a:cubicBezTo>
                  <a:close/>
                </a:path>
              </a:pathLst>
            </a:custGeom>
            <a:solidFill>
              <a:srgbClr val="9FAEB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20" name="Google Shape;8120;p69"/>
            <p:cNvSpPr/>
            <p:nvPr/>
          </p:nvSpPr>
          <p:spPr>
            <a:xfrm>
              <a:off x="3811635" y="1841736"/>
              <a:ext cx="27253" cy="26442"/>
            </a:xfrm>
            <a:custGeom>
              <a:avLst/>
              <a:gdLst/>
              <a:ahLst/>
              <a:cxnLst/>
              <a:rect l="l" t="t" r="r" b="b"/>
              <a:pathLst>
                <a:path w="1041" h="1010" extrusionOk="0">
                  <a:moveTo>
                    <a:pt x="682" y="1"/>
                  </a:moveTo>
                  <a:lnTo>
                    <a:pt x="0" y="678"/>
                  </a:lnTo>
                  <a:lnTo>
                    <a:pt x="831" y="1000"/>
                  </a:lnTo>
                  <a:cubicBezTo>
                    <a:pt x="848" y="1007"/>
                    <a:pt x="865" y="1010"/>
                    <a:pt x="881" y="1010"/>
                  </a:cubicBezTo>
                  <a:cubicBezTo>
                    <a:pt x="968" y="1010"/>
                    <a:pt x="1041" y="920"/>
                    <a:pt x="1004" y="827"/>
                  </a:cubicBezTo>
                  <a:lnTo>
                    <a:pt x="682" y="1"/>
                  </a:lnTo>
                  <a:close/>
                </a:path>
              </a:pathLst>
            </a:custGeom>
            <a:solidFill>
              <a:srgbClr val="889AA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21" name="Google Shape;8121;p69"/>
            <p:cNvSpPr/>
            <p:nvPr/>
          </p:nvSpPr>
          <p:spPr>
            <a:xfrm>
              <a:off x="3523236" y="1553232"/>
              <a:ext cx="69717" cy="69691"/>
            </a:xfrm>
            <a:custGeom>
              <a:avLst/>
              <a:gdLst/>
              <a:ahLst/>
              <a:cxnLst/>
              <a:rect l="l" t="t" r="r" b="b"/>
              <a:pathLst>
                <a:path w="2663" h="2662" extrusionOk="0">
                  <a:moveTo>
                    <a:pt x="1788" y="0"/>
                  </a:moveTo>
                  <a:lnTo>
                    <a:pt x="1" y="1787"/>
                  </a:lnTo>
                  <a:lnTo>
                    <a:pt x="870" y="2662"/>
                  </a:lnTo>
                  <a:lnTo>
                    <a:pt x="2662" y="874"/>
                  </a:lnTo>
                  <a:lnTo>
                    <a:pt x="1788" y="0"/>
                  </a:lnTo>
                  <a:close/>
                </a:path>
              </a:pathLst>
            </a:custGeom>
            <a:solidFill>
              <a:srgbClr val="889AA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22" name="Google Shape;8122;p69"/>
            <p:cNvSpPr/>
            <p:nvPr/>
          </p:nvSpPr>
          <p:spPr>
            <a:xfrm>
              <a:off x="3479228" y="1510926"/>
              <a:ext cx="373798" cy="370368"/>
            </a:xfrm>
            <a:custGeom>
              <a:avLst/>
              <a:gdLst/>
              <a:ahLst/>
              <a:cxnLst/>
              <a:rect l="l" t="t" r="r" b="b"/>
              <a:pathLst>
                <a:path w="14278" h="14147" extrusionOk="0">
                  <a:moveTo>
                    <a:pt x="1730" y="623"/>
                  </a:moveTo>
                  <a:cubicBezTo>
                    <a:pt x="1997" y="623"/>
                    <a:pt x="2265" y="725"/>
                    <a:pt x="2469" y="929"/>
                  </a:cubicBezTo>
                  <a:lnTo>
                    <a:pt x="3161" y="1616"/>
                  </a:lnTo>
                  <a:lnTo>
                    <a:pt x="1677" y="3096"/>
                  </a:lnTo>
                  <a:lnTo>
                    <a:pt x="990" y="2404"/>
                  </a:lnTo>
                  <a:cubicBezTo>
                    <a:pt x="581" y="1996"/>
                    <a:pt x="581" y="1333"/>
                    <a:pt x="990" y="924"/>
                  </a:cubicBezTo>
                  <a:lnTo>
                    <a:pt x="990" y="929"/>
                  </a:lnTo>
                  <a:cubicBezTo>
                    <a:pt x="1194" y="725"/>
                    <a:pt x="1462" y="623"/>
                    <a:pt x="1730" y="623"/>
                  </a:cubicBezTo>
                  <a:close/>
                  <a:moveTo>
                    <a:pt x="3469" y="1924"/>
                  </a:moveTo>
                  <a:lnTo>
                    <a:pt x="4036" y="2490"/>
                  </a:lnTo>
                  <a:lnTo>
                    <a:pt x="3296" y="3230"/>
                  </a:lnTo>
                  <a:lnTo>
                    <a:pt x="2556" y="3970"/>
                  </a:lnTo>
                  <a:lnTo>
                    <a:pt x="1989" y="3403"/>
                  </a:lnTo>
                  <a:lnTo>
                    <a:pt x="3469" y="1924"/>
                  </a:lnTo>
                  <a:close/>
                  <a:moveTo>
                    <a:pt x="12596" y="11215"/>
                  </a:moveTo>
                  <a:lnTo>
                    <a:pt x="13432" y="13367"/>
                  </a:lnTo>
                  <a:lnTo>
                    <a:pt x="11280" y="12531"/>
                  </a:lnTo>
                  <a:lnTo>
                    <a:pt x="12596" y="11215"/>
                  </a:lnTo>
                  <a:close/>
                  <a:moveTo>
                    <a:pt x="5016" y="7049"/>
                  </a:moveTo>
                  <a:lnTo>
                    <a:pt x="7163" y="9197"/>
                  </a:lnTo>
                  <a:lnTo>
                    <a:pt x="6735" y="9629"/>
                  </a:lnTo>
                  <a:lnTo>
                    <a:pt x="6226" y="9115"/>
                  </a:lnTo>
                  <a:cubicBezTo>
                    <a:pt x="6177" y="9060"/>
                    <a:pt x="6121" y="9037"/>
                    <a:pt x="6066" y="9037"/>
                  </a:cubicBezTo>
                  <a:cubicBezTo>
                    <a:pt x="5893" y="9037"/>
                    <a:pt x="5742" y="9269"/>
                    <a:pt x="5914" y="9423"/>
                  </a:cubicBezTo>
                  <a:lnTo>
                    <a:pt x="6428" y="9937"/>
                  </a:lnTo>
                  <a:lnTo>
                    <a:pt x="5919" y="10441"/>
                  </a:lnTo>
                  <a:lnTo>
                    <a:pt x="4756" y="9279"/>
                  </a:lnTo>
                  <a:cubicBezTo>
                    <a:pt x="4710" y="9238"/>
                    <a:pt x="4660" y="9220"/>
                    <a:pt x="4612" y="9220"/>
                  </a:cubicBezTo>
                  <a:cubicBezTo>
                    <a:pt x="4446" y="9220"/>
                    <a:pt x="4307" y="9429"/>
                    <a:pt x="4449" y="9586"/>
                  </a:cubicBezTo>
                  <a:lnTo>
                    <a:pt x="5611" y="10753"/>
                  </a:lnTo>
                  <a:lnTo>
                    <a:pt x="5102" y="11258"/>
                  </a:lnTo>
                  <a:lnTo>
                    <a:pt x="4593" y="10749"/>
                  </a:lnTo>
                  <a:cubicBezTo>
                    <a:pt x="4546" y="10706"/>
                    <a:pt x="4495" y="10688"/>
                    <a:pt x="4446" y="10688"/>
                  </a:cubicBezTo>
                  <a:cubicBezTo>
                    <a:pt x="4280" y="10688"/>
                    <a:pt x="4141" y="10896"/>
                    <a:pt x="4285" y="11056"/>
                  </a:cubicBezTo>
                  <a:lnTo>
                    <a:pt x="4795" y="11565"/>
                  </a:lnTo>
                  <a:lnTo>
                    <a:pt x="4290" y="12075"/>
                  </a:lnTo>
                  <a:lnTo>
                    <a:pt x="3776" y="11560"/>
                  </a:lnTo>
                  <a:cubicBezTo>
                    <a:pt x="3730" y="11520"/>
                    <a:pt x="3680" y="11502"/>
                    <a:pt x="3632" y="11502"/>
                  </a:cubicBezTo>
                  <a:cubicBezTo>
                    <a:pt x="3466" y="11502"/>
                    <a:pt x="3327" y="11712"/>
                    <a:pt x="3469" y="11873"/>
                  </a:cubicBezTo>
                  <a:lnTo>
                    <a:pt x="3978" y="12382"/>
                  </a:lnTo>
                  <a:lnTo>
                    <a:pt x="3473" y="12886"/>
                  </a:lnTo>
                  <a:lnTo>
                    <a:pt x="2311" y="11724"/>
                  </a:lnTo>
                  <a:cubicBezTo>
                    <a:pt x="2265" y="11683"/>
                    <a:pt x="2215" y="11666"/>
                    <a:pt x="2167" y="11666"/>
                  </a:cubicBezTo>
                  <a:cubicBezTo>
                    <a:pt x="1999" y="11666"/>
                    <a:pt x="1858" y="11876"/>
                    <a:pt x="2003" y="12036"/>
                  </a:cubicBezTo>
                  <a:lnTo>
                    <a:pt x="3166" y="13199"/>
                  </a:lnTo>
                  <a:lnTo>
                    <a:pt x="2719" y="13641"/>
                  </a:lnTo>
                  <a:cubicBezTo>
                    <a:pt x="2674" y="13686"/>
                    <a:pt x="2612" y="13709"/>
                    <a:pt x="2551" y="13709"/>
                  </a:cubicBezTo>
                  <a:cubicBezTo>
                    <a:pt x="2490" y="13709"/>
                    <a:pt x="2429" y="13686"/>
                    <a:pt x="2383" y="13641"/>
                  </a:cubicBezTo>
                  <a:lnTo>
                    <a:pt x="572" y="11834"/>
                  </a:lnTo>
                  <a:cubicBezTo>
                    <a:pt x="481" y="11738"/>
                    <a:pt x="481" y="11589"/>
                    <a:pt x="572" y="11493"/>
                  </a:cubicBezTo>
                  <a:lnTo>
                    <a:pt x="5016" y="7049"/>
                  </a:lnTo>
                  <a:close/>
                  <a:moveTo>
                    <a:pt x="11729" y="1"/>
                  </a:moveTo>
                  <a:cubicBezTo>
                    <a:pt x="11556" y="1"/>
                    <a:pt x="11383" y="67"/>
                    <a:pt x="11251" y="199"/>
                  </a:cubicBezTo>
                  <a:lnTo>
                    <a:pt x="7845" y="3605"/>
                  </a:lnTo>
                  <a:cubicBezTo>
                    <a:pt x="7704" y="3765"/>
                    <a:pt x="7841" y="3973"/>
                    <a:pt x="8006" y="3973"/>
                  </a:cubicBezTo>
                  <a:cubicBezTo>
                    <a:pt x="8055" y="3973"/>
                    <a:pt x="8106" y="3955"/>
                    <a:pt x="8153" y="3912"/>
                  </a:cubicBezTo>
                  <a:lnTo>
                    <a:pt x="11559" y="506"/>
                  </a:lnTo>
                  <a:cubicBezTo>
                    <a:pt x="11604" y="461"/>
                    <a:pt x="11666" y="438"/>
                    <a:pt x="11727" y="438"/>
                  </a:cubicBezTo>
                  <a:cubicBezTo>
                    <a:pt x="11788" y="438"/>
                    <a:pt x="11849" y="461"/>
                    <a:pt x="11895" y="506"/>
                  </a:cubicBezTo>
                  <a:lnTo>
                    <a:pt x="13706" y="2318"/>
                  </a:lnTo>
                  <a:cubicBezTo>
                    <a:pt x="13797" y="2409"/>
                    <a:pt x="13797" y="2563"/>
                    <a:pt x="13706" y="2654"/>
                  </a:cubicBezTo>
                  <a:lnTo>
                    <a:pt x="13264" y="3101"/>
                  </a:lnTo>
                  <a:lnTo>
                    <a:pt x="12102" y="1938"/>
                  </a:lnTo>
                  <a:cubicBezTo>
                    <a:pt x="12052" y="1883"/>
                    <a:pt x="11995" y="1860"/>
                    <a:pt x="11940" y="1860"/>
                  </a:cubicBezTo>
                  <a:cubicBezTo>
                    <a:pt x="11768" y="1860"/>
                    <a:pt x="11618" y="2089"/>
                    <a:pt x="11789" y="2245"/>
                  </a:cubicBezTo>
                  <a:lnTo>
                    <a:pt x="12952" y="3408"/>
                  </a:lnTo>
                  <a:lnTo>
                    <a:pt x="12447" y="3912"/>
                  </a:lnTo>
                  <a:lnTo>
                    <a:pt x="11938" y="3403"/>
                  </a:lnTo>
                  <a:cubicBezTo>
                    <a:pt x="11889" y="3348"/>
                    <a:pt x="11832" y="3325"/>
                    <a:pt x="11777" y="3325"/>
                  </a:cubicBezTo>
                  <a:cubicBezTo>
                    <a:pt x="11604" y="3325"/>
                    <a:pt x="11454" y="3554"/>
                    <a:pt x="11626" y="3711"/>
                  </a:cubicBezTo>
                  <a:lnTo>
                    <a:pt x="12140" y="4225"/>
                  </a:lnTo>
                  <a:lnTo>
                    <a:pt x="11631" y="4729"/>
                  </a:lnTo>
                  <a:lnTo>
                    <a:pt x="11122" y="4220"/>
                  </a:lnTo>
                  <a:cubicBezTo>
                    <a:pt x="11075" y="4177"/>
                    <a:pt x="11023" y="4159"/>
                    <a:pt x="10975" y="4159"/>
                  </a:cubicBezTo>
                  <a:cubicBezTo>
                    <a:pt x="10808" y="4159"/>
                    <a:pt x="10668" y="4368"/>
                    <a:pt x="10809" y="4527"/>
                  </a:cubicBezTo>
                  <a:lnTo>
                    <a:pt x="11323" y="5037"/>
                  </a:lnTo>
                  <a:lnTo>
                    <a:pt x="10814" y="5546"/>
                  </a:lnTo>
                  <a:lnTo>
                    <a:pt x="9656" y="4388"/>
                  </a:lnTo>
                  <a:cubicBezTo>
                    <a:pt x="9609" y="4345"/>
                    <a:pt x="9558" y="4327"/>
                    <a:pt x="9509" y="4327"/>
                  </a:cubicBezTo>
                  <a:cubicBezTo>
                    <a:pt x="9343" y="4327"/>
                    <a:pt x="9203" y="4536"/>
                    <a:pt x="9344" y="4696"/>
                  </a:cubicBezTo>
                  <a:lnTo>
                    <a:pt x="10507" y="5858"/>
                  </a:lnTo>
                  <a:lnTo>
                    <a:pt x="10002" y="6363"/>
                  </a:lnTo>
                  <a:lnTo>
                    <a:pt x="9488" y="5853"/>
                  </a:lnTo>
                  <a:cubicBezTo>
                    <a:pt x="9443" y="5812"/>
                    <a:pt x="9393" y="5795"/>
                    <a:pt x="9345" y="5795"/>
                  </a:cubicBezTo>
                  <a:cubicBezTo>
                    <a:pt x="9180" y="5795"/>
                    <a:pt x="9039" y="6001"/>
                    <a:pt x="9181" y="6161"/>
                  </a:cubicBezTo>
                  <a:lnTo>
                    <a:pt x="9690" y="6675"/>
                  </a:lnTo>
                  <a:lnTo>
                    <a:pt x="9262" y="7102"/>
                  </a:lnTo>
                  <a:lnTo>
                    <a:pt x="7115" y="4955"/>
                  </a:lnTo>
                  <a:lnTo>
                    <a:pt x="7519" y="4556"/>
                  </a:lnTo>
                  <a:cubicBezTo>
                    <a:pt x="7660" y="4397"/>
                    <a:pt x="7520" y="4188"/>
                    <a:pt x="7353" y="4188"/>
                  </a:cubicBezTo>
                  <a:cubicBezTo>
                    <a:pt x="7304" y="4188"/>
                    <a:pt x="7253" y="4206"/>
                    <a:pt x="7206" y="4249"/>
                  </a:cubicBezTo>
                  <a:lnTo>
                    <a:pt x="6808" y="4647"/>
                  </a:lnTo>
                  <a:lnTo>
                    <a:pt x="2777" y="617"/>
                  </a:lnTo>
                  <a:cubicBezTo>
                    <a:pt x="2490" y="339"/>
                    <a:pt x="2120" y="201"/>
                    <a:pt x="1750" y="201"/>
                  </a:cubicBezTo>
                  <a:cubicBezTo>
                    <a:pt x="1370" y="201"/>
                    <a:pt x="991" y="347"/>
                    <a:pt x="702" y="636"/>
                  </a:cubicBezTo>
                  <a:cubicBezTo>
                    <a:pt x="130" y="1208"/>
                    <a:pt x="120" y="2130"/>
                    <a:pt x="682" y="2716"/>
                  </a:cubicBezTo>
                  <a:lnTo>
                    <a:pt x="4708" y="6742"/>
                  </a:lnTo>
                  <a:lnTo>
                    <a:pt x="264" y="11186"/>
                  </a:lnTo>
                  <a:cubicBezTo>
                    <a:pt x="0" y="11450"/>
                    <a:pt x="0" y="11878"/>
                    <a:pt x="264" y="12142"/>
                  </a:cubicBezTo>
                  <a:lnTo>
                    <a:pt x="2076" y="13948"/>
                  </a:lnTo>
                  <a:cubicBezTo>
                    <a:pt x="2208" y="14080"/>
                    <a:pt x="2381" y="14146"/>
                    <a:pt x="2553" y="14146"/>
                  </a:cubicBezTo>
                  <a:cubicBezTo>
                    <a:pt x="2725" y="14146"/>
                    <a:pt x="2897" y="14080"/>
                    <a:pt x="3027" y="13948"/>
                  </a:cubicBezTo>
                  <a:lnTo>
                    <a:pt x="7470" y="9504"/>
                  </a:lnTo>
                  <a:lnTo>
                    <a:pt x="7788" y="9821"/>
                  </a:lnTo>
                  <a:cubicBezTo>
                    <a:pt x="7837" y="9877"/>
                    <a:pt x="7894" y="9900"/>
                    <a:pt x="7949" y="9900"/>
                  </a:cubicBezTo>
                  <a:cubicBezTo>
                    <a:pt x="8121" y="9900"/>
                    <a:pt x="8271" y="9671"/>
                    <a:pt x="8100" y="9514"/>
                  </a:cubicBezTo>
                  <a:lnTo>
                    <a:pt x="7663" y="9077"/>
                  </a:lnTo>
                  <a:cubicBezTo>
                    <a:pt x="7643" y="9048"/>
                    <a:pt x="7619" y="9024"/>
                    <a:pt x="7591" y="9010"/>
                  </a:cubicBezTo>
                  <a:lnTo>
                    <a:pt x="2863" y="4278"/>
                  </a:lnTo>
                  <a:lnTo>
                    <a:pt x="3449" y="3691"/>
                  </a:lnTo>
                  <a:lnTo>
                    <a:pt x="3810" y="4052"/>
                  </a:lnTo>
                  <a:cubicBezTo>
                    <a:pt x="3858" y="4107"/>
                    <a:pt x="3915" y="4130"/>
                    <a:pt x="3969" y="4130"/>
                  </a:cubicBezTo>
                  <a:cubicBezTo>
                    <a:pt x="4141" y="4130"/>
                    <a:pt x="4292" y="3901"/>
                    <a:pt x="4117" y="3744"/>
                  </a:cubicBezTo>
                  <a:lnTo>
                    <a:pt x="3757" y="3384"/>
                  </a:lnTo>
                  <a:lnTo>
                    <a:pt x="4343" y="2798"/>
                  </a:lnTo>
                  <a:lnTo>
                    <a:pt x="6654" y="5109"/>
                  </a:lnTo>
                  <a:lnTo>
                    <a:pt x="9085" y="7540"/>
                  </a:lnTo>
                  <a:cubicBezTo>
                    <a:pt x="9099" y="7559"/>
                    <a:pt x="9113" y="7573"/>
                    <a:pt x="9128" y="7583"/>
                  </a:cubicBezTo>
                  <a:lnTo>
                    <a:pt x="12371" y="10825"/>
                  </a:lnTo>
                  <a:lnTo>
                    <a:pt x="11785" y="11412"/>
                  </a:lnTo>
                  <a:lnTo>
                    <a:pt x="8513" y="8140"/>
                  </a:lnTo>
                  <a:lnTo>
                    <a:pt x="8508" y="8135"/>
                  </a:lnTo>
                  <a:lnTo>
                    <a:pt x="7201" y="6829"/>
                  </a:lnTo>
                  <a:lnTo>
                    <a:pt x="7197" y="6824"/>
                  </a:lnTo>
                  <a:lnTo>
                    <a:pt x="4895" y="4523"/>
                  </a:lnTo>
                  <a:cubicBezTo>
                    <a:pt x="4849" y="4480"/>
                    <a:pt x="4797" y="4462"/>
                    <a:pt x="4749" y="4462"/>
                  </a:cubicBezTo>
                  <a:cubicBezTo>
                    <a:pt x="4582" y="4462"/>
                    <a:pt x="4442" y="4670"/>
                    <a:pt x="4583" y="4830"/>
                  </a:cubicBezTo>
                  <a:lnTo>
                    <a:pt x="11472" y="11719"/>
                  </a:lnTo>
                  <a:lnTo>
                    <a:pt x="10886" y="12305"/>
                  </a:lnTo>
                  <a:lnTo>
                    <a:pt x="8816" y="10230"/>
                  </a:lnTo>
                  <a:cubicBezTo>
                    <a:pt x="8769" y="10189"/>
                    <a:pt x="8718" y="10171"/>
                    <a:pt x="8670" y="10171"/>
                  </a:cubicBezTo>
                  <a:cubicBezTo>
                    <a:pt x="8503" y="10171"/>
                    <a:pt x="8362" y="10377"/>
                    <a:pt x="8503" y="10537"/>
                  </a:cubicBezTo>
                  <a:lnTo>
                    <a:pt x="10737" y="12766"/>
                  </a:lnTo>
                  <a:lnTo>
                    <a:pt x="10737" y="12771"/>
                  </a:lnTo>
                  <a:lnTo>
                    <a:pt x="10747" y="12776"/>
                  </a:lnTo>
                  <a:lnTo>
                    <a:pt x="10761" y="12785"/>
                  </a:lnTo>
                  <a:lnTo>
                    <a:pt x="10766" y="12790"/>
                  </a:lnTo>
                  <a:lnTo>
                    <a:pt x="10785" y="12805"/>
                  </a:lnTo>
                  <a:lnTo>
                    <a:pt x="10804" y="12814"/>
                  </a:lnTo>
                  <a:lnTo>
                    <a:pt x="13447" y="13838"/>
                  </a:lnTo>
                  <a:cubicBezTo>
                    <a:pt x="13490" y="13854"/>
                    <a:pt x="13533" y="13862"/>
                    <a:pt x="13574" y="13862"/>
                  </a:cubicBezTo>
                  <a:cubicBezTo>
                    <a:pt x="13807" y="13862"/>
                    <a:pt x="13997" y="13622"/>
                    <a:pt x="13903" y="13381"/>
                  </a:cubicBezTo>
                  <a:lnTo>
                    <a:pt x="12880" y="10744"/>
                  </a:lnTo>
                  <a:cubicBezTo>
                    <a:pt x="12875" y="10734"/>
                    <a:pt x="12870" y="10729"/>
                    <a:pt x="12870" y="10720"/>
                  </a:cubicBezTo>
                  <a:lnTo>
                    <a:pt x="12870" y="10715"/>
                  </a:lnTo>
                  <a:cubicBezTo>
                    <a:pt x="12865" y="10710"/>
                    <a:pt x="12861" y="10705"/>
                    <a:pt x="12856" y="10701"/>
                  </a:cubicBezTo>
                  <a:lnTo>
                    <a:pt x="12851" y="10691"/>
                  </a:lnTo>
                  <a:lnTo>
                    <a:pt x="12841" y="10681"/>
                  </a:lnTo>
                  <a:lnTo>
                    <a:pt x="12837" y="10672"/>
                  </a:lnTo>
                  <a:lnTo>
                    <a:pt x="12832" y="10667"/>
                  </a:lnTo>
                  <a:lnTo>
                    <a:pt x="9570" y="7410"/>
                  </a:lnTo>
                  <a:lnTo>
                    <a:pt x="14014" y="2961"/>
                  </a:lnTo>
                  <a:cubicBezTo>
                    <a:pt x="14278" y="2702"/>
                    <a:pt x="14278" y="2274"/>
                    <a:pt x="14014" y="2010"/>
                  </a:cubicBezTo>
                  <a:lnTo>
                    <a:pt x="12207" y="199"/>
                  </a:lnTo>
                  <a:cubicBezTo>
                    <a:pt x="12075" y="67"/>
                    <a:pt x="11902" y="1"/>
                    <a:pt x="11729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123" name="Google Shape;8123;p69"/>
          <p:cNvGrpSpPr/>
          <p:nvPr/>
        </p:nvGrpSpPr>
        <p:grpSpPr>
          <a:xfrm>
            <a:off x="646824" y="2815844"/>
            <a:ext cx="254430" cy="283647"/>
            <a:chOff x="862432" y="2897209"/>
            <a:chExt cx="339240" cy="378196"/>
          </a:xfrm>
        </p:grpSpPr>
        <p:sp>
          <p:nvSpPr>
            <p:cNvPr id="8124" name="Google Shape;8124;p69"/>
            <p:cNvSpPr/>
            <p:nvPr/>
          </p:nvSpPr>
          <p:spPr>
            <a:xfrm>
              <a:off x="868872" y="3000280"/>
              <a:ext cx="306385" cy="268581"/>
            </a:xfrm>
            <a:custGeom>
              <a:avLst/>
              <a:gdLst/>
              <a:ahLst/>
              <a:cxnLst/>
              <a:rect l="l" t="t" r="r" b="b"/>
              <a:pathLst>
                <a:path w="11703" h="10259" extrusionOk="0">
                  <a:moveTo>
                    <a:pt x="3465" y="1"/>
                  </a:moveTo>
                  <a:cubicBezTo>
                    <a:pt x="3221" y="1"/>
                    <a:pt x="2978" y="25"/>
                    <a:pt x="2748" y="84"/>
                  </a:cubicBezTo>
                  <a:cubicBezTo>
                    <a:pt x="1417" y="430"/>
                    <a:pt x="0" y="1857"/>
                    <a:pt x="0" y="4225"/>
                  </a:cubicBezTo>
                  <a:cubicBezTo>
                    <a:pt x="0" y="5825"/>
                    <a:pt x="1023" y="8030"/>
                    <a:pt x="2272" y="9284"/>
                  </a:cubicBezTo>
                  <a:cubicBezTo>
                    <a:pt x="2868" y="9879"/>
                    <a:pt x="3517" y="10259"/>
                    <a:pt x="4127" y="10259"/>
                  </a:cubicBezTo>
                  <a:cubicBezTo>
                    <a:pt x="4487" y="10259"/>
                    <a:pt x="4842" y="10206"/>
                    <a:pt x="5188" y="10105"/>
                  </a:cubicBezTo>
                  <a:cubicBezTo>
                    <a:pt x="5405" y="10038"/>
                    <a:pt x="5629" y="10004"/>
                    <a:pt x="5854" y="10004"/>
                  </a:cubicBezTo>
                  <a:cubicBezTo>
                    <a:pt x="6078" y="10004"/>
                    <a:pt x="6303" y="10038"/>
                    <a:pt x="6519" y="10105"/>
                  </a:cubicBezTo>
                  <a:cubicBezTo>
                    <a:pt x="6865" y="10206"/>
                    <a:pt x="7220" y="10259"/>
                    <a:pt x="7576" y="10259"/>
                  </a:cubicBezTo>
                  <a:cubicBezTo>
                    <a:pt x="8162" y="10259"/>
                    <a:pt x="8777" y="9913"/>
                    <a:pt x="9349" y="9365"/>
                  </a:cubicBezTo>
                  <a:cubicBezTo>
                    <a:pt x="10641" y="8126"/>
                    <a:pt x="11703" y="5863"/>
                    <a:pt x="11703" y="4225"/>
                  </a:cubicBezTo>
                  <a:cubicBezTo>
                    <a:pt x="11703" y="1857"/>
                    <a:pt x="10290" y="430"/>
                    <a:pt x="8960" y="84"/>
                  </a:cubicBezTo>
                  <a:cubicBezTo>
                    <a:pt x="8732" y="26"/>
                    <a:pt x="8493" y="2"/>
                    <a:pt x="8251" y="2"/>
                  </a:cubicBezTo>
                  <a:cubicBezTo>
                    <a:pt x="7813" y="2"/>
                    <a:pt x="7369" y="81"/>
                    <a:pt x="6985" y="180"/>
                  </a:cubicBezTo>
                  <a:cubicBezTo>
                    <a:pt x="6860" y="214"/>
                    <a:pt x="6735" y="238"/>
                    <a:pt x="6610" y="262"/>
                  </a:cubicBezTo>
                  <a:cubicBezTo>
                    <a:pt x="6361" y="303"/>
                    <a:pt x="6110" y="324"/>
                    <a:pt x="5859" y="324"/>
                  </a:cubicBezTo>
                  <a:cubicBezTo>
                    <a:pt x="5476" y="324"/>
                    <a:pt x="5094" y="276"/>
                    <a:pt x="4722" y="180"/>
                  </a:cubicBezTo>
                  <a:cubicBezTo>
                    <a:pt x="4341" y="78"/>
                    <a:pt x="3900" y="1"/>
                    <a:pt x="3465" y="1"/>
                  </a:cubicBezTo>
                  <a:close/>
                </a:path>
              </a:pathLst>
            </a:custGeom>
            <a:solidFill>
              <a:srgbClr val="E4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25" name="Google Shape;8125;p69"/>
            <p:cNvSpPr/>
            <p:nvPr/>
          </p:nvSpPr>
          <p:spPr>
            <a:xfrm>
              <a:off x="868977" y="3000253"/>
              <a:ext cx="244783" cy="268607"/>
            </a:xfrm>
            <a:custGeom>
              <a:avLst/>
              <a:gdLst/>
              <a:ahLst/>
              <a:cxnLst/>
              <a:rect l="l" t="t" r="r" b="b"/>
              <a:pathLst>
                <a:path w="9350" h="10260" extrusionOk="0">
                  <a:moveTo>
                    <a:pt x="3451" y="1"/>
                  </a:moveTo>
                  <a:cubicBezTo>
                    <a:pt x="3210" y="1"/>
                    <a:pt x="2971" y="25"/>
                    <a:pt x="2744" y="85"/>
                  </a:cubicBezTo>
                  <a:cubicBezTo>
                    <a:pt x="1413" y="431"/>
                    <a:pt x="1" y="1858"/>
                    <a:pt x="1" y="4226"/>
                  </a:cubicBezTo>
                  <a:cubicBezTo>
                    <a:pt x="1" y="6589"/>
                    <a:pt x="2220" y="10260"/>
                    <a:pt x="4127" y="10260"/>
                  </a:cubicBezTo>
                  <a:cubicBezTo>
                    <a:pt x="4483" y="10260"/>
                    <a:pt x="4838" y="10207"/>
                    <a:pt x="5184" y="10106"/>
                  </a:cubicBezTo>
                  <a:cubicBezTo>
                    <a:pt x="5401" y="10039"/>
                    <a:pt x="5625" y="10005"/>
                    <a:pt x="5850" y="10005"/>
                  </a:cubicBezTo>
                  <a:cubicBezTo>
                    <a:pt x="6076" y="10005"/>
                    <a:pt x="6301" y="10039"/>
                    <a:pt x="6520" y="10106"/>
                  </a:cubicBezTo>
                  <a:cubicBezTo>
                    <a:pt x="6861" y="10207"/>
                    <a:pt x="7216" y="10260"/>
                    <a:pt x="7577" y="10260"/>
                  </a:cubicBezTo>
                  <a:cubicBezTo>
                    <a:pt x="8163" y="10260"/>
                    <a:pt x="8778" y="9914"/>
                    <a:pt x="9349" y="9366"/>
                  </a:cubicBezTo>
                  <a:lnTo>
                    <a:pt x="9345" y="9366"/>
                  </a:lnTo>
                  <a:cubicBezTo>
                    <a:pt x="8632" y="9492"/>
                    <a:pt x="7993" y="9545"/>
                    <a:pt x="7423" y="9545"/>
                  </a:cubicBezTo>
                  <a:cubicBezTo>
                    <a:pt x="6728" y="9545"/>
                    <a:pt x="6135" y="9466"/>
                    <a:pt x="5631" y="9342"/>
                  </a:cubicBezTo>
                  <a:cubicBezTo>
                    <a:pt x="4127" y="8977"/>
                    <a:pt x="3013" y="7718"/>
                    <a:pt x="2830" y="6186"/>
                  </a:cubicBezTo>
                  <a:cubicBezTo>
                    <a:pt x="2364" y="2352"/>
                    <a:pt x="4872" y="1238"/>
                    <a:pt x="4872" y="1238"/>
                  </a:cubicBezTo>
                  <a:cubicBezTo>
                    <a:pt x="5229" y="1400"/>
                    <a:pt x="5611" y="1441"/>
                    <a:pt x="5907" y="1441"/>
                  </a:cubicBezTo>
                  <a:cubicBezTo>
                    <a:pt x="6217" y="1441"/>
                    <a:pt x="6433" y="1396"/>
                    <a:pt x="6433" y="1396"/>
                  </a:cubicBezTo>
                  <a:cubicBezTo>
                    <a:pt x="5905" y="868"/>
                    <a:pt x="6606" y="263"/>
                    <a:pt x="6606" y="263"/>
                  </a:cubicBezTo>
                  <a:lnTo>
                    <a:pt x="6606" y="263"/>
                  </a:lnTo>
                  <a:cubicBezTo>
                    <a:pt x="6357" y="304"/>
                    <a:pt x="6107" y="325"/>
                    <a:pt x="5857" y="325"/>
                  </a:cubicBezTo>
                  <a:cubicBezTo>
                    <a:pt x="5474" y="325"/>
                    <a:pt x="5093" y="277"/>
                    <a:pt x="4718" y="181"/>
                  </a:cubicBezTo>
                  <a:cubicBezTo>
                    <a:pt x="4334" y="82"/>
                    <a:pt x="3890" y="1"/>
                    <a:pt x="3451" y="1"/>
                  </a:cubicBezTo>
                  <a:close/>
                </a:path>
              </a:pathLst>
            </a:custGeom>
            <a:solidFill>
              <a:srgbClr val="DEE5E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26" name="Google Shape;8126;p69"/>
            <p:cNvSpPr/>
            <p:nvPr/>
          </p:nvSpPr>
          <p:spPr>
            <a:xfrm>
              <a:off x="1041163" y="2903728"/>
              <a:ext cx="153729" cy="85006"/>
            </a:xfrm>
            <a:custGeom>
              <a:avLst/>
              <a:gdLst/>
              <a:ahLst/>
              <a:cxnLst/>
              <a:rect l="l" t="t" r="r" b="b"/>
              <a:pathLst>
                <a:path w="5872" h="3247" extrusionOk="0">
                  <a:moveTo>
                    <a:pt x="2779" y="0"/>
                  </a:moveTo>
                  <a:cubicBezTo>
                    <a:pt x="2653" y="0"/>
                    <a:pt x="2523" y="5"/>
                    <a:pt x="2388" y="15"/>
                  </a:cubicBezTo>
                  <a:cubicBezTo>
                    <a:pt x="688" y="145"/>
                    <a:pt x="25" y="2124"/>
                    <a:pt x="1" y="2187"/>
                  </a:cubicBezTo>
                  <a:cubicBezTo>
                    <a:pt x="25" y="2172"/>
                    <a:pt x="53" y="2158"/>
                    <a:pt x="77" y="2153"/>
                  </a:cubicBezTo>
                  <a:cubicBezTo>
                    <a:pt x="100" y="2148"/>
                    <a:pt x="124" y="2145"/>
                    <a:pt x="150" y="2145"/>
                  </a:cubicBezTo>
                  <a:cubicBezTo>
                    <a:pt x="689" y="2145"/>
                    <a:pt x="1775" y="3247"/>
                    <a:pt x="3049" y="3247"/>
                  </a:cubicBezTo>
                  <a:cubicBezTo>
                    <a:pt x="3298" y="3247"/>
                    <a:pt x="3554" y="3205"/>
                    <a:pt x="3815" y="3104"/>
                  </a:cubicBezTo>
                  <a:cubicBezTo>
                    <a:pt x="5544" y="2436"/>
                    <a:pt x="5871" y="150"/>
                    <a:pt x="5871" y="150"/>
                  </a:cubicBezTo>
                  <a:lnTo>
                    <a:pt x="5871" y="150"/>
                  </a:lnTo>
                  <a:cubicBezTo>
                    <a:pt x="5664" y="283"/>
                    <a:pt x="5449" y="331"/>
                    <a:pt x="5214" y="331"/>
                  </a:cubicBezTo>
                  <a:cubicBezTo>
                    <a:pt x="4600" y="331"/>
                    <a:pt x="3854" y="0"/>
                    <a:pt x="2779" y="0"/>
                  </a:cubicBezTo>
                  <a:close/>
                </a:path>
              </a:pathLst>
            </a:custGeom>
            <a:solidFill>
              <a:srgbClr val="ABB8C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27" name="Google Shape;8127;p69"/>
            <p:cNvSpPr/>
            <p:nvPr/>
          </p:nvSpPr>
          <p:spPr>
            <a:xfrm>
              <a:off x="1041163" y="2903728"/>
              <a:ext cx="153729" cy="57125"/>
            </a:xfrm>
            <a:custGeom>
              <a:avLst/>
              <a:gdLst/>
              <a:ahLst/>
              <a:cxnLst/>
              <a:rect l="l" t="t" r="r" b="b"/>
              <a:pathLst>
                <a:path w="5872" h="2182" extrusionOk="0">
                  <a:moveTo>
                    <a:pt x="2779" y="0"/>
                  </a:moveTo>
                  <a:cubicBezTo>
                    <a:pt x="2653" y="0"/>
                    <a:pt x="2523" y="5"/>
                    <a:pt x="2388" y="15"/>
                  </a:cubicBezTo>
                  <a:cubicBezTo>
                    <a:pt x="688" y="145"/>
                    <a:pt x="25" y="2124"/>
                    <a:pt x="1" y="2182"/>
                  </a:cubicBezTo>
                  <a:lnTo>
                    <a:pt x="77" y="2153"/>
                  </a:lnTo>
                  <a:cubicBezTo>
                    <a:pt x="447" y="2014"/>
                    <a:pt x="2042" y="1427"/>
                    <a:pt x="3344" y="1427"/>
                  </a:cubicBezTo>
                  <a:cubicBezTo>
                    <a:pt x="4819" y="1427"/>
                    <a:pt x="5871" y="150"/>
                    <a:pt x="5871" y="150"/>
                  </a:cubicBezTo>
                  <a:lnTo>
                    <a:pt x="5871" y="150"/>
                  </a:lnTo>
                  <a:cubicBezTo>
                    <a:pt x="5664" y="283"/>
                    <a:pt x="5449" y="331"/>
                    <a:pt x="5214" y="331"/>
                  </a:cubicBezTo>
                  <a:cubicBezTo>
                    <a:pt x="4600" y="331"/>
                    <a:pt x="3854" y="0"/>
                    <a:pt x="2779" y="0"/>
                  </a:cubicBezTo>
                  <a:close/>
                </a:path>
              </a:pathLst>
            </a:custGeom>
            <a:solidFill>
              <a:srgbClr val="D2DBE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28" name="Google Shape;8128;p69"/>
            <p:cNvSpPr/>
            <p:nvPr/>
          </p:nvSpPr>
          <p:spPr>
            <a:xfrm>
              <a:off x="1104047" y="3053713"/>
              <a:ext cx="43302" cy="61785"/>
            </a:xfrm>
            <a:custGeom>
              <a:avLst/>
              <a:gdLst/>
              <a:ahLst/>
              <a:cxnLst/>
              <a:rect l="l" t="t" r="r" b="b"/>
              <a:pathLst>
                <a:path w="1654" h="2360" extrusionOk="0">
                  <a:moveTo>
                    <a:pt x="758" y="1"/>
                  </a:moveTo>
                  <a:cubicBezTo>
                    <a:pt x="742" y="1"/>
                    <a:pt x="727" y="1"/>
                    <a:pt x="712" y="3"/>
                  </a:cubicBezTo>
                  <a:cubicBezTo>
                    <a:pt x="289" y="46"/>
                    <a:pt x="1" y="608"/>
                    <a:pt x="68" y="1257"/>
                  </a:cubicBezTo>
                  <a:cubicBezTo>
                    <a:pt x="128" y="1879"/>
                    <a:pt x="493" y="2359"/>
                    <a:pt x="895" y="2359"/>
                  </a:cubicBezTo>
                  <a:cubicBezTo>
                    <a:pt x="913" y="2359"/>
                    <a:pt x="930" y="2359"/>
                    <a:pt x="947" y="2357"/>
                  </a:cubicBezTo>
                  <a:cubicBezTo>
                    <a:pt x="1365" y="2314"/>
                    <a:pt x="1653" y="1756"/>
                    <a:pt x="1591" y="1103"/>
                  </a:cubicBezTo>
                  <a:cubicBezTo>
                    <a:pt x="1526" y="478"/>
                    <a:pt x="1158" y="1"/>
                    <a:pt x="758" y="1"/>
                  </a:cubicBezTo>
                  <a:close/>
                </a:path>
              </a:pathLst>
            </a:custGeom>
            <a:solidFill>
              <a:srgbClr val="EDF1F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29" name="Google Shape;8129;p69"/>
            <p:cNvSpPr/>
            <p:nvPr/>
          </p:nvSpPr>
          <p:spPr>
            <a:xfrm>
              <a:off x="862432" y="2993865"/>
              <a:ext cx="319370" cy="281540"/>
            </a:xfrm>
            <a:custGeom>
              <a:avLst/>
              <a:gdLst/>
              <a:ahLst/>
              <a:cxnLst/>
              <a:rect l="l" t="t" r="r" b="b"/>
              <a:pathLst>
                <a:path w="12199" h="10754" extrusionOk="0">
                  <a:moveTo>
                    <a:pt x="3713" y="1"/>
                  </a:moveTo>
                  <a:cubicBezTo>
                    <a:pt x="3431" y="1"/>
                    <a:pt x="3170" y="32"/>
                    <a:pt x="2931" y="93"/>
                  </a:cubicBezTo>
                  <a:cubicBezTo>
                    <a:pt x="2168" y="286"/>
                    <a:pt x="1452" y="785"/>
                    <a:pt x="923" y="1491"/>
                  </a:cubicBezTo>
                  <a:cubicBezTo>
                    <a:pt x="323" y="2303"/>
                    <a:pt x="1" y="3331"/>
                    <a:pt x="1" y="4470"/>
                  </a:cubicBezTo>
                  <a:cubicBezTo>
                    <a:pt x="1" y="5652"/>
                    <a:pt x="534" y="7199"/>
                    <a:pt x="1389" y="8510"/>
                  </a:cubicBezTo>
                  <a:cubicBezTo>
                    <a:pt x="2321" y="9932"/>
                    <a:pt x="3412" y="10754"/>
                    <a:pt x="4373" y="10754"/>
                  </a:cubicBezTo>
                  <a:cubicBezTo>
                    <a:pt x="4757" y="10749"/>
                    <a:pt x="5137" y="10696"/>
                    <a:pt x="5502" y="10585"/>
                  </a:cubicBezTo>
                  <a:cubicBezTo>
                    <a:pt x="5696" y="10525"/>
                    <a:pt x="5898" y="10495"/>
                    <a:pt x="6099" y="10495"/>
                  </a:cubicBezTo>
                  <a:cubicBezTo>
                    <a:pt x="6300" y="10495"/>
                    <a:pt x="6501" y="10525"/>
                    <a:pt x="6693" y="10585"/>
                  </a:cubicBezTo>
                  <a:cubicBezTo>
                    <a:pt x="7063" y="10696"/>
                    <a:pt x="7442" y="10749"/>
                    <a:pt x="7822" y="10754"/>
                  </a:cubicBezTo>
                  <a:cubicBezTo>
                    <a:pt x="8788" y="10754"/>
                    <a:pt x="9878" y="9932"/>
                    <a:pt x="10810" y="8510"/>
                  </a:cubicBezTo>
                  <a:cubicBezTo>
                    <a:pt x="11665" y="7199"/>
                    <a:pt x="12198" y="5652"/>
                    <a:pt x="12198" y="4470"/>
                  </a:cubicBezTo>
                  <a:cubicBezTo>
                    <a:pt x="12198" y="3620"/>
                    <a:pt x="12026" y="2841"/>
                    <a:pt x="11684" y="2159"/>
                  </a:cubicBezTo>
                  <a:cubicBezTo>
                    <a:pt x="11640" y="2071"/>
                    <a:pt x="11554" y="2021"/>
                    <a:pt x="11464" y="2021"/>
                  </a:cubicBezTo>
                  <a:cubicBezTo>
                    <a:pt x="11427" y="2021"/>
                    <a:pt x="11389" y="2030"/>
                    <a:pt x="11353" y="2049"/>
                  </a:cubicBezTo>
                  <a:cubicBezTo>
                    <a:pt x="11228" y="2106"/>
                    <a:pt x="11180" y="2255"/>
                    <a:pt x="11242" y="2375"/>
                  </a:cubicBezTo>
                  <a:cubicBezTo>
                    <a:pt x="11550" y="2995"/>
                    <a:pt x="11704" y="3696"/>
                    <a:pt x="11704" y="4470"/>
                  </a:cubicBezTo>
                  <a:cubicBezTo>
                    <a:pt x="11704" y="5560"/>
                    <a:pt x="11204" y="7002"/>
                    <a:pt x="10397" y="8236"/>
                  </a:cubicBezTo>
                  <a:cubicBezTo>
                    <a:pt x="9566" y="9505"/>
                    <a:pt x="8605" y="10259"/>
                    <a:pt x="7822" y="10259"/>
                  </a:cubicBezTo>
                  <a:cubicBezTo>
                    <a:pt x="7491" y="10259"/>
                    <a:pt x="7159" y="10206"/>
                    <a:pt x="6837" y="10115"/>
                  </a:cubicBezTo>
                  <a:cubicBezTo>
                    <a:pt x="6597" y="10040"/>
                    <a:pt x="6348" y="10003"/>
                    <a:pt x="6100" y="10003"/>
                  </a:cubicBezTo>
                  <a:cubicBezTo>
                    <a:pt x="5851" y="10003"/>
                    <a:pt x="5603" y="10040"/>
                    <a:pt x="5362" y="10115"/>
                  </a:cubicBezTo>
                  <a:cubicBezTo>
                    <a:pt x="5040" y="10206"/>
                    <a:pt x="4709" y="10259"/>
                    <a:pt x="4373" y="10259"/>
                  </a:cubicBezTo>
                  <a:cubicBezTo>
                    <a:pt x="3594" y="10259"/>
                    <a:pt x="2629" y="9505"/>
                    <a:pt x="1803" y="8236"/>
                  </a:cubicBezTo>
                  <a:cubicBezTo>
                    <a:pt x="995" y="7006"/>
                    <a:pt x="496" y="5560"/>
                    <a:pt x="496" y="4470"/>
                  </a:cubicBezTo>
                  <a:cubicBezTo>
                    <a:pt x="496" y="3437"/>
                    <a:pt x="779" y="2510"/>
                    <a:pt x="1322" y="1789"/>
                  </a:cubicBezTo>
                  <a:cubicBezTo>
                    <a:pt x="1774" y="1179"/>
                    <a:pt x="2408" y="737"/>
                    <a:pt x="3056" y="569"/>
                  </a:cubicBezTo>
                  <a:cubicBezTo>
                    <a:pt x="3250" y="517"/>
                    <a:pt x="3468" y="491"/>
                    <a:pt x="3707" y="491"/>
                  </a:cubicBezTo>
                  <a:cubicBezTo>
                    <a:pt x="4066" y="491"/>
                    <a:pt x="4470" y="550"/>
                    <a:pt x="4906" y="665"/>
                  </a:cubicBezTo>
                  <a:cubicBezTo>
                    <a:pt x="4988" y="684"/>
                    <a:pt x="5069" y="704"/>
                    <a:pt x="5146" y="718"/>
                  </a:cubicBezTo>
                  <a:cubicBezTo>
                    <a:pt x="5171" y="726"/>
                    <a:pt x="5195" y="729"/>
                    <a:pt x="5219" y="729"/>
                  </a:cubicBezTo>
                  <a:cubicBezTo>
                    <a:pt x="5333" y="729"/>
                    <a:pt x="5435" y="650"/>
                    <a:pt x="5458" y="535"/>
                  </a:cubicBezTo>
                  <a:cubicBezTo>
                    <a:pt x="5487" y="391"/>
                    <a:pt x="5391" y="257"/>
                    <a:pt x="5247" y="238"/>
                  </a:cubicBezTo>
                  <a:cubicBezTo>
                    <a:pt x="5175" y="223"/>
                    <a:pt x="5103" y="209"/>
                    <a:pt x="5031" y="190"/>
                  </a:cubicBezTo>
                  <a:cubicBezTo>
                    <a:pt x="4552" y="63"/>
                    <a:pt x="4112" y="1"/>
                    <a:pt x="3713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30" name="Google Shape;8130;p69"/>
            <p:cNvSpPr/>
            <p:nvPr/>
          </p:nvSpPr>
          <p:spPr>
            <a:xfrm>
              <a:off x="1027680" y="2993787"/>
              <a:ext cx="131162" cy="46260"/>
            </a:xfrm>
            <a:custGeom>
              <a:avLst/>
              <a:gdLst/>
              <a:ahLst/>
              <a:cxnLst/>
              <a:rect l="l" t="t" r="r" b="b"/>
              <a:pathLst>
                <a:path w="5010" h="1767" extrusionOk="0">
                  <a:moveTo>
                    <a:pt x="2183" y="0"/>
                  </a:moveTo>
                  <a:cubicBezTo>
                    <a:pt x="1782" y="0"/>
                    <a:pt x="1338" y="63"/>
                    <a:pt x="857" y="188"/>
                  </a:cubicBezTo>
                  <a:cubicBezTo>
                    <a:pt x="679" y="236"/>
                    <a:pt x="496" y="269"/>
                    <a:pt x="314" y="293"/>
                  </a:cubicBezTo>
                  <a:cubicBezTo>
                    <a:pt x="1" y="330"/>
                    <a:pt x="45" y="781"/>
                    <a:pt x="336" y="781"/>
                  </a:cubicBezTo>
                  <a:cubicBezTo>
                    <a:pt x="349" y="781"/>
                    <a:pt x="362" y="780"/>
                    <a:pt x="376" y="779"/>
                  </a:cubicBezTo>
                  <a:cubicBezTo>
                    <a:pt x="578" y="755"/>
                    <a:pt x="780" y="716"/>
                    <a:pt x="977" y="663"/>
                  </a:cubicBezTo>
                  <a:cubicBezTo>
                    <a:pt x="1415" y="550"/>
                    <a:pt x="1823" y="493"/>
                    <a:pt x="2184" y="493"/>
                  </a:cubicBezTo>
                  <a:cubicBezTo>
                    <a:pt x="2422" y="493"/>
                    <a:pt x="2639" y="518"/>
                    <a:pt x="2831" y="567"/>
                  </a:cubicBezTo>
                  <a:cubicBezTo>
                    <a:pt x="3441" y="731"/>
                    <a:pt x="4023" y="1120"/>
                    <a:pt x="4474" y="1672"/>
                  </a:cubicBezTo>
                  <a:cubicBezTo>
                    <a:pt x="4528" y="1739"/>
                    <a:pt x="4595" y="1767"/>
                    <a:pt x="4660" y="1767"/>
                  </a:cubicBezTo>
                  <a:cubicBezTo>
                    <a:pt x="4841" y="1767"/>
                    <a:pt x="5010" y="1548"/>
                    <a:pt x="4854" y="1360"/>
                  </a:cubicBezTo>
                  <a:cubicBezTo>
                    <a:pt x="4340" y="726"/>
                    <a:pt x="3667" y="279"/>
                    <a:pt x="2956" y="92"/>
                  </a:cubicBezTo>
                  <a:cubicBezTo>
                    <a:pt x="2720" y="31"/>
                    <a:pt x="2461" y="0"/>
                    <a:pt x="2183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31" name="Google Shape;8131;p69"/>
            <p:cNvSpPr/>
            <p:nvPr/>
          </p:nvSpPr>
          <p:spPr>
            <a:xfrm>
              <a:off x="983567" y="2897209"/>
              <a:ext cx="218106" cy="147681"/>
            </a:xfrm>
            <a:custGeom>
              <a:avLst/>
              <a:gdLst/>
              <a:ahLst/>
              <a:cxnLst/>
              <a:rect l="l" t="t" r="r" b="b"/>
              <a:pathLst>
                <a:path w="8331" h="5641" extrusionOk="0">
                  <a:moveTo>
                    <a:pt x="4991" y="0"/>
                  </a:moveTo>
                  <a:cubicBezTo>
                    <a:pt x="4850" y="0"/>
                    <a:pt x="4710" y="5"/>
                    <a:pt x="4569" y="14"/>
                  </a:cubicBezTo>
                  <a:cubicBezTo>
                    <a:pt x="3791" y="77"/>
                    <a:pt x="3089" y="504"/>
                    <a:pt x="2546" y="1249"/>
                  </a:cubicBezTo>
                  <a:cubicBezTo>
                    <a:pt x="2311" y="1580"/>
                    <a:pt x="2119" y="1941"/>
                    <a:pt x="1980" y="2320"/>
                  </a:cubicBezTo>
                  <a:lnTo>
                    <a:pt x="1331" y="3305"/>
                  </a:lnTo>
                  <a:cubicBezTo>
                    <a:pt x="1230" y="2988"/>
                    <a:pt x="1100" y="2681"/>
                    <a:pt x="952" y="2378"/>
                  </a:cubicBezTo>
                  <a:cubicBezTo>
                    <a:pt x="902" y="2285"/>
                    <a:pt x="822" y="2246"/>
                    <a:pt x="743" y="2246"/>
                  </a:cubicBezTo>
                  <a:cubicBezTo>
                    <a:pt x="577" y="2246"/>
                    <a:pt x="410" y="2415"/>
                    <a:pt x="514" y="2613"/>
                  </a:cubicBezTo>
                  <a:cubicBezTo>
                    <a:pt x="899" y="3401"/>
                    <a:pt x="1129" y="4256"/>
                    <a:pt x="1206" y="5135"/>
                  </a:cubicBezTo>
                  <a:cubicBezTo>
                    <a:pt x="1033" y="5116"/>
                    <a:pt x="865" y="5073"/>
                    <a:pt x="706" y="5006"/>
                  </a:cubicBezTo>
                  <a:cubicBezTo>
                    <a:pt x="543" y="4934"/>
                    <a:pt x="495" y="4857"/>
                    <a:pt x="495" y="4838"/>
                  </a:cubicBezTo>
                  <a:cubicBezTo>
                    <a:pt x="495" y="4674"/>
                    <a:pt x="371" y="4593"/>
                    <a:pt x="248" y="4593"/>
                  </a:cubicBezTo>
                  <a:cubicBezTo>
                    <a:pt x="124" y="4593"/>
                    <a:pt x="0" y="4674"/>
                    <a:pt x="0" y="4838"/>
                  </a:cubicBezTo>
                  <a:cubicBezTo>
                    <a:pt x="0" y="4986"/>
                    <a:pt x="68" y="5260"/>
                    <a:pt x="505" y="5457"/>
                  </a:cubicBezTo>
                  <a:cubicBezTo>
                    <a:pt x="801" y="5578"/>
                    <a:pt x="1116" y="5640"/>
                    <a:pt x="1435" y="5640"/>
                  </a:cubicBezTo>
                  <a:cubicBezTo>
                    <a:pt x="1447" y="5640"/>
                    <a:pt x="1458" y="5640"/>
                    <a:pt x="1470" y="5640"/>
                  </a:cubicBezTo>
                  <a:cubicBezTo>
                    <a:pt x="1482" y="5640"/>
                    <a:pt x="1494" y="5640"/>
                    <a:pt x="1506" y="5640"/>
                  </a:cubicBezTo>
                  <a:cubicBezTo>
                    <a:pt x="1830" y="5640"/>
                    <a:pt x="2144" y="5578"/>
                    <a:pt x="2441" y="5457"/>
                  </a:cubicBezTo>
                  <a:cubicBezTo>
                    <a:pt x="2878" y="5260"/>
                    <a:pt x="2945" y="4982"/>
                    <a:pt x="2945" y="4838"/>
                  </a:cubicBezTo>
                  <a:cubicBezTo>
                    <a:pt x="2945" y="4674"/>
                    <a:pt x="2821" y="4593"/>
                    <a:pt x="2698" y="4593"/>
                  </a:cubicBezTo>
                  <a:cubicBezTo>
                    <a:pt x="2574" y="4593"/>
                    <a:pt x="2450" y="4674"/>
                    <a:pt x="2450" y="4838"/>
                  </a:cubicBezTo>
                  <a:cubicBezTo>
                    <a:pt x="2450" y="4857"/>
                    <a:pt x="2402" y="4934"/>
                    <a:pt x="2239" y="5006"/>
                  </a:cubicBezTo>
                  <a:cubicBezTo>
                    <a:pt x="2066" y="5078"/>
                    <a:pt x="1883" y="5121"/>
                    <a:pt x="1701" y="5135"/>
                  </a:cubicBezTo>
                  <a:cubicBezTo>
                    <a:pt x="1672" y="4732"/>
                    <a:pt x="1605" y="4328"/>
                    <a:pt x="1509" y="3934"/>
                  </a:cubicBezTo>
                  <a:lnTo>
                    <a:pt x="2359" y="2642"/>
                  </a:lnTo>
                  <a:cubicBezTo>
                    <a:pt x="2417" y="2647"/>
                    <a:pt x="2474" y="2661"/>
                    <a:pt x="2532" y="2685"/>
                  </a:cubicBezTo>
                  <a:cubicBezTo>
                    <a:pt x="2729" y="2772"/>
                    <a:pt x="2916" y="2873"/>
                    <a:pt x="3099" y="2988"/>
                  </a:cubicBezTo>
                  <a:cubicBezTo>
                    <a:pt x="3680" y="3319"/>
                    <a:pt x="4415" y="3742"/>
                    <a:pt x="5246" y="3742"/>
                  </a:cubicBezTo>
                  <a:cubicBezTo>
                    <a:pt x="5539" y="3742"/>
                    <a:pt x="5828" y="3689"/>
                    <a:pt x="6101" y="3584"/>
                  </a:cubicBezTo>
                  <a:cubicBezTo>
                    <a:pt x="7946" y="2873"/>
                    <a:pt x="8302" y="528"/>
                    <a:pt x="8316" y="432"/>
                  </a:cubicBezTo>
                  <a:cubicBezTo>
                    <a:pt x="8331" y="336"/>
                    <a:pt x="8287" y="240"/>
                    <a:pt x="8206" y="187"/>
                  </a:cubicBezTo>
                  <a:cubicBezTo>
                    <a:pt x="8165" y="161"/>
                    <a:pt x="8118" y="148"/>
                    <a:pt x="8071" y="148"/>
                  </a:cubicBezTo>
                  <a:cubicBezTo>
                    <a:pt x="8024" y="148"/>
                    <a:pt x="7977" y="161"/>
                    <a:pt x="7937" y="187"/>
                  </a:cubicBezTo>
                  <a:cubicBezTo>
                    <a:pt x="7776" y="293"/>
                    <a:pt x="7605" y="333"/>
                    <a:pt x="7410" y="333"/>
                  </a:cubicBezTo>
                  <a:cubicBezTo>
                    <a:pt x="7178" y="333"/>
                    <a:pt x="6912" y="277"/>
                    <a:pt x="6587" y="206"/>
                  </a:cubicBezTo>
                  <a:lnTo>
                    <a:pt x="6423" y="173"/>
                  </a:lnTo>
                  <a:cubicBezTo>
                    <a:pt x="6411" y="171"/>
                    <a:pt x="6398" y="170"/>
                    <a:pt x="6387" y="170"/>
                  </a:cubicBezTo>
                  <a:cubicBezTo>
                    <a:pt x="6118" y="170"/>
                    <a:pt x="6046" y="570"/>
                    <a:pt x="6322" y="653"/>
                  </a:cubicBezTo>
                  <a:lnTo>
                    <a:pt x="6481" y="687"/>
                  </a:lnTo>
                  <a:cubicBezTo>
                    <a:pt x="6812" y="757"/>
                    <a:pt x="7123" y="820"/>
                    <a:pt x="7416" y="820"/>
                  </a:cubicBezTo>
                  <a:cubicBezTo>
                    <a:pt x="7523" y="820"/>
                    <a:pt x="7628" y="812"/>
                    <a:pt x="7730" y="793"/>
                  </a:cubicBezTo>
                  <a:lnTo>
                    <a:pt x="7730" y="793"/>
                  </a:lnTo>
                  <a:cubicBezTo>
                    <a:pt x="7543" y="1456"/>
                    <a:pt x="7057" y="2685"/>
                    <a:pt x="5929" y="3118"/>
                  </a:cubicBezTo>
                  <a:cubicBezTo>
                    <a:pt x="5696" y="3207"/>
                    <a:pt x="5468" y="3245"/>
                    <a:pt x="5245" y="3245"/>
                  </a:cubicBezTo>
                  <a:cubicBezTo>
                    <a:pt x="4544" y="3245"/>
                    <a:pt x="3894" y="2873"/>
                    <a:pt x="3344" y="2556"/>
                  </a:cubicBezTo>
                  <a:cubicBezTo>
                    <a:pt x="3056" y="2387"/>
                    <a:pt x="2801" y="2243"/>
                    <a:pt x="2570" y="2181"/>
                  </a:cubicBezTo>
                  <a:cubicBezTo>
                    <a:pt x="2825" y="1633"/>
                    <a:pt x="3464" y="596"/>
                    <a:pt x="4607" y="509"/>
                  </a:cubicBezTo>
                  <a:cubicBezTo>
                    <a:pt x="4737" y="498"/>
                    <a:pt x="4867" y="493"/>
                    <a:pt x="4997" y="493"/>
                  </a:cubicBezTo>
                  <a:cubicBezTo>
                    <a:pt x="5205" y="493"/>
                    <a:pt x="5414" y="507"/>
                    <a:pt x="5621" y="533"/>
                  </a:cubicBezTo>
                  <a:cubicBezTo>
                    <a:pt x="5633" y="535"/>
                    <a:pt x="5645" y="535"/>
                    <a:pt x="5656" y="535"/>
                  </a:cubicBezTo>
                  <a:cubicBezTo>
                    <a:pt x="5947" y="535"/>
                    <a:pt x="5993" y="80"/>
                    <a:pt x="5679" y="43"/>
                  </a:cubicBezTo>
                  <a:cubicBezTo>
                    <a:pt x="5450" y="13"/>
                    <a:pt x="5220" y="0"/>
                    <a:pt x="4991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132" name="Google Shape;8132;p69"/>
          <p:cNvGrpSpPr/>
          <p:nvPr/>
        </p:nvGrpSpPr>
        <p:grpSpPr>
          <a:xfrm>
            <a:off x="637969" y="1788051"/>
            <a:ext cx="259516" cy="258848"/>
            <a:chOff x="850625" y="1526817"/>
            <a:chExt cx="346021" cy="345131"/>
          </a:xfrm>
        </p:grpSpPr>
        <p:sp>
          <p:nvSpPr>
            <p:cNvPr id="8133" name="Google Shape;8133;p69"/>
            <p:cNvSpPr/>
            <p:nvPr/>
          </p:nvSpPr>
          <p:spPr>
            <a:xfrm>
              <a:off x="999798" y="1531974"/>
              <a:ext cx="47805" cy="21913"/>
            </a:xfrm>
            <a:custGeom>
              <a:avLst/>
              <a:gdLst/>
              <a:ahLst/>
              <a:cxnLst/>
              <a:rect l="l" t="t" r="r" b="b"/>
              <a:pathLst>
                <a:path w="1826" h="837" extrusionOk="0">
                  <a:moveTo>
                    <a:pt x="0" y="0"/>
                  </a:moveTo>
                  <a:lnTo>
                    <a:pt x="0" y="836"/>
                  </a:lnTo>
                  <a:lnTo>
                    <a:pt x="1826" y="836"/>
                  </a:lnTo>
                  <a:lnTo>
                    <a:pt x="1826" y="0"/>
                  </a:lnTo>
                  <a:close/>
                </a:path>
              </a:pathLst>
            </a:custGeom>
            <a:solidFill>
              <a:srgbClr val="9CABB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34" name="Google Shape;8134;p69"/>
            <p:cNvSpPr/>
            <p:nvPr/>
          </p:nvSpPr>
          <p:spPr>
            <a:xfrm>
              <a:off x="876019" y="1581402"/>
              <a:ext cx="295206" cy="174725"/>
            </a:xfrm>
            <a:custGeom>
              <a:avLst/>
              <a:gdLst/>
              <a:ahLst/>
              <a:cxnLst/>
              <a:rect l="l" t="t" r="r" b="b"/>
              <a:pathLst>
                <a:path w="11276" h="6674" extrusionOk="0">
                  <a:moveTo>
                    <a:pt x="1" y="0"/>
                  </a:moveTo>
                  <a:lnTo>
                    <a:pt x="1" y="6673"/>
                  </a:lnTo>
                  <a:lnTo>
                    <a:pt x="11276" y="6673"/>
                  </a:lnTo>
                  <a:lnTo>
                    <a:pt x="11276" y="0"/>
                  </a:lnTo>
                  <a:close/>
                </a:path>
              </a:pathLst>
            </a:custGeom>
            <a:solidFill>
              <a:srgbClr val="FBFCF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35" name="Google Shape;8135;p69"/>
            <p:cNvSpPr/>
            <p:nvPr/>
          </p:nvSpPr>
          <p:spPr>
            <a:xfrm>
              <a:off x="1155622" y="1581402"/>
              <a:ext cx="15603" cy="174725"/>
            </a:xfrm>
            <a:custGeom>
              <a:avLst/>
              <a:gdLst/>
              <a:ahLst/>
              <a:cxnLst/>
              <a:rect l="l" t="t" r="r" b="b"/>
              <a:pathLst>
                <a:path w="596" h="6674" extrusionOk="0">
                  <a:moveTo>
                    <a:pt x="0" y="0"/>
                  </a:moveTo>
                  <a:lnTo>
                    <a:pt x="0" y="6673"/>
                  </a:lnTo>
                  <a:lnTo>
                    <a:pt x="596" y="6673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rgbClr val="F7F9F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36" name="Google Shape;8136;p69"/>
            <p:cNvSpPr/>
            <p:nvPr/>
          </p:nvSpPr>
          <p:spPr>
            <a:xfrm>
              <a:off x="855782" y="1553861"/>
              <a:ext cx="335837" cy="27568"/>
            </a:xfrm>
            <a:custGeom>
              <a:avLst/>
              <a:gdLst/>
              <a:ahLst/>
              <a:cxnLst/>
              <a:rect l="l" t="t" r="r" b="b"/>
              <a:pathLst>
                <a:path w="12828" h="1053" extrusionOk="0">
                  <a:moveTo>
                    <a:pt x="0" y="0"/>
                  </a:moveTo>
                  <a:lnTo>
                    <a:pt x="0" y="1052"/>
                  </a:lnTo>
                  <a:lnTo>
                    <a:pt x="12827" y="1052"/>
                  </a:lnTo>
                  <a:lnTo>
                    <a:pt x="12827" y="0"/>
                  </a:lnTo>
                  <a:close/>
                </a:path>
              </a:pathLst>
            </a:custGeom>
            <a:solidFill>
              <a:srgbClr val="E4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37" name="Google Shape;8137;p69"/>
            <p:cNvSpPr/>
            <p:nvPr/>
          </p:nvSpPr>
          <p:spPr>
            <a:xfrm>
              <a:off x="855782" y="1756101"/>
              <a:ext cx="335837" cy="27568"/>
            </a:xfrm>
            <a:custGeom>
              <a:avLst/>
              <a:gdLst/>
              <a:ahLst/>
              <a:cxnLst/>
              <a:rect l="l" t="t" r="r" b="b"/>
              <a:pathLst>
                <a:path w="12828" h="1053" extrusionOk="0">
                  <a:moveTo>
                    <a:pt x="0" y="0"/>
                  </a:moveTo>
                  <a:lnTo>
                    <a:pt x="0" y="1052"/>
                  </a:lnTo>
                  <a:lnTo>
                    <a:pt x="12827" y="1052"/>
                  </a:lnTo>
                  <a:lnTo>
                    <a:pt x="12827" y="0"/>
                  </a:lnTo>
                  <a:close/>
                </a:path>
              </a:pathLst>
            </a:custGeom>
            <a:solidFill>
              <a:srgbClr val="E4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38" name="Google Shape;8138;p69"/>
            <p:cNvSpPr/>
            <p:nvPr/>
          </p:nvSpPr>
          <p:spPr>
            <a:xfrm>
              <a:off x="1175361" y="1553861"/>
              <a:ext cx="16258" cy="27568"/>
            </a:xfrm>
            <a:custGeom>
              <a:avLst/>
              <a:gdLst/>
              <a:ahLst/>
              <a:cxnLst/>
              <a:rect l="l" t="t" r="r" b="b"/>
              <a:pathLst>
                <a:path w="621" h="1053" extrusionOk="0">
                  <a:moveTo>
                    <a:pt x="0" y="0"/>
                  </a:moveTo>
                  <a:lnTo>
                    <a:pt x="0" y="1052"/>
                  </a:lnTo>
                  <a:lnTo>
                    <a:pt x="620" y="1052"/>
                  </a:lnTo>
                  <a:lnTo>
                    <a:pt x="620" y="0"/>
                  </a:ln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39" name="Google Shape;8139;p69"/>
            <p:cNvSpPr/>
            <p:nvPr/>
          </p:nvSpPr>
          <p:spPr>
            <a:xfrm>
              <a:off x="1175361" y="1756101"/>
              <a:ext cx="16258" cy="27568"/>
            </a:xfrm>
            <a:custGeom>
              <a:avLst/>
              <a:gdLst/>
              <a:ahLst/>
              <a:cxnLst/>
              <a:rect l="l" t="t" r="r" b="b"/>
              <a:pathLst>
                <a:path w="621" h="1053" extrusionOk="0">
                  <a:moveTo>
                    <a:pt x="0" y="0"/>
                  </a:moveTo>
                  <a:lnTo>
                    <a:pt x="0" y="1052"/>
                  </a:lnTo>
                  <a:lnTo>
                    <a:pt x="620" y="1052"/>
                  </a:lnTo>
                  <a:lnTo>
                    <a:pt x="620" y="0"/>
                  </a:ln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40" name="Google Shape;8140;p69"/>
            <p:cNvSpPr/>
            <p:nvPr/>
          </p:nvSpPr>
          <p:spPr>
            <a:xfrm>
              <a:off x="922306" y="1783643"/>
              <a:ext cx="72100" cy="83279"/>
            </a:xfrm>
            <a:custGeom>
              <a:avLst/>
              <a:gdLst/>
              <a:ahLst/>
              <a:cxnLst/>
              <a:rect l="l" t="t" r="r" b="b"/>
              <a:pathLst>
                <a:path w="2754" h="3181" extrusionOk="0">
                  <a:moveTo>
                    <a:pt x="1749" y="0"/>
                  </a:moveTo>
                  <a:lnTo>
                    <a:pt x="1" y="3180"/>
                  </a:lnTo>
                  <a:lnTo>
                    <a:pt x="1005" y="3180"/>
                  </a:lnTo>
                  <a:lnTo>
                    <a:pt x="2753" y="0"/>
                  </a:lnTo>
                  <a:close/>
                </a:path>
              </a:pathLst>
            </a:custGeom>
            <a:solidFill>
              <a:srgbClr val="F0F4F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41" name="Google Shape;8141;p69"/>
            <p:cNvSpPr/>
            <p:nvPr/>
          </p:nvSpPr>
          <p:spPr>
            <a:xfrm>
              <a:off x="1052865" y="1783643"/>
              <a:ext cx="72100" cy="83279"/>
            </a:xfrm>
            <a:custGeom>
              <a:avLst/>
              <a:gdLst/>
              <a:ahLst/>
              <a:cxnLst/>
              <a:rect l="l" t="t" r="r" b="b"/>
              <a:pathLst>
                <a:path w="2754" h="3181" extrusionOk="0">
                  <a:moveTo>
                    <a:pt x="0" y="0"/>
                  </a:moveTo>
                  <a:lnTo>
                    <a:pt x="1749" y="3180"/>
                  </a:lnTo>
                  <a:lnTo>
                    <a:pt x="2753" y="3180"/>
                  </a:lnTo>
                  <a:lnTo>
                    <a:pt x="1009" y="0"/>
                  </a:lnTo>
                  <a:close/>
                </a:path>
              </a:pathLst>
            </a:custGeom>
            <a:solidFill>
              <a:srgbClr val="F0F4F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42" name="Google Shape;8142;p69"/>
            <p:cNvSpPr/>
            <p:nvPr/>
          </p:nvSpPr>
          <p:spPr>
            <a:xfrm>
              <a:off x="961811" y="1821499"/>
              <a:ext cx="123779" cy="21520"/>
            </a:xfrm>
            <a:custGeom>
              <a:avLst/>
              <a:gdLst/>
              <a:ahLst/>
              <a:cxnLst/>
              <a:rect l="l" t="t" r="r" b="b"/>
              <a:pathLst>
                <a:path w="4728" h="822" extrusionOk="0">
                  <a:moveTo>
                    <a:pt x="452" y="0"/>
                  </a:moveTo>
                  <a:lnTo>
                    <a:pt x="0" y="822"/>
                  </a:lnTo>
                  <a:lnTo>
                    <a:pt x="4727" y="822"/>
                  </a:lnTo>
                  <a:lnTo>
                    <a:pt x="4276" y="0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43" name="Google Shape;8143;p69"/>
            <p:cNvSpPr/>
            <p:nvPr/>
          </p:nvSpPr>
          <p:spPr>
            <a:xfrm>
              <a:off x="1030717" y="1531974"/>
              <a:ext cx="16886" cy="21913"/>
            </a:xfrm>
            <a:custGeom>
              <a:avLst/>
              <a:gdLst/>
              <a:ahLst/>
              <a:cxnLst/>
              <a:rect l="l" t="t" r="r" b="b"/>
              <a:pathLst>
                <a:path w="645" h="837" extrusionOk="0">
                  <a:moveTo>
                    <a:pt x="1" y="0"/>
                  </a:moveTo>
                  <a:lnTo>
                    <a:pt x="1" y="836"/>
                  </a:lnTo>
                  <a:lnTo>
                    <a:pt x="645" y="836"/>
                  </a:lnTo>
                  <a:lnTo>
                    <a:pt x="645" y="0"/>
                  </a:lnTo>
                  <a:close/>
                </a:path>
              </a:pathLst>
            </a:custGeom>
            <a:solidFill>
              <a:srgbClr val="8FA1A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44" name="Google Shape;8144;p69"/>
            <p:cNvSpPr/>
            <p:nvPr/>
          </p:nvSpPr>
          <p:spPr>
            <a:xfrm>
              <a:off x="959533" y="1783643"/>
              <a:ext cx="34872" cy="15603"/>
            </a:xfrm>
            <a:custGeom>
              <a:avLst/>
              <a:gdLst/>
              <a:ahLst/>
              <a:cxnLst/>
              <a:rect l="l" t="t" r="r" b="b"/>
              <a:pathLst>
                <a:path w="1332" h="596" extrusionOk="0">
                  <a:moveTo>
                    <a:pt x="327" y="0"/>
                  </a:moveTo>
                  <a:lnTo>
                    <a:pt x="1" y="596"/>
                  </a:lnTo>
                  <a:lnTo>
                    <a:pt x="1005" y="596"/>
                  </a:lnTo>
                  <a:lnTo>
                    <a:pt x="1331" y="0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45" name="Google Shape;8145;p69"/>
            <p:cNvSpPr/>
            <p:nvPr/>
          </p:nvSpPr>
          <p:spPr>
            <a:xfrm>
              <a:off x="1052865" y="1783643"/>
              <a:ext cx="34976" cy="15603"/>
            </a:xfrm>
            <a:custGeom>
              <a:avLst/>
              <a:gdLst/>
              <a:ahLst/>
              <a:cxnLst/>
              <a:rect l="l" t="t" r="r" b="b"/>
              <a:pathLst>
                <a:path w="1336" h="596" extrusionOk="0">
                  <a:moveTo>
                    <a:pt x="0" y="0"/>
                  </a:moveTo>
                  <a:lnTo>
                    <a:pt x="327" y="596"/>
                  </a:lnTo>
                  <a:lnTo>
                    <a:pt x="1336" y="596"/>
                  </a:lnTo>
                  <a:lnTo>
                    <a:pt x="1009" y="0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46" name="Google Shape;8146;p69"/>
            <p:cNvSpPr/>
            <p:nvPr/>
          </p:nvSpPr>
          <p:spPr>
            <a:xfrm>
              <a:off x="928589" y="1703401"/>
              <a:ext cx="29348" cy="29322"/>
            </a:xfrm>
            <a:custGeom>
              <a:avLst/>
              <a:gdLst/>
              <a:ahLst/>
              <a:cxnLst/>
              <a:rect l="l" t="t" r="r" b="b"/>
              <a:pathLst>
                <a:path w="1121" h="1120" extrusionOk="0">
                  <a:moveTo>
                    <a:pt x="558" y="0"/>
                  </a:moveTo>
                  <a:cubicBezTo>
                    <a:pt x="251" y="0"/>
                    <a:pt x="1" y="250"/>
                    <a:pt x="1" y="562"/>
                  </a:cubicBezTo>
                  <a:cubicBezTo>
                    <a:pt x="1" y="870"/>
                    <a:pt x="251" y="1119"/>
                    <a:pt x="558" y="1119"/>
                  </a:cubicBezTo>
                  <a:cubicBezTo>
                    <a:pt x="870" y="1119"/>
                    <a:pt x="1120" y="870"/>
                    <a:pt x="1120" y="562"/>
                  </a:cubicBezTo>
                  <a:cubicBezTo>
                    <a:pt x="1120" y="250"/>
                    <a:pt x="870" y="0"/>
                    <a:pt x="558" y="0"/>
                  </a:cubicBezTo>
                  <a:close/>
                </a:path>
              </a:pathLst>
            </a:custGeom>
            <a:solidFill>
              <a:srgbClr val="E4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47" name="Google Shape;8147;p69"/>
            <p:cNvSpPr/>
            <p:nvPr/>
          </p:nvSpPr>
          <p:spPr>
            <a:xfrm>
              <a:off x="976760" y="1636223"/>
              <a:ext cx="29348" cy="29348"/>
            </a:xfrm>
            <a:custGeom>
              <a:avLst/>
              <a:gdLst/>
              <a:ahLst/>
              <a:cxnLst/>
              <a:rect l="l" t="t" r="r" b="b"/>
              <a:pathLst>
                <a:path w="1121" h="1121" extrusionOk="0">
                  <a:moveTo>
                    <a:pt x="558" y="1"/>
                  </a:moveTo>
                  <a:cubicBezTo>
                    <a:pt x="251" y="1"/>
                    <a:pt x="1" y="251"/>
                    <a:pt x="1" y="558"/>
                  </a:cubicBezTo>
                  <a:cubicBezTo>
                    <a:pt x="1" y="870"/>
                    <a:pt x="251" y="1120"/>
                    <a:pt x="558" y="1120"/>
                  </a:cubicBezTo>
                  <a:cubicBezTo>
                    <a:pt x="866" y="1120"/>
                    <a:pt x="1120" y="870"/>
                    <a:pt x="1120" y="558"/>
                  </a:cubicBezTo>
                  <a:cubicBezTo>
                    <a:pt x="1120" y="251"/>
                    <a:pt x="866" y="1"/>
                    <a:pt x="558" y="1"/>
                  </a:cubicBezTo>
                  <a:close/>
                </a:path>
              </a:pathLst>
            </a:custGeom>
            <a:solidFill>
              <a:srgbClr val="E4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48" name="Google Shape;8148;p69"/>
            <p:cNvSpPr/>
            <p:nvPr/>
          </p:nvSpPr>
          <p:spPr>
            <a:xfrm>
              <a:off x="1036136" y="1670074"/>
              <a:ext cx="29322" cy="29322"/>
            </a:xfrm>
            <a:custGeom>
              <a:avLst/>
              <a:gdLst/>
              <a:ahLst/>
              <a:cxnLst/>
              <a:rect l="l" t="t" r="r" b="b"/>
              <a:pathLst>
                <a:path w="1120" h="1120" extrusionOk="0">
                  <a:moveTo>
                    <a:pt x="558" y="0"/>
                  </a:moveTo>
                  <a:cubicBezTo>
                    <a:pt x="250" y="0"/>
                    <a:pt x="0" y="250"/>
                    <a:pt x="0" y="562"/>
                  </a:cubicBezTo>
                  <a:cubicBezTo>
                    <a:pt x="0" y="870"/>
                    <a:pt x="250" y="1119"/>
                    <a:pt x="558" y="1119"/>
                  </a:cubicBezTo>
                  <a:cubicBezTo>
                    <a:pt x="865" y="1119"/>
                    <a:pt x="1120" y="870"/>
                    <a:pt x="1120" y="562"/>
                  </a:cubicBezTo>
                  <a:cubicBezTo>
                    <a:pt x="1120" y="250"/>
                    <a:pt x="865" y="0"/>
                    <a:pt x="558" y="0"/>
                  </a:cubicBezTo>
                  <a:close/>
                </a:path>
              </a:pathLst>
            </a:custGeom>
            <a:solidFill>
              <a:srgbClr val="E4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49" name="Google Shape;8149;p69"/>
            <p:cNvSpPr/>
            <p:nvPr/>
          </p:nvSpPr>
          <p:spPr>
            <a:xfrm>
              <a:off x="1085302" y="1604153"/>
              <a:ext cx="29348" cy="29348"/>
            </a:xfrm>
            <a:custGeom>
              <a:avLst/>
              <a:gdLst/>
              <a:ahLst/>
              <a:cxnLst/>
              <a:rect l="l" t="t" r="r" b="b"/>
              <a:pathLst>
                <a:path w="1121" h="1121" extrusionOk="0">
                  <a:moveTo>
                    <a:pt x="563" y="1"/>
                  </a:moveTo>
                  <a:cubicBezTo>
                    <a:pt x="251" y="1"/>
                    <a:pt x="1" y="251"/>
                    <a:pt x="1" y="563"/>
                  </a:cubicBezTo>
                  <a:cubicBezTo>
                    <a:pt x="1" y="870"/>
                    <a:pt x="251" y="1120"/>
                    <a:pt x="563" y="1120"/>
                  </a:cubicBezTo>
                  <a:cubicBezTo>
                    <a:pt x="870" y="1120"/>
                    <a:pt x="1120" y="870"/>
                    <a:pt x="1120" y="563"/>
                  </a:cubicBezTo>
                  <a:cubicBezTo>
                    <a:pt x="1120" y="251"/>
                    <a:pt x="870" y="1"/>
                    <a:pt x="563" y="1"/>
                  </a:cubicBezTo>
                  <a:close/>
                </a:path>
              </a:pathLst>
            </a:custGeom>
            <a:solidFill>
              <a:srgbClr val="E4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50" name="Google Shape;8150;p69"/>
            <p:cNvSpPr/>
            <p:nvPr/>
          </p:nvSpPr>
          <p:spPr>
            <a:xfrm>
              <a:off x="850625" y="1526817"/>
              <a:ext cx="346021" cy="183836"/>
            </a:xfrm>
            <a:custGeom>
              <a:avLst/>
              <a:gdLst/>
              <a:ahLst/>
              <a:cxnLst/>
              <a:rect l="l" t="t" r="r" b="b"/>
              <a:pathLst>
                <a:path w="13217" h="7022" extrusionOk="0">
                  <a:moveTo>
                    <a:pt x="7331" y="389"/>
                  </a:moveTo>
                  <a:lnTo>
                    <a:pt x="7331" y="841"/>
                  </a:lnTo>
                  <a:lnTo>
                    <a:pt x="5890" y="841"/>
                  </a:lnTo>
                  <a:lnTo>
                    <a:pt x="5890" y="389"/>
                  </a:lnTo>
                  <a:close/>
                  <a:moveTo>
                    <a:pt x="12827" y="1225"/>
                  </a:moveTo>
                  <a:lnTo>
                    <a:pt x="12827" y="1893"/>
                  </a:lnTo>
                  <a:lnTo>
                    <a:pt x="390" y="1893"/>
                  </a:lnTo>
                  <a:lnTo>
                    <a:pt x="390" y="1225"/>
                  </a:lnTo>
                  <a:close/>
                  <a:moveTo>
                    <a:pt x="5698" y="0"/>
                  </a:moveTo>
                  <a:cubicBezTo>
                    <a:pt x="5588" y="0"/>
                    <a:pt x="5501" y="92"/>
                    <a:pt x="5501" y="197"/>
                  </a:cubicBezTo>
                  <a:lnTo>
                    <a:pt x="5501" y="841"/>
                  </a:lnTo>
                  <a:lnTo>
                    <a:pt x="197" y="841"/>
                  </a:lnTo>
                  <a:cubicBezTo>
                    <a:pt x="92" y="841"/>
                    <a:pt x="0" y="927"/>
                    <a:pt x="5" y="1033"/>
                  </a:cubicBezTo>
                  <a:lnTo>
                    <a:pt x="5" y="2085"/>
                  </a:lnTo>
                  <a:cubicBezTo>
                    <a:pt x="5" y="2191"/>
                    <a:pt x="92" y="2277"/>
                    <a:pt x="197" y="2277"/>
                  </a:cubicBezTo>
                  <a:lnTo>
                    <a:pt x="779" y="2277"/>
                  </a:lnTo>
                  <a:lnTo>
                    <a:pt x="779" y="3128"/>
                  </a:lnTo>
                  <a:cubicBezTo>
                    <a:pt x="779" y="3257"/>
                    <a:pt x="876" y="3322"/>
                    <a:pt x="973" y="3322"/>
                  </a:cubicBezTo>
                  <a:cubicBezTo>
                    <a:pt x="1071" y="3322"/>
                    <a:pt x="1168" y="3257"/>
                    <a:pt x="1168" y="3128"/>
                  </a:cubicBezTo>
                  <a:lnTo>
                    <a:pt x="1168" y="2277"/>
                  </a:lnTo>
                  <a:lnTo>
                    <a:pt x="12054" y="2277"/>
                  </a:lnTo>
                  <a:lnTo>
                    <a:pt x="12054" y="6827"/>
                  </a:lnTo>
                  <a:cubicBezTo>
                    <a:pt x="12054" y="6957"/>
                    <a:pt x="12150" y="7021"/>
                    <a:pt x="12246" y="7021"/>
                  </a:cubicBezTo>
                  <a:cubicBezTo>
                    <a:pt x="12342" y="7021"/>
                    <a:pt x="12438" y="6957"/>
                    <a:pt x="12438" y="6827"/>
                  </a:cubicBezTo>
                  <a:lnTo>
                    <a:pt x="12438" y="2277"/>
                  </a:lnTo>
                  <a:lnTo>
                    <a:pt x="13019" y="2277"/>
                  </a:lnTo>
                  <a:cubicBezTo>
                    <a:pt x="13130" y="2277"/>
                    <a:pt x="13216" y="2191"/>
                    <a:pt x="13216" y="2085"/>
                  </a:cubicBezTo>
                  <a:lnTo>
                    <a:pt x="13216" y="1033"/>
                  </a:lnTo>
                  <a:cubicBezTo>
                    <a:pt x="13216" y="927"/>
                    <a:pt x="13130" y="841"/>
                    <a:pt x="13024" y="841"/>
                  </a:cubicBezTo>
                  <a:lnTo>
                    <a:pt x="7716" y="841"/>
                  </a:lnTo>
                  <a:lnTo>
                    <a:pt x="7716" y="197"/>
                  </a:lnTo>
                  <a:cubicBezTo>
                    <a:pt x="7716" y="92"/>
                    <a:pt x="7629" y="5"/>
                    <a:pt x="7524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51" name="Google Shape;8151;p69"/>
            <p:cNvSpPr/>
            <p:nvPr/>
          </p:nvSpPr>
          <p:spPr>
            <a:xfrm>
              <a:off x="850625" y="1623945"/>
              <a:ext cx="346021" cy="248003"/>
            </a:xfrm>
            <a:custGeom>
              <a:avLst/>
              <a:gdLst/>
              <a:ahLst/>
              <a:cxnLst/>
              <a:rect l="l" t="t" r="r" b="b"/>
              <a:pathLst>
                <a:path w="13217" h="9473" extrusionOk="0">
                  <a:moveTo>
                    <a:pt x="12827" y="5240"/>
                  </a:moveTo>
                  <a:lnTo>
                    <a:pt x="12827" y="5908"/>
                  </a:lnTo>
                  <a:lnTo>
                    <a:pt x="390" y="5908"/>
                  </a:lnTo>
                  <a:lnTo>
                    <a:pt x="390" y="5240"/>
                  </a:lnTo>
                  <a:close/>
                  <a:moveTo>
                    <a:pt x="7615" y="6292"/>
                  </a:moveTo>
                  <a:lnTo>
                    <a:pt x="8196" y="7349"/>
                  </a:lnTo>
                  <a:lnTo>
                    <a:pt x="5025" y="7349"/>
                  </a:lnTo>
                  <a:lnTo>
                    <a:pt x="5607" y="6292"/>
                  </a:lnTo>
                  <a:close/>
                  <a:moveTo>
                    <a:pt x="5165" y="6292"/>
                  </a:moveTo>
                  <a:lnTo>
                    <a:pt x="4314" y="7844"/>
                  </a:lnTo>
                  <a:lnTo>
                    <a:pt x="4074" y="8276"/>
                  </a:lnTo>
                  <a:lnTo>
                    <a:pt x="3627" y="9083"/>
                  </a:lnTo>
                  <a:lnTo>
                    <a:pt x="3065" y="9083"/>
                  </a:lnTo>
                  <a:lnTo>
                    <a:pt x="4603" y="6292"/>
                  </a:lnTo>
                  <a:close/>
                  <a:moveTo>
                    <a:pt x="8619" y="6292"/>
                  </a:moveTo>
                  <a:lnTo>
                    <a:pt x="10156" y="9083"/>
                  </a:lnTo>
                  <a:lnTo>
                    <a:pt x="9589" y="9083"/>
                  </a:lnTo>
                  <a:lnTo>
                    <a:pt x="8057" y="6292"/>
                  </a:lnTo>
                  <a:close/>
                  <a:moveTo>
                    <a:pt x="973" y="0"/>
                  </a:moveTo>
                  <a:cubicBezTo>
                    <a:pt x="876" y="0"/>
                    <a:pt x="779" y="64"/>
                    <a:pt x="779" y="191"/>
                  </a:cubicBezTo>
                  <a:lnTo>
                    <a:pt x="779" y="4856"/>
                  </a:lnTo>
                  <a:lnTo>
                    <a:pt x="197" y="4856"/>
                  </a:lnTo>
                  <a:cubicBezTo>
                    <a:pt x="92" y="4856"/>
                    <a:pt x="0" y="4942"/>
                    <a:pt x="0" y="5048"/>
                  </a:cubicBezTo>
                  <a:lnTo>
                    <a:pt x="0" y="6100"/>
                  </a:lnTo>
                  <a:cubicBezTo>
                    <a:pt x="5" y="6206"/>
                    <a:pt x="92" y="6292"/>
                    <a:pt x="197" y="6292"/>
                  </a:cubicBezTo>
                  <a:lnTo>
                    <a:pt x="4161" y="6292"/>
                  </a:lnTo>
                  <a:lnTo>
                    <a:pt x="2571" y="9184"/>
                  </a:lnTo>
                  <a:cubicBezTo>
                    <a:pt x="2499" y="9314"/>
                    <a:pt x="2590" y="9473"/>
                    <a:pt x="2739" y="9473"/>
                  </a:cubicBezTo>
                  <a:lnTo>
                    <a:pt x="3743" y="9473"/>
                  </a:lnTo>
                  <a:cubicBezTo>
                    <a:pt x="3815" y="9473"/>
                    <a:pt x="3877" y="9434"/>
                    <a:pt x="3911" y="9372"/>
                  </a:cubicBezTo>
                  <a:lnTo>
                    <a:pt x="4358" y="8560"/>
                  </a:lnTo>
                  <a:lnTo>
                    <a:pt x="5549" y="8560"/>
                  </a:lnTo>
                  <a:cubicBezTo>
                    <a:pt x="5809" y="8560"/>
                    <a:pt x="5809" y="8175"/>
                    <a:pt x="5549" y="8175"/>
                  </a:cubicBezTo>
                  <a:lnTo>
                    <a:pt x="4574" y="8175"/>
                  </a:lnTo>
                  <a:lnTo>
                    <a:pt x="4627" y="8075"/>
                  </a:lnTo>
                  <a:lnTo>
                    <a:pt x="4809" y="7738"/>
                  </a:lnTo>
                  <a:lnTo>
                    <a:pt x="8408" y="7738"/>
                  </a:lnTo>
                  <a:lnTo>
                    <a:pt x="8648" y="8175"/>
                  </a:lnTo>
                  <a:lnTo>
                    <a:pt x="6323" y="8175"/>
                  </a:lnTo>
                  <a:cubicBezTo>
                    <a:pt x="6068" y="8175"/>
                    <a:pt x="6068" y="8560"/>
                    <a:pt x="6323" y="8560"/>
                  </a:cubicBezTo>
                  <a:lnTo>
                    <a:pt x="8859" y="8560"/>
                  </a:lnTo>
                  <a:lnTo>
                    <a:pt x="9306" y="9372"/>
                  </a:lnTo>
                  <a:cubicBezTo>
                    <a:pt x="9339" y="9434"/>
                    <a:pt x="9402" y="9473"/>
                    <a:pt x="9474" y="9473"/>
                  </a:cubicBezTo>
                  <a:lnTo>
                    <a:pt x="10478" y="9473"/>
                  </a:lnTo>
                  <a:cubicBezTo>
                    <a:pt x="10627" y="9473"/>
                    <a:pt x="10718" y="9314"/>
                    <a:pt x="10651" y="9184"/>
                  </a:cubicBezTo>
                  <a:lnTo>
                    <a:pt x="9061" y="6292"/>
                  </a:lnTo>
                  <a:lnTo>
                    <a:pt x="13024" y="6292"/>
                  </a:lnTo>
                  <a:cubicBezTo>
                    <a:pt x="13130" y="6292"/>
                    <a:pt x="13216" y="6206"/>
                    <a:pt x="13216" y="6100"/>
                  </a:cubicBezTo>
                  <a:lnTo>
                    <a:pt x="13216" y="5048"/>
                  </a:lnTo>
                  <a:cubicBezTo>
                    <a:pt x="13216" y="4940"/>
                    <a:pt x="13134" y="4856"/>
                    <a:pt x="13033" y="4856"/>
                  </a:cubicBezTo>
                  <a:cubicBezTo>
                    <a:pt x="13030" y="4856"/>
                    <a:pt x="13027" y="4856"/>
                    <a:pt x="13024" y="4856"/>
                  </a:cubicBezTo>
                  <a:lnTo>
                    <a:pt x="12438" y="4856"/>
                  </a:lnTo>
                  <a:lnTo>
                    <a:pt x="12438" y="3895"/>
                  </a:lnTo>
                  <a:cubicBezTo>
                    <a:pt x="12438" y="3765"/>
                    <a:pt x="12342" y="3701"/>
                    <a:pt x="12246" y="3701"/>
                  </a:cubicBezTo>
                  <a:cubicBezTo>
                    <a:pt x="12150" y="3701"/>
                    <a:pt x="12054" y="3765"/>
                    <a:pt x="12054" y="3895"/>
                  </a:cubicBezTo>
                  <a:lnTo>
                    <a:pt x="12054" y="4856"/>
                  </a:lnTo>
                  <a:lnTo>
                    <a:pt x="1168" y="4856"/>
                  </a:lnTo>
                  <a:lnTo>
                    <a:pt x="1168" y="191"/>
                  </a:lnTo>
                  <a:cubicBezTo>
                    <a:pt x="1168" y="64"/>
                    <a:pt x="1071" y="0"/>
                    <a:pt x="973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52" name="Google Shape;8152;p69"/>
            <p:cNvSpPr/>
            <p:nvPr/>
          </p:nvSpPr>
          <p:spPr>
            <a:xfrm>
              <a:off x="915656" y="1599047"/>
              <a:ext cx="206534" cy="138963"/>
            </a:xfrm>
            <a:custGeom>
              <a:avLst/>
              <a:gdLst/>
              <a:ahLst/>
              <a:cxnLst/>
              <a:rect l="l" t="t" r="r" b="b"/>
              <a:pathLst>
                <a:path w="7889" h="5308" extrusionOk="0">
                  <a:moveTo>
                    <a:pt x="7043" y="388"/>
                  </a:moveTo>
                  <a:cubicBezTo>
                    <a:pt x="7370" y="388"/>
                    <a:pt x="7533" y="787"/>
                    <a:pt x="7302" y="1017"/>
                  </a:cubicBezTo>
                  <a:cubicBezTo>
                    <a:pt x="7228" y="1092"/>
                    <a:pt x="7136" y="1125"/>
                    <a:pt x="7045" y="1125"/>
                  </a:cubicBezTo>
                  <a:cubicBezTo>
                    <a:pt x="6856" y="1125"/>
                    <a:pt x="6673" y="979"/>
                    <a:pt x="6673" y="758"/>
                  </a:cubicBezTo>
                  <a:cubicBezTo>
                    <a:pt x="6673" y="556"/>
                    <a:pt x="6841" y="388"/>
                    <a:pt x="7043" y="388"/>
                  </a:cubicBezTo>
                  <a:close/>
                  <a:moveTo>
                    <a:pt x="2892" y="1613"/>
                  </a:moveTo>
                  <a:cubicBezTo>
                    <a:pt x="3219" y="1613"/>
                    <a:pt x="3382" y="2007"/>
                    <a:pt x="3152" y="2237"/>
                  </a:cubicBezTo>
                  <a:cubicBezTo>
                    <a:pt x="3077" y="2312"/>
                    <a:pt x="2985" y="2345"/>
                    <a:pt x="2896" y="2345"/>
                  </a:cubicBezTo>
                  <a:cubicBezTo>
                    <a:pt x="2707" y="2345"/>
                    <a:pt x="2527" y="2199"/>
                    <a:pt x="2527" y="1978"/>
                  </a:cubicBezTo>
                  <a:cubicBezTo>
                    <a:pt x="2527" y="1776"/>
                    <a:pt x="2690" y="1613"/>
                    <a:pt x="2892" y="1613"/>
                  </a:cubicBezTo>
                  <a:close/>
                  <a:moveTo>
                    <a:pt x="5160" y="2910"/>
                  </a:moveTo>
                  <a:cubicBezTo>
                    <a:pt x="5486" y="2910"/>
                    <a:pt x="5650" y="3304"/>
                    <a:pt x="5419" y="3535"/>
                  </a:cubicBezTo>
                  <a:cubicBezTo>
                    <a:pt x="5345" y="3609"/>
                    <a:pt x="5253" y="3642"/>
                    <a:pt x="5163" y="3642"/>
                  </a:cubicBezTo>
                  <a:cubicBezTo>
                    <a:pt x="4975" y="3642"/>
                    <a:pt x="4795" y="3496"/>
                    <a:pt x="4795" y="3275"/>
                  </a:cubicBezTo>
                  <a:cubicBezTo>
                    <a:pt x="4795" y="3073"/>
                    <a:pt x="4958" y="2910"/>
                    <a:pt x="5160" y="2910"/>
                  </a:cubicBezTo>
                  <a:close/>
                  <a:moveTo>
                    <a:pt x="1052" y="4183"/>
                  </a:moveTo>
                  <a:cubicBezTo>
                    <a:pt x="1254" y="4183"/>
                    <a:pt x="1422" y="4346"/>
                    <a:pt x="1422" y="4548"/>
                  </a:cubicBezTo>
                  <a:cubicBezTo>
                    <a:pt x="1422" y="4769"/>
                    <a:pt x="1240" y="4916"/>
                    <a:pt x="1050" y="4916"/>
                  </a:cubicBezTo>
                  <a:cubicBezTo>
                    <a:pt x="959" y="4916"/>
                    <a:pt x="867" y="4882"/>
                    <a:pt x="793" y="4808"/>
                  </a:cubicBezTo>
                  <a:cubicBezTo>
                    <a:pt x="562" y="4577"/>
                    <a:pt x="726" y="4183"/>
                    <a:pt x="1052" y="4183"/>
                  </a:cubicBezTo>
                  <a:close/>
                  <a:moveTo>
                    <a:pt x="7042" y="1"/>
                  </a:moveTo>
                  <a:cubicBezTo>
                    <a:pt x="6828" y="1"/>
                    <a:pt x="6618" y="90"/>
                    <a:pt x="6471" y="263"/>
                  </a:cubicBezTo>
                  <a:cubicBezTo>
                    <a:pt x="6221" y="551"/>
                    <a:pt x="6226" y="979"/>
                    <a:pt x="6481" y="1262"/>
                  </a:cubicBezTo>
                  <a:lnTo>
                    <a:pt x="5400" y="2559"/>
                  </a:lnTo>
                  <a:cubicBezTo>
                    <a:pt x="5323" y="2535"/>
                    <a:pt x="5244" y="2523"/>
                    <a:pt x="5166" y="2523"/>
                  </a:cubicBezTo>
                  <a:cubicBezTo>
                    <a:pt x="4941" y="2523"/>
                    <a:pt x="4721" y="2622"/>
                    <a:pt x="4578" y="2804"/>
                  </a:cubicBezTo>
                  <a:lnTo>
                    <a:pt x="3598" y="2252"/>
                  </a:lnTo>
                  <a:cubicBezTo>
                    <a:pt x="3793" y="1747"/>
                    <a:pt x="3413" y="1227"/>
                    <a:pt x="2897" y="1227"/>
                  </a:cubicBezTo>
                  <a:cubicBezTo>
                    <a:pt x="2853" y="1227"/>
                    <a:pt x="2808" y="1230"/>
                    <a:pt x="2762" y="1238"/>
                  </a:cubicBezTo>
                  <a:cubicBezTo>
                    <a:pt x="2186" y="1339"/>
                    <a:pt x="1941" y="2036"/>
                    <a:pt x="2330" y="2478"/>
                  </a:cubicBezTo>
                  <a:lnTo>
                    <a:pt x="1297" y="3832"/>
                  </a:lnTo>
                  <a:cubicBezTo>
                    <a:pt x="1220" y="3808"/>
                    <a:pt x="1139" y="3794"/>
                    <a:pt x="1052" y="3794"/>
                  </a:cubicBezTo>
                  <a:cubicBezTo>
                    <a:pt x="240" y="3794"/>
                    <a:pt x="0" y="4899"/>
                    <a:pt x="740" y="5235"/>
                  </a:cubicBezTo>
                  <a:cubicBezTo>
                    <a:pt x="850" y="5285"/>
                    <a:pt x="959" y="5308"/>
                    <a:pt x="1062" y="5308"/>
                  </a:cubicBezTo>
                  <a:cubicBezTo>
                    <a:pt x="1654" y="5308"/>
                    <a:pt x="2077" y="4572"/>
                    <a:pt x="1619" y="4049"/>
                  </a:cubicBezTo>
                  <a:lnTo>
                    <a:pt x="2647" y="2694"/>
                  </a:lnTo>
                  <a:cubicBezTo>
                    <a:pt x="2726" y="2720"/>
                    <a:pt x="2807" y="2733"/>
                    <a:pt x="2888" y="2733"/>
                  </a:cubicBezTo>
                  <a:cubicBezTo>
                    <a:pt x="3060" y="2733"/>
                    <a:pt x="3231" y="2675"/>
                    <a:pt x="3368" y="2564"/>
                  </a:cubicBezTo>
                  <a:lnTo>
                    <a:pt x="4415" y="3160"/>
                  </a:lnTo>
                  <a:cubicBezTo>
                    <a:pt x="4340" y="3630"/>
                    <a:pt x="4715" y="4031"/>
                    <a:pt x="5163" y="4031"/>
                  </a:cubicBezTo>
                  <a:cubicBezTo>
                    <a:pt x="5233" y="4031"/>
                    <a:pt x="5304" y="4021"/>
                    <a:pt x="5376" y="4001"/>
                  </a:cubicBezTo>
                  <a:cubicBezTo>
                    <a:pt x="5904" y="3842"/>
                    <a:pt x="6092" y="3184"/>
                    <a:pt x="5722" y="2771"/>
                  </a:cubicBezTo>
                  <a:lnTo>
                    <a:pt x="6803" y="1474"/>
                  </a:lnTo>
                  <a:cubicBezTo>
                    <a:pt x="6881" y="1500"/>
                    <a:pt x="6961" y="1512"/>
                    <a:pt x="7040" y="1512"/>
                  </a:cubicBezTo>
                  <a:cubicBezTo>
                    <a:pt x="7324" y="1512"/>
                    <a:pt x="7592" y="1351"/>
                    <a:pt x="7720" y="1085"/>
                  </a:cubicBezTo>
                  <a:cubicBezTo>
                    <a:pt x="7888" y="743"/>
                    <a:pt x="7773" y="335"/>
                    <a:pt x="7456" y="124"/>
                  </a:cubicBezTo>
                  <a:cubicBezTo>
                    <a:pt x="7329" y="41"/>
                    <a:pt x="7185" y="1"/>
                    <a:pt x="7042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153" name="Google Shape;8153;p69"/>
          <p:cNvGrpSpPr/>
          <p:nvPr/>
        </p:nvGrpSpPr>
        <p:grpSpPr>
          <a:xfrm>
            <a:off x="2285208" y="3168823"/>
            <a:ext cx="284609" cy="277796"/>
            <a:chOff x="3046943" y="3367847"/>
            <a:chExt cx="379479" cy="370395"/>
          </a:xfrm>
        </p:grpSpPr>
        <p:sp>
          <p:nvSpPr>
            <p:cNvPr id="8154" name="Google Shape;8154;p69"/>
            <p:cNvSpPr/>
            <p:nvPr/>
          </p:nvSpPr>
          <p:spPr>
            <a:xfrm>
              <a:off x="3047834" y="3373737"/>
              <a:ext cx="372803" cy="358692"/>
            </a:xfrm>
            <a:custGeom>
              <a:avLst/>
              <a:gdLst/>
              <a:ahLst/>
              <a:cxnLst/>
              <a:rect l="l" t="t" r="r" b="b"/>
              <a:pathLst>
                <a:path w="14240" h="13701" extrusionOk="0">
                  <a:moveTo>
                    <a:pt x="7389" y="0"/>
                  </a:moveTo>
                  <a:cubicBezTo>
                    <a:pt x="4617" y="0"/>
                    <a:pt x="2119" y="1667"/>
                    <a:pt x="1062" y="4228"/>
                  </a:cubicBezTo>
                  <a:cubicBezTo>
                    <a:pt x="0" y="6788"/>
                    <a:pt x="586" y="9733"/>
                    <a:pt x="2546" y="11693"/>
                  </a:cubicBezTo>
                  <a:cubicBezTo>
                    <a:pt x="3857" y="13004"/>
                    <a:pt x="5608" y="13700"/>
                    <a:pt x="7389" y="13700"/>
                  </a:cubicBezTo>
                  <a:cubicBezTo>
                    <a:pt x="8271" y="13700"/>
                    <a:pt x="9160" y="13529"/>
                    <a:pt x="10007" y="13178"/>
                  </a:cubicBezTo>
                  <a:cubicBezTo>
                    <a:pt x="12568" y="12116"/>
                    <a:pt x="14239" y="9618"/>
                    <a:pt x="14239" y="6851"/>
                  </a:cubicBezTo>
                  <a:cubicBezTo>
                    <a:pt x="14239" y="3065"/>
                    <a:pt x="11170" y="0"/>
                    <a:pt x="7389" y="0"/>
                  </a:cubicBezTo>
                  <a:close/>
                </a:path>
              </a:pathLst>
            </a:custGeom>
            <a:solidFill>
              <a:srgbClr val="A7B9C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55" name="Google Shape;8155;p69"/>
            <p:cNvSpPr/>
            <p:nvPr/>
          </p:nvSpPr>
          <p:spPr>
            <a:xfrm>
              <a:off x="3159387" y="3373763"/>
              <a:ext cx="261250" cy="358614"/>
            </a:xfrm>
            <a:custGeom>
              <a:avLst/>
              <a:gdLst/>
              <a:ahLst/>
              <a:cxnLst/>
              <a:rect l="l" t="t" r="r" b="b"/>
              <a:pathLst>
                <a:path w="9979" h="13698" extrusionOk="0">
                  <a:moveTo>
                    <a:pt x="3128" y="0"/>
                  </a:moveTo>
                  <a:cubicBezTo>
                    <a:pt x="2057" y="0"/>
                    <a:pt x="984" y="250"/>
                    <a:pt x="0" y="754"/>
                  </a:cubicBezTo>
                  <a:cubicBezTo>
                    <a:pt x="2287" y="1926"/>
                    <a:pt x="3724" y="4280"/>
                    <a:pt x="3724" y="6850"/>
                  </a:cubicBezTo>
                  <a:cubicBezTo>
                    <a:pt x="3724" y="9420"/>
                    <a:pt x="2287" y="11769"/>
                    <a:pt x="0" y="12946"/>
                  </a:cubicBezTo>
                  <a:cubicBezTo>
                    <a:pt x="982" y="13448"/>
                    <a:pt x="2052" y="13698"/>
                    <a:pt x="3121" y="13698"/>
                  </a:cubicBezTo>
                  <a:cubicBezTo>
                    <a:pt x="4363" y="13698"/>
                    <a:pt x="5602" y="13360"/>
                    <a:pt x="6697" y="12692"/>
                  </a:cubicBezTo>
                  <a:cubicBezTo>
                    <a:pt x="8734" y="11447"/>
                    <a:pt x="9974" y="9233"/>
                    <a:pt x="9978" y="6850"/>
                  </a:cubicBezTo>
                  <a:cubicBezTo>
                    <a:pt x="9974" y="4462"/>
                    <a:pt x="8734" y="2248"/>
                    <a:pt x="6697" y="1003"/>
                  </a:cubicBezTo>
                  <a:cubicBezTo>
                    <a:pt x="5604" y="336"/>
                    <a:pt x="4367" y="0"/>
                    <a:pt x="3128" y="0"/>
                  </a:cubicBezTo>
                  <a:close/>
                </a:path>
              </a:pathLst>
            </a:custGeom>
            <a:solidFill>
              <a:srgbClr val="A1B4C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56" name="Google Shape;8156;p69"/>
            <p:cNvSpPr/>
            <p:nvPr/>
          </p:nvSpPr>
          <p:spPr>
            <a:xfrm>
              <a:off x="3061918" y="3553070"/>
              <a:ext cx="358718" cy="179254"/>
            </a:xfrm>
            <a:custGeom>
              <a:avLst/>
              <a:gdLst/>
              <a:ahLst/>
              <a:cxnLst/>
              <a:rect l="l" t="t" r="r" b="b"/>
              <a:pathLst>
                <a:path w="13702" h="6847" extrusionOk="0">
                  <a:moveTo>
                    <a:pt x="0" y="1"/>
                  </a:moveTo>
                  <a:cubicBezTo>
                    <a:pt x="0" y="3782"/>
                    <a:pt x="3065" y="6847"/>
                    <a:pt x="6851" y="6847"/>
                  </a:cubicBezTo>
                  <a:cubicBezTo>
                    <a:pt x="10632" y="6847"/>
                    <a:pt x="13701" y="3782"/>
                    <a:pt x="13701" y="1"/>
                  </a:cubicBezTo>
                  <a:close/>
                </a:path>
              </a:pathLst>
            </a:custGeom>
            <a:solidFill>
              <a:srgbClr val="99AEB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57" name="Google Shape;8157;p69"/>
            <p:cNvSpPr/>
            <p:nvPr/>
          </p:nvSpPr>
          <p:spPr>
            <a:xfrm>
              <a:off x="3159387" y="3553070"/>
              <a:ext cx="261250" cy="179307"/>
            </a:xfrm>
            <a:custGeom>
              <a:avLst/>
              <a:gdLst/>
              <a:ahLst/>
              <a:cxnLst/>
              <a:rect l="l" t="t" r="r" b="b"/>
              <a:pathLst>
                <a:path w="9979" h="6849" extrusionOk="0">
                  <a:moveTo>
                    <a:pt x="3724" y="1"/>
                  </a:moveTo>
                  <a:cubicBezTo>
                    <a:pt x="3724" y="2571"/>
                    <a:pt x="2287" y="4925"/>
                    <a:pt x="0" y="6097"/>
                  </a:cubicBezTo>
                  <a:cubicBezTo>
                    <a:pt x="982" y="6599"/>
                    <a:pt x="2052" y="6849"/>
                    <a:pt x="3121" y="6849"/>
                  </a:cubicBezTo>
                  <a:cubicBezTo>
                    <a:pt x="4363" y="6849"/>
                    <a:pt x="5602" y="6511"/>
                    <a:pt x="6697" y="5843"/>
                  </a:cubicBezTo>
                  <a:cubicBezTo>
                    <a:pt x="8734" y="4598"/>
                    <a:pt x="9974" y="2384"/>
                    <a:pt x="9978" y="1"/>
                  </a:cubicBezTo>
                  <a:close/>
                </a:path>
              </a:pathLst>
            </a:custGeom>
            <a:solidFill>
              <a:srgbClr val="88A1B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58" name="Google Shape;8158;p69"/>
            <p:cNvSpPr/>
            <p:nvPr/>
          </p:nvSpPr>
          <p:spPr>
            <a:xfrm>
              <a:off x="3061918" y="3475106"/>
              <a:ext cx="358718" cy="155980"/>
            </a:xfrm>
            <a:custGeom>
              <a:avLst/>
              <a:gdLst/>
              <a:ahLst/>
              <a:cxnLst/>
              <a:rect l="l" t="t" r="r" b="b"/>
              <a:pathLst>
                <a:path w="13702" h="5958" extrusionOk="0">
                  <a:moveTo>
                    <a:pt x="6851" y="0"/>
                  </a:moveTo>
                  <a:cubicBezTo>
                    <a:pt x="3070" y="0"/>
                    <a:pt x="0" y="1331"/>
                    <a:pt x="0" y="2979"/>
                  </a:cubicBezTo>
                  <a:cubicBezTo>
                    <a:pt x="0" y="4622"/>
                    <a:pt x="3070" y="5957"/>
                    <a:pt x="6851" y="5957"/>
                  </a:cubicBezTo>
                  <a:cubicBezTo>
                    <a:pt x="10632" y="5957"/>
                    <a:pt x="13701" y="4622"/>
                    <a:pt x="13701" y="2979"/>
                  </a:cubicBezTo>
                  <a:cubicBezTo>
                    <a:pt x="13701" y="1331"/>
                    <a:pt x="10632" y="0"/>
                    <a:pt x="6851" y="0"/>
                  </a:cubicBezTo>
                  <a:close/>
                </a:path>
              </a:pathLst>
            </a:custGeom>
            <a:solidFill>
              <a:srgbClr val="AABCC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59" name="Google Shape;8159;p69"/>
            <p:cNvSpPr/>
            <p:nvPr/>
          </p:nvSpPr>
          <p:spPr>
            <a:xfrm>
              <a:off x="3061918" y="3475106"/>
              <a:ext cx="200879" cy="155980"/>
            </a:xfrm>
            <a:custGeom>
              <a:avLst/>
              <a:gdLst/>
              <a:ahLst/>
              <a:cxnLst/>
              <a:rect l="l" t="t" r="r" b="b"/>
              <a:pathLst>
                <a:path w="7673" h="5958" extrusionOk="0">
                  <a:moveTo>
                    <a:pt x="6764" y="0"/>
                  </a:moveTo>
                  <a:cubicBezTo>
                    <a:pt x="3022" y="20"/>
                    <a:pt x="0" y="1345"/>
                    <a:pt x="0" y="2979"/>
                  </a:cubicBezTo>
                  <a:cubicBezTo>
                    <a:pt x="0" y="4612"/>
                    <a:pt x="3022" y="5938"/>
                    <a:pt x="6764" y="5957"/>
                  </a:cubicBezTo>
                  <a:cubicBezTo>
                    <a:pt x="7672" y="4074"/>
                    <a:pt x="7672" y="1884"/>
                    <a:pt x="6764" y="0"/>
                  </a:cubicBezTo>
                  <a:close/>
                </a:path>
              </a:pathLst>
            </a:custGeom>
            <a:solidFill>
              <a:srgbClr val="BECBD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60" name="Google Shape;8160;p69"/>
            <p:cNvSpPr/>
            <p:nvPr/>
          </p:nvSpPr>
          <p:spPr>
            <a:xfrm>
              <a:off x="3046943" y="3367847"/>
              <a:ext cx="379479" cy="370395"/>
            </a:xfrm>
            <a:custGeom>
              <a:avLst/>
              <a:gdLst/>
              <a:ahLst/>
              <a:cxnLst/>
              <a:rect l="l" t="t" r="r" b="b"/>
              <a:pathLst>
                <a:path w="14495" h="14148" extrusionOk="0">
                  <a:moveTo>
                    <a:pt x="4165" y="1793"/>
                  </a:moveTo>
                  <a:cubicBezTo>
                    <a:pt x="4146" y="1793"/>
                    <a:pt x="4125" y="1796"/>
                    <a:pt x="4103" y="1801"/>
                  </a:cubicBezTo>
                  <a:lnTo>
                    <a:pt x="4046" y="1811"/>
                  </a:lnTo>
                  <a:cubicBezTo>
                    <a:pt x="3926" y="1835"/>
                    <a:pt x="3844" y="1955"/>
                    <a:pt x="3868" y="2075"/>
                  </a:cubicBezTo>
                  <a:lnTo>
                    <a:pt x="3873" y="2075"/>
                  </a:lnTo>
                  <a:cubicBezTo>
                    <a:pt x="3894" y="2180"/>
                    <a:pt x="3985" y="2252"/>
                    <a:pt x="4088" y="2252"/>
                  </a:cubicBezTo>
                  <a:cubicBezTo>
                    <a:pt x="4103" y="2252"/>
                    <a:pt x="4117" y="2251"/>
                    <a:pt x="4132" y="2248"/>
                  </a:cubicBezTo>
                  <a:lnTo>
                    <a:pt x="4190" y="2238"/>
                  </a:lnTo>
                  <a:cubicBezTo>
                    <a:pt x="4471" y="2194"/>
                    <a:pt x="4416" y="1793"/>
                    <a:pt x="4165" y="1793"/>
                  </a:cubicBezTo>
                  <a:close/>
                  <a:moveTo>
                    <a:pt x="7423" y="446"/>
                  </a:moveTo>
                  <a:cubicBezTo>
                    <a:pt x="8984" y="446"/>
                    <a:pt x="10502" y="1004"/>
                    <a:pt x="11694" y="2017"/>
                  </a:cubicBezTo>
                  <a:cubicBezTo>
                    <a:pt x="10314" y="1666"/>
                    <a:pt x="8897" y="1489"/>
                    <a:pt x="7480" y="1489"/>
                  </a:cubicBezTo>
                  <a:cubicBezTo>
                    <a:pt x="7461" y="1489"/>
                    <a:pt x="7442" y="1489"/>
                    <a:pt x="7423" y="1489"/>
                  </a:cubicBezTo>
                  <a:cubicBezTo>
                    <a:pt x="6616" y="1489"/>
                    <a:pt x="5809" y="1542"/>
                    <a:pt x="5006" y="1652"/>
                  </a:cubicBezTo>
                  <a:cubicBezTo>
                    <a:pt x="4734" y="1698"/>
                    <a:pt x="4777" y="2096"/>
                    <a:pt x="5037" y="2096"/>
                  </a:cubicBezTo>
                  <a:cubicBezTo>
                    <a:pt x="5047" y="2096"/>
                    <a:pt x="5058" y="2095"/>
                    <a:pt x="5069" y="2094"/>
                  </a:cubicBezTo>
                  <a:cubicBezTo>
                    <a:pt x="5847" y="1988"/>
                    <a:pt x="6635" y="1936"/>
                    <a:pt x="7423" y="1936"/>
                  </a:cubicBezTo>
                  <a:cubicBezTo>
                    <a:pt x="9172" y="1936"/>
                    <a:pt x="10882" y="2195"/>
                    <a:pt x="12376" y="2680"/>
                  </a:cubicBezTo>
                  <a:cubicBezTo>
                    <a:pt x="13159" y="3559"/>
                    <a:pt x="13692" y="4635"/>
                    <a:pt x="13923" y="5788"/>
                  </a:cubicBezTo>
                  <a:cubicBezTo>
                    <a:pt x="13562" y="5409"/>
                    <a:pt x="13034" y="5058"/>
                    <a:pt x="12352" y="4765"/>
                  </a:cubicBezTo>
                  <a:cubicBezTo>
                    <a:pt x="11031" y="4189"/>
                    <a:pt x="9282" y="3872"/>
                    <a:pt x="7423" y="3872"/>
                  </a:cubicBezTo>
                  <a:cubicBezTo>
                    <a:pt x="5559" y="3872"/>
                    <a:pt x="3810" y="4189"/>
                    <a:pt x="2489" y="4765"/>
                  </a:cubicBezTo>
                  <a:cubicBezTo>
                    <a:pt x="1812" y="5058"/>
                    <a:pt x="1283" y="5409"/>
                    <a:pt x="918" y="5788"/>
                  </a:cubicBezTo>
                  <a:cubicBezTo>
                    <a:pt x="1538" y="2685"/>
                    <a:pt x="4257" y="451"/>
                    <a:pt x="7423" y="446"/>
                  </a:cubicBezTo>
                  <a:close/>
                  <a:moveTo>
                    <a:pt x="7125" y="6850"/>
                  </a:moveTo>
                  <a:cubicBezTo>
                    <a:pt x="7000" y="6850"/>
                    <a:pt x="6899" y="6951"/>
                    <a:pt x="6899" y="7076"/>
                  </a:cubicBezTo>
                  <a:cubicBezTo>
                    <a:pt x="6899" y="7196"/>
                    <a:pt x="7000" y="7297"/>
                    <a:pt x="7125" y="7297"/>
                  </a:cubicBezTo>
                  <a:lnTo>
                    <a:pt x="7154" y="7297"/>
                  </a:lnTo>
                  <a:cubicBezTo>
                    <a:pt x="7452" y="7297"/>
                    <a:pt x="7452" y="6850"/>
                    <a:pt x="7154" y="6850"/>
                  </a:cubicBezTo>
                  <a:close/>
                  <a:moveTo>
                    <a:pt x="7418" y="4318"/>
                  </a:moveTo>
                  <a:cubicBezTo>
                    <a:pt x="9220" y="4318"/>
                    <a:pt x="10906" y="4621"/>
                    <a:pt x="12174" y="5173"/>
                  </a:cubicBezTo>
                  <a:cubicBezTo>
                    <a:pt x="13366" y="5692"/>
                    <a:pt x="14048" y="6384"/>
                    <a:pt x="14048" y="7076"/>
                  </a:cubicBezTo>
                  <a:cubicBezTo>
                    <a:pt x="14048" y="7768"/>
                    <a:pt x="13366" y="8455"/>
                    <a:pt x="12174" y="8978"/>
                  </a:cubicBezTo>
                  <a:cubicBezTo>
                    <a:pt x="10906" y="9526"/>
                    <a:pt x="9220" y="9829"/>
                    <a:pt x="7418" y="9829"/>
                  </a:cubicBezTo>
                  <a:cubicBezTo>
                    <a:pt x="5621" y="9829"/>
                    <a:pt x="3930" y="9531"/>
                    <a:pt x="2667" y="8978"/>
                  </a:cubicBezTo>
                  <a:cubicBezTo>
                    <a:pt x="1605" y="8517"/>
                    <a:pt x="947" y="7912"/>
                    <a:pt x="817" y="7297"/>
                  </a:cubicBezTo>
                  <a:lnTo>
                    <a:pt x="6231" y="7297"/>
                  </a:lnTo>
                  <a:cubicBezTo>
                    <a:pt x="6525" y="7297"/>
                    <a:pt x="6525" y="6850"/>
                    <a:pt x="6231" y="6850"/>
                  </a:cubicBezTo>
                  <a:lnTo>
                    <a:pt x="817" y="6850"/>
                  </a:lnTo>
                  <a:cubicBezTo>
                    <a:pt x="947" y="6235"/>
                    <a:pt x="1605" y="5635"/>
                    <a:pt x="2667" y="5173"/>
                  </a:cubicBezTo>
                  <a:cubicBezTo>
                    <a:pt x="3930" y="4621"/>
                    <a:pt x="5621" y="4318"/>
                    <a:pt x="7418" y="4318"/>
                  </a:cubicBezTo>
                  <a:close/>
                  <a:moveTo>
                    <a:pt x="10743" y="11895"/>
                  </a:moveTo>
                  <a:cubicBezTo>
                    <a:pt x="10729" y="11895"/>
                    <a:pt x="10714" y="11896"/>
                    <a:pt x="10699" y="11899"/>
                  </a:cubicBezTo>
                  <a:lnTo>
                    <a:pt x="10642" y="11913"/>
                  </a:lnTo>
                  <a:cubicBezTo>
                    <a:pt x="10359" y="11954"/>
                    <a:pt x="10415" y="12357"/>
                    <a:pt x="10670" y="12357"/>
                  </a:cubicBezTo>
                  <a:cubicBezTo>
                    <a:pt x="10688" y="12357"/>
                    <a:pt x="10708" y="12355"/>
                    <a:pt x="10728" y="12351"/>
                  </a:cubicBezTo>
                  <a:lnTo>
                    <a:pt x="10786" y="12336"/>
                  </a:lnTo>
                  <a:cubicBezTo>
                    <a:pt x="10906" y="12317"/>
                    <a:pt x="10988" y="12197"/>
                    <a:pt x="10963" y="12077"/>
                  </a:cubicBezTo>
                  <a:cubicBezTo>
                    <a:pt x="10942" y="11967"/>
                    <a:pt x="10847" y="11895"/>
                    <a:pt x="10743" y="11895"/>
                  </a:cubicBezTo>
                  <a:close/>
                  <a:moveTo>
                    <a:pt x="13923" y="8359"/>
                  </a:moveTo>
                  <a:lnTo>
                    <a:pt x="13923" y="8359"/>
                  </a:lnTo>
                  <a:cubicBezTo>
                    <a:pt x="13308" y="11462"/>
                    <a:pt x="10584" y="13696"/>
                    <a:pt x="7423" y="13701"/>
                  </a:cubicBezTo>
                  <a:cubicBezTo>
                    <a:pt x="7416" y="13701"/>
                    <a:pt x="7410" y="13701"/>
                    <a:pt x="7403" y="13701"/>
                  </a:cubicBezTo>
                  <a:cubicBezTo>
                    <a:pt x="5844" y="13701"/>
                    <a:pt x="4338" y="13144"/>
                    <a:pt x="3152" y="12139"/>
                  </a:cubicBezTo>
                  <a:lnTo>
                    <a:pt x="3152" y="12139"/>
                  </a:lnTo>
                  <a:cubicBezTo>
                    <a:pt x="4527" y="12485"/>
                    <a:pt x="5935" y="12663"/>
                    <a:pt x="7352" y="12663"/>
                  </a:cubicBezTo>
                  <a:cubicBezTo>
                    <a:pt x="7371" y="12663"/>
                    <a:pt x="7390" y="12663"/>
                    <a:pt x="7408" y="12663"/>
                  </a:cubicBezTo>
                  <a:cubicBezTo>
                    <a:pt x="8216" y="12663"/>
                    <a:pt x="9023" y="12610"/>
                    <a:pt x="9825" y="12500"/>
                  </a:cubicBezTo>
                  <a:cubicBezTo>
                    <a:pt x="10098" y="12453"/>
                    <a:pt x="10055" y="12056"/>
                    <a:pt x="9794" y="12056"/>
                  </a:cubicBezTo>
                  <a:cubicBezTo>
                    <a:pt x="9784" y="12056"/>
                    <a:pt x="9773" y="12056"/>
                    <a:pt x="9762" y="12058"/>
                  </a:cubicBezTo>
                  <a:cubicBezTo>
                    <a:pt x="8984" y="12163"/>
                    <a:pt x="8196" y="12216"/>
                    <a:pt x="7408" y="12216"/>
                  </a:cubicBezTo>
                  <a:cubicBezTo>
                    <a:pt x="5665" y="12216"/>
                    <a:pt x="3959" y="11962"/>
                    <a:pt x="2470" y="11476"/>
                  </a:cubicBezTo>
                  <a:cubicBezTo>
                    <a:pt x="1682" y="10597"/>
                    <a:pt x="1149" y="9521"/>
                    <a:pt x="918" y="8363"/>
                  </a:cubicBezTo>
                  <a:lnTo>
                    <a:pt x="918" y="8363"/>
                  </a:lnTo>
                  <a:cubicBezTo>
                    <a:pt x="1279" y="8743"/>
                    <a:pt x="1812" y="9094"/>
                    <a:pt x="2489" y="9387"/>
                  </a:cubicBezTo>
                  <a:cubicBezTo>
                    <a:pt x="3810" y="9963"/>
                    <a:pt x="5559" y="10280"/>
                    <a:pt x="7423" y="10280"/>
                  </a:cubicBezTo>
                  <a:cubicBezTo>
                    <a:pt x="9282" y="10280"/>
                    <a:pt x="11036" y="9963"/>
                    <a:pt x="12357" y="9387"/>
                  </a:cubicBezTo>
                  <a:cubicBezTo>
                    <a:pt x="13034" y="9089"/>
                    <a:pt x="13562" y="8743"/>
                    <a:pt x="13923" y="8359"/>
                  </a:cubicBezTo>
                  <a:close/>
                  <a:moveTo>
                    <a:pt x="572" y="13701"/>
                  </a:moveTo>
                  <a:cubicBezTo>
                    <a:pt x="274" y="13701"/>
                    <a:pt x="274" y="14147"/>
                    <a:pt x="572" y="14147"/>
                  </a:cubicBezTo>
                  <a:lnTo>
                    <a:pt x="601" y="14147"/>
                  </a:lnTo>
                  <a:cubicBezTo>
                    <a:pt x="726" y="14147"/>
                    <a:pt x="827" y="14046"/>
                    <a:pt x="827" y="13926"/>
                  </a:cubicBezTo>
                  <a:cubicBezTo>
                    <a:pt x="827" y="13801"/>
                    <a:pt x="726" y="13701"/>
                    <a:pt x="601" y="13701"/>
                  </a:cubicBezTo>
                  <a:close/>
                  <a:moveTo>
                    <a:pt x="7423" y="0"/>
                  </a:moveTo>
                  <a:cubicBezTo>
                    <a:pt x="6578" y="0"/>
                    <a:pt x="5729" y="152"/>
                    <a:pt x="4915" y="461"/>
                  </a:cubicBezTo>
                  <a:cubicBezTo>
                    <a:pt x="2744" y="1282"/>
                    <a:pt x="1110" y="3122"/>
                    <a:pt x="553" y="5380"/>
                  </a:cubicBezTo>
                  <a:cubicBezTo>
                    <a:pt x="1" y="7638"/>
                    <a:pt x="587" y="10021"/>
                    <a:pt x="2129" y="11765"/>
                  </a:cubicBezTo>
                  <a:cubicBezTo>
                    <a:pt x="2143" y="11798"/>
                    <a:pt x="2172" y="11827"/>
                    <a:pt x="2206" y="11846"/>
                  </a:cubicBezTo>
                  <a:cubicBezTo>
                    <a:pt x="2273" y="11923"/>
                    <a:pt x="2345" y="12000"/>
                    <a:pt x="2422" y="12072"/>
                  </a:cubicBezTo>
                  <a:cubicBezTo>
                    <a:pt x="3133" y="12788"/>
                    <a:pt x="3993" y="13345"/>
                    <a:pt x="4939" y="13701"/>
                  </a:cubicBezTo>
                  <a:lnTo>
                    <a:pt x="1764" y="13701"/>
                  </a:lnTo>
                  <a:cubicBezTo>
                    <a:pt x="1466" y="13701"/>
                    <a:pt x="1466" y="14147"/>
                    <a:pt x="1764" y="14147"/>
                  </a:cubicBezTo>
                  <a:lnTo>
                    <a:pt x="12184" y="14147"/>
                  </a:lnTo>
                  <a:cubicBezTo>
                    <a:pt x="12482" y="14147"/>
                    <a:pt x="12482" y="13701"/>
                    <a:pt x="12184" y="13701"/>
                  </a:cubicBezTo>
                  <a:lnTo>
                    <a:pt x="9902" y="13701"/>
                  </a:lnTo>
                  <a:cubicBezTo>
                    <a:pt x="12664" y="12658"/>
                    <a:pt x="14489" y="10021"/>
                    <a:pt x="14494" y="7072"/>
                  </a:cubicBezTo>
                  <a:lnTo>
                    <a:pt x="14494" y="7072"/>
                  </a:lnTo>
                  <a:cubicBezTo>
                    <a:pt x="14494" y="7073"/>
                    <a:pt x="14494" y="7074"/>
                    <a:pt x="14494" y="7076"/>
                  </a:cubicBezTo>
                  <a:lnTo>
                    <a:pt x="14494" y="7071"/>
                  </a:lnTo>
                  <a:cubicBezTo>
                    <a:pt x="14494" y="7071"/>
                    <a:pt x="14494" y="7072"/>
                    <a:pt x="14494" y="7072"/>
                  </a:cubicBezTo>
                  <a:lnTo>
                    <a:pt x="14494" y="7072"/>
                  </a:lnTo>
                  <a:cubicBezTo>
                    <a:pt x="14493" y="4748"/>
                    <a:pt x="13355" y="2574"/>
                    <a:pt x="11439" y="1253"/>
                  </a:cubicBezTo>
                  <a:cubicBezTo>
                    <a:pt x="10242" y="426"/>
                    <a:pt x="8839" y="0"/>
                    <a:pt x="7423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161" name="Google Shape;8161;p69"/>
          <p:cNvGrpSpPr/>
          <p:nvPr/>
        </p:nvGrpSpPr>
        <p:grpSpPr>
          <a:xfrm>
            <a:off x="967130" y="2130681"/>
            <a:ext cx="293327" cy="283333"/>
            <a:chOff x="1289506" y="1983658"/>
            <a:chExt cx="391103" cy="377777"/>
          </a:xfrm>
        </p:grpSpPr>
        <p:sp>
          <p:nvSpPr>
            <p:cNvPr id="8162" name="Google Shape;8162;p69"/>
            <p:cNvSpPr/>
            <p:nvPr/>
          </p:nvSpPr>
          <p:spPr>
            <a:xfrm>
              <a:off x="1450304" y="2142387"/>
              <a:ext cx="62911" cy="60057"/>
            </a:xfrm>
            <a:custGeom>
              <a:avLst/>
              <a:gdLst/>
              <a:ahLst/>
              <a:cxnLst/>
              <a:rect l="l" t="t" r="r" b="b"/>
              <a:pathLst>
                <a:path w="2403" h="2294" extrusionOk="0">
                  <a:moveTo>
                    <a:pt x="1198" y="1"/>
                  </a:moveTo>
                  <a:cubicBezTo>
                    <a:pt x="1156" y="1"/>
                    <a:pt x="1114" y="3"/>
                    <a:pt x="1071" y="8"/>
                  </a:cubicBezTo>
                  <a:cubicBezTo>
                    <a:pt x="543" y="70"/>
                    <a:pt x="130" y="479"/>
                    <a:pt x="63" y="1007"/>
                  </a:cubicBezTo>
                  <a:cubicBezTo>
                    <a:pt x="0" y="1531"/>
                    <a:pt x="303" y="2035"/>
                    <a:pt x="798" y="2222"/>
                  </a:cubicBezTo>
                  <a:cubicBezTo>
                    <a:pt x="928" y="2270"/>
                    <a:pt x="1063" y="2294"/>
                    <a:pt x="1196" y="2294"/>
                  </a:cubicBezTo>
                  <a:cubicBezTo>
                    <a:pt x="1570" y="2294"/>
                    <a:pt x="1933" y="2112"/>
                    <a:pt x="2152" y="1790"/>
                  </a:cubicBezTo>
                  <a:cubicBezTo>
                    <a:pt x="2354" y="1483"/>
                    <a:pt x="2402" y="1103"/>
                    <a:pt x="2277" y="757"/>
                  </a:cubicBezTo>
                  <a:cubicBezTo>
                    <a:pt x="2109" y="298"/>
                    <a:pt x="1678" y="1"/>
                    <a:pt x="1198" y="1"/>
                  </a:cubicBezTo>
                  <a:close/>
                </a:path>
              </a:pathLst>
            </a:custGeom>
            <a:solidFill>
              <a:srgbClr val="AEBB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63" name="Google Shape;8163;p69"/>
            <p:cNvSpPr/>
            <p:nvPr/>
          </p:nvSpPr>
          <p:spPr>
            <a:xfrm>
              <a:off x="1291208" y="2049422"/>
              <a:ext cx="63460" cy="49140"/>
            </a:xfrm>
            <a:custGeom>
              <a:avLst/>
              <a:gdLst/>
              <a:ahLst/>
              <a:cxnLst/>
              <a:rect l="l" t="t" r="r" b="b"/>
              <a:pathLst>
                <a:path w="2424" h="1877" extrusionOk="0">
                  <a:moveTo>
                    <a:pt x="1224" y="0"/>
                  </a:moveTo>
                  <a:cubicBezTo>
                    <a:pt x="1163" y="0"/>
                    <a:pt x="1101" y="6"/>
                    <a:pt x="1038" y="18"/>
                  </a:cubicBezTo>
                  <a:cubicBezTo>
                    <a:pt x="216" y="177"/>
                    <a:pt x="0" y="1248"/>
                    <a:pt x="692" y="1719"/>
                  </a:cubicBezTo>
                  <a:cubicBezTo>
                    <a:pt x="783" y="1776"/>
                    <a:pt x="884" y="1825"/>
                    <a:pt x="994" y="1849"/>
                  </a:cubicBezTo>
                  <a:cubicBezTo>
                    <a:pt x="1070" y="1868"/>
                    <a:pt x="1146" y="1877"/>
                    <a:pt x="1221" y="1877"/>
                  </a:cubicBezTo>
                  <a:cubicBezTo>
                    <a:pt x="1527" y="1877"/>
                    <a:pt x="1820" y="1726"/>
                    <a:pt x="1994" y="1464"/>
                  </a:cubicBezTo>
                  <a:cubicBezTo>
                    <a:pt x="2424" y="826"/>
                    <a:pt x="1942" y="0"/>
                    <a:pt x="1224" y="0"/>
                  </a:cubicBezTo>
                  <a:close/>
                </a:path>
              </a:pathLst>
            </a:custGeom>
            <a:solidFill>
              <a:srgbClr val="DEE5E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64" name="Google Shape;8164;p69"/>
            <p:cNvSpPr/>
            <p:nvPr/>
          </p:nvSpPr>
          <p:spPr>
            <a:xfrm>
              <a:off x="1615185" y="2244070"/>
              <a:ext cx="51836" cy="49140"/>
            </a:xfrm>
            <a:custGeom>
              <a:avLst/>
              <a:gdLst/>
              <a:ahLst/>
              <a:cxnLst/>
              <a:rect l="l" t="t" r="r" b="b"/>
              <a:pathLst>
                <a:path w="1980" h="1877" extrusionOk="0">
                  <a:moveTo>
                    <a:pt x="1002" y="0"/>
                  </a:moveTo>
                  <a:cubicBezTo>
                    <a:pt x="991" y="0"/>
                    <a:pt x="981" y="0"/>
                    <a:pt x="971" y="1"/>
                  </a:cubicBezTo>
                  <a:cubicBezTo>
                    <a:pt x="529" y="15"/>
                    <a:pt x="159" y="337"/>
                    <a:pt x="77" y="774"/>
                  </a:cubicBezTo>
                  <a:cubicBezTo>
                    <a:pt x="0" y="1211"/>
                    <a:pt x="240" y="1639"/>
                    <a:pt x="649" y="1807"/>
                  </a:cubicBezTo>
                  <a:cubicBezTo>
                    <a:pt x="765" y="1854"/>
                    <a:pt x="885" y="1877"/>
                    <a:pt x="1003" y="1877"/>
                  </a:cubicBezTo>
                  <a:cubicBezTo>
                    <a:pt x="1308" y="1877"/>
                    <a:pt x="1603" y="1727"/>
                    <a:pt x="1783" y="1461"/>
                  </a:cubicBezTo>
                  <a:cubicBezTo>
                    <a:pt x="1927" y="1240"/>
                    <a:pt x="1980" y="971"/>
                    <a:pt x="1912" y="716"/>
                  </a:cubicBezTo>
                  <a:cubicBezTo>
                    <a:pt x="1809" y="294"/>
                    <a:pt x="1435" y="0"/>
                    <a:pt x="1002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65" name="Google Shape;8165;p69"/>
            <p:cNvSpPr/>
            <p:nvPr/>
          </p:nvSpPr>
          <p:spPr>
            <a:xfrm>
              <a:off x="1464153" y="2160347"/>
              <a:ext cx="49061" cy="42071"/>
            </a:xfrm>
            <a:custGeom>
              <a:avLst/>
              <a:gdLst/>
              <a:ahLst/>
              <a:cxnLst/>
              <a:rect l="l" t="t" r="r" b="b"/>
              <a:pathLst>
                <a:path w="1874" h="1607" extrusionOk="0">
                  <a:moveTo>
                    <a:pt x="1353" y="0"/>
                  </a:moveTo>
                  <a:cubicBezTo>
                    <a:pt x="603" y="0"/>
                    <a:pt x="0" y="761"/>
                    <a:pt x="283" y="1536"/>
                  </a:cubicBezTo>
                  <a:cubicBezTo>
                    <a:pt x="412" y="1584"/>
                    <a:pt x="545" y="1607"/>
                    <a:pt x="675" y="1607"/>
                  </a:cubicBezTo>
                  <a:cubicBezTo>
                    <a:pt x="1046" y="1607"/>
                    <a:pt x="1403" y="1424"/>
                    <a:pt x="1623" y="1104"/>
                  </a:cubicBezTo>
                  <a:cubicBezTo>
                    <a:pt x="1825" y="797"/>
                    <a:pt x="1873" y="417"/>
                    <a:pt x="1748" y="71"/>
                  </a:cubicBezTo>
                  <a:cubicBezTo>
                    <a:pt x="1615" y="23"/>
                    <a:pt x="1482" y="0"/>
                    <a:pt x="1353" y="0"/>
                  </a:cubicBezTo>
                  <a:close/>
                </a:path>
              </a:pathLst>
            </a:custGeom>
            <a:solidFill>
              <a:srgbClr val="C9D2D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66" name="Google Shape;8166;p69"/>
            <p:cNvSpPr/>
            <p:nvPr/>
          </p:nvSpPr>
          <p:spPr>
            <a:xfrm>
              <a:off x="1313199" y="2067381"/>
              <a:ext cx="35369" cy="31180"/>
            </a:xfrm>
            <a:custGeom>
              <a:avLst/>
              <a:gdLst/>
              <a:ahLst/>
              <a:cxnLst/>
              <a:rect l="l" t="t" r="r" b="b"/>
              <a:pathLst>
                <a:path w="1351" h="1191" extrusionOk="0">
                  <a:moveTo>
                    <a:pt x="1060" y="1"/>
                  </a:moveTo>
                  <a:cubicBezTo>
                    <a:pt x="472" y="1"/>
                    <a:pt x="1" y="557"/>
                    <a:pt x="154" y="1163"/>
                  </a:cubicBezTo>
                  <a:cubicBezTo>
                    <a:pt x="230" y="1182"/>
                    <a:pt x="306" y="1191"/>
                    <a:pt x="381" y="1191"/>
                  </a:cubicBezTo>
                  <a:cubicBezTo>
                    <a:pt x="687" y="1191"/>
                    <a:pt x="980" y="1040"/>
                    <a:pt x="1154" y="778"/>
                  </a:cubicBezTo>
                  <a:cubicBezTo>
                    <a:pt x="1303" y="557"/>
                    <a:pt x="1351" y="288"/>
                    <a:pt x="1288" y="29"/>
                  </a:cubicBezTo>
                  <a:cubicBezTo>
                    <a:pt x="1211" y="10"/>
                    <a:pt x="1134" y="1"/>
                    <a:pt x="1060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67" name="Google Shape;8167;p69"/>
            <p:cNvSpPr/>
            <p:nvPr/>
          </p:nvSpPr>
          <p:spPr>
            <a:xfrm>
              <a:off x="1631653" y="2262082"/>
              <a:ext cx="35369" cy="31128"/>
            </a:xfrm>
            <a:custGeom>
              <a:avLst/>
              <a:gdLst/>
              <a:ahLst/>
              <a:cxnLst/>
              <a:rect l="l" t="t" r="r" b="b"/>
              <a:pathLst>
                <a:path w="1351" h="1189" extrusionOk="0">
                  <a:moveTo>
                    <a:pt x="1055" y="0"/>
                  </a:moveTo>
                  <a:cubicBezTo>
                    <a:pt x="471" y="0"/>
                    <a:pt x="0" y="553"/>
                    <a:pt x="150" y="1162"/>
                  </a:cubicBezTo>
                  <a:cubicBezTo>
                    <a:pt x="223" y="1180"/>
                    <a:pt x="297" y="1188"/>
                    <a:pt x="371" y="1188"/>
                  </a:cubicBezTo>
                  <a:cubicBezTo>
                    <a:pt x="680" y="1188"/>
                    <a:pt x="975" y="1037"/>
                    <a:pt x="1154" y="773"/>
                  </a:cubicBezTo>
                  <a:cubicBezTo>
                    <a:pt x="1302" y="557"/>
                    <a:pt x="1351" y="283"/>
                    <a:pt x="1283" y="28"/>
                  </a:cubicBezTo>
                  <a:cubicBezTo>
                    <a:pt x="1206" y="9"/>
                    <a:pt x="1130" y="0"/>
                    <a:pt x="1055" y="0"/>
                  </a:cubicBezTo>
                  <a:close/>
                </a:path>
              </a:pathLst>
            </a:custGeom>
            <a:solidFill>
              <a:srgbClr val="B8C6D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68" name="Google Shape;8168;p69"/>
            <p:cNvSpPr/>
            <p:nvPr/>
          </p:nvSpPr>
          <p:spPr>
            <a:xfrm>
              <a:off x="1446141" y="2136863"/>
              <a:ext cx="73592" cy="70267"/>
            </a:xfrm>
            <a:custGeom>
              <a:avLst/>
              <a:gdLst/>
              <a:ahLst/>
              <a:cxnLst/>
              <a:rect l="l" t="t" r="r" b="b"/>
              <a:pathLst>
                <a:path w="2811" h="2684" extrusionOk="0">
                  <a:moveTo>
                    <a:pt x="1368" y="1"/>
                  </a:moveTo>
                  <a:cubicBezTo>
                    <a:pt x="666" y="1"/>
                    <a:pt x="1" y="552"/>
                    <a:pt x="1" y="1357"/>
                  </a:cubicBezTo>
                  <a:cubicBezTo>
                    <a:pt x="14" y="2100"/>
                    <a:pt x="625" y="2684"/>
                    <a:pt x="1353" y="2684"/>
                  </a:cubicBezTo>
                  <a:cubicBezTo>
                    <a:pt x="1392" y="2684"/>
                    <a:pt x="1431" y="2682"/>
                    <a:pt x="1471" y="2678"/>
                  </a:cubicBezTo>
                  <a:cubicBezTo>
                    <a:pt x="2249" y="2611"/>
                    <a:pt x="2811" y="1905"/>
                    <a:pt x="2700" y="1132"/>
                  </a:cubicBezTo>
                  <a:cubicBezTo>
                    <a:pt x="2679" y="1008"/>
                    <a:pt x="2588" y="952"/>
                    <a:pt x="2495" y="952"/>
                  </a:cubicBezTo>
                  <a:cubicBezTo>
                    <a:pt x="2376" y="952"/>
                    <a:pt x="2256" y="1044"/>
                    <a:pt x="2283" y="1204"/>
                  </a:cubicBezTo>
                  <a:cubicBezTo>
                    <a:pt x="2384" y="1810"/>
                    <a:pt x="1895" y="2293"/>
                    <a:pt x="1358" y="2293"/>
                  </a:cubicBezTo>
                  <a:cubicBezTo>
                    <a:pt x="1185" y="2293"/>
                    <a:pt x="1006" y="2243"/>
                    <a:pt x="841" y="2131"/>
                  </a:cubicBezTo>
                  <a:cubicBezTo>
                    <a:pt x="77" y="1622"/>
                    <a:pt x="443" y="425"/>
                    <a:pt x="1360" y="425"/>
                  </a:cubicBezTo>
                  <a:cubicBezTo>
                    <a:pt x="1567" y="425"/>
                    <a:pt x="1769" y="493"/>
                    <a:pt x="1932" y="622"/>
                  </a:cubicBezTo>
                  <a:cubicBezTo>
                    <a:pt x="1976" y="656"/>
                    <a:pt x="2021" y="670"/>
                    <a:pt x="2064" y="670"/>
                  </a:cubicBezTo>
                  <a:cubicBezTo>
                    <a:pt x="2240" y="670"/>
                    <a:pt x="2373" y="425"/>
                    <a:pt x="2191" y="286"/>
                  </a:cubicBezTo>
                  <a:cubicBezTo>
                    <a:pt x="1938" y="89"/>
                    <a:pt x="1650" y="1"/>
                    <a:pt x="1368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69" name="Google Shape;8169;p69"/>
            <p:cNvSpPr/>
            <p:nvPr/>
          </p:nvSpPr>
          <p:spPr>
            <a:xfrm>
              <a:off x="1289506" y="1983658"/>
              <a:ext cx="391103" cy="377777"/>
            </a:xfrm>
            <a:custGeom>
              <a:avLst/>
              <a:gdLst/>
              <a:ahLst/>
              <a:cxnLst/>
              <a:rect l="l" t="t" r="r" b="b"/>
              <a:pathLst>
                <a:path w="14939" h="14430" extrusionOk="0">
                  <a:moveTo>
                    <a:pt x="1289" y="2724"/>
                  </a:moveTo>
                  <a:cubicBezTo>
                    <a:pt x="1442" y="2724"/>
                    <a:pt x="1598" y="2773"/>
                    <a:pt x="1737" y="2886"/>
                  </a:cubicBezTo>
                  <a:cubicBezTo>
                    <a:pt x="2131" y="3203"/>
                    <a:pt x="2088" y="3808"/>
                    <a:pt x="1655" y="4068"/>
                  </a:cubicBezTo>
                  <a:cubicBezTo>
                    <a:pt x="1537" y="4139"/>
                    <a:pt x="1409" y="4172"/>
                    <a:pt x="1282" y="4172"/>
                  </a:cubicBezTo>
                  <a:cubicBezTo>
                    <a:pt x="952" y="4172"/>
                    <a:pt x="639" y="3945"/>
                    <a:pt x="569" y="3587"/>
                  </a:cubicBezTo>
                  <a:cubicBezTo>
                    <a:pt x="478" y="3104"/>
                    <a:pt x="868" y="2724"/>
                    <a:pt x="1289" y="2724"/>
                  </a:cubicBezTo>
                  <a:close/>
                  <a:moveTo>
                    <a:pt x="5354" y="3779"/>
                  </a:moveTo>
                  <a:lnTo>
                    <a:pt x="6916" y="4673"/>
                  </a:lnTo>
                  <a:lnTo>
                    <a:pt x="5354" y="5566"/>
                  </a:lnTo>
                  <a:lnTo>
                    <a:pt x="5354" y="3779"/>
                  </a:lnTo>
                  <a:close/>
                  <a:moveTo>
                    <a:pt x="9332" y="3779"/>
                  </a:moveTo>
                  <a:lnTo>
                    <a:pt x="9332" y="5566"/>
                  </a:lnTo>
                  <a:lnTo>
                    <a:pt x="7771" y="4673"/>
                  </a:lnTo>
                  <a:lnTo>
                    <a:pt x="9332" y="3779"/>
                  </a:lnTo>
                  <a:close/>
                  <a:moveTo>
                    <a:pt x="3178" y="2836"/>
                  </a:moveTo>
                  <a:cubicBezTo>
                    <a:pt x="3518" y="2836"/>
                    <a:pt x="3858" y="2924"/>
                    <a:pt x="4163" y="3097"/>
                  </a:cubicBezTo>
                  <a:lnTo>
                    <a:pt x="4927" y="3534"/>
                  </a:lnTo>
                  <a:lnTo>
                    <a:pt x="4927" y="5807"/>
                  </a:lnTo>
                  <a:lnTo>
                    <a:pt x="2909" y="6964"/>
                  </a:lnTo>
                  <a:lnTo>
                    <a:pt x="2188" y="6551"/>
                  </a:lnTo>
                  <a:cubicBezTo>
                    <a:pt x="1732" y="6287"/>
                    <a:pt x="1396" y="5855"/>
                    <a:pt x="1261" y="5345"/>
                  </a:cubicBezTo>
                  <a:cubicBezTo>
                    <a:pt x="1194" y="5100"/>
                    <a:pt x="1175" y="4851"/>
                    <a:pt x="1199" y="4596"/>
                  </a:cubicBezTo>
                  <a:lnTo>
                    <a:pt x="1199" y="4596"/>
                  </a:lnTo>
                  <a:cubicBezTo>
                    <a:pt x="1228" y="4598"/>
                    <a:pt x="1258" y="4599"/>
                    <a:pt x="1287" y="4599"/>
                  </a:cubicBezTo>
                  <a:cubicBezTo>
                    <a:pt x="2091" y="4599"/>
                    <a:pt x="2658" y="3780"/>
                    <a:pt x="2352" y="3015"/>
                  </a:cubicBezTo>
                  <a:cubicBezTo>
                    <a:pt x="2615" y="2896"/>
                    <a:pt x="2897" y="2836"/>
                    <a:pt x="3178" y="2836"/>
                  </a:cubicBezTo>
                  <a:close/>
                  <a:moveTo>
                    <a:pt x="11503" y="2838"/>
                  </a:moveTo>
                  <a:cubicBezTo>
                    <a:pt x="12402" y="2838"/>
                    <a:pt x="13195" y="3443"/>
                    <a:pt x="13425" y="4313"/>
                  </a:cubicBezTo>
                  <a:cubicBezTo>
                    <a:pt x="13660" y="5182"/>
                    <a:pt x="13276" y="6100"/>
                    <a:pt x="12498" y="6551"/>
                  </a:cubicBezTo>
                  <a:lnTo>
                    <a:pt x="11777" y="6964"/>
                  </a:lnTo>
                  <a:lnTo>
                    <a:pt x="9760" y="5807"/>
                  </a:lnTo>
                  <a:lnTo>
                    <a:pt x="9760" y="3539"/>
                  </a:lnTo>
                  <a:lnTo>
                    <a:pt x="9755" y="3534"/>
                  </a:lnTo>
                  <a:cubicBezTo>
                    <a:pt x="10341" y="3246"/>
                    <a:pt x="10730" y="2838"/>
                    <a:pt x="11503" y="2838"/>
                  </a:cubicBezTo>
                  <a:close/>
                  <a:moveTo>
                    <a:pt x="4932" y="6301"/>
                  </a:moveTo>
                  <a:lnTo>
                    <a:pt x="4927" y="8117"/>
                  </a:lnTo>
                  <a:lnTo>
                    <a:pt x="3341" y="7209"/>
                  </a:lnTo>
                  <a:lnTo>
                    <a:pt x="4932" y="6301"/>
                  </a:lnTo>
                  <a:close/>
                  <a:moveTo>
                    <a:pt x="9755" y="6297"/>
                  </a:moveTo>
                  <a:lnTo>
                    <a:pt x="11345" y="7209"/>
                  </a:lnTo>
                  <a:lnTo>
                    <a:pt x="9755" y="8117"/>
                  </a:lnTo>
                  <a:lnTo>
                    <a:pt x="9755" y="6297"/>
                  </a:lnTo>
                  <a:close/>
                  <a:moveTo>
                    <a:pt x="7343" y="4918"/>
                  </a:moveTo>
                  <a:lnTo>
                    <a:pt x="9332" y="6052"/>
                  </a:lnTo>
                  <a:lnTo>
                    <a:pt x="9332" y="8362"/>
                  </a:lnTo>
                  <a:lnTo>
                    <a:pt x="7343" y="9501"/>
                  </a:lnTo>
                  <a:lnTo>
                    <a:pt x="5354" y="8367"/>
                  </a:lnTo>
                  <a:lnTo>
                    <a:pt x="5354" y="6056"/>
                  </a:lnTo>
                  <a:lnTo>
                    <a:pt x="7343" y="4918"/>
                  </a:lnTo>
                  <a:close/>
                  <a:moveTo>
                    <a:pt x="5354" y="8852"/>
                  </a:moveTo>
                  <a:lnTo>
                    <a:pt x="6916" y="9746"/>
                  </a:lnTo>
                  <a:lnTo>
                    <a:pt x="5354" y="10639"/>
                  </a:lnTo>
                  <a:lnTo>
                    <a:pt x="5354" y="8852"/>
                  </a:lnTo>
                  <a:close/>
                  <a:moveTo>
                    <a:pt x="9332" y="8852"/>
                  </a:moveTo>
                  <a:lnTo>
                    <a:pt x="9332" y="10639"/>
                  </a:lnTo>
                  <a:lnTo>
                    <a:pt x="7771" y="9746"/>
                  </a:lnTo>
                  <a:lnTo>
                    <a:pt x="9332" y="8852"/>
                  </a:lnTo>
                  <a:close/>
                  <a:moveTo>
                    <a:pt x="11773" y="7454"/>
                  </a:moveTo>
                  <a:lnTo>
                    <a:pt x="12493" y="7867"/>
                  </a:lnTo>
                  <a:cubicBezTo>
                    <a:pt x="12954" y="8127"/>
                    <a:pt x="13291" y="8559"/>
                    <a:pt x="13430" y="9073"/>
                  </a:cubicBezTo>
                  <a:cubicBezTo>
                    <a:pt x="13488" y="9289"/>
                    <a:pt x="13507" y="9510"/>
                    <a:pt x="13492" y="9731"/>
                  </a:cubicBezTo>
                  <a:cubicBezTo>
                    <a:pt x="13474" y="9731"/>
                    <a:pt x="13457" y="9730"/>
                    <a:pt x="13439" y="9730"/>
                  </a:cubicBezTo>
                  <a:cubicBezTo>
                    <a:pt x="12608" y="9730"/>
                    <a:pt x="12040" y="10603"/>
                    <a:pt x="12402" y="11370"/>
                  </a:cubicBezTo>
                  <a:lnTo>
                    <a:pt x="12397" y="11370"/>
                  </a:lnTo>
                  <a:cubicBezTo>
                    <a:pt x="12116" y="11510"/>
                    <a:pt x="11811" y="11580"/>
                    <a:pt x="11506" y="11580"/>
                  </a:cubicBezTo>
                  <a:cubicBezTo>
                    <a:pt x="11164" y="11580"/>
                    <a:pt x="10823" y="11492"/>
                    <a:pt x="10519" y="11317"/>
                  </a:cubicBezTo>
                  <a:lnTo>
                    <a:pt x="9755" y="10880"/>
                  </a:lnTo>
                  <a:lnTo>
                    <a:pt x="9755" y="8607"/>
                  </a:lnTo>
                  <a:lnTo>
                    <a:pt x="11773" y="7454"/>
                  </a:lnTo>
                  <a:close/>
                  <a:moveTo>
                    <a:pt x="13442" y="10157"/>
                  </a:moveTo>
                  <a:cubicBezTo>
                    <a:pt x="13580" y="10157"/>
                    <a:pt x="13721" y="10197"/>
                    <a:pt x="13848" y="10284"/>
                  </a:cubicBezTo>
                  <a:cubicBezTo>
                    <a:pt x="14381" y="10644"/>
                    <a:pt x="14213" y="11470"/>
                    <a:pt x="13584" y="11595"/>
                  </a:cubicBezTo>
                  <a:lnTo>
                    <a:pt x="13579" y="11595"/>
                  </a:lnTo>
                  <a:cubicBezTo>
                    <a:pt x="13532" y="11604"/>
                    <a:pt x="13486" y="11609"/>
                    <a:pt x="13441" y="11609"/>
                  </a:cubicBezTo>
                  <a:cubicBezTo>
                    <a:pt x="12997" y="11609"/>
                    <a:pt x="12637" y="11198"/>
                    <a:pt x="12729" y="10735"/>
                  </a:cubicBezTo>
                  <a:cubicBezTo>
                    <a:pt x="12803" y="10381"/>
                    <a:pt x="13115" y="10157"/>
                    <a:pt x="13442" y="10157"/>
                  </a:cubicBezTo>
                  <a:close/>
                  <a:moveTo>
                    <a:pt x="7343" y="9991"/>
                  </a:moveTo>
                  <a:lnTo>
                    <a:pt x="9332" y="11129"/>
                  </a:lnTo>
                  <a:lnTo>
                    <a:pt x="9332" y="12009"/>
                  </a:lnTo>
                  <a:cubicBezTo>
                    <a:pt x="9351" y="13118"/>
                    <a:pt x="8453" y="14031"/>
                    <a:pt x="7343" y="14031"/>
                  </a:cubicBezTo>
                  <a:cubicBezTo>
                    <a:pt x="6229" y="14031"/>
                    <a:pt x="5335" y="13118"/>
                    <a:pt x="5354" y="12009"/>
                  </a:cubicBezTo>
                  <a:lnTo>
                    <a:pt x="5354" y="11129"/>
                  </a:lnTo>
                  <a:lnTo>
                    <a:pt x="7343" y="9991"/>
                  </a:lnTo>
                  <a:close/>
                  <a:moveTo>
                    <a:pt x="7339" y="0"/>
                  </a:moveTo>
                  <a:cubicBezTo>
                    <a:pt x="7100" y="0"/>
                    <a:pt x="6859" y="36"/>
                    <a:pt x="6623" y="109"/>
                  </a:cubicBezTo>
                  <a:cubicBezTo>
                    <a:pt x="5614" y="426"/>
                    <a:pt x="4927" y="1358"/>
                    <a:pt x="4927" y="2415"/>
                  </a:cubicBezTo>
                  <a:lnTo>
                    <a:pt x="4927" y="3054"/>
                  </a:lnTo>
                  <a:lnTo>
                    <a:pt x="4374" y="2737"/>
                  </a:lnTo>
                  <a:cubicBezTo>
                    <a:pt x="4005" y="2524"/>
                    <a:pt x="3592" y="2417"/>
                    <a:pt x="3178" y="2417"/>
                  </a:cubicBezTo>
                  <a:cubicBezTo>
                    <a:pt x="2816" y="2417"/>
                    <a:pt x="2453" y="2499"/>
                    <a:pt x="2116" y="2665"/>
                  </a:cubicBezTo>
                  <a:cubicBezTo>
                    <a:pt x="1876" y="2413"/>
                    <a:pt x="1583" y="2303"/>
                    <a:pt x="1296" y="2303"/>
                  </a:cubicBezTo>
                  <a:cubicBezTo>
                    <a:pt x="631" y="2303"/>
                    <a:pt x="0" y="2895"/>
                    <a:pt x="151" y="3674"/>
                  </a:cubicBezTo>
                  <a:cubicBezTo>
                    <a:pt x="224" y="4034"/>
                    <a:pt x="459" y="4337"/>
                    <a:pt x="786" y="4495"/>
                  </a:cubicBezTo>
                  <a:cubicBezTo>
                    <a:pt x="646" y="5470"/>
                    <a:pt x="1122" y="6436"/>
                    <a:pt x="1977" y="6926"/>
                  </a:cubicBezTo>
                  <a:lnTo>
                    <a:pt x="2481" y="7214"/>
                  </a:lnTo>
                  <a:lnTo>
                    <a:pt x="1977" y="7502"/>
                  </a:lnTo>
                  <a:cubicBezTo>
                    <a:pt x="1059" y="8026"/>
                    <a:pt x="593" y="9088"/>
                    <a:pt x="819" y="10116"/>
                  </a:cubicBezTo>
                  <a:cubicBezTo>
                    <a:pt x="1045" y="11149"/>
                    <a:pt x="1919" y="11912"/>
                    <a:pt x="2971" y="12004"/>
                  </a:cubicBezTo>
                  <a:lnTo>
                    <a:pt x="2986" y="12004"/>
                  </a:lnTo>
                  <a:cubicBezTo>
                    <a:pt x="3265" y="12004"/>
                    <a:pt x="3279" y="11595"/>
                    <a:pt x="3005" y="11576"/>
                  </a:cubicBezTo>
                  <a:cubicBezTo>
                    <a:pt x="2140" y="11504"/>
                    <a:pt x="1425" y="10875"/>
                    <a:pt x="1237" y="10024"/>
                  </a:cubicBezTo>
                  <a:cubicBezTo>
                    <a:pt x="1050" y="9174"/>
                    <a:pt x="1434" y="8305"/>
                    <a:pt x="2188" y="7872"/>
                  </a:cubicBezTo>
                  <a:lnTo>
                    <a:pt x="2909" y="7459"/>
                  </a:lnTo>
                  <a:lnTo>
                    <a:pt x="4927" y="8617"/>
                  </a:lnTo>
                  <a:lnTo>
                    <a:pt x="4927" y="10889"/>
                  </a:lnTo>
                  <a:cubicBezTo>
                    <a:pt x="4249" y="11264"/>
                    <a:pt x="4096" y="11394"/>
                    <a:pt x="3764" y="11499"/>
                  </a:cubicBezTo>
                  <a:cubicBezTo>
                    <a:pt x="3521" y="11573"/>
                    <a:pt x="3600" y="11915"/>
                    <a:pt x="3817" y="11915"/>
                  </a:cubicBezTo>
                  <a:cubicBezTo>
                    <a:pt x="3839" y="11915"/>
                    <a:pt x="3864" y="11911"/>
                    <a:pt x="3889" y="11903"/>
                  </a:cubicBezTo>
                  <a:cubicBezTo>
                    <a:pt x="4273" y="11783"/>
                    <a:pt x="4466" y="11629"/>
                    <a:pt x="4927" y="11379"/>
                  </a:cubicBezTo>
                  <a:lnTo>
                    <a:pt x="4927" y="12013"/>
                  </a:lnTo>
                  <a:cubicBezTo>
                    <a:pt x="4927" y="13349"/>
                    <a:pt x="6008" y="14430"/>
                    <a:pt x="7343" y="14430"/>
                  </a:cubicBezTo>
                  <a:cubicBezTo>
                    <a:pt x="8674" y="14430"/>
                    <a:pt x="9755" y="13349"/>
                    <a:pt x="9755" y="12013"/>
                  </a:cubicBezTo>
                  <a:lnTo>
                    <a:pt x="9755" y="11374"/>
                  </a:lnTo>
                  <a:cubicBezTo>
                    <a:pt x="10355" y="11720"/>
                    <a:pt x="10764" y="12009"/>
                    <a:pt x="11503" y="12009"/>
                  </a:cubicBezTo>
                  <a:cubicBezTo>
                    <a:pt x="11902" y="12009"/>
                    <a:pt x="12296" y="11908"/>
                    <a:pt x="12652" y="11720"/>
                  </a:cubicBezTo>
                  <a:cubicBezTo>
                    <a:pt x="12866" y="11924"/>
                    <a:pt x="13149" y="12035"/>
                    <a:pt x="13439" y="12035"/>
                  </a:cubicBezTo>
                  <a:cubicBezTo>
                    <a:pt x="13513" y="12035"/>
                    <a:pt x="13587" y="12028"/>
                    <a:pt x="13660" y="12013"/>
                  </a:cubicBezTo>
                  <a:cubicBezTo>
                    <a:pt x="14756" y="11802"/>
                    <a:pt x="14938" y="10289"/>
                    <a:pt x="13910" y="9832"/>
                  </a:cubicBezTo>
                  <a:cubicBezTo>
                    <a:pt x="14006" y="8886"/>
                    <a:pt x="13536" y="7973"/>
                    <a:pt x="12709" y="7498"/>
                  </a:cubicBezTo>
                  <a:lnTo>
                    <a:pt x="12205" y="7209"/>
                  </a:lnTo>
                  <a:lnTo>
                    <a:pt x="12709" y="6921"/>
                  </a:lnTo>
                  <a:cubicBezTo>
                    <a:pt x="13660" y="6378"/>
                    <a:pt x="14126" y="5264"/>
                    <a:pt x="13843" y="4202"/>
                  </a:cubicBezTo>
                  <a:cubicBezTo>
                    <a:pt x="13561" y="3149"/>
                    <a:pt x="12605" y="2415"/>
                    <a:pt x="11514" y="2415"/>
                  </a:cubicBezTo>
                  <a:cubicBezTo>
                    <a:pt x="11511" y="2415"/>
                    <a:pt x="11507" y="2415"/>
                    <a:pt x="11503" y="2415"/>
                  </a:cubicBezTo>
                  <a:cubicBezTo>
                    <a:pt x="10624" y="2415"/>
                    <a:pt x="10130" y="2871"/>
                    <a:pt x="9760" y="3049"/>
                  </a:cubicBezTo>
                  <a:cubicBezTo>
                    <a:pt x="9750" y="2521"/>
                    <a:pt x="9788" y="2276"/>
                    <a:pt x="9697" y="1886"/>
                  </a:cubicBezTo>
                  <a:cubicBezTo>
                    <a:pt x="9671" y="1770"/>
                    <a:pt x="9584" y="1719"/>
                    <a:pt x="9496" y="1719"/>
                  </a:cubicBezTo>
                  <a:cubicBezTo>
                    <a:pt x="9373" y="1719"/>
                    <a:pt x="9248" y="1818"/>
                    <a:pt x="9284" y="1978"/>
                  </a:cubicBezTo>
                  <a:cubicBezTo>
                    <a:pt x="9361" y="2319"/>
                    <a:pt x="9322" y="2506"/>
                    <a:pt x="9332" y="3289"/>
                  </a:cubicBezTo>
                  <a:lnTo>
                    <a:pt x="7343" y="4428"/>
                  </a:lnTo>
                  <a:lnTo>
                    <a:pt x="5354" y="3289"/>
                  </a:lnTo>
                  <a:lnTo>
                    <a:pt x="5354" y="2410"/>
                  </a:lnTo>
                  <a:cubicBezTo>
                    <a:pt x="5354" y="1541"/>
                    <a:pt x="5921" y="772"/>
                    <a:pt x="6752" y="513"/>
                  </a:cubicBezTo>
                  <a:cubicBezTo>
                    <a:pt x="6946" y="453"/>
                    <a:pt x="7143" y="424"/>
                    <a:pt x="7339" y="424"/>
                  </a:cubicBezTo>
                  <a:cubicBezTo>
                    <a:pt x="7979" y="424"/>
                    <a:pt x="8598" y="733"/>
                    <a:pt x="8977" y="1281"/>
                  </a:cubicBezTo>
                  <a:cubicBezTo>
                    <a:pt x="9022" y="1359"/>
                    <a:pt x="9088" y="1391"/>
                    <a:pt x="9153" y="1391"/>
                  </a:cubicBezTo>
                  <a:cubicBezTo>
                    <a:pt x="9308" y="1391"/>
                    <a:pt x="9459" y="1210"/>
                    <a:pt x="9327" y="1041"/>
                  </a:cubicBezTo>
                  <a:cubicBezTo>
                    <a:pt x="8868" y="376"/>
                    <a:pt x="8116" y="0"/>
                    <a:pt x="7339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170" name="Google Shape;8170;p69"/>
          <p:cNvGrpSpPr/>
          <p:nvPr/>
        </p:nvGrpSpPr>
        <p:grpSpPr>
          <a:xfrm>
            <a:off x="965951" y="1776171"/>
            <a:ext cx="262716" cy="271768"/>
            <a:chOff x="1287935" y="1510978"/>
            <a:chExt cx="350288" cy="362357"/>
          </a:xfrm>
        </p:grpSpPr>
        <p:sp>
          <p:nvSpPr>
            <p:cNvPr id="8171" name="Google Shape;8171;p69"/>
            <p:cNvSpPr/>
            <p:nvPr/>
          </p:nvSpPr>
          <p:spPr>
            <a:xfrm>
              <a:off x="1335714" y="1516371"/>
              <a:ext cx="256721" cy="70974"/>
            </a:xfrm>
            <a:custGeom>
              <a:avLst/>
              <a:gdLst/>
              <a:ahLst/>
              <a:cxnLst/>
              <a:rect l="l" t="t" r="r" b="b"/>
              <a:pathLst>
                <a:path w="9806" h="2711" extrusionOk="0">
                  <a:moveTo>
                    <a:pt x="3849" y="1"/>
                  </a:moveTo>
                  <a:cubicBezTo>
                    <a:pt x="3090" y="1"/>
                    <a:pt x="2393" y="399"/>
                    <a:pt x="2004" y="1048"/>
                  </a:cubicBezTo>
                  <a:lnTo>
                    <a:pt x="1831" y="1331"/>
                  </a:lnTo>
                  <a:cubicBezTo>
                    <a:pt x="1668" y="1605"/>
                    <a:pt x="1375" y="1768"/>
                    <a:pt x="1058" y="1773"/>
                  </a:cubicBezTo>
                  <a:lnTo>
                    <a:pt x="471" y="1773"/>
                  </a:lnTo>
                  <a:cubicBezTo>
                    <a:pt x="212" y="1773"/>
                    <a:pt x="1" y="1980"/>
                    <a:pt x="1" y="2239"/>
                  </a:cubicBezTo>
                  <a:cubicBezTo>
                    <a:pt x="1" y="2499"/>
                    <a:pt x="212" y="2710"/>
                    <a:pt x="471" y="2710"/>
                  </a:cubicBezTo>
                  <a:lnTo>
                    <a:pt x="1058" y="2710"/>
                  </a:lnTo>
                  <a:cubicBezTo>
                    <a:pt x="1706" y="2710"/>
                    <a:pt x="2307" y="2369"/>
                    <a:pt x="2638" y="1816"/>
                  </a:cubicBezTo>
                  <a:lnTo>
                    <a:pt x="2811" y="1528"/>
                  </a:lnTo>
                  <a:cubicBezTo>
                    <a:pt x="3027" y="1163"/>
                    <a:pt x="3421" y="942"/>
                    <a:pt x="3849" y="937"/>
                  </a:cubicBezTo>
                  <a:lnTo>
                    <a:pt x="5814" y="937"/>
                  </a:lnTo>
                  <a:cubicBezTo>
                    <a:pt x="6236" y="942"/>
                    <a:pt x="6630" y="1163"/>
                    <a:pt x="6851" y="1528"/>
                  </a:cubicBezTo>
                  <a:lnTo>
                    <a:pt x="7019" y="1816"/>
                  </a:lnTo>
                  <a:cubicBezTo>
                    <a:pt x="7356" y="2369"/>
                    <a:pt x="7951" y="2710"/>
                    <a:pt x="8600" y="2710"/>
                  </a:cubicBezTo>
                  <a:lnTo>
                    <a:pt x="9335" y="2710"/>
                  </a:lnTo>
                  <a:cubicBezTo>
                    <a:pt x="9594" y="2710"/>
                    <a:pt x="9806" y="2499"/>
                    <a:pt x="9806" y="2239"/>
                  </a:cubicBezTo>
                  <a:cubicBezTo>
                    <a:pt x="9806" y="1980"/>
                    <a:pt x="9594" y="1773"/>
                    <a:pt x="9335" y="1773"/>
                  </a:cubicBezTo>
                  <a:lnTo>
                    <a:pt x="8600" y="1773"/>
                  </a:lnTo>
                  <a:cubicBezTo>
                    <a:pt x="8283" y="1773"/>
                    <a:pt x="7990" y="1605"/>
                    <a:pt x="7826" y="1331"/>
                  </a:cubicBezTo>
                  <a:lnTo>
                    <a:pt x="7654" y="1048"/>
                  </a:lnTo>
                  <a:cubicBezTo>
                    <a:pt x="7264" y="399"/>
                    <a:pt x="6563" y="1"/>
                    <a:pt x="5809" y="1"/>
                  </a:cubicBezTo>
                  <a:close/>
                </a:path>
              </a:pathLst>
            </a:custGeom>
            <a:solidFill>
              <a:srgbClr val="C1CED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72" name="Google Shape;8172;p69"/>
            <p:cNvSpPr/>
            <p:nvPr/>
          </p:nvSpPr>
          <p:spPr>
            <a:xfrm>
              <a:off x="1337861" y="1603393"/>
              <a:ext cx="69325" cy="66916"/>
            </a:xfrm>
            <a:custGeom>
              <a:avLst/>
              <a:gdLst/>
              <a:ahLst/>
              <a:cxnLst/>
              <a:rect l="l" t="t" r="r" b="b"/>
              <a:pathLst>
                <a:path w="2648" h="2556" extrusionOk="0">
                  <a:moveTo>
                    <a:pt x="500" y="1"/>
                  </a:moveTo>
                  <a:cubicBezTo>
                    <a:pt x="383" y="1"/>
                    <a:pt x="267" y="44"/>
                    <a:pt x="178" y="131"/>
                  </a:cubicBezTo>
                  <a:cubicBezTo>
                    <a:pt x="0" y="308"/>
                    <a:pt x="0" y="597"/>
                    <a:pt x="178" y="774"/>
                  </a:cubicBezTo>
                  <a:lnTo>
                    <a:pt x="1826" y="2422"/>
                  </a:lnTo>
                  <a:cubicBezTo>
                    <a:pt x="1915" y="2511"/>
                    <a:pt x="2031" y="2555"/>
                    <a:pt x="2148" y="2555"/>
                  </a:cubicBezTo>
                  <a:cubicBezTo>
                    <a:pt x="2264" y="2555"/>
                    <a:pt x="2381" y="2511"/>
                    <a:pt x="2470" y="2422"/>
                  </a:cubicBezTo>
                  <a:cubicBezTo>
                    <a:pt x="2647" y="2244"/>
                    <a:pt x="2647" y="1961"/>
                    <a:pt x="2470" y="1783"/>
                  </a:cubicBezTo>
                  <a:lnTo>
                    <a:pt x="822" y="131"/>
                  </a:lnTo>
                  <a:cubicBezTo>
                    <a:pt x="733" y="44"/>
                    <a:pt x="616" y="1"/>
                    <a:pt x="500" y="1"/>
                  </a:cubicBezTo>
                  <a:close/>
                </a:path>
              </a:pathLst>
            </a:custGeom>
            <a:solidFill>
              <a:srgbClr val="C1CED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73" name="Google Shape;8173;p69"/>
            <p:cNvSpPr/>
            <p:nvPr/>
          </p:nvSpPr>
          <p:spPr>
            <a:xfrm>
              <a:off x="1520990" y="1603315"/>
              <a:ext cx="69325" cy="66995"/>
            </a:xfrm>
            <a:custGeom>
              <a:avLst/>
              <a:gdLst/>
              <a:ahLst/>
              <a:cxnLst/>
              <a:rect l="l" t="t" r="r" b="b"/>
              <a:pathLst>
                <a:path w="2648" h="2559" extrusionOk="0">
                  <a:moveTo>
                    <a:pt x="2150" y="1"/>
                  </a:moveTo>
                  <a:cubicBezTo>
                    <a:pt x="2032" y="1"/>
                    <a:pt x="1915" y="47"/>
                    <a:pt x="1826" y="138"/>
                  </a:cubicBezTo>
                  <a:lnTo>
                    <a:pt x="178" y="1786"/>
                  </a:lnTo>
                  <a:cubicBezTo>
                    <a:pt x="0" y="1964"/>
                    <a:pt x="0" y="2247"/>
                    <a:pt x="178" y="2425"/>
                  </a:cubicBezTo>
                  <a:cubicBezTo>
                    <a:pt x="267" y="2514"/>
                    <a:pt x="382" y="2558"/>
                    <a:pt x="498" y="2558"/>
                  </a:cubicBezTo>
                  <a:cubicBezTo>
                    <a:pt x="614" y="2558"/>
                    <a:pt x="730" y="2514"/>
                    <a:pt x="822" y="2425"/>
                  </a:cubicBezTo>
                  <a:lnTo>
                    <a:pt x="2469" y="777"/>
                  </a:lnTo>
                  <a:cubicBezTo>
                    <a:pt x="2647" y="600"/>
                    <a:pt x="2647" y="311"/>
                    <a:pt x="2469" y="134"/>
                  </a:cubicBezTo>
                  <a:cubicBezTo>
                    <a:pt x="2381" y="45"/>
                    <a:pt x="2265" y="1"/>
                    <a:pt x="2150" y="1"/>
                  </a:cubicBezTo>
                  <a:close/>
                </a:path>
              </a:pathLst>
            </a:custGeom>
            <a:solidFill>
              <a:srgbClr val="C1CED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74" name="Google Shape;8174;p69"/>
            <p:cNvSpPr/>
            <p:nvPr/>
          </p:nvSpPr>
          <p:spPr>
            <a:xfrm>
              <a:off x="1349040" y="1784192"/>
              <a:ext cx="87572" cy="83697"/>
            </a:xfrm>
            <a:custGeom>
              <a:avLst/>
              <a:gdLst/>
              <a:ahLst/>
              <a:cxnLst/>
              <a:rect l="l" t="t" r="r" b="b"/>
              <a:pathLst>
                <a:path w="3345" h="3197" extrusionOk="0">
                  <a:moveTo>
                    <a:pt x="2514" y="1"/>
                  </a:moveTo>
                  <a:cubicBezTo>
                    <a:pt x="2320" y="1"/>
                    <a:pt x="2127" y="75"/>
                    <a:pt x="1980" y="224"/>
                  </a:cubicBezTo>
                  <a:lnTo>
                    <a:pt x="299" y="1906"/>
                  </a:lnTo>
                  <a:cubicBezTo>
                    <a:pt x="1" y="2199"/>
                    <a:pt x="1" y="2679"/>
                    <a:pt x="299" y="2977"/>
                  </a:cubicBezTo>
                  <a:cubicBezTo>
                    <a:pt x="445" y="3123"/>
                    <a:pt x="639" y="3197"/>
                    <a:pt x="833" y="3197"/>
                  </a:cubicBezTo>
                  <a:cubicBezTo>
                    <a:pt x="1027" y="3197"/>
                    <a:pt x="1221" y="3123"/>
                    <a:pt x="1370" y="2977"/>
                  </a:cubicBezTo>
                  <a:lnTo>
                    <a:pt x="3051" y="1295"/>
                  </a:lnTo>
                  <a:cubicBezTo>
                    <a:pt x="3345" y="998"/>
                    <a:pt x="3345" y="517"/>
                    <a:pt x="3051" y="224"/>
                  </a:cubicBezTo>
                  <a:cubicBezTo>
                    <a:pt x="2903" y="75"/>
                    <a:pt x="2708" y="1"/>
                    <a:pt x="2514" y="1"/>
                  </a:cubicBezTo>
                  <a:close/>
                </a:path>
              </a:pathLst>
            </a:custGeom>
            <a:solidFill>
              <a:srgbClr val="C1CED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75" name="Google Shape;8175;p69"/>
            <p:cNvSpPr/>
            <p:nvPr/>
          </p:nvSpPr>
          <p:spPr>
            <a:xfrm>
              <a:off x="1491537" y="1784192"/>
              <a:ext cx="87572" cy="83697"/>
            </a:xfrm>
            <a:custGeom>
              <a:avLst/>
              <a:gdLst/>
              <a:ahLst/>
              <a:cxnLst/>
              <a:rect l="l" t="t" r="r" b="b"/>
              <a:pathLst>
                <a:path w="3345" h="3197" extrusionOk="0">
                  <a:moveTo>
                    <a:pt x="831" y="1"/>
                  </a:moveTo>
                  <a:cubicBezTo>
                    <a:pt x="637" y="1"/>
                    <a:pt x="443" y="75"/>
                    <a:pt x="294" y="224"/>
                  </a:cubicBezTo>
                  <a:cubicBezTo>
                    <a:pt x="1" y="517"/>
                    <a:pt x="1" y="998"/>
                    <a:pt x="294" y="1295"/>
                  </a:cubicBezTo>
                  <a:lnTo>
                    <a:pt x="1975" y="2977"/>
                  </a:lnTo>
                  <a:cubicBezTo>
                    <a:pt x="2124" y="3123"/>
                    <a:pt x="2319" y="3197"/>
                    <a:pt x="2513" y="3197"/>
                  </a:cubicBezTo>
                  <a:cubicBezTo>
                    <a:pt x="2707" y="3197"/>
                    <a:pt x="2900" y="3123"/>
                    <a:pt x="3047" y="2977"/>
                  </a:cubicBezTo>
                  <a:cubicBezTo>
                    <a:pt x="3345" y="2679"/>
                    <a:pt x="3345" y="2199"/>
                    <a:pt x="3047" y="1906"/>
                  </a:cubicBezTo>
                  <a:lnTo>
                    <a:pt x="1365" y="224"/>
                  </a:lnTo>
                  <a:cubicBezTo>
                    <a:pt x="1219" y="75"/>
                    <a:pt x="1025" y="1"/>
                    <a:pt x="831" y="1"/>
                  </a:cubicBezTo>
                  <a:close/>
                </a:path>
              </a:pathLst>
            </a:custGeom>
            <a:solidFill>
              <a:srgbClr val="C1CED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76" name="Google Shape;8176;p69"/>
            <p:cNvSpPr/>
            <p:nvPr/>
          </p:nvSpPr>
          <p:spPr>
            <a:xfrm>
              <a:off x="1342887" y="1606168"/>
              <a:ext cx="242270" cy="242270"/>
            </a:xfrm>
            <a:custGeom>
              <a:avLst/>
              <a:gdLst/>
              <a:ahLst/>
              <a:cxnLst/>
              <a:rect l="l" t="t" r="r" b="b"/>
              <a:pathLst>
                <a:path w="9254" h="9254" extrusionOk="0">
                  <a:moveTo>
                    <a:pt x="4627" y="1"/>
                  </a:moveTo>
                  <a:cubicBezTo>
                    <a:pt x="2076" y="1"/>
                    <a:pt x="0" y="2071"/>
                    <a:pt x="0" y="4627"/>
                  </a:cubicBezTo>
                  <a:cubicBezTo>
                    <a:pt x="0" y="7183"/>
                    <a:pt x="2076" y="9253"/>
                    <a:pt x="4627" y="9253"/>
                  </a:cubicBezTo>
                  <a:cubicBezTo>
                    <a:pt x="7183" y="9253"/>
                    <a:pt x="9253" y="7183"/>
                    <a:pt x="9253" y="4627"/>
                  </a:cubicBezTo>
                  <a:cubicBezTo>
                    <a:pt x="9253" y="2071"/>
                    <a:pt x="7183" y="1"/>
                    <a:pt x="4627" y="1"/>
                  </a:cubicBezTo>
                  <a:close/>
                </a:path>
              </a:pathLst>
            </a:custGeom>
            <a:solidFill>
              <a:srgbClr val="A9BBC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77" name="Google Shape;8177;p69"/>
            <p:cNvSpPr/>
            <p:nvPr/>
          </p:nvSpPr>
          <p:spPr>
            <a:xfrm>
              <a:off x="1364774" y="1629312"/>
              <a:ext cx="208052" cy="195931"/>
            </a:xfrm>
            <a:custGeom>
              <a:avLst/>
              <a:gdLst/>
              <a:ahLst/>
              <a:cxnLst/>
              <a:rect l="l" t="t" r="r" b="b"/>
              <a:pathLst>
                <a:path w="7947" h="7484" extrusionOk="0">
                  <a:moveTo>
                    <a:pt x="3790" y="0"/>
                  </a:moveTo>
                  <a:cubicBezTo>
                    <a:pt x="3347" y="0"/>
                    <a:pt x="2900" y="79"/>
                    <a:pt x="2470" y="241"/>
                  </a:cubicBezTo>
                  <a:cubicBezTo>
                    <a:pt x="1057" y="774"/>
                    <a:pt x="101" y="2110"/>
                    <a:pt x="48" y="3623"/>
                  </a:cubicBezTo>
                  <a:cubicBezTo>
                    <a:pt x="0" y="5136"/>
                    <a:pt x="870" y="6529"/>
                    <a:pt x="2249" y="7154"/>
                  </a:cubicBezTo>
                  <a:cubicBezTo>
                    <a:pt x="2742" y="7375"/>
                    <a:pt x="3266" y="7483"/>
                    <a:pt x="3786" y="7483"/>
                  </a:cubicBezTo>
                  <a:cubicBezTo>
                    <a:pt x="4720" y="7483"/>
                    <a:pt x="5642" y="7135"/>
                    <a:pt x="6351" y="6472"/>
                  </a:cubicBezTo>
                  <a:cubicBezTo>
                    <a:pt x="7869" y="5059"/>
                    <a:pt x="7946" y="2686"/>
                    <a:pt x="6524" y="1187"/>
                  </a:cubicBezTo>
                  <a:cubicBezTo>
                    <a:pt x="5802" y="414"/>
                    <a:pt x="4806" y="0"/>
                    <a:pt x="3790" y="0"/>
                  </a:cubicBezTo>
                  <a:close/>
                </a:path>
              </a:pathLst>
            </a:custGeom>
            <a:solidFill>
              <a:srgbClr val="CCD7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78" name="Google Shape;8178;p69"/>
            <p:cNvSpPr/>
            <p:nvPr/>
          </p:nvSpPr>
          <p:spPr>
            <a:xfrm>
              <a:off x="1402630" y="1630961"/>
              <a:ext cx="165798" cy="192554"/>
            </a:xfrm>
            <a:custGeom>
              <a:avLst/>
              <a:gdLst/>
              <a:ahLst/>
              <a:cxnLst/>
              <a:rect l="l" t="t" r="r" b="b"/>
              <a:pathLst>
                <a:path w="6333" h="7355" extrusionOk="0">
                  <a:moveTo>
                    <a:pt x="3046" y="0"/>
                  </a:moveTo>
                  <a:cubicBezTo>
                    <a:pt x="1278" y="336"/>
                    <a:pt x="0" y="1878"/>
                    <a:pt x="0" y="3675"/>
                  </a:cubicBezTo>
                  <a:cubicBezTo>
                    <a:pt x="0" y="5477"/>
                    <a:pt x="1278" y="7019"/>
                    <a:pt x="3046" y="7355"/>
                  </a:cubicBezTo>
                  <a:cubicBezTo>
                    <a:pt x="3743" y="7220"/>
                    <a:pt x="4387" y="6894"/>
                    <a:pt x="4905" y="6409"/>
                  </a:cubicBezTo>
                  <a:cubicBezTo>
                    <a:pt x="5933" y="5443"/>
                    <a:pt x="6332" y="3983"/>
                    <a:pt x="5938" y="2633"/>
                  </a:cubicBezTo>
                  <a:cubicBezTo>
                    <a:pt x="5544" y="1283"/>
                    <a:pt x="4430" y="264"/>
                    <a:pt x="3046" y="0"/>
                  </a:cubicBezTo>
                  <a:close/>
                </a:path>
              </a:pathLst>
            </a:custGeom>
            <a:solidFill>
              <a:srgbClr val="D7DFE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79" name="Google Shape;8179;p69"/>
            <p:cNvSpPr/>
            <p:nvPr/>
          </p:nvSpPr>
          <p:spPr>
            <a:xfrm>
              <a:off x="1449675" y="1653842"/>
              <a:ext cx="26416" cy="94222"/>
            </a:xfrm>
            <a:custGeom>
              <a:avLst/>
              <a:gdLst/>
              <a:ahLst/>
              <a:cxnLst/>
              <a:rect l="l" t="t" r="r" b="b"/>
              <a:pathLst>
                <a:path w="1009" h="3599" extrusionOk="0">
                  <a:moveTo>
                    <a:pt x="505" y="0"/>
                  </a:moveTo>
                  <a:cubicBezTo>
                    <a:pt x="226" y="0"/>
                    <a:pt x="0" y="226"/>
                    <a:pt x="0" y="505"/>
                  </a:cubicBezTo>
                  <a:lnTo>
                    <a:pt x="0" y="3094"/>
                  </a:lnTo>
                  <a:cubicBezTo>
                    <a:pt x="0" y="3373"/>
                    <a:pt x="226" y="3599"/>
                    <a:pt x="505" y="3599"/>
                  </a:cubicBezTo>
                  <a:cubicBezTo>
                    <a:pt x="783" y="3599"/>
                    <a:pt x="1009" y="3373"/>
                    <a:pt x="1009" y="3094"/>
                  </a:cubicBezTo>
                  <a:lnTo>
                    <a:pt x="1009" y="505"/>
                  </a:lnTo>
                  <a:cubicBezTo>
                    <a:pt x="1009" y="226"/>
                    <a:pt x="783" y="0"/>
                    <a:pt x="505" y="0"/>
                  </a:cubicBezTo>
                  <a:close/>
                </a:path>
              </a:pathLst>
            </a:custGeom>
            <a:solidFill>
              <a:srgbClr val="A9BBC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80" name="Google Shape;8180;p69"/>
            <p:cNvSpPr/>
            <p:nvPr/>
          </p:nvSpPr>
          <p:spPr>
            <a:xfrm>
              <a:off x="1448419" y="1722172"/>
              <a:ext cx="65424" cy="62832"/>
            </a:xfrm>
            <a:custGeom>
              <a:avLst/>
              <a:gdLst/>
              <a:ahLst/>
              <a:cxnLst/>
              <a:rect l="l" t="t" r="r" b="b"/>
              <a:pathLst>
                <a:path w="2499" h="2400" extrusionOk="0">
                  <a:moveTo>
                    <a:pt x="553" y="0"/>
                  </a:moveTo>
                  <a:cubicBezTo>
                    <a:pt x="424" y="0"/>
                    <a:pt x="296" y="49"/>
                    <a:pt x="197" y="148"/>
                  </a:cubicBezTo>
                  <a:cubicBezTo>
                    <a:pt x="0" y="345"/>
                    <a:pt x="0" y="667"/>
                    <a:pt x="197" y="864"/>
                  </a:cubicBezTo>
                  <a:lnTo>
                    <a:pt x="1590" y="2252"/>
                  </a:lnTo>
                  <a:cubicBezTo>
                    <a:pt x="1689" y="2351"/>
                    <a:pt x="1817" y="2400"/>
                    <a:pt x="1946" y="2400"/>
                  </a:cubicBezTo>
                  <a:cubicBezTo>
                    <a:pt x="2074" y="2400"/>
                    <a:pt x="2203" y="2351"/>
                    <a:pt x="2301" y="2252"/>
                  </a:cubicBezTo>
                  <a:cubicBezTo>
                    <a:pt x="2498" y="2055"/>
                    <a:pt x="2498" y="1738"/>
                    <a:pt x="2301" y="1541"/>
                  </a:cubicBezTo>
                  <a:lnTo>
                    <a:pt x="908" y="148"/>
                  </a:lnTo>
                  <a:cubicBezTo>
                    <a:pt x="810" y="49"/>
                    <a:pt x="681" y="0"/>
                    <a:pt x="553" y="0"/>
                  </a:cubicBezTo>
                  <a:close/>
                </a:path>
              </a:pathLst>
            </a:custGeom>
            <a:solidFill>
              <a:srgbClr val="88A1B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81" name="Google Shape;8181;p69"/>
            <p:cNvSpPr/>
            <p:nvPr/>
          </p:nvSpPr>
          <p:spPr>
            <a:xfrm>
              <a:off x="1293721" y="1560432"/>
              <a:ext cx="96238" cy="89536"/>
            </a:xfrm>
            <a:custGeom>
              <a:avLst/>
              <a:gdLst/>
              <a:ahLst/>
              <a:cxnLst/>
              <a:rect l="l" t="t" r="r" b="b"/>
              <a:pathLst>
                <a:path w="3676" h="3420" extrusionOk="0">
                  <a:moveTo>
                    <a:pt x="1922" y="0"/>
                  </a:moveTo>
                  <a:cubicBezTo>
                    <a:pt x="1474" y="0"/>
                    <a:pt x="1026" y="170"/>
                    <a:pt x="682" y="508"/>
                  </a:cubicBezTo>
                  <a:cubicBezTo>
                    <a:pt x="668" y="527"/>
                    <a:pt x="649" y="547"/>
                    <a:pt x="634" y="561"/>
                  </a:cubicBezTo>
                  <a:cubicBezTo>
                    <a:pt x="0" y="1253"/>
                    <a:pt x="24" y="2319"/>
                    <a:pt x="682" y="2987"/>
                  </a:cubicBezTo>
                  <a:lnTo>
                    <a:pt x="860" y="3160"/>
                  </a:lnTo>
                  <a:cubicBezTo>
                    <a:pt x="1031" y="3333"/>
                    <a:pt x="1255" y="3419"/>
                    <a:pt x="1480" y="3419"/>
                  </a:cubicBezTo>
                  <a:cubicBezTo>
                    <a:pt x="1706" y="3419"/>
                    <a:pt x="1931" y="3333"/>
                    <a:pt x="2104" y="3160"/>
                  </a:cubicBezTo>
                  <a:lnTo>
                    <a:pt x="3334" y="1930"/>
                  </a:lnTo>
                  <a:cubicBezTo>
                    <a:pt x="3675" y="1589"/>
                    <a:pt x="3675" y="1032"/>
                    <a:pt x="3334" y="686"/>
                  </a:cubicBezTo>
                  <a:lnTo>
                    <a:pt x="3161" y="508"/>
                  </a:lnTo>
                  <a:cubicBezTo>
                    <a:pt x="2818" y="170"/>
                    <a:pt x="2370" y="0"/>
                    <a:pt x="1922" y="0"/>
                  </a:cubicBezTo>
                  <a:close/>
                </a:path>
              </a:pathLst>
            </a:custGeom>
            <a:solidFill>
              <a:srgbClr val="CCD7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82" name="Google Shape;8182;p69"/>
            <p:cNvSpPr/>
            <p:nvPr/>
          </p:nvSpPr>
          <p:spPr>
            <a:xfrm>
              <a:off x="1309429" y="1560432"/>
              <a:ext cx="77624" cy="61392"/>
            </a:xfrm>
            <a:custGeom>
              <a:avLst/>
              <a:gdLst/>
              <a:ahLst/>
              <a:cxnLst/>
              <a:rect l="l" t="t" r="r" b="b"/>
              <a:pathLst>
                <a:path w="2965" h="2345" extrusionOk="0">
                  <a:moveTo>
                    <a:pt x="1321" y="0"/>
                  </a:moveTo>
                  <a:cubicBezTo>
                    <a:pt x="874" y="0"/>
                    <a:pt x="426" y="170"/>
                    <a:pt x="82" y="508"/>
                  </a:cubicBezTo>
                  <a:cubicBezTo>
                    <a:pt x="68" y="527"/>
                    <a:pt x="49" y="547"/>
                    <a:pt x="34" y="561"/>
                  </a:cubicBezTo>
                  <a:cubicBezTo>
                    <a:pt x="1" y="1065"/>
                    <a:pt x="183" y="1555"/>
                    <a:pt x="539" y="1911"/>
                  </a:cubicBezTo>
                  <a:lnTo>
                    <a:pt x="716" y="2089"/>
                  </a:lnTo>
                  <a:cubicBezTo>
                    <a:pt x="887" y="2259"/>
                    <a:pt x="1112" y="2345"/>
                    <a:pt x="1337" y="2345"/>
                  </a:cubicBezTo>
                  <a:cubicBezTo>
                    <a:pt x="1562" y="2345"/>
                    <a:pt x="1788" y="2259"/>
                    <a:pt x="1961" y="2089"/>
                  </a:cubicBezTo>
                  <a:lnTo>
                    <a:pt x="2965" y="1085"/>
                  </a:lnTo>
                  <a:cubicBezTo>
                    <a:pt x="2921" y="936"/>
                    <a:pt x="2845" y="796"/>
                    <a:pt x="2734" y="686"/>
                  </a:cubicBezTo>
                  <a:lnTo>
                    <a:pt x="2556" y="508"/>
                  </a:lnTo>
                  <a:cubicBezTo>
                    <a:pt x="2215" y="170"/>
                    <a:pt x="1768" y="0"/>
                    <a:pt x="1321" y="0"/>
                  </a:cubicBezTo>
                  <a:close/>
                </a:path>
              </a:pathLst>
            </a:custGeom>
            <a:solidFill>
              <a:srgbClr val="D7DFE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83" name="Google Shape;8183;p69"/>
            <p:cNvSpPr/>
            <p:nvPr/>
          </p:nvSpPr>
          <p:spPr>
            <a:xfrm>
              <a:off x="1538085" y="1560510"/>
              <a:ext cx="96238" cy="89457"/>
            </a:xfrm>
            <a:custGeom>
              <a:avLst/>
              <a:gdLst/>
              <a:ahLst/>
              <a:cxnLst/>
              <a:rect l="l" t="t" r="r" b="b"/>
              <a:pathLst>
                <a:path w="3676" h="3417" extrusionOk="0">
                  <a:moveTo>
                    <a:pt x="1760" y="1"/>
                  </a:moveTo>
                  <a:cubicBezTo>
                    <a:pt x="1307" y="1"/>
                    <a:pt x="858" y="174"/>
                    <a:pt x="519" y="510"/>
                  </a:cubicBezTo>
                  <a:lnTo>
                    <a:pt x="346" y="683"/>
                  </a:lnTo>
                  <a:cubicBezTo>
                    <a:pt x="0" y="1029"/>
                    <a:pt x="0" y="1586"/>
                    <a:pt x="346" y="1927"/>
                  </a:cubicBezTo>
                  <a:lnTo>
                    <a:pt x="1576" y="3157"/>
                  </a:lnTo>
                  <a:cubicBezTo>
                    <a:pt x="1745" y="3326"/>
                    <a:pt x="1970" y="3416"/>
                    <a:pt x="2197" y="3416"/>
                  </a:cubicBezTo>
                  <a:cubicBezTo>
                    <a:pt x="2305" y="3416"/>
                    <a:pt x="2414" y="3396"/>
                    <a:pt x="2518" y="3354"/>
                  </a:cubicBezTo>
                  <a:cubicBezTo>
                    <a:pt x="2633" y="3311"/>
                    <a:pt x="2734" y="3243"/>
                    <a:pt x="2820" y="3157"/>
                  </a:cubicBezTo>
                  <a:lnTo>
                    <a:pt x="2998" y="2984"/>
                  </a:lnTo>
                  <a:cubicBezTo>
                    <a:pt x="3675" y="2297"/>
                    <a:pt x="3675" y="1192"/>
                    <a:pt x="2998" y="510"/>
                  </a:cubicBezTo>
                  <a:cubicBezTo>
                    <a:pt x="2916" y="428"/>
                    <a:pt x="2825" y="356"/>
                    <a:pt x="2734" y="294"/>
                  </a:cubicBezTo>
                  <a:cubicBezTo>
                    <a:pt x="2437" y="97"/>
                    <a:pt x="2097" y="1"/>
                    <a:pt x="1760" y="1"/>
                  </a:cubicBezTo>
                  <a:close/>
                </a:path>
              </a:pathLst>
            </a:custGeom>
            <a:solidFill>
              <a:srgbClr val="CCD7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84" name="Google Shape;8184;p69"/>
            <p:cNvSpPr/>
            <p:nvPr/>
          </p:nvSpPr>
          <p:spPr>
            <a:xfrm>
              <a:off x="1565365" y="1568181"/>
              <a:ext cx="68958" cy="80137"/>
            </a:xfrm>
            <a:custGeom>
              <a:avLst/>
              <a:gdLst/>
              <a:ahLst/>
              <a:cxnLst/>
              <a:rect l="l" t="t" r="r" b="b"/>
              <a:pathLst>
                <a:path w="2634" h="3061" extrusionOk="0">
                  <a:moveTo>
                    <a:pt x="1692" y="1"/>
                  </a:moveTo>
                  <a:cubicBezTo>
                    <a:pt x="1250" y="15"/>
                    <a:pt x="832" y="198"/>
                    <a:pt x="520" y="510"/>
                  </a:cubicBezTo>
                  <a:lnTo>
                    <a:pt x="342" y="683"/>
                  </a:lnTo>
                  <a:cubicBezTo>
                    <a:pt x="1" y="1029"/>
                    <a:pt x="1" y="1586"/>
                    <a:pt x="342" y="1927"/>
                  </a:cubicBezTo>
                  <a:lnTo>
                    <a:pt x="1476" y="3061"/>
                  </a:lnTo>
                  <a:cubicBezTo>
                    <a:pt x="1591" y="3018"/>
                    <a:pt x="1692" y="2950"/>
                    <a:pt x="1778" y="2864"/>
                  </a:cubicBezTo>
                  <a:lnTo>
                    <a:pt x="1956" y="2691"/>
                  </a:lnTo>
                  <a:cubicBezTo>
                    <a:pt x="2633" y="2004"/>
                    <a:pt x="2633" y="899"/>
                    <a:pt x="1956" y="217"/>
                  </a:cubicBezTo>
                  <a:cubicBezTo>
                    <a:pt x="1874" y="135"/>
                    <a:pt x="1783" y="63"/>
                    <a:pt x="1692" y="1"/>
                  </a:cubicBezTo>
                  <a:close/>
                </a:path>
              </a:pathLst>
            </a:custGeom>
            <a:solidFill>
              <a:srgbClr val="D7DFE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85" name="Google Shape;8185;p69"/>
            <p:cNvSpPr/>
            <p:nvPr/>
          </p:nvSpPr>
          <p:spPr>
            <a:xfrm>
              <a:off x="1287935" y="1510978"/>
              <a:ext cx="350288" cy="362357"/>
            </a:xfrm>
            <a:custGeom>
              <a:avLst/>
              <a:gdLst/>
              <a:ahLst/>
              <a:cxnLst/>
              <a:rect l="l" t="t" r="r" b="b"/>
              <a:pathLst>
                <a:path w="13380" h="13841" extrusionOk="0">
                  <a:moveTo>
                    <a:pt x="7634" y="413"/>
                  </a:moveTo>
                  <a:cubicBezTo>
                    <a:pt x="8316" y="413"/>
                    <a:pt x="8950" y="773"/>
                    <a:pt x="9301" y="1360"/>
                  </a:cubicBezTo>
                  <a:cubicBezTo>
                    <a:pt x="9421" y="1508"/>
                    <a:pt x="9546" y="1950"/>
                    <a:pt x="10074" y="2123"/>
                  </a:cubicBezTo>
                  <a:cubicBezTo>
                    <a:pt x="9930" y="2248"/>
                    <a:pt x="9796" y="2383"/>
                    <a:pt x="9671" y="2527"/>
                  </a:cubicBezTo>
                  <a:cubicBezTo>
                    <a:pt x="9113" y="2239"/>
                    <a:pt x="8960" y="1782"/>
                    <a:pt x="8849" y="1629"/>
                  </a:cubicBezTo>
                  <a:cubicBezTo>
                    <a:pt x="8595" y="1201"/>
                    <a:pt x="8133" y="942"/>
                    <a:pt x="7634" y="942"/>
                  </a:cubicBezTo>
                  <a:lnTo>
                    <a:pt x="5674" y="942"/>
                  </a:lnTo>
                  <a:cubicBezTo>
                    <a:pt x="5174" y="942"/>
                    <a:pt x="4713" y="1201"/>
                    <a:pt x="4458" y="1629"/>
                  </a:cubicBezTo>
                  <a:cubicBezTo>
                    <a:pt x="4338" y="1797"/>
                    <a:pt x="4208" y="2181"/>
                    <a:pt x="3738" y="2469"/>
                  </a:cubicBezTo>
                  <a:cubicBezTo>
                    <a:pt x="3723" y="2455"/>
                    <a:pt x="3714" y="2445"/>
                    <a:pt x="3699" y="2431"/>
                  </a:cubicBezTo>
                  <a:lnTo>
                    <a:pt x="3526" y="2258"/>
                  </a:lnTo>
                  <a:cubicBezTo>
                    <a:pt x="3464" y="2195"/>
                    <a:pt x="3401" y="2138"/>
                    <a:pt x="3334" y="2090"/>
                  </a:cubicBezTo>
                  <a:cubicBezTo>
                    <a:pt x="3776" y="1888"/>
                    <a:pt x="3882" y="1523"/>
                    <a:pt x="4007" y="1360"/>
                  </a:cubicBezTo>
                  <a:cubicBezTo>
                    <a:pt x="4357" y="773"/>
                    <a:pt x="4987" y="413"/>
                    <a:pt x="5674" y="413"/>
                  </a:cubicBezTo>
                  <a:close/>
                  <a:moveTo>
                    <a:pt x="3219" y="4444"/>
                  </a:moveTo>
                  <a:lnTo>
                    <a:pt x="3469" y="4694"/>
                  </a:lnTo>
                  <a:cubicBezTo>
                    <a:pt x="3349" y="4804"/>
                    <a:pt x="3228" y="4924"/>
                    <a:pt x="3118" y="5049"/>
                  </a:cubicBezTo>
                  <a:lnTo>
                    <a:pt x="2868" y="4799"/>
                  </a:lnTo>
                  <a:lnTo>
                    <a:pt x="3219" y="4444"/>
                  </a:lnTo>
                  <a:close/>
                  <a:moveTo>
                    <a:pt x="10233" y="4444"/>
                  </a:moveTo>
                  <a:lnTo>
                    <a:pt x="10588" y="4794"/>
                  </a:lnTo>
                  <a:lnTo>
                    <a:pt x="10338" y="5049"/>
                  </a:lnTo>
                  <a:cubicBezTo>
                    <a:pt x="10228" y="4924"/>
                    <a:pt x="10108" y="4804"/>
                    <a:pt x="9988" y="4694"/>
                  </a:cubicBezTo>
                  <a:lnTo>
                    <a:pt x="10233" y="4444"/>
                  </a:lnTo>
                  <a:close/>
                  <a:moveTo>
                    <a:pt x="2143" y="2095"/>
                  </a:moveTo>
                  <a:cubicBezTo>
                    <a:pt x="2959" y="2095"/>
                    <a:pt x="3344" y="2681"/>
                    <a:pt x="3411" y="2719"/>
                  </a:cubicBezTo>
                  <a:cubicBezTo>
                    <a:pt x="3603" y="2916"/>
                    <a:pt x="3661" y="3204"/>
                    <a:pt x="3555" y="3459"/>
                  </a:cubicBezTo>
                  <a:cubicBezTo>
                    <a:pt x="3488" y="3627"/>
                    <a:pt x="3536" y="3545"/>
                    <a:pt x="2181" y="4905"/>
                  </a:cubicBezTo>
                  <a:cubicBezTo>
                    <a:pt x="2049" y="5037"/>
                    <a:pt x="1876" y="5103"/>
                    <a:pt x="1703" y="5103"/>
                  </a:cubicBezTo>
                  <a:cubicBezTo>
                    <a:pt x="1530" y="5103"/>
                    <a:pt x="1357" y="5037"/>
                    <a:pt x="1225" y="4905"/>
                  </a:cubicBezTo>
                  <a:lnTo>
                    <a:pt x="1052" y="4732"/>
                  </a:lnTo>
                  <a:cubicBezTo>
                    <a:pt x="96" y="3776"/>
                    <a:pt x="745" y="2095"/>
                    <a:pt x="2143" y="2095"/>
                  </a:cubicBezTo>
                  <a:close/>
                  <a:moveTo>
                    <a:pt x="7634" y="1355"/>
                  </a:moveTo>
                  <a:cubicBezTo>
                    <a:pt x="7989" y="1355"/>
                    <a:pt x="8316" y="1537"/>
                    <a:pt x="8498" y="1840"/>
                  </a:cubicBezTo>
                  <a:cubicBezTo>
                    <a:pt x="8609" y="1994"/>
                    <a:pt x="8806" y="2541"/>
                    <a:pt x="9483" y="2892"/>
                  </a:cubicBezTo>
                  <a:cubicBezTo>
                    <a:pt x="9373" y="3272"/>
                    <a:pt x="9474" y="3685"/>
                    <a:pt x="9757" y="3963"/>
                  </a:cubicBezTo>
                  <a:lnTo>
                    <a:pt x="9945" y="4155"/>
                  </a:lnTo>
                  <a:lnTo>
                    <a:pt x="9671" y="4429"/>
                  </a:lnTo>
                  <a:cubicBezTo>
                    <a:pt x="8812" y="3771"/>
                    <a:pt x="7775" y="3430"/>
                    <a:pt x="6727" y="3430"/>
                  </a:cubicBezTo>
                  <a:cubicBezTo>
                    <a:pt x="6123" y="3430"/>
                    <a:pt x="5514" y="3544"/>
                    <a:pt x="4934" y="3776"/>
                  </a:cubicBezTo>
                  <a:cubicBezTo>
                    <a:pt x="4709" y="3865"/>
                    <a:pt x="4803" y="4172"/>
                    <a:pt x="5004" y="4172"/>
                  </a:cubicBezTo>
                  <a:cubicBezTo>
                    <a:pt x="5030" y="4172"/>
                    <a:pt x="5058" y="4167"/>
                    <a:pt x="5088" y="4155"/>
                  </a:cubicBezTo>
                  <a:cubicBezTo>
                    <a:pt x="5630" y="3939"/>
                    <a:pt x="6182" y="3839"/>
                    <a:pt x="6722" y="3839"/>
                  </a:cubicBezTo>
                  <a:cubicBezTo>
                    <a:pt x="9050" y="3839"/>
                    <a:pt x="11146" y="5709"/>
                    <a:pt x="11146" y="8263"/>
                  </a:cubicBezTo>
                  <a:cubicBezTo>
                    <a:pt x="11146" y="10813"/>
                    <a:pt x="9054" y="12685"/>
                    <a:pt x="6729" y="12685"/>
                  </a:cubicBezTo>
                  <a:cubicBezTo>
                    <a:pt x="6175" y="12685"/>
                    <a:pt x="5609" y="12579"/>
                    <a:pt x="5054" y="12351"/>
                  </a:cubicBezTo>
                  <a:cubicBezTo>
                    <a:pt x="1768" y="11011"/>
                    <a:pt x="1297" y="6442"/>
                    <a:pt x="4381" y="4511"/>
                  </a:cubicBezTo>
                  <a:cubicBezTo>
                    <a:pt x="4564" y="4385"/>
                    <a:pt x="4445" y="4132"/>
                    <a:pt x="4267" y="4132"/>
                  </a:cubicBezTo>
                  <a:cubicBezTo>
                    <a:pt x="4235" y="4132"/>
                    <a:pt x="4200" y="4141"/>
                    <a:pt x="4165" y="4160"/>
                  </a:cubicBezTo>
                  <a:cubicBezTo>
                    <a:pt x="4036" y="4247"/>
                    <a:pt x="3906" y="4333"/>
                    <a:pt x="3781" y="4429"/>
                  </a:cubicBezTo>
                  <a:lnTo>
                    <a:pt x="3507" y="4155"/>
                  </a:lnTo>
                  <a:cubicBezTo>
                    <a:pt x="3598" y="4040"/>
                    <a:pt x="4016" y="3786"/>
                    <a:pt x="4016" y="3195"/>
                  </a:cubicBezTo>
                  <a:cubicBezTo>
                    <a:pt x="4016" y="3070"/>
                    <a:pt x="3992" y="2945"/>
                    <a:pt x="3954" y="2825"/>
                  </a:cubicBezTo>
                  <a:cubicBezTo>
                    <a:pt x="4526" y="2474"/>
                    <a:pt x="4698" y="1998"/>
                    <a:pt x="4814" y="1840"/>
                  </a:cubicBezTo>
                  <a:cubicBezTo>
                    <a:pt x="4992" y="1537"/>
                    <a:pt x="5318" y="1355"/>
                    <a:pt x="5674" y="1355"/>
                  </a:cubicBezTo>
                  <a:close/>
                  <a:moveTo>
                    <a:pt x="3449" y="11813"/>
                  </a:moveTo>
                  <a:cubicBezTo>
                    <a:pt x="3728" y="12068"/>
                    <a:pt x="4031" y="12289"/>
                    <a:pt x="4357" y="12471"/>
                  </a:cubicBezTo>
                  <a:lnTo>
                    <a:pt x="3560" y="13269"/>
                  </a:lnTo>
                  <a:cubicBezTo>
                    <a:pt x="3453" y="13367"/>
                    <a:pt x="3318" y="13415"/>
                    <a:pt x="3184" y="13415"/>
                  </a:cubicBezTo>
                  <a:cubicBezTo>
                    <a:pt x="3042" y="13415"/>
                    <a:pt x="2900" y="13361"/>
                    <a:pt x="2791" y="13254"/>
                  </a:cubicBezTo>
                  <a:cubicBezTo>
                    <a:pt x="2585" y="13043"/>
                    <a:pt x="2575" y="12707"/>
                    <a:pt x="2777" y="12486"/>
                  </a:cubicBezTo>
                  <a:lnTo>
                    <a:pt x="3449" y="11813"/>
                  </a:lnTo>
                  <a:close/>
                  <a:moveTo>
                    <a:pt x="10007" y="11808"/>
                  </a:moveTo>
                  <a:lnTo>
                    <a:pt x="10680" y="12486"/>
                  </a:lnTo>
                  <a:cubicBezTo>
                    <a:pt x="10910" y="12702"/>
                    <a:pt x="10920" y="13062"/>
                    <a:pt x="10694" y="13283"/>
                  </a:cubicBezTo>
                  <a:cubicBezTo>
                    <a:pt x="10586" y="13391"/>
                    <a:pt x="10444" y="13445"/>
                    <a:pt x="10303" y="13445"/>
                  </a:cubicBezTo>
                  <a:cubicBezTo>
                    <a:pt x="10156" y="13445"/>
                    <a:pt x="10009" y="13386"/>
                    <a:pt x="9901" y="13269"/>
                  </a:cubicBezTo>
                  <a:lnTo>
                    <a:pt x="9104" y="12471"/>
                  </a:lnTo>
                  <a:cubicBezTo>
                    <a:pt x="9430" y="12284"/>
                    <a:pt x="9733" y="12063"/>
                    <a:pt x="10007" y="11808"/>
                  </a:cubicBezTo>
                  <a:close/>
                  <a:moveTo>
                    <a:pt x="5674" y="0"/>
                  </a:moveTo>
                  <a:cubicBezTo>
                    <a:pt x="4843" y="0"/>
                    <a:pt x="4079" y="437"/>
                    <a:pt x="3651" y="1148"/>
                  </a:cubicBezTo>
                  <a:lnTo>
                    <a:pt x="3478" y="1432"/>
                  </a:lnTo>
                  <a:cubicBezTo>
                    <a:pt x="3296" y="1742"/>
                    <a:pt x="2998" y="1774"/>
                    <a:pt x="2837" y="1774"/>
                  </a:cubicBezTo>
                  <a:cubicBezTo>
                    <a:pt x="2794" y="1774"/>
                    <a:pt x="2761" y="1772"/>
                    <a:pt x="2742" y="1772"/>
                  </a:cubicBezTo>
                  <a:cubicBezTo>
                    <a:pt x="2736" y="1772"/>
                    <a:pt x="2732" y="1772"/>
                    <a:pt x="2729" y="1773"/>
                  </a:cubicBezTo>
                  <a:cubicBezTo>
                    <a:pt x="2533" y="1710"/>
                    <a:pt x="2334" y="1680"/>
                    <a:pt x="2137" y="1680"/>
                  </a:cubicBezTo>
                  <a:cubicBezTo>
                    <a:pt x="1469" y="1680"/>
                    <a:pt x="830" y="2026"/>
                    <a:pt x="466" y="2623"/>
                  </a:cubicBezTo>
                  <a:cubicBezTo>
                    <a:pt x="0" y="3392"/>
                    <a:pt x="120" y="4381"/>
                    <a:pt x="759" y="5020"/>
                  </a:cubicBezTo>
                  <a:cubicBezTo>
                    <a:pt x="855" y="5092"/>
                    <a:pt x="1119" y="5515"/>
                    <a:pt x="1701" y="5515"/>
                  </a:cubicBezTo>
                  <a:cubicBezTo>
                    <a:pt x="2253" y="5515"/>
                    <a:pt x="2522" y="5126"/>
                    <a:pt x="2575" y="5087"/>
                  </a:cubicBezTo>
                  <a:lnTo>
                    <a:pt x="2859" y="5371"/>
                  </a:lnTo>
                  <a:cubicBezTo>
                    <a:pt x="1403" y="7321"/>
                    <a:pt x="1682" y="9973"/>
                    <a:pt x="3161" y="11520"/>
                  </a:cubicBezTo>
                  <a:lnTo>
                    <a:pt x="2484" y="12197"/>
                  </a:lnTo>
                  <a:cubicBezTo>
                    <a:pt x="1883" y="12798"/>
                    <a:pt x="2306" y="13840"/>
                    <a:pt x="3166" y="13840"/>
                  </a:cubicBezTo>
                  <a:cubicBezTo>
                    <a:pt x="3421" y="13840"/>
                    <a:pt x="3666" y="13739"/>
                    <a:pt x="3848" y="13557"/>
                  </a:cubicBezTo>
                  <a:lnTo>
                    <a:pt x="4742" y="12663"/>
                  </a:lnTo>
                  <a:cubicBezTo>
                    <a:pt x="5373" y="12949"/>
                    <a:pt x="6051" y="13092"/>
                    <a:pt x="6728" y="13092"/>
                  </a:cubicBezTo>
                  <a:cubicBezTo>
                    <a:pt x="7406" y="13092"/>
                    <a:pt x="8083" y="12949"/>
                    <a:pt x="8715" y="12663"/>
                  </a:cubicBezTo>
                  <a:lnTo>
                    <a:pt x="9603" y="13557"/>
                  </a:lnTo>
                  <a:cubicBezTo>
                    <a:pt x="9786" y="13739"/>
                    <a:pt x="10031" y="13840"/>
                    <a:pt x="10286" y="13840"/>
                  </a:cubicBezTo>
                  <a:cubicBezTo>
                    <a:pt x="11141" y="13840"/>
                    <a:pt x="11578" y="12803"/>
                    <a:pt x="10968" y="12193"/>
                  </a:cubicBezTo>
                  <a:lnTo>
                    <a:pt x="10295" y="11520"/>
                  </a:lnTo>
                  <a:cubicBezTo>
                    <a:pt x="11857" y="9805"/>
                    <a:pt x="11981" y="7225"/>
                    <a:pt x="10593" y="5366"/>
                  </a:cubicBezTo>
                  <a:lnTo>
                    <a:pt x="10872" y="5087"/>
                  </a:lnTo>
                  <a:cubicBezTo>
                    <a:pt x="10934" y="5131"/>
                    <a:pt x="11189" y="5510"/>
                    <a:pt x="11751" y="5510"/>
                  </a:cubicBezTo>
                  <a:cubicBezTo>
                    <a:pt x="12039" y="5510"/>
                    <a:pt x="12313" y="5400"/>
                    <a:pt x="12519" y="5193"/>
                  </a:cubicBezTo>
                  <a:cubicBezTo>
                    <a:pt x="12568" y="5126"/>
                    <a:pt x="13379" y="4540"/>
                    <a:pt x="13255" y="3425"/>
                  </a:cubicBezTo>
                  <a:cubicBezTo>
                    <a:pt x="13241" y="3299"/>
                    <a:pt x="13147" y="3240"/>
                    <a:pt x="13053" y="3240"/>
                  </a:cubicBezTo>
                  <a:cubicBezTo>
                    <a:pt x="12942" y="3240"/>
                    <a:pt x="12831" y="3321"/>
                    <a:pt x="12846" y="3469"/>
                  </a:cubicBezTo>
                  <a:cubicBezTo>
                    <a:pt x="12947" y="4367"/>
                    <a:pt x="12284" y="4823"/>
                    <a:pt x="12231" y="4905"/>
                  </a:cubicBezTo>
                  <a:cubicBezTo>
                    <a:pt x="12099" y="5035"/>
                    <a:pt x="11926" y="5099"/>
                    <a:pt x="11753" y="5099"/>
                  </a:cubicBezTo>
                  <a:cubicBezTo>
                    <a:pt x="11580" y="5099"/>
                    <a:pt x="11407" y="5035"/>
                    <a:pt x="11275" y="4905"/>
                  </a:cubicBezTo>
                  <a:lnTo>
                    <a:pt x="10045" y="3675"/>
                  </a:lnTo>
                  <a:cubicBezTo>
                    <a:pt x="9781" y="3411"/>
                    <a:pt x="9781" y="2983"/>
                    <a:pt x="10045" y="2719"/>
                  </a:cubicBezTo>
                  <a:cubicBezTo>
                    <a:pt x="10137" y="2657"/>
                    <a:pt x="10511" y="2095"/>
                    <a:pt x="11314" y="2095"/>
                  </a:cubicBezTo>
                  <a:cubicBezTo>
                    <a:pt x="11833" y="2095"/>
                    <a:pt x="12323" y="2354"/>
                    <a:pt x="12606" y="2791"/>
                  </a:cubicBezTo>
                  <a:cubicBezTo>
                    <a:pt x="12650" y="2859"/>
                    <a:pt x="12711" y="2888"/>
                    <a:pt x="12772" y="2888"/>
                  </a:cubicBezTo>
                  <a:cubicBezTo>
                    <a:pt x="12916" y="2888"/>
                    <a:pt x="13057" y="2728"/>
                    <a:pt x="12952" y="2565"/>
                  </a:cubicBezTo>
                  <a:cubicBezTo>
                    <a:pt x="12583" y="2005"/>
                    <a:pt x="11962" y="1682"/>
                    <a:pt x="11315" y="1682"/>
                  </a:cubicBezTo>
                  <a:cubicBezTo>
                    <a:pt x="11120" y="1682"/>
                    <a:pt x="10922" y="1711"/>
                    <a:pt x="10728" y="1773"/>
                  </a:cubicBezTo>
                  <a:lnTo>
                    <a:pt x="10425" y="1773"/>
                  </a:lnTo>
                  <a:cubicBezTo>
                    <a:pt x="10180" y="1773"/>
                    <a:pt x="9949" y="1643"/>
                    <a:pt x="9824" y="1432"/>
                  </a:cubicBezTo>
                  <a:lnTo>
                    <a:pt x="9651" y="1148"/>
                  </a:lnTo>
                  <a:cubicBezTo>
                    <a:pt x="9229" y="437"/>
                    <a:pt x="8460" y="5"/>
                    <a:pt x="7634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86" name="Google Shape;8186;p69"/>
            <p:cNvSpPr/>
            <p:nvPr/>
          </p:nvSpPr>
          <p:spPr>
            <a:xfrm>
              <a:off x="1345662" y="1623892"/>
              <a:ext cx="225410" cy="206874"/>
            </a:xfrm>
            <a:custGeom>
              <a:avLst/>
              <a:gdLst/>
              <a:ahLst/>
              <a:cxnLst/>
              <a:rect l="l" t="t" r="r" b="b"/>
              <a:pathLst>
                <a:path w="8610" h="7902" extrusionOk="0">
                  <a:moveTo>
                    <a:pt x="4580" y="1"/>
                  </a:moveTo>
                  <a:cubicBezTo>
                    <a:pt x="2561" y="1"/>
                    <a:pt x="577" y="1533"/>
                    <a:pt x="577" y="3950"/>
                  </a:cubicBezTo>
                  <a:cubicBezTo>
                    <a:pt x="577" y="6334"/>
                    <a:pt x="2542" y="7902"/>
                    <a:pt x="4570" y="7902"/>
                  </a:cubicBezTo>
                  <a:cubicBezTo>
                    <a:pt x="5603" y="7902"/>
                    <a:pt x="6652" y="7495"/>
                    <a:pt x="7466" y="6583"/>
                  </a:cubicBezTo>
                  <a:cubicBezTo>
                    <a:pt x="7730" y="6285"/>
                    <a:pt x="7951" y="5948"/>
                    <a:pt x="8119" y="5583"/>
                  </a:cubicBezTo>
                  <a:cubicBezTo>
                    <a:pt x="8191" y="5420"/>
                    <a:pt x="8057" y="5292"/>
                    <a:pt x="7922" y="5292"/>
                  </a:cubicBezTo>
                  <a:cubicBezTo>
                    <a:pt x="7851" y="5292"/>
                    <a:pt x="7780" y="5328"/>
                    <a:pt x="7740" y="5415"/>
                  </a:cubicBezTo>
                  <a:cubicBezTo>
                    <a:pt x="7163" y="6674"/>
                    <a:pt x="5909" y="7486"/>
                    <a:pt x="4521" y="7486"/>
                  </a:cubicBezTo>
                  <a:cubicBezTo>
                    <a:pt x="1658" y="7486"/>
                    <a:pt x="0" y="4253"/>
                    <a:pt x="1610" y="1937"/>
                  </a:cubicBezTo>
                  <a:cubicBezTo>
                    <a:pt x="2312" y="926"/>
                    <a:pt x="3418" y="413"/>
                    <a:pt x="4525" y="413"/>
                  </a:cubicBezTo>
                  <a:cubicBezTo>
                    <a:pt x="5622" y="413"/>
                    <a:pt x="6720" y="916"/>
                    <a:pt x="7427" y="1937"/>
                  </a:cubicBezTo>
                  <a:cubicBezTo>
                    <a:pt x="7980" y="2734"/>
                    <a:pt x="8181" y="3729"/>
                    <a:pt x="7980" y="4680"/>
                  </a:cubicBezTo>
                  <a:cubicBezTo>
                    <a:pt x="7946" y="4833"/>
                    <a:pt x="8067" y="4926"/>
                    <a:pt x="8185" y="4926"/>
                  </a:cubicBezTo>
                  <a:cubicBezTo>
                    <a:pt x="8273" y="4926"/>
                    <a:pt x="8359" y="4876"/>
                    <a:pt x="8383" y="4762"/>
                  </a:cubicBezTo>
                  <a:cubicBezTo>
                    <a:pt x="8609" y="3695"/>
                    <a:pt x="8383" y="2581"/>
                    <a:pt x="7759" y="1687"/>
                  </a:cubicBezTo>
                  <a:cubicBezTo>
                    <a:pt x="6944" y="520"/>
                    <a:pt x="5756" y="1"/>
                    <a:pt x="4580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87" name="Google Shape;8187;p69"/>
            <p:cNvSpPr/>
            <p:nvPr/>
          </p:nvSpPr>
          <p:spPr>
            <a:xfrm>
              <a:off x="1444125" y="1648423"/>
              <a:ext cx="80687" cy="141974"/>
            </a:xfrm>
            <a:custGeom>
              <a:avLst/>
              <a:gdLst/>
              <a:ahLst/>
              <a:cxnLst/>
              <a:rect l="l" t="t" r="r" b="b"/>
              <a:pathLst>
                <a:path w="3082" h="5423" extrusionOk="0">
                  <a:moveTo>
                    <a:pt x="717" y="376"/>
                  </a:moveTo>
                  <a:cubicBezTo>
                    <a:pt x="894" y="376"/>
                    <a:pt x="1034" y="534"/>
                    <a:pt x="1014" y="712"/>
                  </a:cubicBezTo>
                  <a:lnTo>
                    <a:pt x="1014" y="2677"/>
                  </a:lnTo>
                  <a:cubicBezTo>
                    <a:pt x="918" y="2633"/>
                    <a:pt x="816" y="2612"/>
                    <a:pt x="715" y="2612"/>
                  </a:cubicBezTo>
                  <a:cubicBezTo>
                    <a:pt x="613" y="2612"/>
                    <a:pt x="512" y="2633"/>
                    <a:pt x="419" y="2677"/>
                  </a:cubicBezTo>
                  <a:lnTo>
                    <a:pt x="419" y="712"/>
                  </a:lnTo>
                  <a:cubicBezTo>
                    <a:pt x="395" y="534"/>
                    <a:pt x="534" y="376"/>
                    <a:pt x="717" y="376"/>
                  </a:cubicBezTo>
                  <a:close/>
                  <a:moveTo>
                    <a:pt x="751" y="3027"/>
                  </a:moveTo>
                  <a:cubicBezTo>
                    <a:pt x="883" y="3027"/>
                    <a:pt x="921" y="3102"/>
                    <a:pt x="2321" y="4502"/>
                  </a:cubicBezTo>
                  <a:lnTo>
                    <a:pt x="2316" y="4502"/>
                  </a:lnTo>
                  <a:cubicBezTo>
                    <a:pt x="2465" y="4613"/>
                    <a:pt x="2480" y="4824"/>
                    <a:pt x="2350" y="4954"/>
                  </a:cubicBezTo>
                  <a:cubicBezTo>
                    <a:pt x="2291" y="5013"/>
                    <a:pt x="2214" y="5042"/>
                    <a:pt x="2138" y="5042"/>
                  </a:cubicBezTo>
                  <a:cubicBezTo>
                    <a:pt x="2048" y="5042"/>
                    <a:pt x="1958" y="5001"/>
                    <a:pt x="1898" y="4920"/>
                  </a:cubicBezTo>
                  <a:lnTo>
                    <a:pt x="510" y="3537"/>
                  </a:lnTo>
                  <a:cubicBezTo>
                    <a:pt x="327" y="3344"/>
                    <a:pt x="457" y="3032"/>
                    <a:pt x="721" y="3027"/>
                  </a:cubicBezTo>
                  <a:cubicBezTo>
                    <a:pt x="732" y="3027"/>
                    <a:pt x="742" y="3027"/>
                    <a:pt x="751" y="3027"/>
                  </a:cubicBezTo>
                  <a:close/>
                  <a:moveTo>
                    <a:pt x="717" y="1"/>
                  </a:moveTo>
                  <a:cubicBezTo>
                    <a:pt x="327" y="1"/>
                    <a:pt x="6" y="318"/>
                    <a:pt x="6" y="712"/>
                  </a:cubicBezTo>
                  <a:lnTo>
                    <a:pt x="6" y="3306"/>
                  </a:lnTo>
                  <a:cubicBezTo>
                    <a:pt x="1" y="3498"/>
                    <a:pt x="78" y="3685"/>
                    <a:pt x="217" y="3820"/>
                  </a:cubicBezTo>
                  <a:cubicBezTo>
                    <a:pt x="1629" y="5204"/>
                    <a:pt x="1610" y="5285"/>
                    <a:pt x="1865" y="5376"/>
                  </a:cubicBezTo>
                  <a:cubicBezTo>
                    <a:pt x="1953" y="5408"/>
                    <a:pt x="2038" y="5423"/>
                    <a:pt x="2120" y="5423"/>
                  </a:cubicBezTo>
                  <a:cubicBezTo>
                    <a:pt x="2703" y="5423"/>
                    <a:pt x="3081" y="4681"/>
                    <a:pt x="2609" y="4209"/>
                  </a:cubicBezTo>
                  <a:lnTo>
                    <a:pt x="1428" y="3027"/>
                  </a:lnTo>
                  <a:lnTo>
                    <a:pt x="1428" y="712"/>
                  </a:lnTo>
                  <a:cubicBezTo>
                    <a:pt x="1428" y="318"/>
                    <a:pt x="1110" y="1"/>
                    <a:pt x="717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88" name="Google Shape;8188;p69"/>
            <p:cNvSpPr/>
            <p:nvPr/>
          </p:nvSpPr>
          <p:spPr>
            <a:xfrm>
              <a:off x="1493684" y="1777098"/>
              <a:ext cx="26" cy="26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89" name="Google Shape;8189;p69"/>
            <p:cNvSpPr/>
            <p:nvPr/>
          </p:nvSpPr>
          <p:spPr>
            <a:xfrm>
              <a:off x="1493815" y="1777333"/>
              <a:ext cx="26" cy="26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190" name="Google Shape;8190;p69"/>
          <p:cNvGrpSpPr/>
          <p:nvPr/>
        </p:nvGrpSpPr>
        <p:grpSpPr>
          <a:xfrm>
            <a:off x="1858480" y="3860407"/>
            <a:ext cx="157532" cy="271493"/>
            <a:chOff x="2477973" y="4289959"/>
            <a:chExt cx="210042" cy="361991"/>
          </a:xfrm>
        </p:grpSpPr>
        <p:sp>
          <p:nvSpPr>
            <p:cNvPr id="8191" name="Google Shape;8191;p69"/>
            <p:cNvSpPr/>
            <p:nvPr/>
          </p:nvSpPr>
          <p:spPr>
            <a:xfrm>
              <a:off x="2493551" y="4295745"/>
              <a:ext cx="178888" cy="350288"/>
            </a:xfrm>
            <a:custGeom>
              <a:avLst/>
              <a:gdLst/>
              <a:ahLst/>
              <a:cxnLst/>
              <a:rect l="l" t="t" r="r" b="b"/>
              <a:pathLst>
                <a:path w="6833" h="13380" extrusionOk="0">
                  <a:moveTo>
                    <a:pt x="1" y="1"/>
                  </a:moveTo>
                  <a:lnTo>
                    <a:pt x="1" y="3397"/>
                  </a:lnTo>
                  <a:cubicBezTo>
                    <a:pt x="1" y="4934"/>
                    <a:pt x="1029" y="6284"/>
                    <a:pt x="2513" y="6693"/>
                  </a:cubicBezTo>
                  <a:cubicBezTo>
                    <a:pt x="1029" y="7096"/>
                    <a:pt x="1" y="8446"/>
                    <a:pt x="1" y="9983"/>
                  </a:cubicBezTo>
                  <a:lnTo>
                    <a:pt x="1" y="13380"/>
                  </a:lnTo>
                  <a:lnTo>
                    <a:pt x="6832" y="13380"/>
                  </a:lnTo>
                  <a:lnTo>
                    <a:pt x="6832" y="9983"/>
                  </a:lnTo>
                  <a:cubicBezTo>
                    <a:pt x="6827" y="8446"/>
                    <a:pt x="5799" y="7096"/>
                    <a:pt x="4320" y="6693"/>
                  </a:cubicBezTo>
                  <a:cubicBezTo>
                    <a:pt x="5799" y="6284"/>
                    <a:pt x="6827" y="4934"/>
                    <a:pt x="6832" y="3397"/>
                  </a:cubicBezTo>
                  <a:lnTo>
                    <a:pt x="6832" y="1"/>
                  </a:lnTo>
                  <a:close/>
                </a:path>
              </a:pathLst>
            </a:custGeom>
            <a:solidFill>
              <a:srgbClr val="E5E9E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92" name="Google Shape;8192;p69"/>
            <p:cNvSpPr/>
            <p:nvPr/>
          </p:nvSpPr>
          <p:spPr>
            <a:xfrm>
              <a:off x="2516825" y="4404025"/>
              <a:ext cx="132078" cy="218760"/>
            </a:xfrm>
            <a:custGeom>
              <a:avLst/>
              <a:gdLst/>
              <a:ahLst/>
              <a:cxnLst/>
              <a:rect l="l" t="t" r="r" b="b"/>
              <a:pathLst>
                <a:path w="5045" h="8356" extrusionOk="0">
                  <a:moveTo>
                    <a:pt x="116" y="1"/>
                  </a:moveTo>
                  <a:cubicBezTo>
                    <a:pt x="366" y="832"/>
                    <a:pt x="1024" y="1471"/>
                    <a:pt x="1860" y="1692"/>
                  </a:cubicBezTo>
                  <a:cubicBezTo>
                    <a:pt x="2004" y="1735"/>
                    <a:pt x="2153" y="1764"/>
                    <a:pt x="2302" y="1778"/>
                  </a:cubicBezTo>
                  <a:lnTo>
                    <a:pt x="2302" y="4704"/>
                  </a:lnTo>
                  <a:cubicBezTo>
                    <a:pt x="1000" y="4819"/>
                    <a:pt x="1" y="5910"/>
                    <a:pt x="1" y="7216"/>
                  </a:cubicBezTo>
                  <a:lnTo>
                    <a:pt x="1" y="8355"/>
                  </a:lnTo>
                  <a:lnTo>
                    <a:pt x="5045" y="8355"/>
                  </a:lnTo>
                  <a:lnTo>
                    <a:pt x="5045" y="7216"/>
                  </a:lnTo>
                  <a:cubicBezTo>
                    <a:pt x="5045" y="5910"/>
                    <a:pt x="4050" y="4819"/>
                    <a:pt x="2748" y="4704"/>
                  </a:cubicBezTo>
                  <a:lnTo>
                    <a:pt x="2748" y="1778"/>
                  </a:lnTo>
                  <a:cubicBezTo>
                    <a:pt x="2902" y="1764"/>
                    <a:pt x="3051" y="1735"/>
                    <a:pt x="3195" y="1692"/>
                  </a:cubicBezTo>
                  <a:cubicBezTo>
                    <a:pt x="4031" y="1471"/>
                    <a:pt x="4689" y="832"/>
                    <a:pt x="4934" y="1"/>
                  </a:cubicBezTo>
                  <a:close/>
                </a:path>
              </a:pathLst>
            </a:custGeom>
            <a:solidFill>
              <a:srgbClr val="AEBB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93" name="Google Shape;8193;p69"/>
            <p:cNvSpPr/>
            <p:nvPr/>
          </p:nvSpPr>
          <p:spPr>
            <a:xfrm>
              <a:off x="2477973" y="4289959"/>
              <a:ext cx="210042" cy="361991"/>
            </a:xfrm>
            <a:custGeom>
              <a:avLst/>
              <a:gdLst/>
              <a:ahLst/>
              <a:cxnLst/>
              <a:rect l="l" t="t" r="r" b="b"/>
              <a:pathLst>
                <a:path w="8023" h="13827" extrusionOk="0">
                  <a:moveTo>
                    <a:pt x="7201" y="443"/>
                  </a:moveTo>
                  <a:lnTo>
                    <a:pt x="7201" y="3618"/>
                  </a:lnTo>
                  <a:cubicBezTo>
                    <a:pt x="7201" y="5054"/>
                    <a:pt x="6241" y="6313"/>
                    <a:pt x="4857" y="6697"/>
                  </a:cubicBezTo>
                  <a:cubicBezTo>
                    <a:pt x="4636" y="6755"/>
                    <a:pt x="4636" y="7067"/>
                    <a:pt x="4857" y="7125"/>
                  </a:cubicBezTo>
                  <a:cubicBezTo>
                    <a:pt x="6241" y="7509"/>
                    <a:pt x="7201" y="8768"/>
                    <a:pt x="7201" y="10204"/>
                  </a:cubicBezTo>
                  <a:lnTo>
                    <a:pt x="7201" y="13380"/>
                  </a:lnTo>
                  <a:lnTo>
                    <a:pt x="822" y="13380"/>
                  </a:lnTo>
                  <a:lnTo>
                    <a:pt x="822" y="10204"/>
                  </a:lnTo>
                  <a:cubicBezTo>
                    <a:pt x="822" y="8768"/>
                    <a:pt x="1782" y="7509"/>
                    <a:pt x="3166" y="7125"/>
                  </a:cubicBezTo>
                  <a:cubicBezTo>
                    <a:pt x="3387" y="7067"/>
                    <a:pt x="3387" y="6755"/>
                    <a:pt x="3166" y="6697"/>
                  </a:cubicBezTo>
                  <a:cubicBezTo>
                    <a:pt x="1782" y="6313"/>
                    <a:pt x="822" y="5054"/>
                    <a:pt x="822" y="3618"/>
                  </a:cubicBezTo>
                  <a:lnTo>
                    <a:pt x="822" y="443"/>
                  </a:lnTo>
                  <a:close/>
                  <a:moveTo>
                    <a:pt x="298" y="1"/>
                  </a:moveTo>
                  <a:cubicBezTo>
                    <a:pt x="0" y="1"/>
                    <a:pt x="0" y="443"/>
                    <a:pt x="298" y="443"/>
                  </a:cubicBezTo>
                  <a:lnTo>
                    <a:pt x="375" y="443"/>
                  </a:lnTo>
                  <a:lnTo>
                    <a:pt x="375" y="3618"/>
                  </a:lnTo>
                  <a:cubicBezTo>
                    <a:pt x="375" y="5026"/>
                    <a:pt x="1191" y="6308"/>
                    <a:pt x="2465" y="6914"/>
                  </a:cubicBezTo>
                  <a:cubicBezTo>
                    <a:pt x="1191" y="7514"/>
                    <a:pt x="375" y="8797"/>
                    <a:pt x="375" y="10204"/>
                  </a:cubicBezTo>
                  <a:lnTo>
                    <a:pt x="375" y="13380"/>
                  </a:lnTo>
                  <a:lnTo>
                    <a:pt x="298" y="13380"/>
                  </a:lnTo>
                  <a:cubicBezTo>
                    <a:pt x="0" y="13380"/>
                    <a:pt x="0" y="13827"/>
                    <a:pt x="298" y="13827"/>
                  </a:cubicBezTo>
                  <a:lnTo>
                    <a:pt x="7725" y="13827"/>
                  </a:lnTo>
                  <a:cubicBezTo>
                    <a:pt x="8023" y="13827"/>
                    <a:pt x="8023" y="13380"/>
                    <a:pt x="7725" y="13380"/>
                  </a:cubicBezTo>
                  <a:lnTo>
                    <a:pt x="7653" y="13380"/>
                  </a:lnTo>
                  <a:lnTo>
                    <a:pt x="7653" y="10204"/>
                  </a:lnTo>
                  <a:cubicBezTo>
                    <a:pt x="7648" y="8797"/>
                    <a:pt x="6831" y="7514"/>
                    <a:pt x="5558" y="6914"/>
                  </a:cubicBezTo>
                  <a:cubicBezTo>
                    <a:pt x="6831" y="6308"/>
                    <a:pt x="7648" y="5026"/>
                    <a:pt x="7653" y="3618"/>
                  </a:cubicBezTo>
                  <a:lnTo>
                    <a:pt x="7653" y="443"/>
                  </a:lnTo>
                  <a:lnTo>
                    <a:pt x="7725" y="443"/>
                  </a:lnTo>
                  <a:cubicBezTo>
                    <a:pt x="8023" y="443"/>
                    <a:pt x="8023" y="1"/>
                    <a:pt x="7725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94" name="Google Shape;8194;p69"/>
            <p:cNvSpPr/>
            <p:nvPr/>
          </p:nvSpPr>
          <p:spPr>
            <a:xfrm>
              <a:off x="2513055" y="4398135"/>
              <a:ext cx="139880" cy="108856"/>
            </a:xfrm>
            <a:custGeom>
              <a:avLst/>
              <a:gdLst/>
              <a:ahLst/>
              <a:cxnLst/>
              <a:rect l="l" t="t" r="r" b="b"/>
              <a:pathLst>
                <a:path w="5343" h="4158" extrusionOk="0">
                  <a:moveTo>
                    <a:pt x="260" y="0"/>
                  </a:moveTo>
                  <a:cubicBezTo>
                    <a:pt x="111" y="0"/>
                    <a:pt x="0" y="149"/>
                    <a:pt x="48" y="288"/>
                  </a:cubicBezTo>
                  <a:cubicBezTo>
                    <a:pt x="322" y="1191"/>
                    <a:pt x="1038" y="1888"/>
                    <a:pt x="1946" y="2133"/>
                  </a:cubicBezTo>
                  <a:cubicBezTo>
                    <a:pt x="2114" y="2176"/>
                    <a:pt x="2278" y="2210"/>
                    <a:pt x="2450" y="2224"/>
                  </a:cubicBezTo>
                  <a:lnTo>
                    <a:pt x="2450" y="3935"/>
                  </a:lnTo>
                  <a:cubicBezTo>
                    <a:pt x="2450" y="4083"/>
                    <a:pt x="2561" y="4158"/>
                    <a:pt x="2671" y="4158"/>
                  </a:cubicBezTo>
                  <a:cubicBezTo>
                    <a:pt x="2782" y="4158"/>
                    <a:pt x="2892" y="4083"/>
                    <a:pt x="2892" y="3935"/>
                  </a:cubicBezTo>
                  <a:lnTo>
                    <a:pt x="2892" y="2224"/>
                  </a:lnTo>
                  <a:cubicBezTo>
                    <a:pt x="3065" y="2210"/>
                    <a:pt x="3234" y="2176"/>
                    <a:pt x="3397" y="2133"/>
                  </a:cubicBezTo>
                  <a:cubicBezTo>
                    <a:pt x="4305" y="1888"/>
                    <a:pt x="5021" y="1191"/>
                    <a:pt x="5299" y="288"/>
                  </a:cubicBezTo>
                  <a:cubicBezTo>
                    <a:pt x="5343" y="149"/>
                    <a:pt x="5232" y="0"/>
                    <a:pt x="5083" y="0"/>
                  </a:cubicBezTo>
                  <a:lnTo>
                    <a:pt x="3089" y="0"/>
                  </a:lnTo>
                  <a:cubicBezTo>
                    <a:pt x="2792" y="0"/>
                    <a:pt x="2792" y="447"/>
                    <a:pt x="3089" y="447"/>
                  </a:cubicBezTo>
                  <a:lnTo>
                    <a:pt x="4761" y="447"/>
                  </a:lnTo>
                  <a:cubicBezTo>
                    <a:pt x="4478" y="1067"/>
                    <a:pt x="3940" y="1523"/>
                    <a:pt x="3282" y="1701"/>
                  </a:cubicBezTo>
                  <a:cubicBezTo>
                    <a:pt x="3082" y="1758"/>
                    <a:pt x="2877" y="1787"/>
                    <a:pt x="2671" y="1787"/>
                  </a:cubicBezTo>
                  <a:cubicBezTo>
                    <a:pt x="2466" y="1787"/>
                    <a:pt x="2261" y="1758"/>
                    <a:pt x="2061" y="1701"/>
                  </a:cubicBezTo>
                  <a:cubicBezTo>
                    <a:pt x="1403" y="1523"/>
                    <a:pt x="865" y="1067"/>
                    <a:pt x="582" y="447"/>
                  </a:cubicBezTo>
                  <a:lnTo>
                    <a:pt x="2254" y="447"/>
                  </a:lnTo>
                  <a:cubicBezTo>
                    <a:pt x="2551" y="447"/>
                    <a:pt x="2551" y="0"/>
                    <a:pt x="2254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95" name="Google Shape;8195;p69"/>
            <p:cNvSpPr/>
            <p:nvPr/>
          </p:nvSpPr>
          <p:spPr>
            <a:xfrm>
              <a:off x="2510908" y="4529532"/>
              <a:ext cx="143781" cy="99013"/>
            </a:xfrm>
            <a:custGeom>
              <a:avLst/>
              <a:gdLst/>
              <a:ahLst/>
              <a:cxnLst/>
              <a:rect l="l" t="t" r="r" b="b"/>
              <a:pathLst>
                <a:path w="5492" h="3782" extrusionOk="0">
                  <a:moveTo>
                    <a:pt x="2092" y="1"/>
                  </a:moveTo>
                  <a:cubicBezTo>
                    <a:pt x="2071" y="1"/>
                    <a:pt x="2048" y="4"/>
                    <a:pt x="2023" y="11"/>
                  </a:cubicBezTo>
                  <a:cubicBezTo>
                    <a:pt x="832" y="342"/>
                    <a:pt x="6" y="1423"/>
                    <a:pt x="1" y="2663"/>
                  </a:cubicBezTo>
                  <a:lnTo>
                    <a:pt x="1" y="3561"/>
                  </a:lnTo>
                  <a:cubicBezTo>
                    <a:pt x="1" y="3686"/>
                    <a:pt x="102" y="3782"/>
                    <a:pt x="227" y="3782"/>
                  </a:cubicBezTo>
                  <a:lnTo>
                    <a:pt x="5271" y="3782"/>
                  </a:lnTo>
                  <a:cubicBezTo>
                    <a:pt x="5391" y="3782"/>
                    <a:pt x="5492" y="3686"/>
                    <a:pt x="5492" y="3561"/>
                  </a:cubicBezTo>
                  <a:lnTo>
                    <a:pt x="5492" y="2663"/>
                  </a:lnTo>
                  <a:cubicBezTo>
                    <a:pt x="5492" y="1428"/>
                    <a:pt x="4670" y="342"/>
                    <a:pt x="3479" y="11"/>
                  </a:cubicBezTo>
                  <a:cubicBezTo>
                    <a:pt x="3455" y="4"/>
                    <a:pt x="3432" y="1"/>
                    <a:pt x="3410" y="1"/>
                  </a:cubicBezTo>
                  <a:cubicBezTo>
                    <a:pt x="3178" y="1"/>
                    <a:pt x="3100" y="369"/>
                    <a:pt x="3359" y="443"/>
                  </a:cubicBezTo>
                  <a:cubicBezTo>
                    <a:pt x="4358" y="717"/>
                    <a:pt x="5050" y="1625"/>
                    <a:pt x="5050" y="2658"/>
                  </a:cubicBezTo>
                  <a:lnTo>
                    <a:pt x="5050" y="3335"/>
                  </a:lnTo>
                  <a:lnTo>
                    <a:pt x="452" y="3335"/>
                  </a:lnTo>
                  <a:lnTo>
                    <a:pt x="452" y="2658"/>
                  </a:lnTo>
                  <a:cubicBezTo>
                    <a:pt x="452" y="1625"/>
                    <a:pt x="1144" y="717"/>
                    <a:pt x="2143" y="443"/>
                  </a:cubicBezTo>
                  <a:cubicBezTo>
                    <a:pt x="2403" y="369"/>
                    <a:pt x="2324" y="1"/>
                    <a:pt x="2092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96" name="Google Shape;8196;p69"/>
            <p:cNvSpPr/>
            <p:nvPr/>
          </p:nvSpPr>
          <p:spPr>
            <a:xfrm>
              <a:off x="2577196" y="4518746"/>
              <a:ext cx="11598" cy="13535"/>
            </a:xfrm>
            <a:custGeom>
              <a:avLst/>
              <a:gdLst/>
              <a:ahLst/>
              <a:cxnLst/>
              <a:rect l="l" t="t" r="r" b="b"/>
              <a:pathLst>
                <a:path w="443" h="517" extrusionOk="0">
                  <a:moveTo>
                    <a:pt x="221" y="0"/>
                  </a:moveTo>
                  <a:cubicBezTo>
                    <a:pt x="97" y="0"/>
                    <a:pt x="0" y="101"/>
                    <a:pt x="0" y="221"/>
                  </a:cubicBezTo>
                  <a:lnTo>
                    <a:pt x="0" y="293"/>
                  </a:lnTo>
                  <a:cubicBezTo>
                    <a:pt x="0" y="442"/>
                    <a:pt x="111" y="517"/>
                    <a:pt x="221" y="517"/>
                  </a:cubicBezTo>
                  <a:cubicBezTo>
                    <a:pt x="332" y="517"/>
                    <a:pt x="442" y="442"/>
                    <a:pt x="442" y="293"/>
                  </a:cubicBezTo>
                  <a:lnTo>
                    <a:pt x="442" y="221"/>
                  </a:lnTo>
                  <a:cubicBezTo>
                    <a:pt x="442" y="96"/>
                    <a:pt x="346" y="0"/>
                    <a:pt x="221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197" name="Google Shape;8197;p69"/>
          <p:cNvGrpSpPr/>
          <p:nvPr/>
        </p:nvGrpSpPr>
        <p:grpSpPr>
          <a:xfrm>
            <a:off x="2639227" y="2825249"/>
            <a:ext cx="260870" cy="259202"/>
            <a:chOff x="3518969" y="2909749"/>
            <a:chExt cx="347827" cy="345602"/>
          </a:xfrm>
        </p:grpSpPr>
        <p:sp>
          <p:nvSpPr>
            <p:cNvPr id="8198" name="Google Shape;8198;p69"/>
            <p:cNvSpPr/>
            <p:nvPr/>
          </p:nvSpPr>
          <p:spPr>
            <a:xfrm>
              <a:off x="3670760" y="2915718"/>
              <a:ext cx="192344" cy="188496"/>
            </a:xfrm>
            <a:custGeom>
              <a:avLst/>
              <a:gdLst/>
              <a:ahLst/>
              <a:cxnLst/>
              <a:rect l="l" t="t" r="r" b="b"/>
              <a:pathLst>
                <a:path w="7347" h="7200" extrusionOk="0">
                  <a:moveTo>
                    <a:pt x="6520" y="0"/>
                  </a:moveTo>
                  <a:cubicBezTo>
                    <a:pt x="6326" y="0"/>
                    <a:pt x="6133" y="74"/>
                    <a:pt x="5987" y="220"/>
                  </a:cubicBezTo>
                  <a:lnTo>
                    <a:pt x="299" y="5913"/>
                  </a:lnTo>
                  <a:cubicBezTo>
                    <a:pt x="1" y="6206"/>
                    <a:pt x="1" y="6686"/>
                    <a:pt x="294" y="6979"/>
                  </a:cubicBezTo>
                  <a:cubicBezTo>
                    <a:pt x="443" y="7126"/>
                    <a:pt x="636" y="7199"/>
                    <a:pt x="829" y="7199"/>
                  </a:cubicBezTo>
                  <a:cubicBezTo>
                    <a:pt x="1023" y="7199"/>
                    <a:pt x="1216" y="7126"/>
                    <a:pt x="1365" y="6979"/>
                  </a:cubicBezTo>
                  <a:lnTo>
                    <a:pt x="7053" y="1291"/>
                  </a:lnTo>
                  <a:cubicBezTo>
                    <a:pt x="7346" y="994"/>
                    <a:pt x="7346" y="518"/>
                    <a:pt x="7053" y="220"/>
                  </a:cubicBezTo>
                  <a:cubicBezTo>
                    <a:pt x="6907" y="74"/>
                    <a:pt x="6713" y="0"/>
                    <a:pt x="6520" y="0"/>
                  </a:cubicBezTo>
                  <a:close/>
                </a:path>
              </a:pathLst>
            </a:custGeom>
            <a:solidFill>
              <a:srgbClr val="A9BBC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199" name="Google Shape;8199;p69"/>
            <p:cNvSpPr/>
            <p:nvPr/>
          </p:nvSpPr>
          <p:spPr>
            <a:xfrm>
              <a:off x="3681075" y="2928913"/>
              <a:ext cx="183155" cy="178024"/>
            </a:xfrm>
            <a:custGeom>
              <a:avLst/>
              <a:gdLst/>
              <a:ahLst/>
              <a:cxnLst/>
              <a:rect l="l" t="t" r="r" b="b"/>
              <a:pathLst>
                <a:path w="6996" h="6800" extrusionOk="0">
                  <a:moveTo>
                    <a:pt x="6506" y="0"/>
                  </a:moveTo>
                  <a:cubicBezTo>
                    <a:pt x="6348" y="0"/>
                    <a:pt x="6193" y="91"/>
                    <a:pt x="6126" y="254"/>
                  </a:cubicBezTo>
                  <a:lnTo>
                    <a:pt x="438" y="5942"/>
                  </a:lnTo>
                  <a:cubicBezTo>
                    <a:pt x="111" y="6029"/>
                    <a:pt x="1" y="6437"/>
                    <a:pt x="241" y="6672"/>
                  </a:cubicBezTo>
                  <a:cubicBezTo>
                    <a:pt x="328" y="6759"/>
                    <a:pt x="438" y="6800"/>
                    <a:pt x="547" y="6800"/>
                  </a:cubicBezTo>
                  <a:cubicBezTo>
                    <a:pt x="734" y="6800"/>
                    <a:pt x="917" y="6681"/>
                    <a:pt x="971" y="6475"/>
                  </a:cubicBezTo>
                  <a:lnTo>
                    <a:pt x="6659" y="787"/>
                  </a:lnTo>
                  <a:cubicBezTo>
                    <a:pt x="6928" y="672"/>
                    <a:pt x="6995" y="326"/>
                    <a:pt x="6794" y="120"/>
                  </a:cubicBezTo>
                  <a:cubicBezTo>
                    <a:pt x="6712" y="38"/>
                    <a:pt x="6609" y="0"/>
                    <a:pt x="6506" y="0"/>
                  </a:cubicBezTo>
                  <a:close/>
                </a:path>
              </a:pathLst>
            </a:custGeom>
            <a:solidFill>
              <a:srgbClr val="B5C4C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00" name="Google Shape;8200;p69"/>
            <p:cNvSpPr/>
            <p:nvPr/>
          </p:nvSpPr>
          <p:spPr>
            <a:xfrm>
              <a:off x="3550280" y="3012322"/>
              <a:ext cx="216980" cy="214414"/>
            </a:xfrm>
            <a:custGeom>
              <a:avLst/>
              <a:gdLst/>
              <a:ahLst/>
              <a:cxnLst/>
              <a:rect l="l" t="t" r="r" b="b"/>
              <a:pathLst>
                <a:path w="8288" h="8190" extrusionOk="0">
                  <a:moveTo>
                    <a:pt x="6326" y="0"/>
                  </a:moveTo>
                  <a:cubicBezTo>
                    <a:pt x="6008" y="0"/>
                    <a:pt x="5671" y="77"/>
                    <a:pt x="5333" y="248"/>
                  </a:cubicBezTo>
                  <a:cubicBezTo>
                    <a:pt x="4417" y="706"/>
                    <a:pt x="2047" y="1783"/>
                    <a:pt x="705" y="1783"/>
                  </a:cubicBezTo>
                  <a:cubicBezTo>
                    <a:pt x="413" y="1783"/>
                    <a:pt x="169" y="1732"/>
                    <a:pt x="0" y="1613"/>
                  </a:cubicBezTo>
                  <a:lnTo>
                    <a:pt x="0" y="1613"/>
                  </a:lnTo>
                  <a:lnTo>
                    <a:pt x="6582" y="8189"/>
                  </a:lnTo>
                  <a:cubicBezTo>
                    <a:pt x="5909" y="7243"/>
                    <a:pt x="7384" y="3971"/>
                    <a:pt x="7942" y="2857"/>
                  </a:cubicBezTo>
                  <a:cubicBezTo>
                    <a:pt x="8287" y="2165"/>
                    <a:pt x="8254" y="1497"/>
                    <a:pt x="7980" y="979"/>
                  </a:cubicBezTo>
                  <a:cubicBezTo>
                    <a:pt x="7667" y="393"/>
                    <a:pt x="7045" y="0"/>
                    <a:pt x="6326" y="0"/>
                  </a:cubicBezTo>
                  <a:close/>
                </a:path>
              </a:pathLst>
            </a:custGeom>
            <a:solidFill>
              <a:srgbClr val="E4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01" name="Google Shape;8201;p69"/>
            <p:cNvSpPr/>
            <p:nvPr/>
          </p:nvSpPr>
          <p:spPr>
            <a:xfrm>
              <a:off x="3570151" y="3032167"/>
              <a:ext cx="197240" cy="194570"/>
            </a:xfrm>
            <a:custGeom>
              <a:avLst/>
              <a:gdLst/>
              <a:ahLst/>
              <a:cxnLst/>
              <a:rect l="l" t="t" r="r" b="b"/>
              <a:pathLst>
                <a:path w="7534" h="7432" extrusionOk="0">
                  <a:moveTo>
                    <a:pt x="6325" y="0"/>
                  </a:moveTo>
                  <a:cubicBezTo>
                    <a:pt x="6007" y="0"/>
                    <a:pt x="5670" y="76"/>
                    <a:pt x="5333" y="245"/>
                  </a:cubicBezTo>
                  <a:cubicBezTo>
                    <a:pt x="4414" y="702"/>
                    <a:pt x="2049" y="1781"/>
                    <a:pt x="707" y="1781"/>
                  </a:cubicBezTo>
                  <a:cubicBezTo>
                    <a:pt x="414" y="1781"/>
                    <a:pt x="170" y="1729"/>
                    <a:pt x="0" y="1609"/>
                  </a:cubicBezTo>
                  <a:lnTo>
                    <a:pt x="0" y="1609"/>
                  </a:lnTo>
                  <a:lnTo>
                    <a:pt x="5823" y="7431"/>
                  </a:lnTo>
                  <a:cubicBezTo>
                    <a:pt x="5150" y="6485"/>
                    <a:pt x="6625" y="3213"/>
                    <a:pt x="7183" y="2099"/>
                  </a:cubicBezTo>
                  <a:cubicBezTo>
                    <a:pt x="7533" y="1407"/>
                    <a:pt x="7495" y="739"/>
                    <a:pt x="7221" y="221"/>
                  </a:cubicBezTo>
                  <a:cubicBezTo>
                    <a:pt x="6956" y="80"/>
                    <a:pt x="6651" y="0"/>
                    <a:pt x="6325" y="0"/>
                  </a:cubicBezTo>
                  <a:close/>
                </a:path>
              </a:pathLst>
            </a:custGeom>
            <a:solidFill>
              <a:srgbClr val="EFF3F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02" name="Google Shape;8202;p69"/>
            <p:cNvSpPr/>
            <p:nvPr/>
          </p:nvSpPr>
          <p:spPr>
            <a:xfrm>
              <a:off x="3528263" y="3038371"/>
              <a:ext cx="212215" cy="208262"/>
            </a:xfrm>
            <a:custGeom>
              <a:avLst/>
              <a:gdLst/>
              <a:ahLst/>
              <a:cxnLst/>
              <a:rect l="l" t="t" r="r" b="b"/>
              <a:pathLst>
                <a:path w="8106" h="7955" extrusionOk="0">
                  <a:moveTo>
                    <a:pt x="794" y="0"/>
                  </a:moveTo>
                  <a:cubicBezTo>
                    <a:pt x="646" y="0"/>
                    <a:pt x="497" y="45"/>
                    <a:pt x="371" y="137"/>
                  </a:cubicBezTo>
                  <a:cubicBezTo>
                    <a:pt x="87" y="349"/>
                    <a:pt x="1" y="738"/>
                    <a:pt x="164" y="1050"/>
                  </a:cubicBezTo>
                  <a:cubicBezTo>
                    <a:pt x="198" y="1113"/>
                    <a:pt x="241" y="1170"/>
                    <a:pt x="289" y="1218"/>
                  </a:cubicBezTo>
                  <a:lnTo>
                    <a:pt x="6818" y="7747"/>
                  </a:lnTo>
                  <a:cubicBezTo>
                    <a:pt x="6958" y="7885"/>
                    <a:pt x="7142" y="7955"/>
                    <a:pt x="7324" y="7955"/>
                  </a:cubicBezTo>
                  <a:cubicBezTo>
                    <a:pt x="7504" y="7955"/>
                    <a:pt x="7684" y="7887"/>
                    <a:pt x="7822" y="7752"/>
                  </a:cubicBezTo>
                  <a:lnTo>
                    <a:pt x="7827" y="7742"/>
                  </a:lnTo>
                  <a:cubicBezTo>
                    <a:pt x="8105" y="7463"/>
                    <a:pt x="8105" y="7012"/>
                    <a:pt x="7827" y="6733"/>
                  </a:cubicBezTo>
                  <a:lnTo>
                    <a:pt x="1303" y="209"/>
                  </a:lnTo>
                  <a:cubicBezTo>
                    <a:pt x="1164" y="71"/>
                    <a:pt x="979" y="0"/>
                    <a:pt x="794" y="0"/>
                  </a:cubicBezTo>
                  <a:close/>
                </a:path>
              </a:pathLst>
            </a:custGeom>
            <a:solidFill>
              <a:srgbClr val="CAD5D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03" name="Google Shape;8203;p69"/>
            <p:cNvSpPr/>
            <p:nvPr/>
          </p:nvSpPr>
          <p:spPr>
            <a:xfrm>
              <a:off x="3532556" y="3060494"/>
              <a:ext cx="200486" cy="186140"/>
            </a:xfrm>
            <a:custGeom>
              <a:avLst/>
              <a:gdLst/>
              <a:ahLst/>
              <a:cxnLst/>
              <a:rect l="l" t="t" r="r" b="b"/>
              <a:pathLst>
                <a:path w="7658" h="7110" extrusionOk="0">
                  <a:moveTo>
                    <a:pt x="500" y="0"/>
                  </a:moveTo>
                  <a:cubicBezTo>
                    <a:pt x="319" y="0"/>
                    <a:pt x="139" y="69"/>
                    <a:pt x="0" y="205"/>
                  </a:cubicBezTo>
                  <a:cubicBezTo>
                    <a:pt x="34" y="268"/>
                    <a:pt x="77" y="325"/>
                    <a:pt x="125" y="373"/>
                  </a:cubicBezTo>
                  <a:lnTo>
                    <a:pt x="6654" y="6902"/>
                  </a:lnTo>
                  <a:cubicBezTo>
                    <a:pt x="6794" y="7040"/>
                    <a:pt x="6978" y="7110"/>
                    <a:pt x="7160" y="7110"/>
                  </a:cubicBezTo>
                  <a:cubicBezTo>
                    <a:pt x="7340" y="7110"/>
                    <a:pt x="7520" y="7042"/>
                    <a:pt x="7658" y="6907"/>
                  </a:cubicBezTo>
                  <a:cubicBezTo>
                    <a:pt x="7624" y="6844"/>
                    <a:pt x="7581" y="6787"/>
                    <a:pt x="7533" y="6739"/>
                  </a:cubicBezTo>
                  <a:lnTo>
                    <a:pt x="1004" y="210"/>
                  </a:lnTo>
                  <a:cubicBezTo>
                    <a:pt x="864" y="70"/>
                    <a:pt x="682" y="0"/>
                    <a:pt x="500" y="0"/>
                  </a:cubicBezTo>
                  <a:close/>
                </a:path>
              </a:pathLst>
            </a:custGeom>
            <a:solidFill>
              <a:srgbClr val="D3DCE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04" name="Google Shape;8204;p69"/>
            <p:cNvSpPr/>
            <p:nvPr/>
          </p:nvSpPr>
          <p:spPr>
            <a:xfrm>
              <a:off x="3564653" y="3174665"/>
              <a:ext cx="38851" cy="35317"/>
            </a:xfrm>
            <a:custGeom>
              <a:avLst/>
              <a:gdLst/>
              <a:ahLst/>
              <a:cxnLst/>
              <a:rect l="l" t="t" r="r" b="b"/>
              <a:pathLst>
                <a:path w="1484" h="1349" extrusionOk="0">
                  <a:moveTo>
                    <a:pt x="769" y="1"/>
                  </a:moveTo>
                  <a:cubicBezTo>
                    <a:pt x="480" y="1"/>
                    <a:pt x="192" y="177"/>
                    <a:pt x="110" y="518"/>
                  </a:cubicBezTo>
                  <a:cubicBezTo>
                    <a:pt x="1" y="985"/>
                    <a:pt x="375" y="1348"/>
                    <a:pt x="773" y="1348"/>
                  </a:cubicBezTo>
                  <a:cubicBezTo>
                    <a:pt x="937" y="1348"/>
                    <a:pt x="1104" y="1287"/>
                    <a:pt x="1243" y="1148"/>
                  </a:cubicBezTo>
                  <a:cubicBezTo>
                    <a:pt x="1421" y="970"/>
                    <a:pt x="1484" y="701"/>
                    <a:pt x="1407" y="461"/>
                  </a:cubicBezTo>
                  <a:cubicBezTo>
                    <a:pt x="1303" y="151"/>
                    <a:pt x="1036" y="1"/>
                    <a:pt x="769" y="1"/>
                  </a:cubicBezTo>
                  <a:close/>
                </a:path>
              </a:pathLst>
            </a:custGeom>
            <a:solidFill>
              <a:srgbClr val="CAD5D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05" name="Google Shape;8205;p69"/>
            <p:cNvSpPr/>
            <p:nvPr/>
          </p:nvSpPr>
          <p:spPr>
            <a:xfrm>
              <a:off x="3581382" y="3183513"/>
              <a:ext cx="22122" cy="21808"/>
            </a:xfrm>
            <a:custGeom>
              <a:avLst/>
              <a:gdLst/>
              <a:ahLst/>
              <a:cxnLst/>
              <a:rect l="l" t="t" r="r" b="b"/>
              <a:pathLst>
                <a:path w="845" h="833" extrusionOk="0">
                  <a:moveTo>
                    <a:pt x="474" y="0"/>
                  </a:moveTo>
                  <a:cubicBezTo>
                    <a:pt x="292" y="0"/>
                    <a:pt x="115" y="118"/>
                    <a:pt x="66" y="320"/>
                  </a:cubicBezTo>
                  <a:cubicBezTo>
                    <a:pt x="1" y="590"/>
                    <a:pt x="211" y="833"/>
                    <a:pt x="468" y="833"/>
                  </a:cubicBezTo>
                  <a:cubicBezTo>
                    <a:pt x="513" y="833"/>
                    <a:pt x="558" y="825"/>
                    <a:pt x="604" y="810"/>
                  </a:cubicBezTo>
                  <a:cubicBezTo>
                    <a:pt x="782" y="632"/>
                    <a:pt x="845" y="363"/>
                    <a:pt x="768" y="123"/>
                  </a:cubicBezTo>
                  <a:cubicBezTo>
                    <a:pt x="684" y="39"/>
                    <a:pt x="578" y="0"/>
                    <a:pt x="474" y="0"/>
                  </a:cubicBezTo>
                  <a:close/>
                </a:path>
              </a:pathLst>
            </a:custGeom>
            <a:solidFill>
              <a:srgbClr val="D3DCE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06" name="Google Shape;8206;p69"/>
            <p:cNvSpPr/>
            <p:nvPr/>
          </p:nvSpPr>
          <p:spPr>
            <a:xfrm>
              <a:off x="3521613" y="2909749"/>
              <a:ext cx="345183" cy="342879"/>
            </a:xfrm>
            <a:custGeom>
              <a:avLst/>
              <a:gdLst/>
              <a:ahLst/>
              <a:cxnLst/>
              <a:rect l="l" t="t" r="r" b="b"/>
              <a:pathLst>
                <a:path w="13185" h="13097" extrusionOk="0">
                  <a:moveTo>
                    <a:pt x="2411" y="10353"/>
                  </a:moveTo>
                  <a:cubicBezTo>
                    <a:pt x="2519" y="10353"/>
                    <a:pt x="2629" y="10393"/>
                    <a:pt x="2719" y="10484"/>
                  </a:cubicBezTo>
                  <a:cubicBezTo>
                    <a:pt x="2892" y="10652"/>
                    <a:pt x="2892" y="10930"/>
                    <a:pt x="2724" y="11103"/>
                  </a:cubicBezTo>
                  <a:lnTo>
                    <a:pt x="2719" y="11108"/>
                  </a:lnTo>
                  <a:cubicBezTo>
                    <a:pt x="2630" y="11196"/>
                    <a:pt x="2520" y="11236"/>
                    <a:pt x="2413" y="11236"/>
                  </a:cubicBezTo>
                  <a:cubicBezTo>
                    <a:pt x="2187" y="11236"/>
                    <a:pt x="1970" y="11060"/>
                    <a:pt x="1970" y="10796"/>
                  </a:cubicBezTo>
                  <a:cubicBezTo>
                    <a:pt x="1970" y="10529"/>
                    <a:pt x="2185" y="10353"/>
                    <a:pt x="2411" y="10353"/>
                  </a:cubicBezTo>
                  <a:close/>
                  <a:moveTo>
                    <a:pt x="12216" y="1"/>
                  </a:moveTo>
                  <a:cubicBezTo>
                    <a:pt x="11967" y="1"/>
                    <a:pt x="11716" y="94"/>
                    <a:pt x="11520" y="290"/>
                  </a:cubicBezTo>
                  <a:lnTo>
                    <a:pt x="8037" y="3777"/>
                  </a:lnTo>
                  <a:cubicBezTo>
                    <a:pt x="7830" y="3720"/>
                    <a:pt x="7618" y="3692"/>
                    <a:pt x="7407" y="3692"/>
                  </a:cubicBezTo>
                  <a:cubicBezTo>
                    <a:pt x="7033" y="3692"/>
                    <a:pt x="6662" y="3782"/>
                    <a:pt x="6327" y="3960"/>
                  </a:cubicBezTo>
                  <a:cubicBezTo>
                    <a:pt x="6092" y="4075"/>
                    <a:pt x="5462" y="4378"/>
                    <a:pt x="4703" y="4690"/>
                  </a:cubicBezTo>
                  <a:cubicBezTo>
                    <a:pt x="4460" y="4797"/>
                    <a:pt x="4562" y="5135"/>
                    <a:pt x="4786" y="5135"/>
                  </a:cubicBezTo>
                  <a:cubicBezTo>
                    <a:pt x="4814" y="5135"/>
                    <a:pt x="4845" y="5129"/>
                    <a:pt x="4876" y="5118"/>
                  </a:cubicBezTo>
                  <a:cubicBezTo>
                    <a:pt x="5650" y="4805"/>
                    <a:pt x="6293" y="4493"/>
                    <a:pt x="6534" y="4373"/>
                  </a:cubicBezTo>
                  <a:cubicBezTo>
                    <a:pt x="6841" y="4218"/>
                    <a:pt x="7145" y="4148"/>
                    <a:pt x="7430" y="4148"/>
                  </a:cubicBezTo>
                  <a:cubicBezTo>
                    <a:pt x="8624" y="4148"/>
                    <a:pt x="9489" y="5367"/>
                    <a:pt x="8830" y="6669"/>
                  </a:cubicBezTo>
                  <a:cubicBezTo>
                    <a:pt x="8388" y="7563"/>
                    <a:pt x="7999" y="8490"/>
                    <a:pt x="7677" y="9432"/>
                  </a:cubicBezTo>
                  <a:cubicBezTo>
                    <a:pt x="7547" y="9816"/>
                    <a:pt x="7442" y="10205"/>
                    <a:pt x="7360" y="10599"/>
                  </a:cubicBezTo>
                  <a:lnTo>
                    <a:pt x="2609" y="5843"/>
                  </a:lnTo>
                  <a:cubicBezTo>
                    <a:pt x="3080" y="5742"/>
                    <a:pt x="3541" y="5612"/>
                    <a:pt x="3992" y="5449"/>
                  </a:cubicBezTo>
                  <a:cubicBezTo>
                    <a:pt x="4237" y="5348"/>
                    <a:pt x="4144" y="5001"/>
                    <a:pt x="3915" y="5001"/>
                  </a:cubicBezTo>
                  <a:cubicBezTo>
                    <a:pt x="3892" y="5001"/>
                    <a:pt x="3868" y="5005"/>
                    <a:pt x="3843" y="5012"/>
                  </a:cubicBezTo>
                  <a:cubicBezTo>
                    <a:pt x="3123" y="5262"/>
                    <a:pt x="2594" y="5387"/>
                    <a:pt x="2205" y="5439"/>
                  </a:cubicBezTo>
                  <a:lnTo>
                    <a:pt x="1720" y="4954"/>
                  </a:lnTo>
                  <a:cubicBezTo>
                    <a:pt x="1537" y="4769"/>
                    <a:pt x="1294" y="4674"/>
                    <a:pt x="1049" y="4674"/>
                  </a:cubicBezTo>
                  <a:cubicBezTo>
                    <a:pt x="869" y="4674"/>
                    <a:pt x="687" y="4725"/>
                    <a:pt x="529" y="4829"/>
                  </a:cubicBezTo>
                  <a:cubicBezTo>
                    <a:pt x="154" y="5074"/>
                    <a:pt x="0" y="5555"/>
                    <a:pt x="168" y="5973"/>
                  </a:cubicBezTo>
                  <a:cubicBezTo>
                    <a:pt x="205" y="6085"/>
                    <a:pt x="290" y="6132"/>
                    <a:pt x="377" y="6132"/>
                  </a:cubicBezTo>
                  <a:cubicBezTo>
                    <a:pt x="529" y="6132"/>
                    <a:pt x="686" y="5989"/>
                    <a:pt x="601" y="5800"/>
                  </a:cubicBezTo>
                  <a:cubicBezTo>
                    <a:pt x="461" y="5450"/>
                    <a:pt x="746" y="5142"/>
                    <a:pt x="1055" y="5142"/>
                  </a:cubicBezTo>
                  <a:cubicBezTo>
                    <a:pt x="1172" y="5142"/>
                    <a:pt x="1291" y="5185"/>
                    <a:pt x="1393" y="5286"/>
                  </a:cubicBezTo>
                  <a:lnTo>
                    <a:pt x="7917" y="11810"/>
                  </a:lnTo>
                  <a:cubicBezTo>
                    <a:pt x="8105" y="12002"/>
                    <a:pt x="8105" y="12304"/>
                    <a:pt x="7917" y="12492"/>
                  </a:cubicBezTo>
                  <a:cubicBezTo>
                    <a:pt x="7823" y="12588"/>
                    <a:pt x="7698" y="12636"/>
                    <a:pt x="7574" y="12636"/>
                  </a:cubicBezTo>
                  <a:cubicBezTo>
                    <a:pt x="7451" y="12636"/>
                    <a:pt x="7328" y="12590"/>
                    <a:pt x="7235" y="12497"/>
                  </a:cubicBezTo>
                  <a:lnTo>
                    <a:pt x="1153" y="6415"/>
                  </a:lnTo>
                  <a:cubicBezTo>
                    <a:pt x="1101" y="6355"/>
                    <a:pt x="1041" y="6330"/>
                    <a:pt x="983" y="6330"/>
                  </a:cubicBezTo>
                  <a:cubicBezTo>
                    <a:pt x="799" y="6330"/>
                    <a:pt x="638" y="6577"/>
                    <a:pt x="831" y="6741"/>
                  </a:cubicBezTo>
                  <a:lnTo>
                    <a:pt x="3483" y="9393"/>
                  </a:lnTo>
                  <a:lnTo>
                    <a:pt x="2868" y="10008"/>
                  </a:lnTo>
                  <a:cubicBezTo>
                    <a:pt x="2725" y="9926"/>
                    <a:pt x="2568" y="9887"/>
                    <a:pt x="2412" y="9887"/>
                  </a:cubicBezTo>
                  <a:cubicBezTo>
                    <a:pt x="2139" y="9887"/>
                    <a:pt x="1871" y="10009"/>
                    <a:pt x="1696" y="10239"/>
                  </a:cubicBezTo>
                  <a:cubicBezTo>
                    <a:pt x="1417" y="10599"/>
                    <a:pt x="1451" y="11108"/>
                    <a:pt x="1773" y="11430"/>
                  </a:cubicBezTo>
                  <a:cubicBezTo>
                    <a:pt x="1949" y="11606"/>
                    <a:pt x="2180" y="11696"/>
                    <a:pt x="2413" y="11696"/>
                  </a:cubicBezTo>
                  <a:cubicBezTo>
                    <a:pt x="2606" y="11696"/>
                    <a:pt x="2801" y="11633"/>
                    <a:pt x="2964" y="11507"/>
                  </a:cubicBezTo>
                  <a:cubicBezTo>
                    <a:pt x="3325" y="11233"/>
                    <a:pt x="3421" y="10729"/>
                    <a:pt x="3195" y="10335"/>
                  </a:cubicBezTo>
                  <a:lnTo>
                    <a:pt x="3810" y="9720"/>
                  </a:lnTo>
                  <a:lnTo>
                    <a:pt x="6908" y="12823"/>
                  </a:lnTo>
                  <a:cubicBezTo>
                    <a:pt x="7093" y="13005"/>
                    <a:pt x="7334" y="13096"/>
                    <a:pt x="7576" y="13096"/>
                  </a:cubicBezTo>
                  <a:cubicBezTo>
                    <a:pt x="7820" y="13096"/>
                    <a:pt x="8063" y="13004"/>
                    <a:pt x="8249" y="12818"/>
                  </a:cubicBezTo>
                  <a:cubicBezTo>
                    <a:pt x="8619" y="12453"/>
                    <a:pt x="8619" y="11853"/>
                    <a:pt x="8249" y="11483"/>
                  </a:cubicBezTo>
                  <a:lnTo>
                    <a:pt x="8244" y="11488"/>
                  </a:lnTo>
                  <a:lnTo>
                    <a:pt x="7763" y="11002"/>
                  </a:lnTo>
                  <a:cubicBezTo>
                    <a:pt x="7903" y="9931"/>
                    <a:pt x="8542" y="8293"/>
                    <a:pt x="9243" y="6881"/>
                  </a:cubicBezTo>
                  <a:cubicBezTo>
                    <a:pt x="9531" y="6304"/>
                    <a:pt x="9594" y="5699"/>
                    <a:pt x="9435" y="5166"/>
                  </a:cubicBezTo>
                  <a:cubicBezTo>
                    <a:pt x="13139" y="1457"/>
                    <a:pt x="12923" y="1678"/>
                    <a:pt x="12961" y="1635"/>
                  </a:cubicBezTo>
                  <a:cubicBezTo>
                    <a:pt x="13129" y="1460"/>
                    <a:pt x="12966" y="1235"/>
                    <a:pt x="12788" y="1235"/>
                  </a:cubicBezTo>
                  <a:cubicBezTo>
                    <a:pt x="12726" y="1235"/>
                    <a:pt x="12663" y="1262"/>
                    <a:pt x="12611" y="1327"/>
                  </a:cubicBezTo>
                  <a:cubicBezTo>
                    <a:pt x="12592" y="1356"/>
                    <a:pt x="12813" y="1130"/>
                    <a:pt x="9234" y="4709"/>
                  </a:cubicBezTo>
                  <a:cubicBezTo>
                    <a:pt x="9051" y="4407"/>
                    <a:pt x="8796" y="4152"/>
                    <a:pt x="8494" y="3974"/>
                  </a:cubicBezTo>
                  <a:lnTo>
                    <a:pt x="11847" y="616"/>
                  </a:lnTo>
                  <a:cubicBezTo>
                    <a:pt x="11950" y="513"/>
                    <a:pt x="12083" y="463"/>
                    <a:pt x="12216" y="463"/>
                  </a:cubicBezTo>
                  <a:cubicBezTo>
                    <a:pt x="12397" y="463"/>
                    <a:pt x="12576" y="556"/>
                    <a:pt x="12673" y="732"/>
                  </a:cubicBezTo>
                  <a:cubicBezTo>
                    <a:pt x="12721" y="818"/>
                    <a:pt x="12794" y="855"/>
                    <a:pt x="12868" y="855"/>
                  </a:cubicBezTo>
                  <a:cubicBezTo>
                    <a:pt x="13027" y="855"/>
                    <a:pt x="13185" y="688"/>
                    <a:pt x="13077" y="501"/>
                  </a:cubicBezTo>
                  <a:cubicBezTo>
                    <a:pt x="12891" y="174"/>
                    <a:pt x="12556" y="1"/>
                    <a:pt x="12216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07" name="Google Shape;8207;p69"/>
            <p:cNvSpPr/>
            <p:nvPr/>
          </p:nvSpPr>
          <p:spPr>
            <a:xfrm>
              <a:off x="3518969" y="2974152"/>
              <a:ext cx="172474" cy="41155"/>
            </a:xfrm>
            <a:custGeom>
              <a:avLst/>
              <a:gdLst/>
              <a:ahLst/>
              <a:cxnLst/>
              <a:rect l="l" t="t" r="r" b="b"/>
              <a:pathLst>
                <a:path w="6588" h="1572" extrusionOk="0">
                  <a:moveTo>
                    <a:pt x="4072" y="1"/>
                  </a:moveTo>
                  <a:cubicBezTo>
                    <a:pt x="2679" y="1"/>
                    <a:pt x="1247" y="407"/>
                    <a:pt x="202" y="1149"/>
                  </a:cubicBezTo>
                  <a:cubicBezTo>
                    <a:pt x="1" y="1295"/>
                    <a:pt x="140" y="1571"/>
                    <a:pt x="335" y="1571"/>
                  </a:cubicBezTo>
                  <a:cubicBezTo>
                    <a:pt x="377" y="1571"/>
                    <a:pt x="422" y="1558"/>
                    <a:pt x="466" y="1529"/>
                  </a:cubicBezTo>
                  <a:cubicBezTo>
                    <a:pt x="1192" y="1015"/>
                    <a:pt x="2157" y="659"/>
                    <a:pt x="3181" y="525"/>
                  </a:cubicBezTo>
                  <a:cubicBezTo>
                    <a:pt x="3480" y="484"/>
                    <a:pt x="3778" y="465"/>
                    <a:pt x="4071" y="465"/>
                  </a:cubicBezTo>
                  <a:cubicBezTo>
                    <a:pt x="4829" y="465"/>
                    <a:pt x="5554" y="596"/>
                    <a:pt x="6173" y="842"/>
                  </a:cubicBezTo>
                  <a:cubicBezTo>
                    <a:pt x="6202" y="852"/>
                    <a:pt x="6230" y="856"/>
                    <a:pt x="6256" y="856"/>
                  </a:cubicBezTo>
                  <a:cubicBezTo>
                    <a:pt x="6478" y="856"/>
                    <a:pt x="6587" y="522"/>
                    <a:pt x="6346" y="414"/>
                  </a:cubicBezTo>
                  <a:cubicBezTo>
                    <a:pt x="5655" y="134"/>
                    <a:pt x="4870" y="1"/>
                    <a:pt x="4072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08" name="Google Shape;8208;p69"/>
            <p:cNvSpPr/>
            <p:nvPr/>
          </p:nvSpPr>
          <p:spPr>
            <a:xfrm>
              <a:off x="3538211" y="2936034"/>
              <a:ext cx="131869" cy="33667"/>
            </a:xfrm>
            <a:custGeom>
              <a:avLst/>
              <a:gdLst/>
              <a:ahLst/>
              <a:cxnLst/>
              <a:rect l="l" t="t" r="r" b="b"/>
              <a:pathLst>
                <a:path w="5037" h="1286" extrusionOk="0">
                  <a:moveTo>
                    <a:pt x="3099" y="0"/>
                  </a:moveTo>
                  <a:cubicBezTo>
                    <a:pt x="2061" y="0"/>
                    <a:pt x="992" y="302"/>
                    <a:pt x="212" y="856"/>
                  </a:cubicBezTo>
                  <a:cubicBezTo>
                    <a:pt x="1" y="1001"/>
                    <a:pt x="143" y="1286"/>
                    <a:pt x="337" y="1286"/>
                  </a:cubicBezTo>
                  <a:cubicBezTo>
                    <a:pt x="382" y="1286"/>
                    <a:pt x="429" y="1271"/>
                    <a:pt x="476" y="1236"/>
                  </a:cubicBezTo>
                  <a:cubicBezTo>
                    <a:pt x="1182" y="734"/>
                    <a:pt x="2159" y="463"/>
                    <a:pt x="3101" y="463"/>
                  </a:cubicBezTo>
                  <a:cubicBezTo>
                    <a:pt x="3638" y="463"/>
                    <a:pt x="4164" y="551"/>
                    <a:pt x="4622" y="736"/>
                  </a:cubicBezTo>
                  <a:cubicBezTo>
                    <a:pt x="4651" y="746"/>
                    <a:pt x="4679" y="751"/>
                    <a:pt x="4705" y="751"/>
                  </a:cubicBezTo>
                  <a:cubicBezTo>
                    <a:pt x="4930" y="751"/>
                    <a:pt x="5036" y="416"/>
                    <a:pt x="4800" y="309"/>
                  </a:cubicBezTo>
                  <a:cubicBezTo>
                    <a:pt x="4284" y="100"/>
                    <a:pt x="3696" y="0"/>
                    <a:pt x="3099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09" name="Google Shape;8209;p69"/>
            <p:cNvSpPr/>
            <p:nvPr/>
          </p:nvSpPr>
          <p:spPr>
            <a:xfrm>
              <a:off x="3759589" y="3087747"/>
              <a:ext cx="52439" cy="167604"/>
            </a:xfrm>
            <a:custGeom>
              <a:avLst/>
              <a:gdLst/>
              <a:ahLst/>
              <a:cxnLst/>
              <a:rect l="l" t="t" r="r" b="b"/>
              <a:pathLst>
                <a:path w="2003" h="6402" extrusionOk="0">
                  <a:moveTo>
                    <a:pt x="1031" y="1"/>
                  </a:moveTo>
                  <a:cubicBezTo>
                    <a:pt x="880" y="1"/>
                    <a:pt x="726" y="145"/>
                    <a:pt x="811" y="331"/>
                  </a:cubicBezTo>
                  <a:cubicBezTo>
                    <a:pt x="1157" y="1187"/>
                    <a:pt x="1268" y="2253"/>
                    <a:pt x="1128" y="3324"/>
                  </a:cubicBezTo>
                  <a:cubicBezTo>
                    <a:pt x="994" y="4348"/>
                    <a:pt x="638" y="5308"/>
                    <a:pt x="124" y="6034"/>
                  </a:cubicBezTo>
                  <a:cubicBezTo>
                    <a:pt x="0" y="6216"/>
                    <a:pt x="155" y="6401"/>
                    <a:pt x="320" y="6401"/>
                  </a:cubicBezTo>
                  <a:cubicBezTo>
                    <a:pt x="385" y="6401"/>
                    <a:pt x="452" y="6372"/>
                    <a:pt x="504" y="6303"/>
                  </a:cubicBezTo>
                  <a:cubicBezTo>
                    <a:pt x="1671" y="4655"/>
                    <a:pt x="2003" y="2051"/>
                    <a:pt x="1239" y="159"/>
                  </a:cubicBezTo>
                  <a:cubicBezTo>
                    <a:pt x="1201" y="47"/>
                    <a:pt x="1116" y="1"/>
                    <a:pt x="1031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10" name="Google Shape;8210;p69"/>
            <p:cNvSpPr/>
            <p:nvPr/>
          </p:nvSpPr>
          <p:spPr>
            <a:xfrm>
              <a:off x="3805116" y="3109057"/>
              <a:ext cx="42752" cy="126947"/>
            </a:xfrm>
            <a:custGeom>
              <a:avLst/>
              <a:gdLst/>
              <a:ahLst/>
              <a:cxnLst/>
              <a:rect l="l" t="t" r="r" b="b"/>
              <a:pathLst>
                <a:path w="1633" h="4849" extrusionOk="0">
                  <a:moveTo>
                    <a:pt x="853" y="1"/>
                  </a:moveTo>
                  <a:cubicBezTo>
                    <a:pt x="702" y="1"/>
                    <a:pt x="548" y="143"/>
                    <a:pt x="634" y="329"/>
                  </a:cubicBezTo>
                  <a:cubicBezTo>
                    <a:pt x="1143" y="1593"/>
                    <a:pt x="922" y="3365"/>
                    <a:pt x="134" y="4475"/>
                  </a:cubicBezTo>
                  <a:cubicBezTo>
                    <a:pt x="0" y="4657"/>
                    <a:pt x="161" y="4849"/>
                    <a:pt x="328" y="4849"/>
                  </a:cubicBezTo>
                  <a:cubicBezTo>
                    <a:pt x="395" y="4849"/>
                    <a:pt x="463" y="4818"/>
                    <a:pt x="514" y="4744"/>
                  </a:cubicBezTo>
                  <a:cubicBezTo>
                    <a:pt x="1388" y="3510"/>
                    <a:pt x="1633" y="1569"/>
                    <a:pt x="1061" y="156"/>
                  </a:cubicBezTo>
                  <a:cubicBezTo>
                    <a:pt x="1023" y="47"/>
                    <a:pt x="938" y="1"/>
                    <a:pt x="853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211" name="Google Shape;8211;p69"/>
          <p:cNvGrpSpPr/>
          <p:nvPr/>
        </p:nvGrpSpPr>
        <p:grpSpPr>
          <a:xfrm>
            <a:off x="1602754" y="1785379"/>
            <a:ext cx="311863" cy="266801"/>
            <a:chOff x="2137005" y="1523256"/>
            <a:chExt cx="415817" cy="355734"/>
          </a:xfrm>
        </p:grpSpPr>
        <p:sp>
          <p:nvSpPr>
            <p:cNvPr id="8212" name="Google Shape;8212;p69"/>
            <p:cNvSpPr/>
            <p:nvPr/>
          </p:nvSpPr>
          <p:spPr>
            <a:xfrm>
              <a:off x="2143027" y="1845139"/>
              <a:ext cx="403643" cy="27934"/>
            </a:xfrm>
            <a:custGeom>
              <a:avLst/>
              <a:gdLst/>
              <a:ahLst/>
              <a:cxnLst/>
              <a:rect l="l" t="t" r="r" b="b"/>
              <a:pathLst>
                <a:path w="15418" h="1067" extrusionOk="0">
                  <a:moveTo>
                    <a:pt x="294" y="0"/>
                  </a:moveTo>
                  <a:cubicBezTo>
                    <a:pt x="131" y="0"/>
                    <a:pt x="1" y="130"/>
                    <a:pt x="1" y="289"/>
                  </a:cubicBezTo>
                  <a:lnTo>
                    <a:pt x="1" y="774"/>
                  </a:lnTo>
                  <a:cubicBezTo>
                    <a:pt x="1" y="937"/>
                    <a:pt x="131" y="1062"/>
                    <a:pt x="294" y="1067"/>
                  </a:cubicBezTo>
                  <a:lnTo>
                    <a:pt x="15129" y="1067"/>
                  </a:lnTo>
                  <a:cubicBezTo>
                    <a:pt x="15287" y="1067"/>
                    <a:pt x="15417" y="937"/>
                    <a:pt x="15417" y="774"/>
                  </a:cubicBezTo>
                  <a:lnTo>
                    <a:pt x="15417" y="289"/>
                  </a:lnTo>
                  <a:cubicBezTo>
                    <a:pt x="15417" y="130"/>
                    <a:pt x="15287" y="0"/>
                    <a:pt x="15129" y="0"/>
                  </a:cubicBezTo>
                  <a:close/>
                </a:path>
              </a:pathLst>
            </a:custGeom>
            <a:solidFill>
              <a:srgbClr val="B5C4C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13" name="Google Shape;8213;p69"/>
            <p:cNvSpPr/>
            <p:nvPr/>
          </p:nvSpPr>
          <p:spPr>
            <a:xfrm>
              <a:off x="2509520" y="1845139"/>
              <a:ext cx="37149" cy="27803"/>
            </a:xfrm>
            <a:custGeom>
              <a:avLst/>
              <a:gdLst/>
              <a:ahLst/>
              <a:cxnLst/>
              <a:rect l="l" t="t" r="r" b="b"/>
              <a:pathLst>
                <a:path w="1419" h="1062" extrusionOk="0">
                  <a:moveTo>
                    <a:pt x="1" y="0"/>
                  </a:moveTo>
                  <a:cubicBezTo>
                    <a:pt x="159" y="0"/>
                    <a:pt x="289" y="130"/>
                    <a:pt x="289" y="289"/>
                  </a:cubicBezTo>
                  <a:lnTo>
                    <a:pt x="289" y="774"/>
                  </a:lnTo>
                  <a:cubicBezTo>
                    <a:pt x="289" y="932"/>
                    <a:pt x="159" y="1062"/>
                    <a:pt x="1" y="1062"/>
                  </a:cubicBezTo>
                  <a:lnTo>
                    <a:pt x="1130" y="1062"/>
                  </a:lnTo>
                  <a:cubicBezTo>
                    <a:pt x="1288" y="1062"/>
                    <a:pt x="1418" y="932"/>
                    <a:pt x="1418" y="774"/>
                  </a:cubicBezTo>
                  <a:lnTo>
                    <a:pt x="1418" y="289"/>
                  </a:lnTo>
                  <a:cubicBezTo>
                    <a:pt x="1418" y="130"/>
                    <a:pt x="1288" y="0"/>
                    <a:pt x="1130" y="0"/>
                  </a:cubicBezTo>
                  <a:close/>
                </a:path>
              </a:pathLst>
            </a:custGeom>
            <a:solidFill>
              <a:srgbClr val="A9BBC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14" name="Google Shape;8214;p69"/>
            <p:cNvSpPr/>
            <p:nvPr/>
          </p:nvSpPr>
          <p:spPr>
            <a:xfrm>
              <a:off x="2158499" y="1612975"/>
              <a:ext cx="372803" cy="232190"/>
            </a:xfrm>
            <a:custGeom>
              <a:avLst/>
              <a:gdLst/>
              <a:ahLst/>
              <a:cxnLst/>
              <a:rect l="l" t="t" r="r" b="b"/>
              <a:pathLst>
                <a:path w="14240" h="8869" extrusionOk="0">
                  <a:moveTo>
                    <a:pt x="294" y="0"/>
                  </a:moveTo>
                  <a:cubicBezTo>
                    <a:pt x="130" y="0"/>
                    <a:pt x="1" y="130"/>
                    <a:pt x="1" y="293"/>
                  </a:cubicBezTo>
                  <a:lnTo>
                    <a:pt x="1" y="8580"/>
                  </a:lnTo>
                  <a:cubicBezTo>
                    <a:pt x="1" y="8739"/>
                    <a:pt x="130" y="8868"/>
                    <a:pt x="294" y="8868"/>
                  </a:cubicBezTo>
                  <a:lnTo>
                    <a:pt x="13947" y="8868"/>
                  </a:lnTo>
                  <a:cubicBezTo>
                    <a:pt x="14110" y="8868"/>
                    <a:pt x="14240" y="8734"/>
                    <a:pt x="14235" y="8575"/>
                  </a:cubicBezTo>
                  <a:lnTo>
                    <a:pt x="14235" y="288"/>
                  </a:lnTo>
                  <a:cubicBezTo>
                    <a:pt x="14235" y="130"/>
                    <a:pt x="14105" y="0"/>
                    <a:pt x="13947" y="0"/>
                  </a:cubicBezTo>
                  <a:close/>
                </a:path>
              </a:pathLst>
            </a:custGeom>
            <a:solidFill>
              <a:srgbClr val="C1CED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15" name="Google Shape;8215;p69"/>
            <p:cNvSpPr/>
            <p:nvPr/>
          </p:nvSpPr>
          <p:spPr>
            <a:xfrm>
              <a:off x="2158499" y="1612975"/>
              <a:ext cx="372803" cy="232190"/>
            </a:xfrm>
            <a:custGeom>
              <a:avLst/>
              <a:gdLst/>
              <a:ahLst/>
              <a:cxnLst/>
              <a:rect l="l" t="t" r="r" b="b"/>
              <a:pathLst>
                <a:path w="14240" h="8869" extrusionOk="0">
                  <a:moveTo>
                    <a:pt x="13274" y="0"/>
                  </a:moveTo>
                  <a:lnTo>
                    <a:pt x="13274" y="7552"/>
                  </a:lnTo>
                  <a:cubicBezTo>
                    <a:pt x="13274" y="7711"/>
                    <a:pt x="13145" y="7840"/>
                    <a:pt x="12986" y="7840"/>
                  </a:cubicBezTo>
                  <a:lnTo>
                    <a:pt x="1" y="7840"/>
                  </a:lnTo>
                  <a:lnTo>
                    <a:pt x="1" y="8580"/>
                  </a:lnTo>
                  <a:cubicBezTo>
                    <a:pt x="1" y="8739"/>
                    <a:pt x="130" y="8868"/>
                    <a:pt x="294" y="8868"/>
                  </a:cubicBezTo>
                  <a:lnTo>
                    <a:pt x="13947" y="8868"/>
                  </a:lnTo>
                  <a:cubicBezTo>
                    <a:pt x="14105" y="8868"/>
                    <a:pt x="14235" y="8739"/>
                    <a:pt x="14235" y="8580"/>
                  </a:cubicBezTo>
                  <a:lnTo>
                    <a:pt x="14235" y="293"/>
                  </a:lnTo>
                  <a:cubicBezTo>
                    <a:pt x="14240" y="130"/>
                    <a:pt x="14110" y="0"/>
                    <a:pt x="13947" y="0"/>
                  </a:cubicBezTo>
                  <a:close/>
                </a:path>
              </a:pathLst>
            </a:custGeom>
            <a:solidFill>
              <a:srgbClr val="B5C4C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16" name="Google Shape;8216;p69"/>
            <p:cNvSpPr/>
            <p:nvPr/>
          </p:nvSpPr>
          <p:spPr>
            <a:xfrm>
              <a:off x="2182899" y="1637244"/>
              <a:ext cx="324030" cy="183522"/>
            </a:xfrm>
            <a:custGeom>
              <a:avLst/>
              <a:gdLst/>
              <a:ahLst/>
              <a:cxnLst/>
              <a:rect l="l" t="t" r="r" b="b"/>
              <a:pathLst>
                <a:path w="12377" h="7010" extrusionOk="0">
                  <a:moveTo>
                    <a:pt x="1" y="0"/>
                  </a:moveTo>
                  <a:lnTo>
                    <a:pt x="1" y="7009"/>
                  </a:lnTo>
                  <a:lnTo>
                    <a:pt x="12376" y="7009"/>
                  </a:lnTo>
                  <a:lnTo>
                    <a:pt x="12376" y="0"/>
                  </a:lnTo>
                  <a:close/>
                </a:path>
              </a:pathLst>
            </a:custGeom>
            <a:solidFill>
              <a:srgbClr val="BAC5C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17" name="Google Shape;8217;p69"/>
            <p:cNvSpPr/>
            <p:nvPr/>
          </p:nvSpPr>
          <p:spPr>
            <a:xfrm>
              <a:off x="2182899" y="1637244"/>
              <a:ext cx="324030" cy="183522"/>
            </a:xfrm>
            <a:custGeom>
              <a:avLst/>
              <a:gdLst/>
              <a:ahLst/>
              <a:cxnLst/>
              <a:rect l="l" t="t" r="r" b="b"/>
              <a:pathLst>
                <a:path w="12377" h="7010" extrusionOk="0">
                  <a:moveTo>
                    <a:pt x="11559" y="0"/>
                  </a:moveTo>
                  <a:lnTo>
                    <a:pt x="11559" y="5318"/>
                  </a:lnTo>
                  <a:cubicBezTo>
                    <a:pt x="11559" y="5799"/>
                    <a:pt x="11165" y="6193"/>
                    <a:pt x="10680" y="6193"/>
                  </a:cubicBezTo>
                  <a:lnTo>
                    <a:pt x="1" y="6193"/>
                  </a:lnTo>
                  <a:lnTo>
                    <a:pt x="1" y="7009"/>
                  </a:lnTo>
                  <a:lnTo>
                    <a:pt x="12376" y="7009"/>
                  </a:lnTo>
                  <a:lnTo>
                    <a:pt x="12376" y="0"/>
                  </a:lnTo>
                  <a:close/>
                </a:path>
              </a:pathLst>
            </a:custGeom>
            <a:solidFill>
              <a:srgbClr val="AFBCC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18" name="Google Shape;8218;p69"/>
            <p:cNvSpPr/>
            <p:nvPr/>
          </p:nvSpPr>
          <p:spPr>
            <a:xfrm>
              <a:off x="2238505" y="1808671"/>
              <a:ext cx="81263" cy="36495"/>
            </a:xfrm>
            <a:custGeom>
              <a:avLst/>
              <a:gdLst/>
              <a:ahLst/>
              <a:cxnLst/>
              <a:rect l="l" t="t" r="r" b="b"/>
              <a:pathLst>
                <a:path w="3104" h="1394" extrusionOk="0">
                  <a:moveTo>
                    <a:pt x="586" y="0"/>
                  </a:moveTo>
                  <a:cubicBezTo>
                    <a:pt x="260" y="0"/>
                    <a:pt x="0" y="264"/>
                    <a:pt x="0" y="591"/>
                  </a:cubicBezTo>
                  <a:lnTo>
                    <a:pt x="0" y="1393"/>
                  </a:lnTo>
                  <a:lnTo>
                    <a:pt x="3104" y="1393"/>
                  </a:lnTo>
                  <a:lnTo>
                    <a:pt x="3099" y="591"/>
                  </a:lnTo>
                  <a:cubicBezTo>
                    <a:pt x="3099" y="264"/>
                    <a:pt x="2835" y="0"/>
                    <a:pt x="2508" y="0"/>
                  </a:cubicBezTo>
                  <a:close/>
                </a:path>
              </a:pathLst>
            </a:custGeom>
            <a:solidFill>
              <a:srgbClr val="F5F8F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19" name="Google Shape;8219;p69"/>
            <p:cNvSpPr/>
            <p:nvPr/>
          </p:nvSpPr>
          <p:spPr>
            <a:xfrm>
              <a:off x="2280498" y="1808671"/>
              <a:ext cx="39270" cy="36495"/>
            </a:xfrm>
            <a:custGeom>
              <a:avLst/>
              <a:gdLst/>
              <a:ahLst/>
              <a:cxnLst/>
              <a:rect l="l" t="t" r="r" b="b"/>
              <a:pathLst>
                <a:path w="1500" h="1394" extrusionOk="0">
                  <a:moveTo>
                    <a:pt x="1" y="0"/>
                  </a:moveTo>
                  <a:cubicBezTo>
                    <a:pt x="323" y="0"/>
                    <a:pt x="587" y="264"/>
                    <a:pt x="587" y="591"/>
                  </a:cubicBezTo>
                  <a:lnTo>
                    <a:pt x="587" y="1393"/>
                  </a:lnTo>
                  <a:lnTo>
                    <a:pt x="1500" y="1393"/>
                  </a:lnTo>
                  <a:lnTo>
                    <a:pt x="1500" y="591"/>
                  </a:lnTo>
                  <a:cubicBezTo>
                    <a:pt x="1500" y="264"/>
                    <a:pt x="1235" y="0"/>
                    <a:pt x="909" y="0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20" name="Google Shape;8220;p69"/>
            <p:cNvSpPr/>
            <p:nvPr/>
          </p:nvSpPr>
          <p:spPr>
            <a:xfrm>
              <a:off x="2326417" y="1529330"/>
              <a:ext cx="32332" cy="27620"/>
            </a:xfrm>
            <a:custGeom>
              <a:avLst/>
              <a:gdLst/>
              <a:ahLst/>
              <a:cxnLst/>
              <a:rect l="l" t="t" r="r" b="b"/>
              <a:pathLst>
                <a:path w="1235" h="1055" extrusionOk="0">
                  <a:moveTo>
                    <a:pt x="706" y="0"/>
                  </a:moveTo>
                  <a:cubicBezTo>
                    <a:pt x="236" y="0"/>
                    <a:pt x="0" y="567"/>
                    <a:pt x="332" y="899"/>
                  </a:cubicBezTo>
                  <a:cubicBezTo>
                    <a:pt x="439" y="1007"/>
                    <a:pt x="573" y="1055"/>
                    <a:pt x="703" y="1055"/>
                  </a:cubicBezTo>
                  <a:cubicBezTo>
                    <a:pt x="974" y="1055"/>
                    <a:pt x="1235" y="847"/>
                    <a:pt x="1235" y="529"/>
                  </a:cubicBezTo>
                  <a:cubicBezTo>
                    <a:pt x="1235" y="236"/>
                    <a:pt x="995" y="0"/>
                    <a:pt x="706" y="0"/>
                  </a:cubicBezTo>
                  <a:close/>
                </a:path>
              </a:pathLst>
            </a:custGeom>
            <a:solidFill>
              <a:srgbClr val="8EA0A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21" name="Google Shape;8221;p69"/>
            <p:cNvSpPr/>
            <p:nvPr/>
          </p:nvSpPr>
          <p:spPr>
            <a:xfrm>
              <a:off x="2137005" y="1523256"/>
              <a:ext cx="415817" cy="355734"/>
            </a:xfrm>
            <a:custGeom>
              <a:avLst/>
              <a:gdLst/>
              <a:ahLst/>
              <a:cxnLst/>
              <a:rect l="l" t="t" r="r" b="b"/>
              <a:pathLst>
                <a:path w="15883" h="13588" extrusionOk="0">
                  <a:moveTo>
                    <a:pt x="7940" y="465"/>
                  </a:moveTo>
                  <a:cubicBezTo>
                    <a:pt x="7953" y="465"/>
                    <a:pt x="7966" y="466"/>
                    <a:pt x="7980" y="468"/>
                  </a:cubicBezTo>
                  <a:cubicBezTo>
                    <a:pt x="8124" y="487"/>
                    <a:pt x="8234" y="612"/>
                    <a:pt x="8234" y="761"/>
                  </a:cubicBezTo>
                  <a:cubicBezTo>
                    <a:pt x="8234" y="939"/>
                    <a:pt x="8087" y="1056"/>
                    <a:pt x="7935" y="1056"/>
                  </a:cubicBezTo>
                  <a:cubicBezTo>
                    <a:pt x="7858" y="1056"/>
                    <a:pt x="7780" y="1026"/>
                    <a:pt x="7720" y="958"/>
                  </a:cubicBezTo>
                  <a:cubicBezTo>
                    <a:pt x="7547" y="761"/>
                    <a:pt x="7690" y="465"/>
                    <a:pt x="7940" y="465"/>
                  </a:cubicBezTo>
                  <a:close/>
                  <a:moveTo>
                    <a:pt x="8681" y="929"/>
                  </a:moveTo>
                  <a:lnTo>
                    <a:pt x="10963" y="3196"/>
                  </a:lnTo>
                  <a:lnTo>
                    <a:pt x="4920" y="3196"/>
                  </a:lnTo>
                  <a:lnTo>
                    <a:pt x="7202" y="929"/>
                  </a:lnTo>
                  <a:cubicBezTo>
                    <a:pt x="7278" y="1275"/>
                    <a:pt x="7586" y="1520"/>
                    <a:pt x="7941" y="1520"/>
                  </a:cubicBezTo>
                  <a:cubicBezTo>
                    <a:pt x="8297" y="1520"/>
                    <a:pt x="8604" y="1275"/>
                    <a:pt x="8681" y="929"/>
                  </a:cubicBezTo>
                  <a:close/>
                  <a:moveTo>
                    <a:pt x="6210" y="11136"/>
                  </a:moveTo>
                  <a:cubicBezTo>
                    <a:pt x="6445" y="11136"/>
                    <a:pt x="6431" y="11138"/>
                    <a:pt x="6457" y="11142"/>
                  </a:cubicBezTo>
                  <a:cubicBezTo>
                    <a:pt x="6625" y="11176"/>
                    <a:pt x="6745" y="11320"/>
                    <a:pt x="6745" y="11493"/>
                  </a:cubicBezTo>
                  <a:lnTo>
                    <a:pt x="6745" y="12060"/>
                  </a:lnTo>
                  <a:lnTo>
                    <a:pt x="4113" y="12060"/>
                  </a:lnTo>
                  <a:lnTo>
                    <a:pt x="4113" y="11493"/>
                  </a:lnTo>
                  <a:cubicBezTo>
                    <a:pt x="4113" y="11296"/>
                    <a:pt x="4271" y="11138"/>
                    <a:pt x="4468" y="11138"/>
                  </a:cubicBezTo>
                  <a:cubicBezTo>
                    <a:pt x="5491" y="11138"/>
                    <a:pt x="5975" y="11136"/>
                    <a:pt x="6210" y="11136"/>
                  </a:cubicBezTo>
                  <a:close/>
                  <a:moveTo>
                    <a:pt x="14768" y="3658"/>
                  </a:moveTo>
                  <a:cubicBezTo>
                    <a:pt x="14802" y="3662"/>
                    <a:pt x="14826" y="3686"/>
                    <a:pt x="14826" y="3715"/>
                  </a:cubicBezTo>
                  <a:lnTo>
                    <a:pt x="14826" y="12002"/>
                  </a:lnTo>
                  <a:cubicBezTo>
                    <a:pt x="14826" y="12031"/>
                    <a:pt x="14802" y="12055"/>
                    <a:pt x="14768" y="12060"/>
                  </a:cubicBezTo>
                  <a:lnTo>
                    <a:pt x="7211" y="12060"/>
                  </a:lnTo>
                  <a:lnTo>
                    <a:pt x="7211" y="11594"/>
                  </a:lnTo>
                  <a:lnTo>
                    <a:pt x="14129" y="11594"/>
                  </a:lnTo>
                  <a:cubicBezTo>
                    <a:pt x="14254" y="11594"/>
                    <a:pt x="14360" y="11488"/>
                    <a:pt x="14360" y="11363"/>
                  </a:cubicBezTo>
                  <a:lnTo>
                    <a:pt x="14360" y="4354"/>
                  </a:lnTo>
                  <a:cubicBezTo>
                    <a:pt x="14360" y="4229"/>
                    <a:pt x="14254" y="4124"/>
                    <a:pt x="14129" y="4124"/>
                  </a:cubicBezTo>
                  <a:lnTo>
                    <a:pt x="4189" y="4124"/>
                  </a:lnTo>
                  <a:cubicBezTo>
                    <a:pt x="3877" y="4124"/>
                    <a:pt x="3877" y="4590"/>
                    <a:pt x="4189" y="4590"/>
                  </a:cubicBezTo>
                  <a:lnTo>
                    <a:pt x="13894" y="4590"/>
                  </a:lnTo>
                  <a:lnTo>
                    <a:pt x="13894" y="11133"/>
                  </a:lnTo>
                  <a:lnTo>
                    <a:pt x="7130" y="11133"/>
                  </a:lnTo>
                  <a:cubicBezTo>
                    <a:pt x="7000" y="10873"/>
                    <a:pt x="6750" y="10696"/>
                    <a:pt x="6462" y="10672"/>
                  </a:cubicBezTo>
                  <a:cubicBezTo>
                    <a:pt x="6430" y="10670"/>
                    <a:pt x="6193" y="10669"/>
                    <a:pt x="5891" y="10669"/>
                  </a:cubicBezTo>
                  <a:cubicBezTo>
                    <a:pt x="5286" y="10669"/>
                    <a:pt x="4418" y="10672"/>
                    <a:pt x="4396" y="10672"/>
                  </a:cubicBezTo>
                  <a:cubicBezTo>
                    <a:pt x="4108" y="10696"/>
                    <a:pt x="3853" y="10873"/>
                    <a:pt x="3728" y="11133"/>
                  </a:cubicBezTo>
                  <a:lnTo>
                    <a:pt x="1984" y="11133"/>
                  </a:lnTo>
                  <a:lnTo>
                    <a:pt x="1984" y="4590"/>
                  </a:lnTo>
                  <a:lnTo>
                    <a:pt x="3320" y="4590"/>
                  </a:lnTo>
                  <a:cubicBezTo>
                    <a:pt x="3627" y="4590"/>
                    <a:pt x="3627" y="4124"/>
                    <a:pt x="3320" y="4124"/>
                  </a:cubicBezTo>
                  <a:lnTo>
                    <a:pt x="1754" y="4124"/>
                  </a:lnTo>
                  <a:cubicBezTo>
                    <a:pt x="1624" y="4124"/>
                    <a:pt x="1523" y="4229"/>
                    <a:pt x="1523" y="4354"/>
                  </a:cubicBezTo>
                  <a:lnTo>
                    <a:pt x="1523" y="11363"/>
                  </a:lnTo>
                  <a:cubicBezTo>
                    <a:pt x="1523" y="11488"/>
                    <a:pt x="1624" y="11594"/>
                    <a:pt x="1754" y="11594"/>
                  </a:cubicBezTo>
                  <a:lnTo>
                    <a:pt x="3647" y="11594"/>
                  </a:lnTo>
                  <a:lnTo>
                    <a:pt x="3647" y="12060"/>
                  </a:lnTo>
                  <a:lnTo>
                    <a:pt x="1115" y="12060"/>
                  </a:lnTo>
                  <a:cubicBezTo>
                    <a:pt x="1081" y="12055"/>
                    <a:pt x="1057" y="12031"/>
                    <a:pt x="1057" y="12002"/>
                  </a:cubicBezTo>
                  <a:lnTo>
                    <a:pt x="1057" y="3715"/>
                  </a:lnTo>
                  <a:cubicBezTo>
                    <a:pt x="1057" y="3686"/>
                    <a:pt x="1081" y="3662"/>
                    <a:pt x="1115" y="3658"/>
                  </a:cubicBezTo>
                  <a:close/>
                  <a:moveTo>
                    <a:pt x="7941" y="1"/>
                  </a:moveTo>
                  <a:cubicBezTo>
                    <a:pt x="7654" y="1"/>
                    <a:pt x="7367" y="110"/>
                    <a:pt x="7149" y="328"/>
                  </a:cubicBezTo>
                  <a:lnTo>
                    <a:pt x="4257" y="3196"/>
                  </a:lnTo>
                  <a:lnTo>
                    <a:pt x="1115" y="3196"/>
                  </a:lnTo>
                  <a:cubicBezTo>
                    <a:pt x="827" y="3196"/>
                    <a:pt x="591" y="3427"/>
                    <a:pt x="591" y="3715"/>
                  </a:cubicBezTo>
                  <a:lnTo>
                    <a:pt x="591" y="12002"/>
                  </a:lnTo>
                  <a:cubicBezTo>
                    <a:pt x="591" y="12021"/>
                    <a:pt x="591" y="12041"/>
                    <a:pt x="591" y="12060"/>
                  </a:cubicBezTo>
                  <a:lnTo>
                    <a:pt x="524" y="12060"/>
                  </a:lnTo>
                  <a:cubicBezTo>
                    <a:pt x="236" y="12060"/>
                    <a:pt x="0" y="12295"/>
                    <a:pt x="0" y="12584"/>
                  </a:cubicBezTo>
                  <a:lnTo>
                    <a:pt x="0" y="13069"/>
                  </a:lnTo>
                  <a:cubicBezTo>
                    <a:pt x="0" y="13357"/>
                    <a:pt x="236" y="13588"/>
                    <a:pt x="524" y="13588"/>
                  </a:cubicBezTo>
                  <a:lnTo>
                    <a:pt x="9897" y="13588"/>
                  </a:lnTo>
                  <a:cubicBezTo>
                    <a:pt x="10204" y="13588"/>
                    <a:pt x="10204" y="13122"/>
                    <a:pt x="9897" y="13122"/>
                  </a:cubicBezTo>
                  <a:lnTo>
                    <a:pt x="524" y="13122"/>
                  </a:lnTo>
                  <a:cubicBezTo>
                    <a:pt x="490" y="13122"/>
                    <a:pt x="466" y="13098"/>
                    <a:pt x="466" y="13069"/>
                  </a:cubicBezTo>
                  <a:lnTo>
                    <a:pt x="466" y="12579"/>
                  </a:lnTo>
                  <a:cubicBezTo>
                    <a:pt x="466" y="12550"/>
                    <a:pt x="490" y="12526"/>
                    <a:pt x="524" y="12526"/>
                  </a:cubicBezTo>
                  <a:lnTo>
                    <a:pt x="15359" y="12526"/>
                  </a:lnTo>
                  <a:cubicBezTo>
                    <a:pt x="15392" y="12526"/>
                    <a:pt x="15417" y="12550"/>
                    <a:pt x="15417" y="12579"/>
                  </a:cubicBezTo>
                  <a:lnTo>
                    <a:pt x="15417" y="13069"/>
                  </a:lnTo>
                  <a:cubicBezTo>
                    <a:pt x="15417" y="13098"/>
                    <a:pt x="15392" y="13122"/>
                    <a:pt x="15359" y="13122"/>
                  </a:cubicBezTo>
                  <a:lnTo>
                    <a:pt x="10761" y="13122"/>
                  </a:lnTo>
                  <a:cubicBezTo>
                    <a:pt x="10454" y="13122"/>
                    <a:pt x="10454" y="13588"/>
                    <a:pt x="10761" y="13588"/>
                  </a:cubicBezTo>
                  <a:lnTo>
                    <a:pt x="15359" y="13588"/>
                  </a:lnTo>
                  <a:cubicBezTo>
                    <a:pt x="15647" y="13588"/>
                    <a:pt x="15882" y="13357"/>
                    <a:pt x="15882" y="13069"/>
                  </a:cubicBezTo>
                  <a:lnTo>
                    <a:pt x="15882" y="12584"/>
                  </a:lnTo>
                  <a:cubicBezTo>
                    <a:pt x="15878" y="12295"/>
                    <a:pt x="15647" y="12065"/>
                    <a:pt x="15359" y="12060"/>
                  </a:cubicBezTo>
                  <a:lnTo>
                    <a:pt x="15287" y="12060"/>
                  </a:lnTo>
                  <a:cubicBezTo>
                    <a:pt x="15292" y="12041"/>
                    <a:pt x="15292" y="12026"/>
                    <a:pt x="15292" y="12007"/>
                  </a:cubicBezTo>
                  <a:lnTo>
                    <a:pt x="15292" y="3720"/>
                  </a:lnTo>
                  <a:cubicBezTo>
                    <a:pt x="15292" y="3432"/>
                    <a:pt x="15056" y="3196"/>
                    <a:pt x="14768" y="3196"/>
                  </a:cubicBezTo>
                  <a:lnTo>
                    <a:pt x="11621" y="3196"/>
                  </a:lnTo>
                  <a:lnTo>
                    <a:pt x="8734" y="328"/>
                  </a:lnTo>
                  <a:cubicBezTo>
                    <a:pt x="8515" y="110"/>
                    <a:pt x="8228" y="1"/>
                    <a:pt x="7941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222" name="Google Shape;8222;p69"/>
          <p:cNvGrpSpPr/>
          <p:nvPr/>
        </p:nvGrpSpPr>
        <p:grpSpPr>
          <a:xfrm>
            <a:off x="1285060" y="3162599"/>
            <a:ext cx="298275" cy="292228"/>
            <a:chOff x="1713413" y="3359548"/>
            <a:chExt cx="397700" cy="389637"/>
          </a:xfrm>
        </p:grpSpPr>
        <p:sp>
          <p:nvSpPr>
            <p:cNvPr id="8223" name="Google Shape;8223;p69"/>
            <p:cNvSpPr/>
            <p:nvPr/>
          </p:nvSpPr>
          <p:spPr>
            <a:xfrm>
              <a:off x="1800069" y="3427720"/>
              <a:ext cx="161138" cy="305102"/>
            </a:xfrm>
            <a:custGeom>
              <a:avLst/>
              <a:gdLst/>
              <a:ahLst/>
              <a:cxnLst/>
              <a:rect l="l" t="t" r="r" b="b"/>
              <a:pathLst>
                <a:path w="6155" h="11654" extrusionOk="0">
                  <a:moveTo>
                    <a:pt x="5431" y="0"/>
                  </a:moveTo>
                  <a:cubicBezTo>
                    <a:pt x="5263" y="0"/>
                    <a:pt x="5095" y="64"/>
                    <a:pt x="4968" y="191"/>
                  </a:cubicBezTo>
                  <a:lnTo>
                    <a:pt x="192" y="4991"/>
                  </a:lnTo>
                  <a:cubicBezTo>
                    <a:pt x="72" y="5111"/>
                    <a:pt x="0" y="5279"/>
                    <a:pt x="5" y="5452"/>
                  </a:cubicBezTo>
                  <a:lnTo>
                    <a:pt x="5" y="10996"/>
                  </a:lnTo>
                  <a:cubicBezTo>
                    <a:pt x="0" y="11361"/>
                    <a:pt x="298" y="11654"/>
                    <a:pt x="658" y="11654"/>
                  </a:cubicBezTo>
                  <a:cubicBezTo>
                    <a:pt x="1023" y="11654"/>
                    <a:pt x="1317" y="11356"/>
                    <a:pt x="1317" y="10996"/>
                  </a:cubicBezTo>
                  <a:lnTo>
                    <a:pt x="1317" y="5721"/>
                  </a:lnTo>
                  <a:lnTo>
                    <a:pt x="5900" y="1119"/>
                  </a:lnTo>
                  <a:cubicBezTo>
                    <a:pt x="6154" y="864"/>
                    <a:pt x="6154" y="446"/>
                    <a:pt x="5895" y="191"/>
                  </a:cubicBezTo>
                  <a:cubicBezTo>
                    <a:pt x="5767" y="64"/>
                    <a:pt x="5599" y="0"/>
                    <a:pt x="5431" y="0"/>
                  </a:cubicBezTo>
                  <a:close/>
                </a:path>
              </a:pathLst>
            </a:custGeom>
            <a:solidFill>
              <a:srgbClr val="F5F8F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24" name="Google Shape;8224;p69"/>
            <p:cNvSpPr/>
            <p:nvPr/>
          </p:nvSpPr>
          <p:spPr>
            <a:xfrm>
              <a:off x="1800199" y="3550190"/>
              <a:ext cx="51077" cy="86813"/>
            </a:xfrm>
            <a:custGeom>
              <a:avLst/>
              <a:gdLst/>
              <a:ahLst/>
              <a:cxnLst/>
              <a:rect l="l" t="t" r="r" b="b"/>
              <a:pathLst>
                <a:path w="1951" h="3316" extrusionOk="0">
                  <a:moveTo>
                    <a:pt x="865" y="0"/>
                  </a:moveTo>
                  <a:cubicBezTo>
                    <a:pt x="725" y="0"/>
                    <a:pt x="586" y="20"/>
                    <a:pt x="447" y="53"/>
                  </a:cubicBezTo>
                  <a:lnTo>
                    <a:pt x="192" y="313"/>
                  </a:lnTo>
                  <a:cubicBezTo>
                    <a:pt x="67" y="438"/>
                    <a:pt x="0" y="601"/>
                    <a:pt x="0" y="779"/>
                  </a:cubicBezTo>
                  <a:lnTo>
                    <a:pt x="0" y="3070"/>
                  </a:lnTo>
                  <a:cubicBezTo>
                    <a:pt x="263" y="3232"/>
                    <a:pt x="565" y="3316"/>
                    <a:pt x="871" y="3316"/>
                  </a:cubicBezTo>
                  <a:cubicBezTo>
                    <a:pt x="1018" y="3316"/>
                    <a:pt x="1167" y="3296"/>
                    <a:pt x="1312" y="3257"/>
                  </a:cubicBezTo>
                  <a:lnTo>
                    <a:pt x="1312" y="1048"/>
                  </a:lnTo>
                  <a:lnTo>
                    <a:pt x="1950" y="404"/>
                  </a:lnTo>
                  <a:cubicBezTo>
                    <a:pt x="1648" y="144"/>
                    <a:pt x="1263" y="0"/>
                    <a:pt x="865" y="0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25" name="Google Shape;8225;p69"/>
            <p:cNvSpPr/>
            <p:nvPr/>
          </p:nvSpPr>
          <p:spPr>
            <a:xfrm>
              <a:off x="1892877" y="3427747"/>
              <a:ext cx="66550" cy="61209"/>
            </a:xfrm>
            <a:custGeom>
              <a:avLst/>
              <a:gdLst/>
              <a:ahLst/>
              <a:cxnLst/>
              <a:rect l="l" t="t" r="r" b="b"/>
              <a:pathLst>
                <a:path w="2542" h="2338" extrusionOk="0">
                  <a:moveTo>
                    <a:pt x="1885" y="0"/>
                  </a:moveTo>
                  <a:cubicBezTo>
                    <a:pt x="1723" y="0"/>
                    <a:pt x="1557" y="61"/>
                    <a:pt x="1423" y="195"/>
                  </a:cubicBezTo>
                  <a:lnTo>
                    <a:pt x="1" y="1622"/>
                  </a:lnTo>
                  <a:lnTo>
                    <a:pt x="1144" y="2338"/>
                  </a:lnTo>
                  <a:lnTo>
                    <a:pt x="1994" y="1483"/>
                  </a:lnTo>
                  <a:lnTo>
                    <a:pt x="2542" y="608"/>
                  </a:lnTo>
                  <a:cubicBezTo>
                    <a:pt x="2513" y="236"/>
                    <a:pt x="2206" y="0"/>
                    <a:pt x="1885" y="0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26" name="Google Shape;8226;p69"/>
            <p:cNvSpPr/>
            <p:nvPr/>
          </p:nvSpPr>
          <p:spPr>
            <a:xfrm>
              <a:off x="1719199" y="3698474"/>
              <a:ext cx="232452" cy="44925"/>
            </a:xfrm>
            <a:custGeom>
              <a:avLst/>
              <a:gdLst/>
              <a:ahLst/>
              <a:cxnLst/>
              <a:rect l="l" t="t" r="r" b="b"/>
              <a:pathLst>
                <a:path w="8879" h="1716" extrusionOk="0">
                  <a:moveTo>
                    <a:pt x="1100" y="0"/>
                  </a:moveTo>
                  <a:cubicBezTo>
                    <a:pt x="490" y="0"/>
                    <a:pt x="0" y="490"/>
                    <a:pt x="0" y="1096"/>
                  </a:cubicBezTo>
                  <a:lnTo>
                    <a:pt x="0" y="1715"/>
                  </a:lnTo>
                  <a:lnTo>
                    <a:pt x="8878" y="1715"/>
                  </a:lnTo>
                  <a:lnTo>
                    <a:pt x="8873" y="1100"/>
                  </a:lnTo>
                  <a:cubicBezTo>
                    <a:pt x="8873" y="490"/>
                    <a:pt x="8383" y="0"/>
                    <a:pt x="7778" y="0"/>
                  </a:cubicBezTo>
                  <a:close/>
                </a:path>
              </a:pathLst>
            </a:custGeom>
            <a:solidFill>
              <a:srgbClr val="8EA0A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27" name="Google Shape;8227;p69"/>
            <p:cNvSpPr/>
            <p:nvPr/>
          </p:nvSpPr>
          <p:spPr>
            <a:xfrm>
              <a:off x="1887588" y="3698474"/>
              <a:ext cx="64062" cy="44925"/>
            </a:xfrm>
            <a:custGeom>
              <a:avLst/>
              <a:gdLst/>
              <a:ahLst/>
              <a:cxnLst/>
              <a:rect l="l" t="t" r="r" b="b"/>
              <a:pathLst>
                <a:path w="2447" h="1716" extrusionOk="0">
                  <a:moveTo>
                    <a:pt x="1" y="0"/>
                  </a:moveTo>
                  <a:cubicBezTo>
                    <a:pt x="606" y="0"/>
                    <a:pt x="1096" y="490"/>
                    <a:pt x="1096" y="1100"/>
                  </a:cubicBezTo>
                  <a:lnTo>
                    <a:pt x="1096" y="1715"/>
                  </a:lnTo>
                  <a:lnTo>
                    <a:pt x="2446" y="1715"/>
                  </a:lnTo>
                  <a:lnTo>
                    <a:pt x="2446" y="1096"/>
                  </a:lnTo>
                  <a:cubicBezTo>
                    <a:pt x="2446" y="490"/>
                    <a:pt x="1951" y="0"/>
                    <a:pt x="1346" y="0"/>
                  </a:cubicBezTo>
                  <a:close/>
                </a:path>
              </a:pathLst>
            </a:custGeom>
            <a:solidFill>
              <a:srgbClr val="8295A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28" name="Google Shape;8228;p69"/>
            <p:cNvSpPr/>
            <p:nvPr/>
          </p:nvSpPr>
          <p:spPr>
            <a:xfrm>
              <a:off x="1764856" y="3531446"/>
              <a:ext cx="101395" cy="86761"/>
            </a:xfrm>
            <a:custGeom>
              <a:avLst/>
              <a:gdLst/>
              <a:ahLst/>
              <a:cxnLst/>
              <a:rect l="l" t="t" r="r" b="b"/>
              <a:pathLst>
                <a:path w="3873" h="3314" extrusionOk="0">
                  <a:moveTo>
                    <a:pt x="2215" y="1"/>
                  </a:moveTo>
                  <a:cubicBezTo>
                    <a:pt x="740" y="1"/>
                    <a:pt x="0" y="1783"/>
                    <a:pt x="1043" y="2830"/>
                  </a:cubicBezTo>
                  <a:cubicBezTo>
                    <a:pt x="1360" y="3145"/>
                    <a:pt x="1783" y="3313"/>
                    <a:pt x="2214" y="3313"/>
                  </a:cubicBezTo>
                  <a:cubicBezTo>
                    <a:pt x="2427" y="3313"/>
                    <a:pt x="2643" y="3272"/>
                    <a:pt x="2849" y="3186"/>
                  </a:cubicBezTo>
                  <a:cubicBezTo>
                    <a:pt x="3469" y="2931"/>
                    <a:pt x="3872" y="2326"/>
                    <a:pt x="3872" y="1658"/>
                  </a:cubicBezTo>
                  <a:cubicBezTo>
                    <a:pt x="3872" y="740"/>
                    <a:pt x="3132" y="1"/>
                    <a:pt x="2215" y="1"/>
                  </a:cubicBezTo>
                  <a:close/>
                </a:path>
              </a:pathLst>
            </a:custGeom>
            <a:solidFill>
              <a:srgbClr val="B1BDC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29" name="Google Shape;8229;p69"/>
            <p:cNvSpPr/>
            <p:nvPr/>
          </p:nvSpPr>
          <p:spPr>
            <a:xfrm>
              <a:off x="1812766" y="3531446"/>
              <a:ext cx="56366" cy="86787"/>
            </a:xfrm>
            <a:custGeom>
              <a:avLst/>
              <a:gdLst/>
              <a:ahLst/>
              <a:cxnLst/>
              <a:rect l="l" t="t" r="r" b="b"/>
              <a:pathLst>
                <a:path w="2153" h="3315" extrusionOk="0">
                  <a:moveTo>
                    <a:pt x="393" y="1"/>
                  </a:moveTo>
                  <a:cubicBezTo>
                    <a:pt x="390" y="1"/>
                    <a:pt x="387" y="1"/>
                    <a:pt x="385" y="1"/>
                  </a:cubicBezTo>
                  <a:cubicBezTo>
                    <a:pt x="255" y="1"/>
                    <a:pt x="125" y="15"/>
                    <a:pt x="0" y="44"/>
                  </a:cubicBezTo>
                  <a:cubicBezTo>
                    <a:pt x="740" y="226"/>
                    <a:pt x="1264" y="889"/>
                    <a:pt x="1264" y="1658"/>
                  </a:cubicBezTo>
                  <a:cubicBezTo>
                    <a:pt x="1264" y="2422"/>
                    <a:pt x="740" y="3085"/>
                    <a:pt x="0" y="3267"/>
                  </a:cubicBezTo>
                  <a:cubicBezTo>
                    <a:pt x="133" y="3300"/>
                    <a:pt x="265" y="3315"/>
                    <a:pt x="394" y="3315"/>
                  </a:cubicBezTo>
                  <a:cubicBezTo>
                    <a:pt x="1211" y="3315"/>
                    <a:pt x="1934" y="2704"/>
                    <a:pt x="2037" y="1850"/>
                  </a:cubicBezTo>
                  <a:cubicBezTo>
                    <a:pt x="2152" y="868"/>
                    <a:pt x="1383" y="1"/>
                    <a:pt x="393" y="1"/>
                  </a:cubicBezTo>
                  <a:close/>
                </a:path>
              </a:pathLst>
            </a:custGeom>
            <a:solidFill>
              <a:srgbClr val="A3B2B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30" name="Google Shape;8230;p69"/>
            <p:cNvSpPr/>
            <p:nvPr/>
          </p:nvSpPr>
          <p:spPr>
            <a:xfrm>
              <a:off x="1800435" y="3557992"/>
              <a:ext cx="39270" cy="33720"/>
            </a:xfrm>
            <a:custGeom>
              <a:avLst/>
              <a:gdLst/>
              <a:ahLst/>
              <a:cxnLst/>
              <a:rect l="l" t="t" r="r" b="b"/>
              <a:pathLst>
                <a:path w="1500" h="1288" extrusionOk="0">
                  <a:moveTo>
                    <a:pt x="856" y="0"/>
                  </a:moveTo>
                  <a:cubicBezTo>
                    <a:pt x="284" y="0"/>
                    <a:pt x="1" y="692"/>
                    <a:pt x="404" y="1096"/>
                  </a:cubicBezTo>
                  <a:cubicBezTo>
                    <a:pt x="535" y="1228"/>
                    <a:pt x="696" y="1287"/>
                    <a:pt x="854" y="1287"/>
                  </a:cubicBezTo>
                  <a:cubicBezTo>
                    <a:pt x="1184" y="1287"/>
                    <a:pt x="1500" y="1030"/>
                    <a:pt x="1500" y="644"/>
                  </a:cubicBezTo>
                  <a:cubicBezTo>
                    <a:pt x="1500" y="288"/>
                    <a:pt x="1211" y="0"/>
                    <a:pt x="856" y="0"/>
                  </a:cubicBezTo>
                  <a:close/>
                </a:path>
              </a:pathLst>
            </a:custGeom>
            <a:solidFill>
              <a:srgbClr val="8EA0A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31" name="Google Shape;8231;p69"/>
            <p:cNvSpPr/>
            <p:nvPr/>
          </p:nvSpPr>
          <p:spPr>
            <a:xfrm>
              <a:off x="1872875" y="3367245"/>
              <a:ext cx="102652" cy="104877"/>
            </a:xfrm>
            <a:custGeom>
              <a:avLst/>
              <a:gdLst/>
              <a:ahLst/>
              <a:cxnLst/>
              <a:rect l="l" t="t" r="r" b="b"/>
              <a:pathLst>
                <a:path w="3921" h="4006" extrusionOk="0">
                  <a:moveTo>
                    <a:pt x="1742" y="1"/>
                  </a:moveTo>
                  <a:cubicBezTo>
                    <a:pt x="1593" y="1"/>
                    <a:pt x="1447" y="76"/>
                    <a:pt x="1360" y="210"/>
                  </a:cubicBezTo>
                  <a:lnTo>
                    <a:pt x="135" y="2170"/>
                  </a:lnTo>
                  <a:cubicBezTo>
                    <a:pt x="1" y="2376"/>
                    <a:pt x="68" y="2655"/>
                    <a:pt x="275" y="2790"/>
                  </a:cubicBezTo>
                  <a:lnTo>
                    <a:pt x="2220" y="4005"/>
                  </a:lnTo>
                  <a:lnTo>
                    <a:pt x="3921" y="1286"/>
                  </a:lnTo>
                  <a:lnTo>
                    <a:pt x="1980" y="71"/>
                  </a:lnTo>
                  <a:cubicBezTo>
                    <a:pt x="1906" y="23"/>
                    <a:pt x="1823" y="1"/>
                    <a:pt x="1742" y="1"/>
                  </a:cubicBezTo>
                  <a:close/>
                </a:path>
              </a:pathLst>
            </a:custGeom>
            <a:solidFill>
              <a:srgbClr val="8EA0A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32" name="Google Shape;8232;p69"/>
            <p:cNvSpPr/>
            <p:nvPr/>
          </p:nvSpPr>
          <p:spPr>
            <a:xfrm>
              <a:off x="1909239" y="3387822"/>
              <a:ext cx="66288" cy="84300"/>
            </a:xfrm>
            <a:custGeom>
              <a:avLst/>
              <a:gdLst/>
              <a:ahLst/>
              <a:cxnLst/>
              <a:rect l="l" t="t" r="r" b="b"/>
              <a:pathLst>
                <a:path w="2532" h="3220" extrusionOk="0">
                  <a:moveTo>
                    <a:pt x="1691" y="0"/>
                  </a:moveTo>
                  <a:lnTo>
                    <a:pt x="0" y="2700"/>
                  </a:lnTo>
                  <a:lnTo>
                    <a:pt x="831" y="3219"/>
                  </a:lnTo>
                  <a:lnTo>
                    <a:pt x="2532" y="500"/>
                  </a:lnTo>
                  <a:lnTo>
                    <a:pt x="1739" y="5"/>
                  </a:lnTo>
                  <a:lnTo>
                    <a:pt x="1691" y="0"/>
                  </a:lnTo>
                  <a:close/>
                </a:path>
              </a:pathLst>
            </a:custGeom>
            <a:solidFill>
              <a:srgbClr val="8295A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33" name="Google Shape;8233;p69"/>
            <p:cNvSpPr/>
            <p:nvPr/>
          </p:nvSpPr>
          <p:spPr>
            <a:xfrm>
              <a:off x="1930733" y="3400886"/>
              <a:ext cx="151713" cy="158991"/>
            </a:xfrm>
            <a:custGeom>
              <a:avLst/>
              <a:gdLst/>
              <a:ahLst/>
              <a:cxnLst/>
              <a:rect l="l" t="t" r="r" b="b"/>
              <a:pathLst>
                <a:path w="5795" h="6073" extrusionOk="0">
                  <a:moveTo>
                    <a:pt x="1706" y="1"/>
                  </a:moveTo>
                  <a:lnTo>
                    <a:pt x="1" y="2715"/>
                  </a:lnTo>
                  <a:lnTo>
                    <a:pt x="1884" y="5900"/>
                  </a:lnTo>
                  <a:cubicBezTo>
                    <a:pt x="1950" y="6015"/>
                    <a:pt x="2065" y="6073"/>
                    <a:pt x="2181" y="6073"/>
                  </a:cubicBezTo>
                  <a:cubicBezTo>
                    <a:pt x="2293" y="6073"/>
                    <a:pt x="2406" y="6019"/>
                    <a:pt x="2475" y="5910"/>
                  </a:cubicBezTo>
                  <a:lnTo>
                    <a:pt x="5655" y="832"/>
                  </a:lnTo>
                  <a:cubicBezTo>
                    <a:pt x="5794" y="611"/>
                    <a:pt x="5650" y="323"/>
                    <a:pt x="5391" y="304"/>
                  </a:cubicBezTo>
                  <a:lnTo>
                    <a:pt x="1706" y="1"/>
                  </a:lnTo>
                  <a:close/>
                </a:path>
              </a:pathLst>
            </a:custGeom>
            <a:solidFill>
              <a:srgbClr val="8EA0A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34" name="Google Shape;8234;p69"/>
            <p:cNvSpPr/>
            <p:nvPr/>
          </p:nvSpPr>
          <p:spPr>
            <a:xfrm>
              <a:off x="1973747" y="3407824"/>
              <a:ext cx="108699" cy="152053"/>
            </a:xfrm>
            <a:custGeom>
              <a:avLst/>
              <a:gdLst/>
              <a:ahLst/>
              <a:cxnLst/>
              <a:rect l="l" t="t" r="r" b="b"/>
              <a:pathLst>
                <a:path w="4152" h="5808" extrusionOk="0">
                  <a:moveTo>
                    <a:pt x="3287" y="0"/>
                  </a:moveTo>
                  <a:cubicBezTo>
                    <a:pt x="3282" y="24"/>
                    <a:pt x="3267" y="48"/>
                    <a:pt x="3258" y="67"/>
                  </a:cubicBezTo>
                  <a:lnTo>
                    <a:pt x="73" y="5145"/>
                  </a:lnTo>
                  <a:cubicBezTo>
                    <a:pt x="53" y="5179"/>
                    <a:pt x="29" y="5208"/>
                    <a:pt x="1" y="5232"/>
                  </a:cubicBezTo>
                  <a:lnTo>
                    <a:pt x="241" y="5635"/>
                  </a:lnTo>
                  <a:cubicBezTo>
                    <a:pt x="307" y="5750"/>
                    <a:pt x="422" y="5808"/>
                    <a:pt x="538" y="5808"/>
                  </a:cubicBezTo>
                  <a:cubicBezTo>
                    <a:pt x="650" y="5808"/>
                    <a:pt x="763" y="5754"/>
                    <a:pt x="832" y="5645"/>
                  </a:cubicBezTo>
                  <a:lnTo>
                    <a:pt x="4012" y="567"/>
                  </a:lnTo>
                  <a:cubicBezTo>
                    <a:pt x="4151" y="346"/>
                    <a:pt x="4007" y="58"/>
                    <a:pt x="3748" y="39"/>
                  </a:cubicBezTo>
                  <a:lnTo>
                    <a:pt x="3287" y="0"/>
                  </a:lnTo>
                  <a:close/>
                </a:path>
              </a:pathLst>
            </a:custGeom>
            <a:solidFill>
              <a:srgbClr val="8295A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35" name="Google Shape;8235;p69"/>
            <p:cNvSpPr/>
            <p:nvPr/>
          </p:nvSpPr>
          <p:spPr>
            <a:xfrm>
              <a:off x="2012362" y="3449581"/>
              <a:ext cx="92834" cy="95505"/>
            </a:xfrm>
            <a:custGeom>
              <a:avLst/>
              <a:gdLst/>
              <a:ahLst/>
              <a:cxnLst/>
              <a:rect l="l" t="t" r="r" b="b"/>
              <a:pathLst>
                <a:path w="3546" h="3648" extrusionOk="0">
                  <a:moveTo>
                    <a:pt x="1893" y="0"/>
                  </a:moveTo>
                  <a:lnTo>
                    <a:pt x="0" y="3022"/>
                  </a:lnTo>
                  <a:lnTo>
                    <a:pt x="567" y="3377"/>
                  </a:lnTo>
                  <a:cubicBezTo>
                    <a:pt x="860" y="3560"/>
                    <a:pt x="1186" y="3648"/>
                    <a:pt x="1509" y="3648"/>
                  </a:cubicBezTo>
                  <a:cubicBezTo>
                    <a:pt x="2102" y="3648"/>
                    <a:pt x="2683" y="3352"/>
                    <a:pt x="3022" y="2810"/>
                  </a:cubicBezTo>
                  <a:cubicBezTo>
                    <a:pt x="3546" y="1979"/>
                    <a:pt x="3291" y="879"/>
                    <a:pt x="2460" y="356"/>
                  </a:cubicBezTo>
                  <a:lnTo>
                    <a:pt x="1893" y="0"/>
                  </a:lnTo>
                  <a:close/>
                </a:path>
              </a:pathLst>
            </a:custGeom>
            <a:solidFill>
              <a:srgbClr val="E2E8E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36" name="Google Shape;8236;p69"/>
            <p:cNvSpPr/>
            <p:nvPr/>
          </p:nvSpPr>
          <p:spPr>
            <a:xfrm>
              <a:off x="2013619" y="3449581"/>
              <a:ext cx="90714" cy="95086"/>
            </a:xfrm>
            <a:custGeom>
              <a:avLst/>
              <a:gdLst/>
              <a:ahLst/>
              <a:cxnLst/>
              <a:rect l="l" t="t" r="r" b="b"/>
              <a:pathLst>
                <a:path w="3465" h="3632" extrusionOk="0">
                  <a:moveTo>
                    <a:pt x="1836" y="0"/>
                  </a:moveTo>
                  <a:lnTo>
                    <a:pt x="1826" y="19"/>
                  </a:lnTo>
                  <a:cubicBezTo>
                    <a:pt x="2556" y="562"/>
                    <a:pt x="2753" y="1576"/>
                    <a:pt x="2282" y="2359"/>
                  </a:cubicBezTo>
                  <a:cubicBezTo>
                    <a:pt x="1950" y="2911"/>
                    <a:pt x="1362" y="3225"/>
                    <a:pt x="755" y="3225"/>
                  </a:cubicBezTo>
                  <a:cubicBezTo>
                    <a:pt x="501" y="3225"/>
                    <a:pt x="244" y="3170"/>
                    <a:pt x="1" y="3055"/>
                  </a:cubicBezTo>
                  <a:lnTo>
                    <a:pt x="1" y="3055"/>
                  </a:lnTo>
                  <a:lnTo>
                    <a:pt x="534" y="3382"/>
                  </a:lnTo>
                  <a:cubicBezTo>
                    <a:pt x="819" y="3551"/>
                    <a:pt x="1132" y="3631"/>
                    <a:pt x="1441" y="3631"/>
                  </a:cubicBezTo>
                  <a:cubicBezTo>
                    <a:pt x="2038" y="3631"/>
                    <a:pt x="2619" y="3331"/>
                    <a:pt x="2955" y="2786"/>
                  </a:cubicBezTo>
                  <a:cubicBezTo>
                    <a:pt x="3464" y="1960"/>
                    <a:pt x="3219" y="879"/>
                    <a:pt x="2403" y="356"/>
                  </a:cubicBezTo>
                  <a:lnTo>
                    <a:pt x="1836" y="0"/>
                  </a:lnTo>
                  <a:close/>
                </a:path>
              </a:pathLst>
            </a:custGeom>
            <a:solidFill>
              <a:srgbClr val="D5DDE4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37" name="Google Shape;8237;p69"/>
            <p:cNvSpPr/>
            <p:nvPr/>
          </p:nvSpPr>
          <p:spPr>
            <a:xfrm>
              <a:off x="1851120" y="3365307"/>
              <a:ext cx="50842" cy="48197"/>
            </a:xfrm>
            <a:custGeom>
              <a:avLst/>
              <a:gdLst/>
              <a:ahLst/>
              <a:cxnLst/>
              <a:rect l="l" t="t" r="r" b="b"/>
              <a:pathLst>
                <a:path w="1942" h="1841" extrusionOk="0">
                  <a:moveTo>
                    <a:pt x="747" y="1"/>
                  </a:moveTo>
                  <a:cubicBezTo>
                    <a:pt x="643" y="1"/>
                    <a:pt x="540" y="52"/>
                    <a:pt x="481" y="145"/>
                  </a:cubicBezTo>
                  <a:lnTo>
                    <a:pt x="97" y="764"/>
                  </a:lnTo>
                  <a:cubicBezTo>
                    <a:pt x="1" y="908"/>
                    <a:pt x="49" y="1105"/>
                    <a:pt x="193" y="1197"/>
                  </a:cubicBezTo>
                  <a:lnTo>
                    <a:pt x="1221" y="1840"/>
                  </a:lnTo>
                  <a:lnTo>
                    <a:pt x="1942" y="692"/>
                  </a:lnTo>
                  <a:lnTo>
                    <a:pt x="913" y="48"/>
                  </a:lnTo>
                  <a:cubicBezTo>
                    <a:pt x="862" y="16"/>
                    <a:pt x="804" y="1"/>
                    <a:pt x="747" y="1"/>
                  </a:cubicBezTo>
                  <a:close/>
                </a:path>
              </a:pathLst>
            </a:custGeom>
            <a:solidFill>
              <a:srgbClr val="F5F8F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38" name="Google Shape;8238;p69"/>
            <p:cNvSpPr/>
            <p:nvPr/>
          </p:nvSpPr>
          <p:spPr>
            <a:xfrm>
              <a:off x="1868608" y="3374366"/>
              <a:ext cx="33353" cy="39139"/>
            </a:xfrm>
            <a:custGeom>
              <a:avLst/>
              <a:gdLst/>
              <a:ahLst/>
              <a:cxnLst/>
              <a:rect l="l" t="t" r="r" b="b"/>
              <a:pathLst>
                <a:path w="1274" h="1495" extrusionOk="0">
                  <a:moveTo>
                    <a:pt x="721" y="0"/>
                  </a:moveTo>
                  <a:lnTo>
                    <a:pt x="0" y="1148"/>
                  </a:lnTo>
                  <a:lnTo>
                    <a:pt x="553" y="1494"/>
                  </a:lnTo>
                  <a:lnTo>
                    <a:pt x="1274" y="346"/>
                  </a:lnTo>
                  <a:lnTo>
                    <a:pt x="721" y="0"/>
                  </a:ln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39" name="Google Shape;8239;p69"/>
            <p:cNvSpPr/>
            <p:nvPr/>
          </p:nvSpPr>
          <p:spPr>
            <a:xfrm>
              <a:off x="1863319" y="3663262"/>
              <a:ext cx="45684" cy="35238"/>
            </a:xfrm>
            <a:custGeom>
              <a:avLst/>
              <a:gdLst/>
              <a:ahLst/>
              <a:cxnLst/>
              <a:rect l="l" t="t" r="r" b="b"/>
              <a:pathLst>
                <a:path w="1745" h="1346" extrusionOk="0">
                  <a:moveTo>
                    <a:pt x="721" y="0"/>
                  </a:moveTo>
                  <a:cubicBezTo>
                    <a:pt x="323" y="0"/>
                    <a:pt x="1" y="322"/>
                    <a:pt x="1" y="721"/>
                  </a:cubicBezTo>
                  <a:lnTo>
                    <a:pt x="1" y="1345"/>
                  </a:lnTo>
                  <a:lnTo>
                    <a:pt x="1745" y="1345"/>
                  </a:lnTo>
                  <a:lnTo>
                    <a:pt x="1745" y="721"/>
                  </a:lnTo>
                  <a:cubicBezTo>
                    <a:pt x="1745" y="322"/>
                    <a:pt x="1423" y="0"/>
                    <a:pt x="1024" y="0"/>
                  </a:cubicBezTo>
                  <a:close/>
                </a:path>
              </a:pathLst>
            </a:custGeom>
            <a:solidFill>
              <a:srgbClr val="B1BDC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40" name="Google Shape;8240;p69"/>
            <p:cNvSpPr/>
            <p:nvPr/>
          </p:nvSpPr>
          <p:spPr>
            <a:xfrm>
              <a:off x="1876279" y="3663262"/>
              <a:ext cx="32725" cy="35238"/>
            </a:xfrm>
            <a:custGeom>
              <a:avLst/>
              <a:gdLst/>
              <a:ahLst/>
              <a:cxnLst/>
              <a:rect l="l" t="t" r="r" b="b"/>
              <a:pathLst>
                <a:path w="1250" h="1346" extrusionOk="0">
                  <a:moveTo>
                    <a:pt x="226" y="0"/>
                  </a:moveTo>
                  <a:cubicBezTo>
                    <a:pt x="149" y="0"/>
                    <a:pt x="73" y="10"/>
                    <a:pt x="0" y="34"/>
                  </a:cubicBezTo>
                  <a:cubicBezTo>
                    <a:pt x="289" y="135"/>
                    <a:pt x="486" y="409"/>
                    <a:pt x="490" y="716"/>
                  </a:cubicBezTo>
                  <a:lnTo>
                    <a:pt x="490" y="1345"/>
                  </a:lnTo>
                  <a:lnTo>
                    <a:pt x="1250" y="1345"/>
                  </a:lnTo>
                  <a:lnTo>
                    <a:pt x="1250" y="721"/>
                  </a:lnTo>
                  <a:cubicBezTo>
                    <a:pt x="1250" y="322"/>
                    <a:pt x="928" y="0"/>
                    <a:pt x="529" y="0"/>
                  </a:cubicBezTo>
                  <a:close/>
                </a:path>
              </a:pathLst>
            </a:custGeom>
            <a:solidFill>
              <a:srgbClr val="A3B2B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41" name="Google Shape;8241;p69"/>
            <p:cNvSpPr/>
            <p:nvPr/>
          </p:nvSpPr>
          <p:spPr>
            <a:xfrm>
              <a:off x="1792633" y="3552206"/>
              <a:ext cx="52857" cy="45161"/>
            </a:xfrm>
            <a:custGeom>
              <a:avLst/>
              <a:gdLst/>
              <a:ahLst/>
              <a:cxnLst/>
              <a:rect l="l" t="t" r="r" b="b"/>
              <a:pathLst>
                <a:path w="2019" h="1725" extrusionOk="0">
                  <a:moveTo>
                    <a:pt x="1151" y="437"/>
                  </a:moveTo>
                  <a:cubicBezTo>
                    <a:pt x="1370" y="437"/>
                    <a:pt x="1581" y="608"/>
                    <a:pt x="1581" y="865"/>
                  </a:cubicBezTo>
                  <a:cubicBezTo>
                    <a:pt x="1581" y="1096"/>
                    <a:pt x="1389" y="1288"/>
                    <a:pt x="1154" y="1288"/>
                  </a:cubicBezTo>
                  <a:cubicBezTo>
                    <a:pt x="774" y="1288"/>
                    <a:pt x="587" y="831"/>
                    <a:pt x="856" y="562"/>
                  </a:cubicBezTo>
                  <a:cubicBezTo>
                    <a:pt x="941" y="476"/>
                    <a:pt x="1047" y="437"/>
                    <a:pt x="1151" y="437"/>
                  </a:cubicBezTo>
                  <a:close/>
                  <a:moveTo>
                    <a:pt x="1154" y="0"/>
                  </a:moveTo>
                  <a:cubicBezTo>
                    <a:pt x="385" y="0"/>
                    <a:pt x="1" y="927"/>
                    <a:pt x="544" y="1470"/>
                  </a:cubicBezTo>
                  <a:cubicBezTo>
                    <a:pt x="719" y="1646"/>
                    <a:pt x="936" y="1725"/>
                    <a:pt x="1148" y="1725"/>
                  </a:cubicBezTo>
                  <a:cubicBezTo>
                    <a:pt x="1592" y="1725"/>
                    <a:pt x="2018" y="1382"/>
                    <a:pt x="2018" y="865"/>
                  </a:cubicBezTo>
                  <a:cubicBezTo>
                    <a:pt x="2014" y="389"/>
                    <a:pt x="1629" y="0"/>
                    <a:pt x="1154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42" name="Google Shape;8242;p69"/>
            <p:cNvSpPr/>
            <p:nvPr/>
          </p:nvSpPr>
          <p:spPr>
            <a:xfrm>
              <a:off x="1713413" y="3359548"/>
              <a:ext cx="397700" cy="389637"/>
            </a:xfrm>
            <a:custGeom>
              <a:avLst/>
              <a:gdLst/>
              <a:ahLst/>
              <a:cxnLst/>
              <a:rect l="l" t="t" r="r" b="b"/>
              <a:pathLst>
                <a:path w="15191" h="14883" extrusionOk="0">
                  <a:moveTo>
                    <a:pt x="6011" y="438"/>
                  </a:moveTo>
                  <a:cubicBezTo>
                    <a:pt x="6070" y="438"/>
                    <a:pt x="6143" y="519"/>
                    <a:pt x="6894" y="979"/>
                  </a:cubicBezTo>
                  <a:lnTo>
                    <a:pt x="6409" y="1763"/>
                  </a:lnTo>
                  <a:lnTo>
                    <a:pt x="5568" y="1234"/>
                  </a:lnTo>
                  <a:cubicBezTo>
                    <a:pt x="5520" y="1205"/>
                    <a:pt x="5510" y="1143"/>
                    <a:pt x="5539" y="1100"/>
                  </a:cubicBezTo>
                  <a:cubicBezTo>
                    <a:pt x="5924" y="513"/>
                    <a:pt x="5909" y="461"/>
                    <a:pt x="5986" y="441"/>
                  </a:cubicBezTo>
                  <a:cubicBezTo>
                    <a:pt x="5995" y="439"/>
                    <a:pt x="6003" y="438"/>
                    <a:pt x="6011" y="438"/>
                  </a:cubicBezTo>
                  <a:close/>
                  <a:moveTo>
                    <a:pt x="7830" y="517"/>
                  </a:moveTo>
                  <a:cubicBezTo>
                    <a:pt x="7872" y="517"/>
                    <a:pt x="7914" y="528"/>
                    <a:pt x="7951" y="552"/>
                  </a:cubicBezTo>
                  <a:lnTo>
                    <a:pt x="9700" y="1652"/>
                  </a:lnTo>
                  <a:lnTo>
                    <a:pt x="8230" y="3996"/>
                  </a:lnTo>
                  <a:lnTo>
                    <a:pt x="6486" y="2896"/>
                  </a:lnTo>
                  <a:cubicBezTo>
                    <a:pt x="6375" y="2829"/>
                    <a:pt x="6342" y="2685"/>
                    <a:pt x="6409" y="2579"/>
                  </a:cubicBezTo>
                  <a:lnTo>
                    <a:pt x="7634" y="624"/>
                  </a:lnTo>
                  <a:cubicBezTo>
                    <a:pt x="7678" y="555"/>
                    <a:pt x="7754" y="517"/>
                    <a:pt x="7830" y="517"/>
                  </a:cubicBezTo>
                  <a:close/>
                  <a:moveTo>
                    <a:pt x="13380" y="3742"/>
                  </a:moveTo>
                  <a:cubicBezTo>
                    <a:pt x="13572" y="3900"/>
                    <a:pt x="14263" y="4126"/>
                    <a:pt x="14451" y="4957"/>
                  </a:cubicBezTo>
                  <a:cubicBezTo>
                    <a:pt x="14699" y="6014"/>
                    <a:pt x="13857" y="6870"/>
                    <a:pt x="12926" y="6870"/>
                  </a:cubicBezTo>
                  <a:cubicBezTo>
                    <a:pt x="12650" y="6870"/>
                    <a:pt x="12367" y="6796"/>
                    <a:pt x="12102" y="6629"/>
                  </a:cubicBezTo>
                  <a:lnTo>
                    <a:pt x="12097" y="6629"/>
                  </a:lnTo>
                  <a:lnTo>
                    <a:pt x="11717" y="6389"/>
                  </a:lnTo>
                  <a:lnTo>
                    <a:pt x="13380" y="3742"/>
                  </a:lnTo>
                  <a:close/>
                  <a:moveTo>
                    <a:pt x="7398" y="3992"/>
                  </a:moveTo>
                  <a:lnTo>
                    <a:pt x="8138" y="4453"/>
                  </a:lnTo>
                  <a:lnTo>
                    <a:pt x="8148" y="4477"/>
                  </a:lnTo>
                  <a:lnTo>
                    <a:pt x="5616" y="7023"/>
                  </a:lnTo>
                  <a:cubicBezTo>
                    <a:pt x="5424" y="6792"/>
                    <a:pt x="5184" y="6610"/>
                    <a:pt x="4905" y="6494"/>
                  </a:cubicBezTo>
                  <a:lnTo>
                    <a:pt x="7398" y="3992"/>
                  </a:lnTo>
                  <a:close/>
                  <a:moveTo>
                    <a:pt x="4169" y="6780"/>
                  </a:moveTo>
                  <a:cubicBezTo>
                    <a:pt x="4386" y="6780"/>
                    <a:pt x="4608" y="6830"/>
                    <a:pt x="4819" y="6936"/>
                  </a:cubicBezTo>
                  <a:cubicBezTo>
                    <a:pt x="6187" y="7618"/>
                    <a:pt x="5673" y="9663"/>
                    <a:pt x="4190" y="9663"/>
                  </a:cubicBezTo>
                  <a:cubicBezTo>
                    <a:pt x="4158" y="9663"/>
                    <a:pt x="4126" y="9662"/>
                    <a:pt x="4093" y="9660"/>
                  </a:cubicBezTo>
                  <a:lnTo>
                    <a:pt x="4088" y="9660"/>
                  </a:lnTo>
                  <a:cubicBezTo>
                    <a:pt x="3176" y="9612"/>
                    <a:pt x="2537" y="8733"/>
                    <a:pt x="2772" y="7849"/>
                  </a:cubicBezTo>
                  <a:cubicBezTo>
                    <a:pt x="2950" y="7193"/>
                    <a:pt x="3542" y="6780"/>
                    <a:pt x="4169" y="6780"/>
                  </a:cubicBezTo>
                  <a:close/>
                  <a:moveTo>
                    <a:pt x="6745" y="11822"/>
                  </a:moveTo>
                  <a:cubicBezTo>
                    <a:pt x="7019" y="11822"/>
                    <a:pt x="7245" y="12043"/>
                    <a:pt x="7245" y="12322"/>
                  </a:cubicBezTo>
                  <a:lnTo>
                    <a:pt x="7245" y="12730"/>
                  </a:lnTo>
                  <a:lnTo>
                    <a:pt x="5943" y="12730"/>
                  </a:lnTo>
                  <a:lnTo>
                    <a:pt x="5943" y="12322"/>
                  </a:lnTo>
                  <a:cubicBezTo>
                    <a:pt x="5943" y="12043"/>
                    <a:pt x="6169" y="11822"/>
                    <a:pt x="6442" y="11822"/>
                  </a:cubicBezTo>
                  <a:close/>
                  <a:moveTo>
                    <a:pt x="7999" y="13162"/>
                  </a:moveTo>
                  <a:cubicBezTo>
                    <a:pt x="8484" y="13162"/>
                    <a:pt x="8878" y="13556"/>
                    <a:pt x="8878" y="14046"/>
                  </a:cubicBezTo>
                  <a:lnTo>
                    <a:pt x="8878" y="14445"/>
                  </a:lnTo>
                  <a:lnTo>
                    <a:pt x="442" y="14445"/>
                  </a:lnTo>
                  <a:lnTo>
                    <a:pt x="442" y="14046"/>
                  </a:lnTo>
                  <a:cubicBezTo>
                    <a:pt x="442" y="13556"/>
                    <a:pt x="831" y="13167"/>
                    <a:pt x="1321" y="13162"/>
                  </a:cubicBezTo>
                  <a:close/>
                  <a:moveTo>
                    <a:pt x="6004" y="1"/>
                  </a:moveTo>
                  <a:cubicBezTo>
                    <a:pt x="5827" y="1"/>
                    <a:pt x="5653" y="88"/>
                    <a:pt x="5554" y="249"/>
                  </a:cubicBezTo>
                  <a:lnTo>
                    <a:pt x="5165" y="869"/>
                  </a:lnTo>
                  <a:cubicBezTo>
                    <a:pt x="5011" y="1119"/>
                    <a:pt x="5088" y="1445"/>
                    <a:pt x="5333" y="1604"/>
                  </a:cubicBezTo>
                  <a:lnTo>
                    <a:pt x="6173" y="2128"/>
                  </a:lnTo>
                  <a:cubicBezTo>
                    <a:pt x="6111" y="2267"/>
                    <a:pt x="5866" y="2483"/>
                    <a:pt x="5952" y="2848"/>
                  </a:cubicBezTo>
                  <a:cubicBezTo>
                    <a:pt x="5991" y="3021"/>
                    <a:pt x="6097" y="3170"/>
                    <a:pt x="6250" y="3266"/>
                  </a:cubicBezTo>
                  <a:lnTo>
                    <a:pt x="7019" y="3751"/>
                  </a:lnTo>
                  <a:lnTo>
                    <a:pt x="4420" y="6360"/>
                  </a:lnTo>
                  <a:cubicBezTo>
                    <a:pt x="4339" y="6350"/>
                    <a:pt x="4259" y="6344"/>
                    <a:pt x="4179" y="6344"/>
                  </a:cubicBezTo>
                  <a:cubicBezTo>
                    <a:pt x="3418" y="6344"/>
                    <a:pt x="2719" y="6811"/>
                    <a:pt x="2436" y="7537"/>
                  </a:cubicBezTo>
                  <a:cubicBezTo>
                    <a:pt x="2119" y="8334"/>
                    <a:pt x="2393" y="9252"/>
                    <a:pt x="3094" y="9747"/>
                  </a:cubicBezTo>
                  <a:lnTo>
                    <a:pt x="3094" y="11001"/>
                  </a:lnTo>
                  <a:cubicBezTo>
                    <a:pt x="3094" y="11147"/>
                    <a:pt x="3203" y="11220"/>
                    <a:pt x="3313" y="11220"/>
                  </a:cubicBezTo>
                  <a:cubicBezTo>
                    <a:pt x="3422" y="11220"/>
                    <a:pt x="3531" y="11147"/>
                    <a:pt x="3531" y="11001"/>
                  </a:cubicBezTo>
                  <a:lnTo>
                    <a:pt x="3531" y="9982"/>
                  </a:lnTo>
                  <a:cubicBezTo>
                    <a:pt x="3738" y="10057"/>
                    <a:pt x="3956" y="10098"/>
                    <a:pt x="4177" y="10098"/>
                  </a:cubicBezTo>
                  <a:cubicBezTo>
                    <a:pt x="4253" y="10098"/>
                    <a:pt x="4329" y="10093"/>
                    <a:pt x="4406" y="10083"/>
                  </a:cubicBezTo>
                  <a:lnTo>
                    <a:pt x="4406" y="12725"/>
                  </a:lnTo>
                  <a:lnTo>
                    <a:pt x="3531" y="12725"/>
                  </a:lnTo>
                  <a:lnTo>
                    <a:pt x="3531" y="11822"/>
                  </a:lnTo>
                  <a:cubicBezTo>
                    <a:pt x="3531" y="11676"/>
                    <a:pt x="3422" y="11602"/>
                    <a:pt x="3313" y="11602"/>
                  </a:cubicBezTo>
                  <a:cubicBezTo>
                    <a:pt x="3203" y="11602"/>
                    <a:pt x="3094" y="11676"/>
                    <a:pt x="3094" y="11822"/>
                  </a:cubicBezTo>
                  <a:lnTo>
                    <a:pt x="3094" y="12725"/>
                  </a:lnTo>
                  <a:lnTo>
                    <a:pt x="1321" y="12725"/>
                  </a:lnTo>
                  <a:cubicBezTo>
                    <a:pt x="591" y="12730"/>
                    <a:pt x="0" y="13316"/>
                    <a:pt x="0" y="14046"/>
                  </a:cubicBezTo>
                  <a:lnTo>
                    <a:pt x="0" y="14661"/>
                  </a:lnTo>
                  <a:cubicBezTo>
                    <a:pt x="0" y="14781"/>
                    <a:pt x="96" y="14882"/>
                    <a:pt x="221" y="14882"/>
                  </a:cubicBezTo>
                  <a:lnTo>
                    <a:pt x="9099" y="14882"/>
                  </a:lnTo>
                  <a:cubicBezTo>
                    <a:pt x="9219" y="14882"/>
                    <a:pt x="9315" y="14781"/>
                    <a:pt x="9315" y="14661"/>
                  </a:cubicBezTo>
                  <a:lnTo>
                    <a:pt x="9315" y="14042"/>
                  </a:lnTo>
                  <a:cubicBezTo>
                    <a:pt x="9315" y="13316"/>
                    <a:pt x="8724" y="12725"/>
                    <a:pt x="7999" y="12725"/>
                  </a:cubicBezTo>
                  <a:lnTo>
                    <a:pt x="7687" y="12725"/>
                  </a:lnTo>
                  <a:lnTo>
                    <a:pt x="7687" y="12322"/>
                  </a:lnTo>
                  <a:cubicBezTo>
                    <a:pt x="7682" y="11803"/>
                    <a:pt x="7264" y="11385"/>
                    <a:pt x="6750" y="11385"/>
                  </a:cubicBezTo>
                  <a:lnTo>
                    <a:pt x="6442" y="11385"/>
                  </a:lnTo>
                  <a:cubicBezTo>
                    <a:pt x="5928" y="11385"/>
                    <a:pt x="5506" y="11803"/>
                    <a:pt x="5506" y="12322"/>
                  </a:cubicBezTo>
                  <a:lnTo>
                    <a:pt x="5506" y="12730"/>
                  </a:lnTo>
                  <a:lnTo>
                    <a:pt x="4843" y="12730"/>
                  </a:lnTo>
                  <a:lnTo>
                    <a:pt x="4843" y="9977"/>
                  </a:lnTo>
                  <a:cubicBezTo>
                    <a:pt x="5876" y="9583"/>
                    <a:pt x="6351" y="8387"/>
                    <a:pt x="5861" y="7398"/>
                  </a:cubicBezTo>
                  <a:lnTo>
                    <a:pt x="8383" y="4866"/>
                  </a:lnTo>
                  <a:lnTo>
                    <a:pt x="9993" y="7595"/>
                  </a:lnTo>
                  <a:cubicBezTo>
                    <a:pt x="10102" y="7780"/>
                    <a:pt x="10291" y="7872"/>
                    <a:pt x="10479" y="7872"/>
                  </a:cubicBezTo>
                  <a:cubicBezTo>
                    <a:pt x="10663" y="7872"/>
                    <a:pt x="10847" y="7784"/>
                    <a:pt x="10958" y="7609"/>
                  </a:cubicBezTo>
                  <a:lnTo>
                    <a:pt x="11487" y="6764"/>
                  </a:lnTo>
                  <a:lnTo>
                    <a:pt x="11871" y="7004"/>
                  </a:lnTo>
                  <a:cubicBezTo>
                    <a:pt x="12209" y="7215"/>
                    <a:pt x="12569" y="7310"/>
                    <a:pt x="12920" y="7310"/>
                  </a:cubicBezTo>
                  <a:cubicBezTo>
                    <a:pt x="14113" y="7310"/>
                    <a:pt x="15190" y="6209"/>
                    <a:pt x="14878" y="4861"/>
                  </a:cubicBezTo>
                  <a:cubicBezTo>
                    <a:pt x="14638" y="3819"/>
                    <a:pt x="13788" y="3521"/>
                    <a:pt x="13610" y="3372"/>
                  </a:cubicBezTo>
                  <a:lnTo>
                    <a:pt x="14143" y="2526"/>
                  </a:lnTo>
                  <a:cubicBezTo>
                    <a:pt x="14369" y="2171"/>
                    <a:pt x="14134" y="1700"/>
                    <a:pt x="13711" y="1666"/>
                  </a:cubicBezTo>
                  <a:lnTo>
                    <a:pt x="12299" y="1546"/>
                  </a:lnTo>
                  <a:cubicBezTo>
                    <a:pt x="12291" y="1546"/>
                    <a:pt x="12283" y="1545"/>
                    <a:pt x="12276" y="1545"/>
                  </a:cubicBezTo>
                  <a:cubicBezTo>
                    <a:pt x="12004" y="1545"/>
                    <a:pt x="11980" y="1960"/>
                    <a:pt x="12260" y="1984"/>
                  </a:cubicBezTo>
                  <a:lnTo>
                    <a:pt x="13673" y="2099"/>
                  </a:lnTo>
                  <a:cubicBezTo>
                    <a:pt x="13769" y="2108"/>
                    <a:pt x="13821" y="2214"/>
                    <a:pt x="13773" y="2296"/>
                  </a:cubicBezTo>
                  <a:lnTo>
                    <a:pt x="10588" y="7374"/>
                  </a:lnTo>
                  <a:cubicBezTo>
                    <a:pt x="10564" y="7414"/>
                    <a:pt x="10522" y="7435"/>
                    <a:pt x="10480" y="7435"/>
                  </a:cubicBezTo>
                  <a:cubicBezTo>
                    <a:pt x="10438" y="7435"/>
                    <a:pt x="10396" y="7414"/>
                    <a:pt x="10372" y="7374"/>
                  </a:cubicBezTo>
                  <a:lnTo>
                    <a:pt x="8585" y="4347"/>
                  </a:lnTo>
                  <a:lnTo>
                    <a:pt x="8561" y="4309"/>
                  </a:lnTo>
                  <a:lnTo>
                    <a:pt x="10127" y="1806"/>
                  </a:lnTo>
                  <a:lnTo>
                    <a:pt x="11443" y="1916"/>
                  </a:lnTo>
                  <a:cubicBezTo>
                    <a:pt x="11451" y="1917"/>
                    <a:pt x="11459" y="1917"/>
                    <a:pt x="11466" y="1917"/>
                  </a:cubicBezTo>
                  <a:cubicBezTo>
                    <a:pt x="11738" y="1917"/>
                    <a:pt x="11762" y="1502"/>
                    <a:pt x="11482" y="1479"/>
                  </a:cubicBezTo>
                  <a:lnTo>
                    <a:pt x="10074" y="1364"/>
                  </a:lnTo>
                  <a:lnTo>
                    <a:pt x="8186" y="177"/>
                  </a:lnTo>
                  <a:cubicBezTo>
                    <a:pt x="8076" y="109"/>
                    <a:pt x="7954" y="77"/>
                    <a:pt x="7832" y="77"/>
                  </a:cubicBezTo>
                  <a:cubicBezTo>
                    <a:pt x="7610" y="77"/>
                    <a:pt x="7391" y="186"/>
                    <a:pt x="7264" y="389"/>
                  </a:cubicBezTo>
                  <a:lnTo>
                    <a:pt x="7129" y="610"/>
                  </a:lnTo>
                  <a:lnTo>
                    <a:pt x="6289" y="81"/>
                  </a:lnTo>
                  <a:cubicBezTo>
                    <a:pt x="6200" y="27"/>
                    <a:pt x="6102" y="1"/>
                    <a:pt x="6004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243" name="Google Shape;8243;p69"/>
          <p:cNvGrpSpPr/>
          <p:nvPr/>
        </p:nvGrpSpPr>
        <p:grpSpPr>
          <a:xfrm>
            <a:off x="1482097" y="3856067"/>
            <a:ext cx="301122" cy="278366"/>
            <a:chOff x="1976129" y="4284173"/>
            <a:chExt cx="401496" cy="371154"/>
          </a:xfrm>
        </p:grpSpPr>
        <p:sp>
          <p:nvSpPr>
            <p:cNvPr id="8244" name="Google Shape;8244;p69"/>
            <p:cNvSpPr/>
            <p:nvPr/>
          </p:nvSpPr>
          <p:spPr>
            <a:xfrm>
              <a:off x="1996628" y="4290063"/>
              <a:ext cx="378275" cy="359687"/>
            </a:xfrm>
            <a:custGeom>
              <a:avLst/>
              <a:gdLst/>
              <a:ahLst/>
              <a:cxnLst/>
              <a:rect l="l" t="t" r="r" b="b"/>
              <a:pathLst>
                <a:path w="14449" h="13739" extrusionOk="0">
                  <a:moveTo>
                    <a:pt x="7359" y="1"/>
                  </a:moveTo>
                  <a:cubicBezTo>
                    <a:pt x="5655" y="1"/>
                    <a:pt x="3979" y="623"/>
                    <a:pt x="2677" y="1798"/>
                  </a:cubicBezTo>
                  <a:cubicBezTo>
                    <a:pt x="818" y="3480"/>
                    <a:pt x="1" y="6026"/>
                    <a:pt x="534" y="8471"/>
                  </a:cubicBezTo>
                  <a:cubicBezTo>
                    <a:pt x="1063" y="10921"/>
                    <a:pt x="2869" y="12895"/>
                    <a:pt x="5257" y="13650"/>
                  </a:cubicBezTo>
                  <a:cubicBezTo>
                    <a:pt x="5450" y="13710"/>
                    <a:pt x="5643" y="13738"/>
                    <a:pt x="5831" y="13738"/>
                  </a:cubicBezTo>
                  <a:cubicBezTo>
                    <a:pt x="6945" y="13738"/>
                    <a:pt x="7882" y="12747"/>
                    <a:pt x="7726" y="11555"/>
                  </a:cubicBezTo>
                  <a:cubicBezTo>
                    <a:pt x="7582" y="10508"/>
                    <a:pt x="7937" y="9456"/>
                    <a:pt x="8682" y="8711"/>
                  </a:cubicBezTo>
                  <a:cubicBezTo>
                    <a:pt x="9322" y="8071"/>
                    <a:pt x="10183" y="7722"/>
                    <a:pt x="11067" y="7722"/>
                  </a:cubicBezTo>
                  <a:cubicBezTo>
                    <a:pt x="11332" y="7722"/>
                    <a:pt x="11599" y="7753"/>
                    <a:pt x="11862" y="7818"/>
                  </a:cubicBezTo>
                  <a:cubicBezTo>
                    <a:pt x="12016" y="7854"/>
                    <a:pt x="12169" y="7871"/>
                    <a:pt x="12318" y="7871"/>
                  </a:cubicBezTo>
                  <a:cubicBezTo>
                    <a:pt x="13493" y="7871"/>
                    <a:pt x="14448" y="6802"/>
                    <a:pt x="14197" y="5579"/>
                  </a:cubicBezTo>
                  <a:cubicBezTo>
                    <a:pt x="13693" y="3124"/>
                    <a:pt x="11915" y="1130"/>
                    <a:pt x="9532" y="347"/>
                  </a:cubicBezTo>
                  <a:cubicBezTo>
                    <a:pt x="8820" y="114"/>
                    <a:pt x="8087" y="1"/>
                    <a:pt x="7359" y="1"/>
                  </a:cubicBezTo>
                  <a:close/>
                </a:path>
              </a:pathLst>
            </a:custGeom>
            <a:solidFill>
              <a:srgbClr val="C1CED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45" name="Google Shape;8245;p69"/>
            <p:cNvSpPr/>
            <p:nvPr/>
          </p:nvSpPr>
          <p:spPr>
            <a:xfrm>
              <a:off x="2046579" y="4289802"/>
              <a:ext cx="326648" cy="202555"/>
            </a:xfrm>
            <a:custGeom>
              <a:avLst/>
              <a:gdLst/>
              <a:ahLst/>
              <a:cxnLst/>
              <a:rect l="l" t="t" r="r" b="b"/>
              <a:pathLst>
                <a:path w="12477" h="7737" extrusionOk="0">
                  <a:moveTo>
                    <a:pt x="5442" y="0"/>
                  </a:moveTo>
                  <a:cubicBezTo>
                    <a:pt x="3613" y="0"/>
                    <a:pt x="1825" y="721"/>
                    <a:pt x="495" y="2058"/>
                  </a:cubicBezTo>
                  <a:lnTo>
                    <a:pt x="495" y="2063"/>
                  </a:lnTo>
                  <a:cubicBezTo>
                    <a:pt x="322" y="2236"/>
                    <a:pt x="154" y="2418"/>
                    <a:pt x="0" y="2615"/>
                  </a:cubicBezTo>
                  <a:cubicBezTo>
                    <a:pt x="1259" y="1601"/>
                    <a:pt x="2808" y="1074"/>
                    <a:pt x="4377" y="1074"/>
                  </a:cubicBezTo>
                  <a:cubicBezTo>
                    <a:pt x="5173" y="1074"/>
                    <a:pt x="5974" y="1210"/>
                    <a:pt x="6745" y="1486"/>
                  </a:cubicBezTo>
                  <a:cubicBezTo>
                    <a:pt x="9037" y="2313"/>
                    <a:pt x="10732" y="4273"/>
                    <a:pt x="11222" y="6655"/>
                  </a:cubicBezTo>
                  <a:cubicBezTo>
                    <a:pt x="11295" y="7016"/>
                    <a:pt x="11261" y="7395"/>
                    <a:pt x="11126" y="7736"/>
                  </a:cubicBezTo>
                  <a:cubicBezTo>
                    <a:pt x="11986" y="7395"/>
                    <a:pt x="12476" y="6487"/>
                    <a:pt x="12289" y="5584"/>
                  </a:cubicBezTo>
                  <a:cubicBezTo>
                    <a:pt x="11775" y="3062"/>
                    <a:pt x="9911" y="1030"/>
                    <a:pt x="7446" y="295"/>
                  </a:cubicBezTo>
                  <a:cubicBezTo>
                    <a:pt x="6786" y="97"/>
                    <a:pt x="6112" y="0"/>
                    <a:pt x="5442" y="0"/>
                  </a:cubicBezTo>
                  <a:close/>
                </a:path>
              </a:pathLst>
            </a:custGeom>
            <a:solidFill>
              <a:srgbClr val="B5C4C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46" name="Google Shape;8246;p69"/>
            <p:cNvSpPr/>
            <p:nvPr/>
          </p:nvSpPr>
          <p:spPr>
            <a:xfrm>
              <a:off x="2189077" y="4345617"/>
              <a:ext cx="123648" cy="114799"/>
            </a:xfrm>
            <a:custGeom>
              <a:avLst/>
              <a:gdLst/>
              <a:ahLst/>
              <a:cxnLst/>
              <a:rect l="l" t="t" r="r" b="b"/>
              <a:pathLst>
                <a:path w="4723" h="4385" extrusionOk="0">
                  <a:moveTo>
                    <a:pt x="2361" y="0"/>
                  </a:moveTo>
                  <a:cubicBezTo>
                    <a:pt x="1800" y="0"/>
                    <a:pt x="1240" y="214"/>
                    <a:pt x="812" y="642"/>
                  </a:cubicBezTo>
                  <a:cubicBezTo>
                    <a:pt x="188" y="1271"/>
                    <a:pt x="0" y="2213"/>
                    <a:pt x="336" y="3029"/>
                  </a:cubicBezTo>
                  <a:cubicBezTo>
                    <a:pt x="678" y="3851"/>
                    <a:pt x="1475" y="4384"/>
                    <a:pt x="2364" y="4384"/>
                  </a:cubicBezTo>
                  <a:cubicBezTo>
                    <a:pt x="3248" y="4384"/>
                    <a:pt x="4045" y="3851"/>
                    <a:pt x="4386" y="3029"/>
                  </a:cubicBezTo>
                  <a:cubicBezTo>
                    <a:pt x="4723" y="2213"/>
                    <a:pt x="4535" y="1271"/>
                    <a:pt x="3911" y="642"/>
                  </a:cubicBezTo>
                  <a:cubicBezTo>
                    <a:pt x="3483" y="214"/>
                    <a:pt x="2922" y="0"/>
                    <a:pt x="2361" y="0"/>
                  </a:cubicBezTo>
                  <a:close/>
                </a:path>
              </a:pathLst>
            </a:custGeom>
            <a:solidFill>
              <a:srgbClr val="FDFDF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47" name="Google Shape;8247;p69"/>
            <p:cNvSpPr/>
            <p:nvPr/>
          </p:nvSpPr>
          <p:spPr>
            <a:xfrm>
              <a:off x="2201774" y="4345539"/>
              <a:ext cx="115611" cy="106683"/>
            </a:xfrm>
            <a:custGeom>
              <a:avLst/>
              <a:gdLst/>
              <a:ahLst/>
              <a:cxnLst/>
              <a:rect l="l" t="t" r="r" b="b"/>
              <a:pathLst>
                <a:path w="4416" h="4075" extrusionOk="0">
                  <a:moveTo>
                    <a:pt x="1880" y="1"/>
                  </a:moveTo>
                  <a:cubicBezTo>
                    <a:pt x="1321" y="1"/>
                    <a:pt x="759" y="213"/>
                    <a:pt x="327" y="645"/>
                  </a:cubicBezTo>
                  <a:cubicBezTo>
                    <a:pt x="202" y="774"/>
                    <a:pt x="92" y="914"/>
                    <a:pt x="0" y="1067"/>
                  </a:cubicBezTo>
                  <a:cubicBezTo>
                    <a:pt x="350" y="856"/>
                    <a:pt x="741" y="753"/>
                    <a:pt x="1128" y="753"/>
                  </a:cubicBezTo>
                  <a:cubicBezTo>
                    <a:pt x="1694" y="753"/>
                    <a:pt x="2254" y="972"/>
                    <a:pt x="2676" y="1394"/>
                  </a:cubicBezTo>
                  <a:cubicBezTo>
                    <a:pt x="3387" y="2105"/>
                    <a:pt x="3522" y="3210"/>
                    <a:pt x="3003" y="4075"/>
                  </a:cubicBezTo>
                  <a:cubicBezTo>
                    <a:pt x="4137" y="3397"/>
                    <a:pt x="4415" y="1884"/>
                    <a:pt x="3608" y="842"/>
                  </a:cubicBezTo>
                  <a:cubicBezTo>
                    <a:pt x="3173" y="285"/>
                    <a:pt x="2528" y="1"/>
                    <a:pt x="1880" y="1"/>
                  </a:cubicBezTo>
                  <a:close/>
                </a:path>
              </a:pathLst>
            </a:custGeom>
            <a:solidFill>
              <a:srgbClr val="F9FAF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48" name="Google Shape;8248;p69"/>
            <p:cNvSpPr/>
            <p:nvPr/>
          </p:nvSpPr>
          <p:spPr>
            <a:xfrm>
              <a:off x="2058779" y="4529951"/>
              <a:ext cx="87310" cy="65267"/>
            </a:xfrm>
            <a:custGeom>
              <a:avLst/>
              <a:gdLst/>
              <a:ahLst/>
              <a:cxnLst/>
              <a:rect l="l" t="t" r="r" b="b"/>
              <a:pathLst>
                <a:path w="3335" h="2493" extrusionOk="0">
                  <a:moveTo>
                    <a:pt x="1668" y="1"/>
                  </a:moveTo>
                  <a:cubicBezTo>
                    <a:pt x="1349" y="1"/>
                    <a:pt x="1031" y="122"/>
                    <a:pt x="788" y="365"/>
                  </a:cubicBezTo>
                  <a:cubicBezTo>
                    <a:pt x="0" y="1153"/>
                    <a:pt x="557" y="2493"/>
                    <a:pt x="1667" y="2493"/>
                  </a:cubicBezTo>
                  <a:cubicBezTo>
                    <a:pt x="2777" y="2493"/>
                    <a:pt x="3334" y="1153"/>
                    <a:pt x="2551" y="365"/>
                  </a:cubicBezTo>
                  <a:cubicBezTo>
                    <a:pt x="2306" y="122"/>
                    <a:pt x="1987" y="1"/>
                    <a:pt x="1668" y="1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49" name="Google Shape;8249;p69"/>
            <p:cNvSpPr/>
            <p:nvPr/>
          </p:nvSpPr>
          <p:spPr>
            <a:xfrm>
              <a:off x="2073231" y="4529925"/>
              <a:ext cx="67571" cy="62047"/>
            </a:xfrm>
            <a:custGeom>
              <a:avLst/>
              <a:gdLst/>
              <a:ahLst/>
              <a:cxnLst/>
              <a:rect l="l" t="t" r="r" b="b"/>
              <a:pathLst>
                <a:path w="2581" h="2370" extrusionOk="0">
                  <a:moveTo>
                    <a:pt x="1117" y="1"/>
                  </a:moveTo>
                  <a:cubicBezTo>
                    <a:pt x="800" y="1"/>
                    <a:pt x="481" y="121"/>
                    <a:pt x="236" y="366"/>
                  </a:cubicBezTo>
                  <a:cubicBezTo>
                    <a:pt x="140" y="462"/>
                    <a:pt x="58" y="572"/>
                    <a:pt x="1" y="697"/>
                  </a:cubicBezTo>
                  <a:cubicBezTo>
                    <a:pt x="188" y="605"/>
                    <a:pt x="377" y="563"/>
                    <a:pt x="558" y="563"/>
                  </a:cubicBezTo>
                  <a:cubicBezTo>
                    <a:pt x="1412" y="563"/>
                    <a:pt x="2103" y="1486"/>
                    <a:pt x="1668" y="2369"/>
                  </a:cubicBezTo>
                  <a:cubicBezTo>
                    <a:pt x="2359" y="2028"/>
                    <a:pt x="2580" y="1149"/>
                    <a:pt x="2129" y="519"/>
                  </a:cubicBezTo>
                  <a:cubicBezTo>
                    <a:pt x="1884" y="177"/>
                    <a:pt x="1502" y="1"/>
                    <a:pt x="1117" y="1"/>
                  </a:cubicBezTo>
                  <a:close/>
                </a:path>
              </a:pathLst>
            </a:custGeom>
            <a:solidFill>
              <a:srgbClr val="E5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50" name="Google Shape;8250;p69"/>
            <p:cNvSpPr/>
            <p:nvPr/>
          </p:nvSpPr>
          <p:spPr>
            <a:xfrm>
              <a:off x="2024562" y="4440782"/>
              <a:ext cx="87310" cy="65267"/>
            </a:xfrm>
            <a:custGeom>
              <a:avLst/>
              <a:gdLst/>
              <a:ahLst/>
              <a:cxnLst/>
              <a:rect l="l" t="t" r="r" b="b"/>
              <a:pathLst>
                <a:path w="3335" h="2493" extrusionOk="0">
                  <a:moveTo>
                    <a:pt x="1667" y="1"/>
                  </a:moveTo>
                  <a:cubicBezTo>
                    <a:pt x="1348" y="1"/>
                    <a:pt x="1029" y="122"/>
                    <a:pt x="784" y="365"/>
                  </a:cubicBezTo>
                  <a:cubicBezTo>
                    <a:pt x="0" y="1153"/>
                    <a:pt x="558" y="2493"/>
                    <a:pt x="1667" y="2493"/>
                  </a:cubicBezTo>
                  <a:cubicBezTo>
                    <a:pt x="2777" y="2493"/>
                    <a:pt x="3334" y="1153"/>
                    <a:pt x="2547" y="365"/>
                  </a:cubicBezTo>
                  <a:cubicBezTo>
                    <a:pt x="2304" y="122"/>
                    <a:pt x="1986" y="1"/>
                    <a:pt x="1667" y="1"/>
                  </a:cubicBezTo>
                  <a:close/>
                </a:path>
              </a:pathLst>
            </a:custGeom>
            <a:solidFill>
              <a:srgbClr val="BAC5C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51" name="Google Shape;8251;p69"/>
            <p:cNvSpPr/>
            <p:nvPr/>
          </p:nvSpPr>
          <p:spPr>
            <a:xfrm>
              <a:off x="2039275" y="4440441"/>
              <a:ext cx="67440" cy="61837"/>
            </a:xfrm>
            <a:custGeom>
              <a:avLst/>
              <a:gdLst/>
              <a:ahLst/>
              <a:cxnLst/>
              <a:rect l="l" t="t" r="r" b="b"/>
              <a:pathLst>
                <a:path w="2576" h="2362" extrusionOk="0">
                  <a:moveTo>
                    <a:pt x="1115" y="0"/>
                  </a:moveTo>
                  <a:cubicBezTo>
                    <a:pt x="793" y="0"/>
                    <a:pt x="469" y="124"/>
                    <a:pt x="222" y="378"/>
                  </a:cubicBezTo>
                  <a:cubicBezTo>
                    <a:pt x="130" y="464"/>
                    <a:pt x="58" y="565"/>
                    <a:pt x="1" y="680"/>
                  </a:cubicBezTo>
                  <a:cubicBezTo>
                    <a:pt x="195" y="579"/>
                    <a:pt x="392" y="534"/>
                    <a:pt x="581" y="534"/>
                  </a:cubicBezTo>
                  <a:cubicBezTo>
                    <a:pt x="1443" y="534"/>
                    <a:pt x="2139" y="1475"/>
                    <a:pt x="1682" y="2362"/>
                  </a:cubicBezTo>
                  <a:cubicBezTo>
                    <a:pt x="2369" y="2011"/>
                    <a:pt x="2576" y="1127"/>
                    <a:pt x="2119" y="507"/>
                  </a:cubicBezTo>
                  <a:cubicBezTo>
                    <a:pt x="1872" y="172"/>
                    <a:pt x="1495" y="0"/>
                    <a:pt x="1115" y="0"/>
                  </a:cubicBezTo>
                  <a:close/>
                </a:path>
              </a:pathLst>
            </a:custGeom>
            <a:solidFill>
              <a:srgbClr val="AFBCC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52" name="Google Shape;8252;p69"/>
            <p:cNvSpPr/>
            <p:nvPr/>
          </p:nvSpPr>
          <p:spPr>
            <a:xfrm>
              <a:off x="2064434" y="4348000"/>
              <a:ext cx="87310" cy="65371"/>
            </a:xfrm>
            <a:custGeom>
              <a:avLst/>
              <a:gdLst/>
              <a:ahLst/>
              <a:cxnLst/>
              <a:rect l="l" t="t" r="r" b="b"/>
              <a:pathLst>
                <a:path w="3335" h="2497" extrusionOk="0">
                  <a:moveTo>
                    <a:pt x="1667" y="1"/>
                  </a:moveTo>
                  <a:cubicBezTo>
                    <a:pt x="1348" y="1"/>
                    <a:pt x="1028" y="123"/>
                    <a:pt x="783" y="368"/>
                  </a:cubicBezTo>
                  <a:cubicBezTo>
                    <a:pt x="0" y="1151"/>
                    <a:pt x="558" y="2496"/>
                    <a:pt x="1667" y="2496"/>
                  </a:cubicBezTo>
                  <a:cubicBezTo>
                    <a:pt x="2777" y="2496"/>
                    <a:pt x="3334" y="1151"/>
                    <a:pt x="2551" y="368"/>
                  </a:cubicBezTo>
                  <a:cubicBezTo>
                    <a:pt x="2306" y="123"/>
                    <a:pt x="1987" y="1"/>
                    <a:pt x="1667" y="1"/>
                  </a:cubicBezTo>
                  <a:close/>
                </a:path>
              </a:pathLst>
            </a:custGeom>
            <a:solidFill>
              <a:srgbClr val="B1BDC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53" name="Google Shape;8253;p69"/>
            <p:cNvSpPr/>
            <p:nvPr/>
          </p:nvSpPr>
          <p:spPr>
            <a:xfrm>
              <a:off x="2079016" y="4348000"/>
              <a:ext cx="67309" cy="61837"/>
            </a:xfrm>
            <a:custGeom>
              <a:avLst/>
              <a:gdLst/>
              <a:ahLst/>
              <a:cxnLst/>
              <a:rect l="l" t="t" r="r" b="b"/>
              <a:pathLst>
                <a:path w="2571" h="2362" extrusionOk="0">
                  <a:moveTo>
                    <a:pt x="1112" y="1"/>
                  </a:moveTo>
                  <a:cubicBezTo>
                    <a:pt x="794" y="1"/>
                    <a:pt x="473" y="121"/>
                    <a:pt x="226" y="368"/>
                  </a:cubicBezTo>
                  <a:cubicBezTo>
                    <a:pt x="135" y="459"/>
                    <a:pt x="58" y="565"/>
                    <a:pt x="1" y="680"/>
                  </a:cubicBezTo>
                  <a:cubicBezTo>
                    <a:pt x="192" y="583"/>
                    <a:pt x="386" y="539"/>
                    <a:pt x="572" y="539"/>
                  </a:cubicBezTo>
                  <a:cubicBezTo>
                    <a:pt x="1432" y="539"/>
                    <a:pt x="2127" y="1473"/>
                    <a:pt x="1677" y="2362"/>
                  </a:cubicBezTo>
                  <a:cubicBezTo>
                    <a:pt x="2359" y="2011"/>
                    <a:pt x="2571" y="1137"/>
                    <a:pt x="2119" y="512"/>
                  </a:cubicBezTo>
                  <a:cubicBezTo>
                    <a:pt x="1873" y="174"/>
                    <a:pt x="1494" y="1"/>
                    <a:pt x="1112" y="1"/>
                  </a:cubicBezTo>
                  <a:close/>
                </a:path>
              </a:pathLst>
            </a:custGeom>
            <a:solidFill>
              <a:srgbClr val="A3B2B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54" name="Google Shape;8254;p69"/>
            <p:cNvSpPr/>
            <p:nvPr/>
          </p:nvSpPr>
          <p:spPr>
            <a:xfrm>
              <a:off x="2060533" y="4524270"/>
              <a:ext cx="80137" cy="76734"/>
            </a:xfrm>
            <a:custGeom>
              <a:avLst/>
              <a:gdLst/>
              <a:ahLst/>
              <a:cxnLst/>
              <a:rect l="l" t="t" r="r" b="b"/>
              <a:pathLst>
                <a:path w="3061" h="2931" extrusionOk="0">
                  <a:moveTo>
                    <a:pt x="1600" y="433"/>
                  </a:moveTo>
                  <a:cubicBezTo>
                    <a:pt x="1864" y="433"/>
                    <a:pt x="2129" y="534"/>
                    <a:pt x="2330" y="735"/>
                  </a:cubicBezTo>
                  <a:cubicBezTo>
                    <a:pt x="2984" y="1384"/>
                    <a:pt x="2523" y="2499"/>
                    <a:pt x="1600" y="2499"/>
                  </a:cubicBezTo>
                  <a:cubicBezTo>
                    <a:pt x="683" y="2499"/>
                    <a:pt x="221" y="1384"/>
                    <a:pt x="870" y="735"/>
                  </a:cubicBezTo>
                  <a:cubicBezTo>
                    <a:pt x="1072" y="534"/>
                    <a:pt x="1336" y="433"/>
                    <a:pt x="1600" y="433"/>
                  </a:cubicBezTo>
                  <a:close/>
                  <a:moveTo>
                    <a:pt x="1591" y="1"/>
                  </a:moveTo>
                  <a:cubicBezTo>
                    <a:pt x="1232" y="1"/>
                    <a:pt x="866" y="134"/>
                    <a:pt x="567" y="433"/>
                  </a:cubicBezTo>
                  <a:cubicBezTo>
                    <a:pt x="0" y="1005"/>
                    <a:pt x="0" y="1927"/>
                    <a:pt x="567" y="2499"/>
                  </a:cubicBezTo>
                  <a:cubicBezTo>
                    <a:pt x="866" y="2797"/>
                    <a:pt x="1232" y="2930"/>
                    <a:pt x="1591" y="2930"/>
                  </a:cubicBezTo>
                  <a:cubicBezTo>
                    <a:pt x="2342" y="2930"/>
                    <a:pt x="3061" y="2346"/>
                    <a:pt x="3061" y="1466"/>
                  </a:cubicBezTo>
                  <a:cubicBezTo>
                    <a:pt x="3061" y="585"/>
                    <a:pt x="2342" y="1"/>
                    <a:pt x="1591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55" name="Google Shape;8255;p69"/>
            <p:cNvSpPr/>
            <p:nvPr/>
          </p:nvSpPr>
          <p:spPr>
            <a:xfrm>
              <a:off x="2029981" y="4435101"/>
              <a:ext cx="80137" cy="76681"/>
            </a:xfrm>
            <a:custGeom>
              <a:avLst/>
              <a:gdLst/>
              <a:ahLst/>
              <a:cxnLst/>
              <a:rect l="l" t="t" r="r" b="b"/>
              <a:pathLst>
                <a:path w="3061" h="2929" extrusionOk="0">
                  <a:moveTo>
                    <a:pt x="1460" y="433"/>
                  </a:moveTo>
                  <a:cubicBezTo>
                    <a:pt x="2378" y="433"/>
                    <a:pt x="2839" y="1543"/>
                    <a:pt x="2191" y="2196"/>
                  </a:cubicBezTo>
                  <a:cubicBezTo>
                    <a:pt x="1989" y="2398"/>
                    <a:pt x="1725" y="2499"/>
                    <a:pt x="1460" y="2499"/>
                  </a:cubicBezTo>
                  <a:cubicBezTo>
                    <a:pt x="1196" y="2499"/>
                    <a:pt x="932" y="2398"/>
                    <a:pt x="730" y="2196"/>
                  </a:cubicBezTo>
                  <a:cubicBezTo>
                    <a:pt x="77" y="1543"/>
                    <a:pt x="538" y="433"/>
                    <a:pt x="1460" y="433"/>
                  </a:cubicBezTo>
                  <a:close/>
                  <a:moveTo>
                    <a:pt x="1470" y="1"/>
                  </a:moveTo>
                  <a:cubicBezTo>
                    <a:pt x="719" y="1"/>
                    <a:pt x="0" y="585"/>
                    <a:pt x="0" y="1466"/>
                  </a:cubicBezTo>
                  <a:cubicBezTo>
                    <a:pt x="0" y="2346"/>
                    <a:pt x="719" y="2928"/>
                    <a:pt x="1470" y="2928"/>
                  </a:cubicBezTo>
                  <a:cubicBezTo>
                    <a:pt x="1829" y="2928"/>
                    <a:pt x="2195" y="2795"/>
                    <a:pt x="2493" y="2499"/>
                  </a:cubicBezTo>
                  <a:cubicBezTo>
                    <a:pt x="3060" y="1927"/>
                    <a:pt x="3060" y="1000"/>
                    <a:pt x="2493" y="433"/>
                  </a:cubicBezTo>
                  <a:cubicBezTo>
                    <a:pt x="2195" y="134"/>
                    <a:pt x="1829" y="1"/>
                    <a:pt x="1470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56" name="Google Shape;8256;p69"/>
            <p:cNvSpPr/>
            <p:nvPr/>
          </p:nvSpPr>
          <p:spPr>
            <a:xfrm>
              <a:off x="2056894" y="4342476"/>
              <a:ext cx="102390" cy="76419"/>
            </a:xfrm>
            <a:custGeom>
              <a:avLst/>
              <a:gdLst/>
              <a:ahLst/>
              <a:cxnLst/>
              <a:rect l="l" t="t" r="r" b="b"/>
              <a:pathLst>
                <a:path w="3911" h="2919" extrusionOk="0">
                  <a:moveTo>
                    <a:pt x="1965" y="425"/>
                  </a:moveTo>
                  <a:cubicBezTo>
                    <a:pt x="2218" y="425"/>
                    <a:pt x="2476" y="519"/>
                    <a:pt x="2686" y="728"/>
                  </a:cubicBezTo>
                  <a:cubicBezTo>
                    <a:pt x="3089" y="1132"/>
                    <a:pt x="3089" y="1785"/>
                    <a:pt x="2686" y="2188"/>
                  </a:cubicBezTo>
                  <a:cubicBezTo>
                    <a:pt x="2476" y="2400"/>
                    <a:pt x="2217" y="2495"/>
                    <a:pt x="1963" y="2495"/>
                  </a:cubicBezTo>
                  <a:cubicBezTo>
                    <a:pt x="1432" y="2495"/>
                    <a:pt x="922" y="2082"/>
                    <a:pt x="922" y="1458"/>
                  </a:cubicBezTo>
                  <a:cubicBezTo>
                    <a:pt x="922" y="837"/>
                    <a:pt x="1433" y="425"/>
                    <a:pt x="1965" y="425"/>
                  </a:cubicBezTo>
                  <a:close/>
                  <a:moveTo>
                    <a:pt x="1955" y="0"/>
                  </a:moveTo>
                  <a:cubicBezTo>
                    <a:pt x="1582" y="0"/>
                    <a:pt x="1208" y="142"/>
                    <a:pt x="922" y="425"/>
                  </a:cubicBezTo>
                  <a:cubicBezTo>
                    <a:pt x="0" y="1348"/>
                    <a:pt x="653" y="2919"/>
                    <a:pt x="1955" y="2919"/>
                  </a:cubicBezTo>
                  <a:cubicBezTo>
                    <a:pt x="3257" y="2919"/>
                    <a:pt x="3911" y="1348"/>
                    <a:pt x="2988" y="425"/>
                  </a:cubicBezTo>
                  <a:cubicBezTo>
                    <a:pt x="2702" y="142"/>
                    <a:pt x="2329" y="0"/>
                    <a:pt x="1955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57" name="Google Shape;8257;p69"/>
            <p:cNvSpPr/>
            <p:nvPr/>
          </p:nvSpPr>
          <p:spPr>
            <a:xfrm>
              <a:off x="2180019" y="4339936"/>
              <a:ext cx="140508" cy="126031"/>
            </a:xfrm>
            <a:custGeom>
              <a:avLst/>
              <a:gdLst/>
              <a:ahLst/>
              <a:cxnLst/>
              <a:rect l="l" t="t" r="r" b="b"/>
              <a:pathLst>
                <a:path w="5367" h="4814" extrusionOk="0">
                  <a:moveTo>
                    <a:pt x="2707" y="0"/>
                  </a:moveTo>
                  <a:cubicBezTo>
                    <a:pt x="1836" y="0"/>
                    <a:pt x="1002" y="478"/>
                    <a:pt x="577" y="1296"/>
                  </a:cubicBezTo>
                  <a:cubicBezTo>
                    <a:pt x="0" y="2391"/>
                    <a:pt x="356" y="3746"/>
                    <a:pt x="1393" y="4423"/>
                  </a:cubicBezTo>
                  <a:cubicBezTo>
                    <a:pt x="1797" y="4687"/>
                    <a:pt x="2252" y="4813"/>
                    <a:pt x="2704" y="4813"/>
                  </a:cubicBezTo>
                  <a:cubicBezTo>
                    <a:pt x="3414" y="4813"/>
                    <a:pt x="4115" y="4500"/>
                    <a:pt x="4588" y="3909"/>
                  </a:cubicBezTo>
                  <a:cubicBezTo>
                    <a:pt x="4706" y="3746"/>
                    <a:pt x="4565" y="3566"/>
                    <a:pt x="4409" y="3566"/>
                  </a:cubicBezTo>
                  <a:cubicBezTo>
                    <a:pt x="4355" y="3566"/>
                    <a:pt x="4299" y="3588"/>
                    <a:pt x="4252" y="3640"/>
                  </a:cubicBezTo>
                  <a:cubicBezTo>
                    <a:pt x="3864" y="4125"/>
                    <a:pt x="3289" y="4383"/>
                    <a:pt x="2707" y="4383"/>
                  </a:cubicBezTo>
                  <a:cubicBezTo>
                    <a:pt x="2337" y="4383"/>
                    <a:pt x="1964" y="4279"/>
                    <a:pt x="1634" y="4063"/>
                  </a:cubicBezTo>
                  <a:cubicBezTo>
                    <a:pt x="783" y="3511"/>
                    <a:pt x="490" y="2396"/>
                    <a:pt x="961" y="1498"/>
                  </a:cubicBezTo>
                  <a:cubicBezTo>
                    <a:pt x="1311" y="827"/>
                    <a:pt x="1995" y="434"/>
                    <a:pt x="2709" y="434"/>
                  </a:cubicBezTo>
                  <a:cubicBezTo>
                    <a:pt x="2956" y="434"/>
                    <a:pt x="3207" y="481"/>
                    <a:pt x="3450" y="580"/>
                  </a:cubicBezTo>
                  <a:cubicBezTo>
                    <a:pt x="4391" y="960"/>
                    <a:pt x="4891" y="1997"/>
                    <a:pt x="4603" y="2968"/>
                  </a:cubicBezTo>
                  <a:lnTo>
                    <a:pt x="4603" y="2972"/>
                  </a:lnTo>
                  <a:cubicBezTo>
                    <a:pt x="4567" y="3130"/>
                    <a:pt x="4694" y="3233"/>
                    <a:pt x="4819" y="3233"/>
                  </a:cubicBezTo>
                  <a:cubicBezTo>
                    <a:pt x="4900" y="3233"/>
                    <a:pt x="4980" y="3190"/>
                    <a:pt x="5016" y="3093"/>
                  </a:cubicBezTo>
                  <a:cubicBezTo>
                    <a:pt x="5366" y="1901"/>
                    <a:pt x="4761" y="643"/>
                    <a:pt x="3608" y="177"/>
                  </a:cubicBezTo>
                  <a:cubicBezTo>
                    <a:pt x="3314" y="57"/>
                    <a:pt x="3008" y="0"/>
                    <a:pt x="2707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58" name="Google Shape;8258;p69"/>
            <p:cNvSpPr/>
            <p:nvPr/>
          </p:nvSpPr>
          <p:spPr>
            <a:xfrm>
              <a:off x="1976129" y="4284173"/>
              <a:ext cx="401496" cy="371154"/>
            </a:xfrm>
            <a:custGeom>
              <a:avLst/>
              <a:gdLst/>
              <a:ahLst/>
              <a:cxnLst/>
              <a:rect l="l" t="t" r="r" b="b"/>
              <a:pathLst>
                <a:path w="15336" h="14177" extrusionOk="0">
                  <a:moveTo>
                    <a:pt x="8146" y="0"/>
                  </a:moveTo>
                  <a:cubicBezTo>
                    <a:pt x="8132" y="0"/>
                    <a:pt x="8119" y="1"/>
                    <a:pt x="8105" y="1"/>
                  </a:cubicBezTo>
                  <a:cubicBezTo>
                    <a:pt x="5362" y="15"/>
                    <a:pt x="2864" y="1586"/>
                    <a:pt x="1663" y="4055"/>
                  </a:cubicBezTo>
                  <a:cubicBezTo>
                    <a:pt x="1568" y="4227"/>
                    <a:pt x="1714" y="4373"/>
                    <a:pt x="1859" y="4373"/>
                  </a:cubicBezTo>
                  <a:cubicBezTo>
                    <a:pt x="1933" y="4373"/>
                    <a:pt x="2007" y="4335"/>
                    <a:pt x="2047" y="4243"/>
                  </a:cubicBezTo>
                  <a:cubicBezTo>
                    <a:pt x="2379" y="3565"/>
                    <a:pt x="2816" y="2950"/>
                    <a:pt x="3349" y="2422"/>
                  </a:cubicBezTo>
                  <a:cubicBezTo>
                    <a:pt x="4668" y="1103"/>
                    <a:pt x="6405" y="443"/>
                    <a:pt x="8141" y="443"/>
                  </a:cubicBezTo>
                  <a:cubicBezTo>
                    <a:pt x="9859" y="443"/>
                    <a:pt x="11576" y="1089"/>
                    <a:pt x="12890" y="2383"/>
                  </a:cubicBezTo>
                  <a:cubicBezTo>
                    <a:pt x="13846" y="3325"/>
                    <a:pt x="14504" y="4531"/>
                    <a:pt x="14769" y="5847"/>
                  </a:cubicBezTo>
                  <a:cubicBezTo>
                    <a:pt x="14994" y="6954"/>
                    <a:pt x="14130" y="7884"/>
                    <a:pt x="13097" y="7884"/>
                  </a:cubicBezTo>
                  <a:cubicBezTo>
                    <a:pt x="12965" y="7884"/>
                    <a:pt x="12829" y="7868"/>
                    <a:pt x="12693" y="7836"/>
                  </a:cubicBezTo>
                  <a:cubicBezTo>
                    <a:pt x="12406" y="7768"/>
                    <a:pt x="12122" y="7736"/>
                    <a:pt x="11845" y="7736"/>
                  </a:cubicBezTo>
                  <a:cubicBezTo>
                    <a:pt x="9733" y="7736"/>
                    <a:pt x="8000" y="9605"/>
                    <a:pt x="8293" y="11809"/>
                  </a:cubicBezTo>
                  <a:cubicBezTo>
                    <a:pt x="8436" y="12868"/>
                    <a:pt x="7605" y="13748"/>
                    <a:pt x="6617" y="13748"/>
                  </a:cubicBezTo>
                  <a:cubicBezTo>
                    <a:pt x="6448" y="13748"/>
                    <a:pt x="6275" y="13723"/>
                    <a:pt x="6102" y="13668"/>
                  </a:cubicBezTo>
                  <a:cubicBezTo>
                    <a:pt x="2610" y="12573"/>
                    <a:pt x="452" y="8763"/>
                    <a:pt x="1726" y="5016"/>
                  </a:cubicBezTo>
                  <a:cubicBezTo>
                    <a:pt x="1794" y="4844"/>
                    <a:pt x="1655" y="4722"/>
                    <a:pt x="1520" y="4722"/>
                  </a:cubicBezTo>
                  <a:cubicBezTo>
                    <a:pt x="1436" y="4722"/>
                    <a:pt x="1353" y="4769"/>
                    <a:pt x="1322" y="4881"/>
                  </a:cubicBezTo>
                  <a:cubicBezTo>
                    <a:pt x="1" y="8754"/>
                    <a:pt x="2168" y="12885"/>
                    <a:pt x="5972" y="14076"/>
                  </a:cubicBezTo>
                  <a:cubicBezTo>
                    <a:pt x="6183" y="14144"/>
                    <a:pt x="6400" y="14177"/>
                    <a:pt x="6616" y="14177"/>
                  </a:cubicBezTo>
                  <a:cubicBezTo>
                    <a:pt x="7108" y="14177"/>
                    <a:pt x="7592" y="14005"/>
                    <a:pt x="7976" y="13678"/>
                  </a:cubicBezTo>
                  <a:cubicBezTo>
                    <a:pt x="8538" y="13207"/>
                    <a:pt x="8816" y="12477"/>
                    <a:pt x="8715" y="11751"/>
                  </a:cubicBezTo>
                  <a:cubicBezTo>
                    <a:pt x="8457" y="9804"/>
                    <a:pt x="9992" y="8164"/>
                    <a:pt x="11843" y="8164"/>
                  </a:cubicBezTo>
                  <a:cubicBezTo>
                    <a:pt x="12088" y="8164"/>
                    <a:pt x="12339" y="8193"/>
                    <a:pt x="12592" y="8254"/>
                  </a:cubicBezTo>
                  <a:cubicBezTo>
                    <a:pt x="12759" y="8294"/>
                    <a:pt x="12929" y="8314"/>
                    <a:pt x="13096" y="8314"/>
                  </a:cubicBezTo>
                  <a:cubicBezTo>
                    <a:pt x="13648" y="8314"/>
                    <a:pt x="14186" y="8101"/>
                    <a:pt x="14591" y="7711"/>
                  </a:cubicBezTo>
                  <a:cubicBezTo>
                    <a:pt x="15110" y="7207"/>
                    <a:pt x="15335" y="6472"/>
                    <a:pt x="15191" y="5765"/>
                  </a:cubicBezTo>
                  <a:cubicBezTo>
                    <a:pt x="14521" y="2478"/>
                    <a:pt x="11616" y="0"/>
                    <a:pt x="8146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259" name="Google Shape;8259;p69"/>
          <p:cNvGrpSpPr/>
          <p:nvPr/>
        </p:nvGrpSpPr>
        <p:grpSpPr>
          <a:xfrm>
            <a:off x="1372592" y="2821676"/>
            <a:ext cx="138309" cy="275656"/>
            <a:chOff x="1830123" y="2904984"/>
            <a:chExt cx="184412" cy="367541"/>
          </a:xfrm>
        </p:grpSpPr>
        <p:sp>
          <p:nvSpPr>
            <p:cNvPr id="8260" name="Google Shape;8260;p69"/>
            <p:cNvSpPr/>
            <p:nvPr/>
          </p:nvSpPr>
          <p:spPr>
            <a:xfrm>
              <a:off x="1835516" y="2910404"/>
              <a:ext cx="173730" cy="55606"/>
            </a:xfrm>
            <a:custGeom>
              <a:avLst/>
              <a:gdLst/>
              <a:ahLst/>
              <a:cxnLst/>
              <a:rect l="l" t="t" r="r" b="b"/>
              <a:pathLst>
                <a:path w="6636" h="2124" extrusionOk="0">
                  <a:moveTo>
                    <a:pt x="866" y="0"/>
                  </a:moveTo>
                  <a:cubicBezTo>
                    <a:pt x="385" y="0"/>
                    <a:pt x="1" y="385"/>
                    <a:pt x="1" y="860"/>
                  </a:cubicBezTo>
                  <a:lnTo>
                    <a:pt x="1" y="1259"/>
                  </a:lnTo>
                  <a:cubicBezTo>
                    <a:pt x="1" y="1735"/>
                    <a:pt x="385" y="2124"/>
                    <a:pt x="866" y="2124"/>
                  </a:cubicBezTo>
                  <a:lnTo>
                    <a:pt x="5771" y="2124"/>
                  </a:lnTo>
                  <a:cubicBezTo>
                    <a:pt x="6246" y="2124"/>
                    <a:pt x="6635" y="1735"/>
                    <a:pt x="6635" y="1259"/>
                  </a:cubicBezTo>
                  <a:lnTo>
                    <a:pt x="6635" y="860"/>
                  </a:lnTo>
                  <a:cubicBezTo>
                    <a:pt x="6635" y="385"/>
                    <a:pt x="6246" y="0"/>
                    <a:pt x="5771" y="0"/>
                  </a:cubicBezTo>
                  <a:close/>
                </a:path>
              </a:pathLst>
            </a:custGeom>
            <a:solidFill>
              <a:srgbClr val="D1D8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61" name="Google Shape;8261;p69"/>
            <p:cNvSpPr/>
            <p:nvPr/>
          </p:nvSpPr>
          <p:spPr>
            <a:xfrm>
              <a:off x="1952881" y="2910404"/>
              <a:ext cx="56366" cy="55606"/>
            </a:xfrm>
            <a:custGeom>
              <a:avLst/>
              <a:gdLst/>
              <a:ahLst/>
              <a:cxnLst/>
              <a:rect l="l" t="t" r="r" b="b"/>
              <a:pathLst>
                <a:path w="2153" h="2124" extrusionOk="0">
                  <a:moveTo>
                    <a:pt x="0" y="0"/>
                  </a:moveTo>
                  <a:cubicBezTo>
                    <a:pt x="476" y="0"/>
                    <a:pt x="865" y="385"/>
                    <a:pt x="865" y="860"/>
                  </a:cubicBezTo>
                  <a:lnTo>
                    <a:pt x="865" y="1259"/>
                  </a:lnTo>
                  <a:cubicBezTo>
                    <a:pt x="865" y="1735"/>
                    <a:pt x="476" y="2124"/>
                    <a:pt x="0" y="2124"/>
                  </a:cubicBezTo>
                  <a:lnTo>
                    <a:pt x="1288" y="2124"/>
                  </a:lnTo>
                  <a:cubicBezTo>
                    <a:pt x="1763" y="2124"/>
                    <a:pt x="2152" y="1735"/>
                    <a:pt x="2152" y="1259"/>
                  </a:cubicBezTo>
                  <a:lnTo>
                    <a:pt x="2152" y="860"/>
                  </a:lnTo>
                  <a:cubicBezTo>
                    <a:pt x="2152" y="385"/>
                    <a:pt x="1763" y="0"/>
                    <a:pt x="1288" y="0"/>
                  </a:cubicBezTo>
                  <a:close/>
                </a:path>
              </a:pathLst>
            </a:custGeom>
            <a:solidFill>
              <a:srgbClr val="C5CED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62" name="Google Shape;8262;p69"/>
            <p:cNvSpPr/>
            <p:nvPr/>
          </p:nvSpPr>
          <p:spPr>
            <a:xfrm>
              <a:off x="1863712" y="2965984"/>
              <a:ext cx="116475" cy="301122"/>
            </a:xfrm>
            <a:custGeom>
              <a:avLst/>
              <a:gdLst/>
              <a:ahLst/>
              <a:cxnLst/>
              <a:rect l="l" t="t" r="r" b="b"/>
              <a:pathLst>
                <a:path w="4449" h="11502" extrusionOk="0">
                  <a:moveTo>
                    <a:pt x="0" y="1"/>
                  </a:moveTo>
                  <a:lnTo>
                    <a:pt x="0" y="9277"/>
                  </a:lnTo>
                  <a:cubicBezTo>
                    <a:pt x="0" y="10502"/>
                    <a:pt x="995" y="11502"/>
                    <a:pt x="2224" y="11502"/>
                  </a:cubicBezTo>
                  <a:cubicBezTo>
                    <a:pt x="3449" y="11502"/>
                    <a:pt x="4449" y="10507"/>
                    <a:pt x="4449" y="9277"/>
                  </a:cubicBezTo>
                  <a:lnTo>
                    <a:pt x="4449" y="1"/>
                  </a:lnTo>
                  <a:close/>
                </a:path>
              </a:pathLst>
            </a:custGeom>
            <a:solidFill>
              <a:srgbClr val="E3E8E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63" name="Google Shape;8263;p69"/>
            <p:cNvSpPr/>
            <p:nvPr/>
          </p:nvSpPr>
          <p:spPr>
            <a:xfrm>
              <a:off x="1863712" y="2965984"/>
              <a:ext cx="116475" cy="301227"/>
            </a:xfrm>
            <a:custGeom>
              <a:avLst/>
              <a:gdLst/>
              <a:ahLst/>
              <a:cxnLst/>
              <a:rect l="l" t="t" r="r" b="b"/>
              <a:pathLst>
                <a:path w="4449" h="11506" extrusionOk="0">
                  <a:moveTo>
                    <a:pt x="0" y="1"/>
                  </a:moveTo>
                  <a:lnTo>
                    <a:pt x="0" y="630"/>
                  </a:lnTo>
                  <a:lnTo>
                    <a:pt x="1739" y="630"/>
                  </a:lnTo>
                  <a:cubicBezTo>
                    <a:pt x="2758" y="630"/>
                    <a:pt x="3589" y="1461"/>
                    <a:pt x="3589" y="2484"/>
                  </a:cubicBezTo>
                  <a:lnTo>
                    <a:pt x="3589" y="8417"/>
                  </a:lnTo>
                  <a:cubicBezTo>
                    <a:pt x="3592" y="9712"/>
                    <a:pt x="2527" y="10645"/>
                    <a:pt x="1365" y="10645"/>
                  </a:cubicBezTo>
                  <a:cubicBezTo>
                    <a:pt x="1004" y="10645"/>
                    <a:pt x="634" y="10555"/>
                    <a:pt x="284" y="10358"/>
                  </a:cubicBezTo>
                  <a:lnTo>
                    <a:pt x="284" y="10358"/>
                  </a:lnTo>
                  <a:cubicBezTo>
                    <a:pt x="681" y="11079"/>
                    <a:pt x="1432" y="11506"/>
                    <a:pt x="2224" y="11506"/>
                  </a:cubicBezTo>
                  <a:cubicBezTo>
                    <a:pt x="2409" y="11506"/>
                    <a:pt x="2596" y="11482"/>
                    <a:pt x="2782" y="11434"/>
                  </a:cubicBezTo>
                  <a:cubicBezTo>
                    <a:pt x="3766" y="11180"/>
                    <a:pt x="4449" y="10291"/>
                    <a:pt x="4449" y="9277"/>
                  </a:cubicBezTo>
                  <a:lnTo>
                    <a:pt x="4449" y="1"/>
                  </a:lnTo>
                  <a:close/>
                </a:path>
              </a:pathLst>
            </a:custGeom>
            <a:solidFill>
              <a:srgbClr val="D6DCE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64" name="Google Shape;8264;p69"/>
            <p:cNvSpPr/>
            <p:nvPr/>
          </p:nvSpPr>
          <p:spPr>
            <a:xfrm>
              <a:off x="1830123" y="2904984"/>
              <a:ext cx="184412" cy="367541"/>
            </a:xfrm>
            <a:custGeom>
              <a:avLst/>
              <a:gdLst/>
              <a:ahLst/>
              <a:cxnLst/>
              <a:rect l="l" t="t" r="r" b="b"/>
              <a:pathLst>
                <a:path w="7044" h="14039" extrusionOk="0">
                  <a:moveTo>
                    <a:pt x="1072" y="1"/>
                  </a:moveTo>
                  <a:cubicBezTo>
                    <a:pt x="481" y="1"/>
                    <a:pt x="0" y="481"/>
                    <a:pt x="0" y="1067"/>
                  </a:cubicBezTo>
                  <a:lnTo>
                    <a:pt x="0" y="1466"/>
                  </a:lnTo>
                  <a:cubicBezTo>
                    <a:pt x="0" y="2057"/>
                    <a:pt x="481" y="2532"/>
                    <a:pt x="1072" y="2537"/>
                  </a:cubicBezTo>
                  <a:lnTo>
                    <a:pt x="1077" y="2537"/>
                  </a:lnTo>
                  <a:lnTo>
                    <a:pt x="1077" y="10152"/>
                  </a:lnTo>
                  <a:cubicBezTo>
                    <a:pt x="1077" y="10289"/>
                    <a:pt x="1180" y="10357"/>
                    <a:pt x="1283" y="10357"/>
                  </a:cubicBezTo>
                  <a:cubicBezTo>
                    <a:pt x="1386" y="10357"/>
                    <a:pt x="1490" y="10289"/>
                    <a:pt x="1490" y="10152"/>
                  </a:cubicBezTo>
                  <a:lnTo>
                    <a:pt x="1490" y="2537"/>
                  </a:lnTo>
                  <a:lnTo>
                    <a:pt x="5525" y="2537"/>
                  </a:lnTo>
                  <a:lnTo>
                    <a:pt x="5525" y="3133"/>
                  </a:lnTo>
                  <a:lnTo>
                    <a:pt x="4487" y="3133"/>
                  </a:lnTo>
                  <a:cubicBezTo>
                    <a:pt x="4214" y="3133"/>
                    <a:pt x="4214" y="3546"/>
                    <a:pt x="4487" y="3546"/>
                  </a:cubicBezTo>
                  <a:lnTo>
                    <a:pt x="5525" y="3546"/>
                  </a:lnTo>
                  <a:lnTo>
                    <a:pt x="5525" y="4574"/>
                  </a:lnTo>
                  <a:lnTo>
                    <a:pt x="4487" y="4574"/>
                  </a:lnTo>
                  <a:cubicBezTo>
                    <a:pt x="4214" y="4574"/>
                    <a:pt x="4214" y="4983"/>
                    <a:pt x="4487" y="4983"/>
                  </a:cubicBezTo>
                  <a:lnTo>
                    <a:pt x="5525" y="4983"/>
                  </a:lnTo>
                  <a:lnTo>
                    <a:pt x="5525" y="6011"/>
                  </a:lnTo>
                  <a:lnTo>
                    <a:pt x="4487" y="6011"/>
                  </a:lnTo>
                  <a:cubicBezTo>
                    <a:pt x="4214" y="6011"/>
                    <a:pt x="4214" y="6424"/>
                    <a:pt x="4487" y="6424"/>
                  </a:cubicBezTo>
                  <a:lnTo>
                    <a:pt x="5525" y="6424"/>
                  </a:lnTo>
                  <a:lnTo>
                    <a:pt x="5525" y="7452"/>
                  </a:lnTo>
                  <a:lnTo>
                    <a:pt x="4487" y="7452"/>
                  </a:lnTo>
                  <a:cubicBezTo>
                    <a:pt x="4214" y="7452"/>
                    <a:pt x="4214" y="7865"/>
                    <a:pt x="4487" y="7865"/>
                  </a:cubicBezTo>
                  <a:lnTo>
                    <a:pt x="5525" y="7865"/>
                  </a:lnTo>
                  <a:lnTo>
                    <a:pt x="5525" y="8893"/>
                  </a:lnTo>
                  <a:lnTo>
                    <a:pt x="4487" y="8893"/>
                  </a:lnTo>
                  <a:cubicBezTo>
                    <a:pt x="4214" y="8893"/>
                    <a:pt x="4214" y="9301"/>
                    <a:pt x="4487" y="9301"/>
                  </a:cubicBezTo>
                  <a:lnTo>
                    <a:pt x="5525" y="9301"/>
                  </a:lnTo>
                  <a:lnTo>
                    <a:pt x="5525" y="10329"/>
                  </a:lnTo>
                  <a:lnTo>
                    <a:pt x="4487" y="10329"/>
                  </a:lnTo>
                  <a:cubicBezTo>
                    <a:pt x="4214" y="10329"/>
                    <a:pt x="4214" y="10743"/>
                    <a:pt x="4487" y="10743"/>
                  </a:cubicBezTo>
                  <a:lnTo>
                    <a:pt x="5525" y="10743"/>
                  </a:lnTo>
                  <a:lnTo>
                    <a:pt x="5525" y="11607"/>
                  </a:lnTo>
                  <a:cubicBezTo>
                    <a:pt x="5525" y="12722"/>
                    <a:pt x="4622" y="13625"/>
                    <a:pt x="3507" y="13625"/>
                  </a:cubicBezTo>
                  <a:cubicBezTo>
                    <a:pt x="2393" y="13625"/>
                    <a:pt x="1490" y="12722"/>
                    <a:pt x="1490" y="11607"/>
                  </a:cubicBezTo>
                  <a:lnTo>
                    <a:pt x="1490" y="10920"/>
                  </a:lnTo>
                  <a:cubicBezTo>
                    <a:pt x="1490" y="10783"/>
                    <a:pt x="1386" y="10715"/>
                    <a:pt x="1283" y="10715"/>
                  </a:cubicBezTo>
                  <a:cubicBezTo>
                    <a:pt x="1180" y="10715"/>
                    <a:pt x="1077" y="10783"/>
                    <a:pt x="1077" y="10920"/>
                  </a:cubicBezTo>
                  <a:lnTo>
                    <a:pt x="1077" y="11607"/>
                  </a:lnTo>
                  <a:cubicBezTo>
                    <a:pt x="1077" y="12948"/>
                    <a:pt x="2162" y="14038"/>
                    <a:pt x="3507" y="14038"/>
                  </a:cubicBezTo>
                  <a:cubicBezTo>
                    <a:pt x="4848" y="14038"/>
                    <a:pt x="5933" y="12948"/>
                    <a:pt x="5933" y="11607"/>
                  </a:cubicBezTo>
                  <a:lnTo>
                    <a:pt x="5933" y="2537"/>
                  </a:lnTo>
                  <a:lnTo>
                    <a:pt x="5977" y="2537"/>
                  </a:lnTo>
                  <a:cubicBezTo>
                    <a:pt x="6568" y="2537"/>
                    <a:pt x="7043" y="2057"/>
                    <a:pt x="7043" y="1466"/>
                  </a:cubicBezTo>
                  <a:lnTo>
                    <a:pt x="7043" y="1072"/>
                  </a:lnTo>
                  <a:cubicBezTo>
                    <a:pt x="7043" y="481"/>
                    <a:pt x="6568" y="1"/>
                    <a:pt x="5977" y="1"/>
                  </a:cubicBezTo>
                  <a:lnTo>
                    <a:pt x="5318" y="1"/>
                  </a:lnTo>
                  <a:cubicBezTo>
                    <a:pt x="5045" y="1"/>
                    <a:pt x="5045" y="414"/>
                    <a:pt x="5318" y="414"/>
                  </a:cubicBezTo>
                  <a:lnTo>
                    <a:pt x="5977" y="414"/>
                  </a:lnTo>
                  <a:cubicBezTo>
                    <a:pt x="6342" y="414"/>
                    <a:pt x="6640" y="707"/>
                    <a:pt x="6640" y="1072"/>
                  </a:cubicBezTo>
                  <a:lnTo>
                    <a:pt x="6640" y="1471"/>
                  </a:lnTo>
                  <a:cubicBezTo>
                    <a:pt x="6640" y="1836"/>
                    <a:pt x="6342" y="2129"/>
                    <a:pt x="5977" y="2129"/>
                  </a:cubicBezTo>
                  <a:lnTo>
                    <a:pt x="1072" y="2129"/>
                  </a:lnTo>
                  <a:cubicBezTo>
                    <a:pt x="707" y="2129"/>
                    <a:pt x="409" y="1836"/>
                    <a:pt x="409" y="1471"/>
                  </a:cubicBezTo>
                  <a:lnTo>
                    <a:pt x="409" y="1072"/>
                  </a:lnTo>
                  <a:cubicBezTo>
                    <a:pt x="409" y="707"/>
                    <a:pt x="707" y="414"/>
                    <a:pt x="1072" y="414"/>
                  </a:cubicBezTo>
                  <a:lnTo>
                    <a:pt x="4550" y="414"/>
                  </a:lnTo>
                  <a:cubicBezTo>
                    <a:pt x="4824" y="414"/>
                    <a:pt x="4824" y="1"/>
                    <a:pt x="4550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265" name="Google Shape;8265;p69"/>
          <p:cNvGrpSpPr/>
          <p:nvPr/>
        </p:nvGrpSpPr>
        <p:grpSpPr>
          <a:xfrm>
            <a:off x="1951668" y="3512376"/>
            <a:ext cx="282725" cy="262324"/>
            <a:chOff x="2602224" y="3825918"/>
            <a:chExt cx="376966" cy="349765"/>
          </a:xfrm>
        </p:grpSpPr>
        <p:sp>
          <p:nvSpPr>
            <p:cNvPr id="8266" name="Google Shape;8266;p69"/>
            <p:cNvSpPr/>
            <p:nvPr/>
          </p:nvSpPr>
          <p:spPr>
            <a:xfrm>
              <a:off x="2880308" y="4107458"/>
              <a:ext cx="39270" cy="53983"/>
            </a:xfrm>
            <a:custGeom>
              <a:avLst/>
              <a:gdLst/>
              <a:ahLst/>
              <a:cxnLst/>
              <a:rect l="l" t="t" r="r" b="b"/>
              <a:pathLst>
                <a:path w="1500" h="2062" extrusionOk="0">
                  <a:moveTo>
                    <a:pt x="0" y="1"/>
                  </a:moveTo>
                  <a:lnTo>
                    <a:pt x="0" y="2062"/>
                  </a:lnTo>
                  <a:lnTo>
                    <a:pt x="1096" y="2062"/>
                  </a:lnTo>
                  <a:cubicBezTo>
                    <a:pt x="1321" y="2062"/>
                    <a:pt x="1499" y="1879"/>
                    <a:pt x="1499" y="1658"/>
                  </a:cubicBezTo>
                  <a:lnTo>
                    <a:pt x="1499" y="404"/>
                  </a:lnTo>
                  <a:cubicBezTo>
                    <a:pt x="1499" y="179"/>
                    <a:pt x="1321" y="1"/>
                    <a:pt x="1096" y="1"/>
                  </a:cubicBezTo>
                  <a:close/>
                </a:path>
              </a:pathLst>
            </a:custGeom>
            <a:solidFill>
              <a:srgbClr val="8EA0A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67" name="Google Shape;8267;p69"/>
            <p:cNvSpPr/>
            <p:nvPr/>
          </p:nvSpPr>
          <p:spPr>
            <a:xfrm>
              <a:off x="2896408" y="4107458"/>
              <a:ext cx="23169" cy="53983"/>
            </a:xfrm>
            <a:custGeom>
              <a:avLst/>
              <a:gdLst/>
              <a:ahLst/>
              <a:cxnLst/>
              <a:rect l="l" t="t" r="r" b="b"/>
              <a:pathLst>
                <a:path w="885" h="2062" extrusionOk="0">
                  <a:moveTo>
                    <a:pt x="0" y="1"/>
                  </a:moveTo>
                  <a:cubicBezTo>
                    <a:pt x="226" y="1"/>
                    <a:pt x="404" y="179"/>
                    <a:pt x="404" y="404"/>
                  </a:cubicBezTo>
                  <a:lnTo>
                    <a:pt x="404" y="1658"/>
                  </a:lnTo>
                  <a:cubicBezTo>
                    <a:pt x="404" y="1879"/>
                    <a:pt x="226" y="2062"/>
                    <a:pt x="0" y="2062"/>
                  </a:cubicBezTo>
                  <a:lnTo>
                    <a:pt x="481" y="2062"/>
                  </a:lnTo>
                  <a:cubicBezTo>
                    <a:pt x="706" y="2062"/>
                    <a:pt x="884" y="1879"/>
                    <a:pt x="884" y="1658"/>
                  </a:cubicBezTo>
                  <a:lnTo>
                    <a:pt x="884" y="404"/>
                  </a:lnTo>
                  <a:cubicBezTo>
                    <a:pt x="884" y="179"/>
                    <a:pt x="706" y="1"/>
                    <a:pt x="481" y="1"/>
                  </a:cubicBezTo>
                  <a:close/>
                </a:path>
              </a:pathLst>
            </a:custGeom>
            <a:solidFill>
              <a:srgbClr val="8295A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68" name="Google Shape;8268;p69"/>
            <p:cNvSpPr/>
            <p:nvPr/>
          </p:nvSpPr>
          <p:spPr>
            <a:xfrm>
              <a:off x="2625367" y="4040306"/>
              <a:ext cx="266905" cy="130062"/>
            </a:xfrm>
            <a:custGeom>
              <a:avLst/>
              <a:gdLst/>
              <a:ahLst/>
              <a:cxnLst/>
              <a:rect l="l" t="t" r="r" b="b"/>
              <a:pathLst>
                <a:path w="10195" h="4968" extrusionOk="0">
                  <a:moveTo>
                    <a:pt x="1960" y="1"/>
                  </a:moveTo>
                  <a:lnTo>
                    <a:pt x="207" y="1985"/>
                  </a:lnTo>
                  <a:cubicBezTo>
                    <a:pt x="72" y="2138"/>
                    <a:pt x="0" y="2331"/>
                    <a:pt x="0" y="2532"/>
                  </a:cubicBezTo>
                  <a:lnTo>
                    <a:pt x="0" y="4276"/>
                  </a:lnTo>
                  <a:cubicBezTo>
                    <a:pt x="0" y="4661"/>
                    <a:pt x="308" y="4968"/>
                    <a:pt x="692" y="4968"/>
                  </a:cubicBezTo>
                  <a:lnTo>
                    <a:pt x="9503" y="4968"/>
                  </a:lnTo>
                  <a:cubicBezTo>
                    <a:pt x="9882" y="4968"/>
                    <a:pt x="10195" y="4661"/>
                    <a:pt x="10195" y="4276"/>
                  </a:cubicBezTo>
                  <a:lnTo>
                    <a:pt x="10195" y="2532"/>
                  </a:lnTo>
                  <a:cubicBezTo>
                    <a:pt x="10195" y="2331"/>
                    <a:pt x="10123" y="2134"/>
                    <a:pt x="9988" y="1985"/>
                  </a:cubicBezTo>
                  <a:lnTo>
                    <a:pt x="8235" y="1"/>
                  </a:lnTo>
                  <a:close/>
                </a:path>
              </a:pathLst>
            </a:custGeom>
            <a:solidFill>
              <a:srgbClr val="C1CED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69" name="Google Shape;8269;p69"/>
            <p:cNvSpPr/>
            <p:nvPr/>
          </p:nvSpPr>
          <p:spPr>
            <a:xfrm>
              <a:off x="2645604" y="4040306"/>
              <a:ext cx="246668" cy="130062"/>
            </a:xfrm>
            <a:custGeom>
              <a:avLst/>
              <a:gdLst/>
              <a:ahLst/>
              <a:cxnLst/>
              <a:rect l="l" t="t" r="r" b="b"/>
              <a:pathLst>
                <a:path w="9422" h="4968" extrusionOk="0">
                  <a:moveTo>
                    <a:pt x="1187" y="1"/>
                  </a:moveTo>
                  <a:lnTo>
                    <a:pt x="1" y="1346"/>
                  </a:lnTo>
                  <a:cubicBezTo>
                    <a:pt x="1179" y="2717"/>
                    <a:pt x="2874" y="3459"/>
                    <a:pt x="4607" y="3459"/>
                  </a:cubicBezTo>
                  <a:cubicBezTo>
                    <a:pt x="5418" y="3459"/>
                    <a:pt x="6237" y="3297"/>
                    <a:pt x="7015" y="2960"/>
                  </a:cubicBezTo>
                  <a:cubicBezTo>
                    <a:pt x="7130" y="2909"/>
                    <a:pt x="7247" y="2886"/>
                    <a:pt x="7362" y="2886"/>
                  </a:cubicBezTo>
                  <a:cubicBezTo>
                    <a:pt x="7814" y="2886"/>
                    <a:pt x="8221" y="3250"/>
                    <a:pt x="8221" y="3748"/>
                  </a:cubicBezTo>
                  <a:lnTo>
                    <a:pt x="8221" y="4276"/>
                  </a:lnTo>
                  <a:cubicBezTo>
                    <a:pt x="8221" y="4661"/>
                    <a:pt x="7913" y="4968"/>
                    <a:pt x="7529" y="4968"/>
                  </a:cubicBezTo>
                  <a:lnTo>
                    <a:pt x="8730" y="4968"/>
                  </a:lnTo>
                  <a:cubicBezTo>
                    <a:pt x="9109" y="4968"/>
                    <a:pt x="9422" y="4661"/>
                    <a:pt x="9422" y="4276"/>
                  </a:cubicBezTo>
                  <a:lnTo>
                    <a:pt x="9422" y="2532"/>
                  </a:lnTo>
                  <a:cubicBezTo>
                    <a:pt x="9422" y="2331"/>
                    <a:pt x="9345" y="2134"/>
                    <a:pt x="9215" y="1985"/>
                  </a:cubicBezTo>
                  <a:lnTo>
                    <a:pt x="7462" y="1"/>
                  </a:lnTo>
                  <a:close/>
                </a:path>
              </a:pathLst>
            </a:custGeom>
            <a:solidFill>
              <a:srgbClr val="B5C4C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70" name="Google Shape;8270;p69"/>
            <p:cNvSpPr/>
            <p:nvPr/>
          </p:nvSpPr>
          <p:spPr>
            <a:xfrm>
              <a:off x="2921541" y="3956426"/>
              <a:ext cx="52360" cy="44846"/>
            </a:xfrm>
            <a:custGeom>
              <a:avLst/>
              <a:gdLst/>
              <a:ahLst/>
              <a:cxnLst/>
              <a:rect l="l" t="t" r="r" b="b"/>
              <a:pathLst>
                <a:path w="2000" h="1713" extrusionOk="0">
                  <a:moveTo>
                    <a:pt x="1144" y="0"/>
                  </a:moveTo>
                  <a:cubicBezTo>
                    <a:pt x="385" y="0"/>
                    <a:pt x="1" y="923"/>
                    <a:pt x="539" y="1461"/>
                  </a:cubicBezTo>
                  <a:cubicBezTo>
                    <a:pt x="713" y="1635"/>
                    <a:pt x="928" y="1713"/>
                    <a:pt x="1138" y="1713"/>
                  </a:cubicBezTo>
                  <a:cubicBezTo>
                    <a:pt x="1578" y="1713"/>
                    <a:pt x="1999" y="1372"/>
                    <a:pt x="1999" y="855"/>
                  </a:cubicBezTo>
                  <a:cubicBezTo>
                    <a:pt x="1999" y="385"/>
                    <a:pt x="1615" y="0"/>
                    <a:pt x="1144" y="0"/>
                  </a:cubicBezTo>
                  <a:close/>
                </a:path>
              </a:pathLst>
            </a:custGeom>
            <a:solidFill>
              <a:srgbClr val="E2E8E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71" name="Google Shape;8271;p69"/>
            <p:cNvSpPr/>
            <p:nvPr/>
          </p:nvSpPr>
          <p:spPr>
            <a:xfrm>
              <a:off x="2942433" y="3956426"/>
              <a:ext cx="33982" cy="44715"/>
            </a:xfrm>
            <a:custGeom>
              <a:avLst/>
              <a:gdLst/>
              <a:ahLst/>
              <a:cxnLst/>
              <a:rect l="l" t="t" r="r" b="b"/>
              <a:pathLst>
                <a:path w="1298" h="1708" extrusionOk="0">
                  <a:moveTo>
                    <a:pt x="346" y="0"/>
                  </a:moveTo>
                  <a:cubicBezTo>
                    <a:pt x="226" y="0"/>
                    <a:pt x="111" y="24"/>
                    <a:pt x="0" y="72"/>
                  </a:cubicBezTo>
                  <a:cubicBezTo>
                    <a:pt x="673" y="375"/>
                    <a:pt x="673" y="1331"/>
                    <a:pt x="0" y="1634"/>
                  </a:cubicBezTo>
                  <a:cubicBezTo>
                    <a:pt x="114" y="1684"/>
                    <a:pt x="231" y="1708"/>
                    <a:pt x="347" y="1708"/>
                  </a:cubicBezTo>
                  <a:cubicBezTo>
                    <a:pt x="735" y="1708"/>
                    <a:pt x="1097" y="1440"/>
                    <a:pt x="1182" y="1028"/>
                  </a:cubicBezTo>
                  <a:cubicBezTo>
                    <a:pt x="1298" y="500"/>
                    <a:pt x="889" y="0"/>
                    <a:pt x="346" y="0"/>
                  </a:cubicBezTo>
                  <a:close/>
                </a:path>
              </a:pathLst>
            </a:custGeom>
            <a:solidFill>
              <a:srgbClr val="D5DDE4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72" name="Google Shape;8272;p69"/>
            <p:cNvSpPr/>
            <p:nvPr/>
          </p:nvSpPr>
          <p:spPr>
            <a:xfrm>
              <a:off x="2614293" y="3831154"/>
              <a:ext cx="292692" cy="281618"/>
            </a:xfrm>
            <a:custGeom>
              <a:avLst/>
              <a:gdLst/>
              <a:ahLst/>
              <a:cxnLst/>
              <a:rect l="l" t="t" r="r" b="b"/>
              <a:pathLst>
                <a:path w="11180" h="10757" extrusionOk="0">
                  <a:moveTo>
                    <a:pt x="5799" y="1"/>
                  </a:moveTo>
                  <a:cubicBezTo>
                    <a:pt x="3628" y="1"/>
                    <a:pt x="1663" y="1312"/>
                    <a:pt x="832" y="3320"/>
                  </a:cubicBezTo>
                  <a:cubicBezTo>
                    <a:pt x="1" y="5333"/>
                    <a:pt x="462" y="7644"/>
                    <a:pt x="1999" y="9181"/>
                  </a:cubicBezTo>
                  <a:cubicBezTo>
                    <a:pt x="3028" y="10210"/>
                    <a:pt x="4403" y="10757"/>
                    <a:pt x="5804" y="10757"/>
                  </a:cubicBezTo>
                  <a:cubicBezTo>
                    <a:pt x="6496" y="10757"/>
                    <a:pt x="7194" y="10623"/>
                    <a:pt x="7860" y="10348"/>
                  </a:cubicBezTo>
                  <a:cubicBezTo>
                    <a:pt x="9868" y="9517"/>
                    <a:pt x="11180" y="7552"/>
                    <a:pt x="11180" y="5381"/>
                  </a:cubicBezTo>
                  <a:cubicBezTo>
                    <a:pt x="11180" y="2412"/>
                    <a:pt x="8768" y="1"/>
                    <a:pt x="5799" y="1"/>
                  </a:cubicBezTo>
                  <a:close/>
                </a:path>
              </a:pathLst>
            </a:custGeom>
            <a:solidFill>
              <a:srgbClr val="E2E8E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73" name="Google Shape;8273;p69"/>
            <p:cNvSpPr/>
            <p:nvPr/>
          </p:nvSpPr>
          <p:spPr>
            <a:xfrm>
              <a:off x="2746737" y="3831154"/>
              <a:ext cx="160248" cy="281618"/>
            </a:xfrm>
            <a:custGeom>
              <a:avLst/>
              <a:gdLst/>
              <a:ahLst/>
              <a:cxnLst/>
              <a:rect l="l" t="t" r="r" b="b"/>
              <a:pathLst>
                <a:path w="6121" h="10757" extrusionOk="0">
                  <a:moveTo>
                    <a:pt x="740" y="1"/>
                  </a:moveTo>
                  <a:cubicBezTo>
                    <a:pt x="495" y="1"/>
                    <a:pt x="245" y="20"/>
                    <a:pt x="0" y="53"/>
                  </a:cubicBezTo>
                  <a:cubicBezTo>
                    <a:pt x="2662" y="423"/>
                    <a:pt x="4641" y="2696"/>
                    <a:pt x="4641" y="5381"/>
                  </a:cubicBezTo>
                  <a:cubicBezTo>
                    <a:pt x="4641" y="8066"/>
                    <a:pt x="2662" y="10339"/>
                    <a:pt x="0" y="10709"/>
                  </a:cubicBezTo>
                  <a:cubicBezTo>
                    <a:pt x="245" y="10742"/>
                    <a:pt x="495" y="10757"/>
                    <a:pt x="740" y="10757"/>
                  </a:cubicBezTo>
                  <a:cubicBezTo>
                    <a:pt x="3709" y="10757"/>
                    <a:pt x="6121" y="8350"/>
                    <a:pt x="6121" y="5381"/>
                  </a:cubicBezTo>
                  <a:cubicBezTo>
                    <a:pt x="6121" y="2407"/>
                    <a:pt x="3709" y="1"/>
                    <a:pt x="740" y="1"/>
                  </a:cubicBezTo>
                  <a:close/>
                </a:path>
              </a:pathLst>
            </a:custGeom>
            <a:solidFill>
              <a:srgbClr val="D5DDE4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74" name="Google Shape;8274;p69"/>
            <p:cNvSpPr/>
            <p:nvPr/>
          </p:nvSpPr>
          <p:spPr>
            <a:xfrm>
              <a:off x="2724720" y="3941084"/>
              <a:ext cx="72335" cy="61968"/>
            </a:xfrm>
            <a:custGeom>
              <a:avLst/>
              <a:gdLst/>
              <a:ahLst/>
              <a:cxnLst/>
              <a:rect l="l" t="t" r="r" b="b"/>
              <a:pathLst>
                <a:path w="2763" h="2367" extrusionOk="0">
                  <a:moveTo>
                    <a:pt x="1581" y="0"/>
                  </a:moveTo>
                  <a:cubicBezTo>
                    <a:pt x="529" y="0"/>
                    <a:pt x="1" y="1273"/>
                    <a:pt x="745" y="2018"/>
                  </a:cubicBezTo>
                  <a:cubicBezTo>
                    <a:pt x="986" y="2259"/>
                    <a:pt x="1282" y="2366"/>
                    <a:pt x="1572" y="2366"/>
                  </a:cubicBezTo>
                  <a:cubicBezTo>
                    <a:pt x="2180" y="2366"/>
                    <a:pt x="2763" y="1894"/>
                    <a:pt x="2763" y="1182"/>
                  </a:cubicBezTo>
                  <a:cubicBezTo>
                    <a:pt x="2763" y="529"/>
                    <a:pt x="2235" y="0"/>
                    <a:pt x="1581" y="0"/>
                  </a:cubicBezTo>
                  <a:close/>
                </a:path>
              </a:pathLst>
            </a:custGeom>
            <a:solidFill>
              <a:srgbClr val="CBD6D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75" name="Google Shape;8275;p69"/>
            <p:cNvSpPr/>
            <p:nvPr/>
          </p:nvSpPr>
          <p:spPr>
            <a:xfrm>
              <a:off x="2754539" y="3940953"/>
              <a:ext cx="45553" cy="61968"/>
            </a:xfrm>
            <a:custGeom>
              <a:avLst/>
              <a:gdLst/>
              <a:ahLst/>
              <a:cxnLst/>
              <a:rect l="l" t="t" r="r" b="b"/>
              <a:pathLst>
                <a:path w="1740" h="2367" extrusionOk="0">
                  <a:moveTo>
                    <a:pt x="442" y="0"/>
                  </a:moveTo>
                  <a:lnTo>
                    <a:pt x="442" y="5"/>
                  </a:lnTo>
                  <a:cubicBezTo>
                    <a:pt x="293" y="5"/>
                    <a:pt x="140" y="34"/>
                    <a:pt x="0" y="92"/>
                  </a:cubicBezTo>
                  <a:cubicBezTo>
                    <a:pt x="990" y="486"/>
                    <a:pt x="990" y="1884"/>
                    <a:pt x="0" y="2282"/>
                  </a:cubicBezTo>
                  <a:cubicBezTo>
                    <a:pt x="144" y="2340"/>
                    <a:pt x="291" y="2366"/>
                    <a:pt x="435" y="2366"/>
                  </a:cubicBezTo>
                  <a:cubicBezTo>
                    <a:pt x="981" y="2366"/>
                    <a:pt x="1485" y="1982"/>
                    <a:pt x="1595" y="1408"/>
                  </a:cubicBezTo>
                  <a:cubicBezTo>
                    <a:pt x="1739" y="683"/>
                    <a:pt x="1182" y="5"/>
                    <a:pt x="442" y="0"/>
                  </a:cubicBezTo>
                  <a:close/>
                </a:path>
              </a:pathLst>
            </a:custGeom>
            <a:solidFill>
              <a:srgbClr val="BECBD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76" name="Google Shape;8276;p69"/>
            <p:cNvSpPr/>
            <p:nvPr/>
          </p:nvSpPr>
          <p:spPr>
            <a:xfrm>
              <a:off x="2602224" y="3825918"/>
              <a:ext cx="376966" cy="349765"/>
            </a:xfrm>
            <a:custGeom>
              <a:avLst/>
              <a:gdLst/>
              <a:ahLst/>
              <a:cxnLst/>
              <a:rect l="l" t="t" r="r" b="b"/>
              <a:pathLst>
                <a:path w="14399" h="13360" extrusionOk="0">
                  <a:moveTo>
                    <a:pt x="13339" y="5186"/>
                  </a:moveTo>
                  <a:cubicBezTo>
                    <a:pt x="13676" y="5186"/>
                    <a:pt x="14000" y="5447"/>
                    <a:pt x="14000" y="5840"/>
                  </a:cubicBezTo>
                  <a:cubicBezTo>
                    <a:pt x="13995" y="6201"/>
                    <a:pt x="13702" y="6494"/>
                    <a:pt x="13341" y="6494"/>
                  </a:cubicBezTo>
                  <a:cubicBezTo>
                    <a:pt x="12760" y="6494"/>
                    <a:pt x="12467" y="5788"/>
                    <a:pt x="12880" y="5379"/>
                  </a:cubicBezTo>
                  <a:cubicBezTo>
                    <a:pt x="13014" y="5246"/>
                    <a:pt x="13178" y="5186"/>
                    <a:pt x="13339" y="5186"/>
                  </a:cubicBezTo>
                  <a:close/>
                  <a:moveTo>
                    <a:pt x="11718" y="10957"/>
                  </a:moveTo>
                  <a:cubicBezTo>
                    <a:pt x="11828" y="10957"/>
                    <a:pt x="11919" y="11048"/>
                    <a:pt x="11919" y="11158"/>
                  </a:cubicBezTo>
                  <a:lnTo>
                    <a:pt x="11919" y="12412"/>
                  </a:lnTo>
                  <a:cubicBezTo>
                    <a:pt x="11919" y="12523"/>
                    <a:pt x="11833" y="12614"/>
                    <a:pt x="11718" y="12614"/>
                  </a:cubicBezTo>
                  <a:lnTo>
                    <a:pt x="11266" y="12614"/>
                  </a:lnTo>
                  <a:cubicBezTo>
                    <a:pt x="11295" y="12451"/>
                    <a:pt x="11271" y="12249"/>
                    <a:pt x="11280" y="10957"/>
                  </a:cubicBezTo>
                  <a:close/>
                  <a:moveTo>
                    <a:pt x="6232" y="1"/>
                  </a:moveTo>
                  <a:cubicBezTo>
                    <a:pt x="5264" y="1"/>
                    <a:pt x="4275" y="256"/>
                    <a:pt x="3359" y="815"/>
                  </a:cubicBezTo>
                  <a:cubicBezTo>
                    <a:pt x="3155" y="927"/>
                    <a:pt x="3273" y="1198"/>
                    <a:pt x="3454" y="1198"/>
                  </a:cubicBezTo>
                  <a:cubicBezTo>
                    <a:pt x="3491" y="1198"/>
                    <a:pt x="3530" y="1187"/>
                    <a:pt x="3570" y="1161"/>
                  </a:cubicBezTo>
                  <a:cubicBezTo>
                    <a:pt x="4421" y="641"/>
                    <a:pt x="5338" y="403"/>
                    <a:pt x="6236" y="403"/>
                  </a:cubicBezTo>
                  <a:cubicBezTo>
                    <a:pt x="8927" y="403"/>
                    <a:pt x="11439" y="2537"/>
                    <a:pt x="11439" y="5581"/>
                  </a:cubicBezTo>
                  <a:cubicBezTo>
                    <a:pt x="11439" y="7354"/>
                    <a:pt x="10531" y="9006"/>
                    <a:pt x="9032" y="9953"/>
                  </a:cubicBezTo>
                  <a:cubicBezTo>
                    <a:pt x="8190" y="10487"/>
                    <a:pt x="7229" y="10758"/>
                    <a:pt x="6263" y="10758"/>
                  </a:cubicBezTo>
                  <a:cubicBezTo>
                    <a:pt x="5509" y="10758"/>
                    <a:pt x="4754" y="10593"/>
                    <a:pt x="4050" y="10260"/>
                  </a:cubicBezTo>
                  <a:cubicBezTo>
                    <a:pt x="2446" y="9506"/>
                    <a:pt x="1341" y="7978"/>
                    <a:pt x="1125" y="6220"/>
                  </a:cubicBezTo>
                  <a:cubicBezTo>
                    <a:pt x="904" y="4462"/>
                    <a:pt x="1600" y="2708"/>
                    <a:pt x="2969" y="1584"/>
                  </a:cubicBezTo>
                  <a:cubicBezTo>
                    <a:pt x="3148" y="1451"/>
                    <a:pt x="3017" y="1216"/>
                    <a:pt x="2850" y="1216"/>
                  </a:cubicBezTo>
                  <a:cubicBezTo>
                    <a:pt x="2806" y="1216"/>
                    <a:pt x="2759" y="1233"/>
                    <a:pt x="2715" y="1272"/>
                  </a:cubicBezTo>
                  <a:cubicBezTo>
                    <a:pt x="385" y="3193"/>
                    <a:pt x="0" y="6619"/>
                    <a:pt x="1860" y="9001"/>
                  </a:cubicBezTo>
                  <a:lnTo>
                    <a:pt x="937" y="10044"/>
                  </a:lnTo>
                  <a:cubicBezTo>
                    <a:pt x="769" y="10231"/>
                    <a:pt x="678" y="10472"/>
                    <a:pt x="678" y="10721"/>
                  </a:cubicBezTo>
                  <a:lnTo>
                    <a:pt x="678" y="12465"/>
                  </a:lnTo>
                  <a:cubicBezTo>
                    <a:pt x="678" y="12960"/>
                    <a:pt x="1081" y="13359"/>
                    <a:pt x="1571" y="13359"/>
                  </a:cubicBezTo>
                  <a:lnTo>
                    <a:pt x="8393" y="13359"/>
                  </a:lnTo>
                  <a:cubicBezTo>
                    <a:pt x="8398" y="13359"/>
                    <a:pt x="8402" y="13359"/>
                    <a:pt x="8407" y="13359"/>
                  </a:cubicBezTo>
                  <a:cubicBezTo>
                    <a:pt x="8671" y="13359"/>
                    <a:pt x="8672" y="12959"/>
                    <a:pt x="8411" y="12959"/>
                  </a:cubicBezTo>
                  <a:cubicBezTo>
                    <a:pt x="8405" y="12959"/>
                    <a:pt x="8399" y="12960"/>
                    <a:pt x="8393" y="12960"/>
                  </a:cubicBezTo>
                  <a:lnTo>
                    <a:pt x="1576" y="12960"/>
                  </a:lnTo>
                  <a:cubicBezTo>
                    <a:pt x="1302" y="12960"/>
                    <a:pt x="1086" y="12739"/>
                    <a:pt x="1081" y="12465"/>
                  </a:cubicBezTo>
                  <a:lnTo>
                    <a:pt x="1081" y="10721"/>
                  </a:lnTo>
                  <a:cubicBezTo>
                    <a:pt x="1081" y="10568"/>
                    <a:pt x="1139" y="10423"/>
                    <a:pt x="1240" y="10308"/>
                  </a:cubicBezTo>
                  <a:lnTo>
                    <a:pt x="2114" y="9314"/>
                  </a:lnTo>
                  <a:cubicBezTo>
                    <a:pt x="3220" y="10538"/>
                    <a:pt x="4739" y="11157"/>
                    <a:pt x="6261" y="11157"/>
                  </a:cubicBezTo>
                  <a:cubicBezTo>
                    <a:pt x="7643" y="11157"/>
                    <a:pt x="9027" y="10647"/>
                    <a:pt x="10108" y="9616"/>
                  </a:cubicBezTo>
                  <a:lnTo>
                    <a:pt x="10718" y="10303"/>
                  </a:lnTo>
                  <a:cubicBezTo>
                    <a:pt x="10819" y="10419"/>
                    <a:pt x="10877" y="10568"/>
                    <a:pt x="10877" y="10721"/>
                  </a:cubicBezTo>
                  <a:cubicBezTo>
                    <a:pt x="10858" y="12456"/>
                    <a:pt x="10925" y="12513"/>
                    <a:pt x="10810" y="12710"/>
                  </a:cubicBezTo>
                  <a:cubicBezTo>
                    <a:pt x="10723" y="12864"/>
                    <a:pt x="10560" y="12955"/>
                    <a:pt x="10387" y="12955"/>
                  </a:cubicBezTo>
                  <a:lnTo>
                    <a:pt x="9147" y="12955"/>
                  </a:lnTo>
                  <a:cubicBezTo>
                    <a:pt x="9143" y="12955"/>
                    <a:pt x="9138" y="12955"/>
                    <a:pt x="9134" y="12955"/>
                  </a:cubicBezTo>
                  <a:cubicBezTo>
                    <a:pt x="8869" y="12955"/>
                    <a:pt x="8869" y="13359"/>
                    <a:pt x="9134" y="13359"/>
                  </a:cubicBezTo>
                  <a:cubicBezTo>
                    <a:pt x="9138" y="13359"/>
                    <a:pt x="9143" y="13359"/>
                    <a:pt x="9147" y="13359"/>
                  </a:cubicBezTo>
                  <a:lnTo>
                    <a:pt x="10387" y="13359"/>
                  </a:lnTo>
                  <a:cubicBezTo>
                    <a:pt x="10661" y="13359"/>
                    <a:pt x="10920" y="13229"/>
                    <a:pt x="11088" y="13013"/>
                  </a:cubicBezTo>
                  <a:lnTo>
                    <a:pt x="11718" y="13013"/>
                  </a:lnTo>
                  <a:cubicBezTo>
                    <a:pt x="12049" y="13013"/>
                    <a:pt x="12318" y="12744"/>
                    <a:pt x="12318" y="12412"/>
                  </a:cubicBezTo>
                  <a:lnTo>
                    <a:pt x="12318" y="11985"/>
                  </a:lnTo>
                  <a:lnTo>
                    <a:pt x="12573" y="11985"/>
                  </a:lnTo>
                  <a:cubicBezTo>
                    <a:pt x="13106" y="11985"/>
                    <a:pt x="13534" y="11557"/>
                    <a:pt x="13534" y="11024"/>
                  </a:cubicBezTo>
                  <a:lnTo>
                    <a:pt x="13534" y="6883"/>
                  </a:lnTo>
                  <a:cubicBezTo>
                    <a:pt x="14038" y="6787"/>
                    <a:pt x="14398" y="6350"/>
                    <a:pt x="14398" y="5840"/>
                  </a:cubicBezTo>
                  <a:cubicBezTo>
                    <a:pt x="14398" y="5211"/>
                    <a:pt x="13883" y="4781"/>
                    <a:pt x="13336" y="4781"/>
                  </a:cubicBezTo>
                  <a:cubicBezTo>
                    <a:pt x="13107" y="4781"/>
                    <a:pt x="12873" y="4856"/>
                    <a:pt x="12669" y="5024"/>
                  </a:cubicBezTo>
                  <a:cubicBezTo>
                    <a:pt x="11982" y="5595"/>
                    <a:pt x="12265" y="6710"/>
                    <a:pt x="13140" y="6878"/>
                  </a:cubicBezTo>
                  <a:lnTo>
                    <a:pt x="13140" y="11019"/>
                  </a:lnTo>
                  <a:cubicBezTo>
                    <a:pt x="13140" y="11331"/>
                    <a:pt x="12890" y="11581"/>
                    <a:pt x="12578" y="11581"/>
                  </a:cubicBezTo>
                  <a:lnTo>
                    <a:pt x="12323" y="11581"/>
                  </a:lnTo>
                  <a:lnTo>
                    <a:pt x="12323" y="11154"/>
                  </a:lnTo>
                  <a:cubicBezTo>
                    <a:pt x="12323" y="10822"/>
                    <a:pt x="12054" y="10553"/>
                    <a:pt x="11722" y="10553"/>
                  </a:cubicBezTo>
                  <a:lnTo>
                    <a:pt x="11266" y="10553"/>
                  </a:lnTo>
                  <a:cubicBezTo>
                    <a:pt x="11232" y="10366"/>
                    <a:pt x="11151" y="10188"/>
                    <a:pt x="11021" y="10044"/>
                  </a:cubicBezTo>
                  <a:lnTo>
                    <a:pt x="10392" y="9328"/>
                  </a:lnTo>
                  <a:cubicBezTo>
                    <a:pt x="11324" y="8305"/>
                    <a:pt x="11842" y="6969"/>
                    <a:pt x="11842" y="5581"/>
                  </a:cubicBezTo>
                  <a:cubicBezTo>
                    <a:pt x="11842" y="2293"/>
                    <a:pt x="9132" y="1"/>
                    <a:pt x="6232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77" name="Google Shape;8277;p69"/>
            <p:cNvSpPr/>
            <p:nvPr/>
          </p:nvSpPr>
          <p:spPr>
            <a:xfrm>
              <a:off x="2717808" y="3935770"/>
              <a:ext cx="84535" cy="72362"/>
            </a:xfrm>
            <a:custGeom>
              <a:avLst/>
              <a:gdLst/>
              <a:ahLst/>
              <a:cxnLst/>
              <a:rect l="l" t="t" r="r" b="b"/>
              <a:pathLst>
                <a:path w="3229" h="2764" extrusionOk="0">
                  <a:moveTo>
                    <a:pt x="1856" y="401"/>
                  </a:moveTo>
                  <a:cubicBezTo>
                    <a:pt x="2096" y="401"/>
                    <a:pt x="2342" y="490"/>
                    <a:pt x="2542" y="688"/>
                  </a:cubicBezTo>
                  <a:cubicBezTo>
                    <a:pt x="3157" y="1308"/>
                    <a:pt x="2720" y="2365"/>
                    <a:pt x="1845" y="2365"/>
                  </a:cubicBezTo>
                  <a:cubicBezTo>
                    <a:pt x="1302" y="2365"/>
                    <a:pt x="865" y="1928"/>
                    <a:pt x="865" y="1385"/>
                  </a:cubicBezTo>
                  <a:cubicBezTo>
                    <a:pt x="865" y="793"/>
                    <a:pt x="1350" y="401"/>
                    <a:pt x="1856" y="401"/>
                  </a:cubicBezTo>
                  <a:close/>
                  <a:moveTo>
                    <a:pt x="1837" y="0"/>
                  </a:moveTo>
                  <a:cubicBezTo>
                    <a:pt x="1498" y="0"/>
                    <a:pt x="1151" y="127"/>
                    <a:pt x="870" y="410"/>
                  </a:cubicBezTo>
                  <a:cubicBezTo>
                    <a:pt x="0" y="1279"/>
                    <a:pt x="615" y="2764"/>
                    <a:pt x="1850" y="2764"/>
                  </a:cubicBezTo>
                  <a:cubicBezTo>
                    <a:pt x="2609" y="2764"/>
                    <a:pt x="3229" y="2144"/>
                    <a:pt x="3229" y="1385"/>
                  </a:cubicBezTo>
                  <a:cubicBezTo>
                    <a:pt x="3229" y="553"/>
                    <a:pt x="2547" y="0"/>
                    <a:pt x="1837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278" name="Google Shape;8278;p69"/>
          <p:cNvGrpSpPr/>
          <p:nvPr/>
        </p:nvGrpSpPr>
        <p:grpSpPr>
          <a:xfrm>
            <a:off x="2609794" y="3208780"/>
            <a:ext cx="308564" cy="192462"/>
            <a:chOff x="3479725" y="3421123"/>
            <a:chExt cx="411419" cy="256616"/>
          </a:xfrm>
        </p:grpSpPr>
        <p:sp>
          <p:nvSpPr>
            <p:cNvPr id="8279" name="Google Shape;8279;p69"/>
            <p:cNvSpPr/>
            <p:nvPr/>
          </p:nvSpPr>
          <p:spPr>
            <a:xfrm>
              <a:off x="3485642" y="3487542"/>
              <a:ext cx="399585" cy="153467"/>
            </a:xfrm>
            <a:custGeom>
              <a:avLst/>
              <a:gdLst/>
              <a:ahLst/>
              <a:cxnLst/>
              <a:rect l="l" t="t" r="r" b="b"/>
              <a:pathLst>
                <a:path w="15263" h="5862" extrusionOk="0">
                  <a:moveTo>
                    <a:pt x="644" y="1"/>
                  </a:moveTo>
                  <a:cubicBezTo>
                    <a:pt x="288" y="1"/>
                    <a:pt x="0" y="284"/>
                    <a:pt x="5" y="640"/>
                  </a:cubicBezTo>
                  <a:lnTo>
                    <a:pt x="5" y="5223"/>
                  </a:lnTo>
                  <a:cubicBezTo>
                    <a:pt x="5" y="5574"/>
                    <a:pt x="288" y="5862"/>
                    <a:pt x="644" y="5862"/>
                  </a:cubicBezTo>
                  <a:lnTo>
                    <a:pt x="14619" y="5862"/>
                  </a:lnTo>
                  <a:cubicBezTo>
                    <a:pt x="14974" y="5862"/>
                    <a:pt x="15263" y="5578"/>
                    <a:pt x="15263" y="5223"/>
                  </a:cubicBezTo>
                  <a:lnTo>
                    <a:pt x="15263" y="640"/>
                  </a:lnTo>
                  <a:cubicBezTo>
                    <a:pt x="15258" y="284"/>
                    <a:pt x="14974" y="1"/>
                    <a:pt x="14624" y="1"/>
                  </a:cubicBezTo>
                  <a:close/>
                </a:path>
              </a:pathLst>
            </a:custGeom>
            <a:solidFill>
              <a:srgbClr val="8EA0A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80" name="Google Shape;8280;p69"/>
            <p:cNvSpPr/>
            <p:nvPr/>
          </p:nvSpPr>
          <p:spPr>
            <a:xfrm>
              <a:off x="3830249" y="3487542"/>
              <a:ext cx="54847" cy="153467"/>
            </a:xfrm>
            <a:custGeom>
              <a:avLst/>
              <a:gdLst/>
              <a:ahLst/>
              <a:cxnLst/>
              <a:rect l="l" t="t" r="r" b="b"/>
              <a:pathLst>
                <a:path w="2095" h="5862" extrusionOk="0">
                  <a:moveTo>
                    <a:pt x="0" y="1"/>
                  </a:moveTo>
                  <a:cubicBezTo>
                    <a:pt x="356" y="1"/>
                    <a:pt x="639" y="289"/>
                    <a:pt x="639" y="640"/>
                  </a:cubicBezTo>
                  <a:lnTo>
                    <a:pt x="639" y="5223"/>
                  </a:lnTo>
                  <a:cubicBezTo>
                    <a:pt x="639" y="5574"/>
                    <a:pt x="356" y="5862"/>
                    <a:pt x="0" y="5862"/>
                  </a:cubicBezTo>
                  <a:lnTo>
                    <a:pt x="1456" y="5862"/>
                  </a:lnTo>
                  <a:cubicBezTo>
                    <a:pt x="1807" y="5862"/>
                    <a:pt x="2095" y="5574"/>
                    <a:pt x="2095" y="5223"/>
                  </a:cubicBezTo>
                  <a:lnTo>
                    <a:pt x="2095" y="640"/>
                  </a:lnTo>
                  <a:cubicBezTo>
                    <a:pt x="2095" y="289"/>
                    <a:pt x="1807" y="1"/>
                    <a:pt x="1456" y="1"/>
                  </a:cubicBezTo>
                  <a:close/>
                </a:path>
              </a:pathLst>
            </a:custGeom>
            <a:solidFill>
              <a:srgbClr val="8295A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81" name="Google Shape;8281;p69"/>
            <p:cNvSpPr/>
            <p:nvPr/>
          </p:nvSpPr>
          <p:spPr>
            <a:xfrm>
              <a:off x="3539468" y="3640983"/>
              <a:ext cx="78749" cy="30735"/>
            </a:xfrm>
            <a:custGeom>
              <a:avLst/>
              <a:gdLst/>
              <a:ahLst/>
              <a:cxnLst/>
              <a:rect l="l" t="t" r="r" b="b"/>
              <a:pathLst>
                <a:path w="3008" h="1174" extrusionOk="0">
                  <a:moveTo>
                    <a:pt x="0" y="1"/>
                  </a:moveTo>
                  <a:lnTo>
                    <a:pt x="0" y="750"/>
                  </a:lnTo>
                  <a:cubicBezTo>
                    <a:pt x="0" y="986"/>
                    <a:pt x="188" y="1173"/>
                    <a:pt x="418" y="1173"/>
                  </a:cubicBezTo>
                  <a:lnTo>
                    <a:pt x="2590" y="1173"/>
                  </a:lnTo>
                  <a:cubicBezTo>
                    <a:pt x="2820" y="1168"/>
                    <a:pt x="3008" y="981"/>
                    <a:pt x="3008" y="750"/>
                  </a:cubicBezTo>
                  <a:lnTo>
                    <a:pt x="3008" y="1"/>
                  </a:lnTo>
                  <a:close/>
                </a:path>
              </a:pathLst>
            </a:custGeom>
            <a:solidFill>
              <a:srgbClr val="8EA0A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82" name="Google Shape;8282;p69"/>
            <p:cNvSpPr/>
            <p:nvPr/>
          </p:nvSpPr>
          <p:spPr>
            <a:xfrm>
              <a:off x="3579209" y="3640983"/>
              <a:ext cx="39008" cy="30735"/>
            </a:xfrm>
            <a:custGeom>
              <a:avLst/>
              <a:gdLst/>
              <a:ahLst/>
              <a:cxnLst/>
              <a:rect l="l" t="t" r="r" b="b"/>
              <a:pathLst>
                <a:path w="1490" h="1174" extrusionOk="0">
                  <a:moveTo>
                    <a:pt x="418" y="1"/>
                  </a:moveTo>
                  <a:lnTo>
                    <a:pt x="418" y="755"/>
                  </a:lnTo>
                  <a:cubicBezTo>
                    <a:pt x="418" y="986"/>
                    <a:pt x="231" y="1173"/>
                    <a:pt x="0" y="1173"/>
                  </a:cubicBezTo>
                  <a:lnTo>
                    <a:pt x="1072" y="1173"/>
                  </a:lnTo>
                  <a:cubicBezTo>
                    <a:pt x="1302" y="1173"/>
                    <a:pt x="1490" y="986"/>
                    <a:pt x="1490" y="755"/>
                  </a:cubicBezTo>
                  <a:lnTo>
                    <a:pt x="1490" y="1"/>
                  </a:lnTo>
                  <a:close/>
                </a:path>
              </a:pathLst>
            </a:custGeom>
            <a:solidFill>
              <a:srgbClr val="8295A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83" name="Google Shape;8283;p69"/>
            <p:cNvSpPr/>
            <p:nvPr/>
          </p:nvSpPr>
          <p:spPr>
            <a:xfrm>
              <a:off x="3752390" y="3640983"/>
              <a:ext cx="78749" cy="30735"/>
            </a:xfrm>
            <a:custGeom>
              <a:avLst/>
              <a:gdLst/>
              <a:ahLst/>
              <a:cxnLst/>
              <a:rect l="l" t="t" r="r" b="b"/>
              <a:pathLst>
                <a:path w="3008" h="1174" extrusionOk="0">
                  <a:moveTo>
                    <a:pt x="1" y="1"/>
                  </a:moveTo>
                  <a:lnTo>
                    <a:pt x="1" y="750"/>
                  </a:lnTo>
                  <a:cubicBezTo>
                    <a:pt x="1" y="986"/>
                    <a:pt x="188" y="1173"/>
                    <a:pt x="423" y="1173"/>
                  </a:cubicBezTo>
                  <a:lnTo>
                    <a:pt x="2595" y="1173"/>
                  </a:lnTo>
                  <a:cubicBezTo>
                    <a:pt x="2825" y="1168"/>
                    <a:pt x="3008" y="981"/>
                    <a:pt x="3008" y="750"/>
                  </a:cubicBezTo>
                  <a:lnTo>
                    <a:pt x="3008" y="1"/>
                  </a:lnTo>
                  <a:close/>
                </a:path>
              </a:pathLst>
            </a:custGeom>
            <a:solidFill>
              <a:srgbClr val="8EA0A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84" name="Google Shape;8284;p69"/>
            <p:cNvSpPr/>
            <p:nvPr/>
          </p:nvSpPr>
          <p:spPr>
            <a:xfrm>
              <a:off x="3795665" y="3640983"/>
              <a:ext cx="35605" cy="30735"/>
            </a:xfrm>
            <a:custGeom>
              <a:avLst/>
              <a:gdLst/>
              <a:ahLst/>
              <a:cxnLst/>
              <a:rect l="l" t="t" r="r" b="b"/>
              <a:pathLst>
                <a:path w="1360" h="1174" extrusionOk="0">
                  <a:moveTo>
                    <a:pt x="418" y="1"/>
                  </a:moveTo>
                  <a:lnTo>
                    <a:pt x="418" y="755"/>
                  </a:lnTo>
                  <a:cubicBezTo>
                    <a:pt x="418" y="986"/>
                    <a:pt x="231" y="1173"/>
                    <a:pt x="0" y="1173"/>
                  </a:cubicBezTo>
                  <a:lnTo>
                    <a:pt x="937" y="1173"/>
                  </a:lnTo>
                  <a:cubicBezTo>
                    <a:pt x="1172" y="1173"/>
                    <a:pt x="1360" y="986"/>
                    <a:pt x="1360" y="755"/>
                  </a:cubicBezTo>
                  <a:lnTo>
                    <a:pt x="1360" y="1"/>
                  </a:lnTo>
                  <a:close/>
                </a:path>
              </a:pathLst>
            </a:custGeom>
            <a:solidFill>
              <a:srgbClr val="8295A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85" name="Google Shape;8285;p69"/>
            <p:cNvSpPr/>
            <p:nvPr/>
          </p:nvSpPr>
          <p:spPr>
            <a:xfrm>
              <a:off x="3514178" y="3427197"/>
              <a:ext cx="177500" cy="170772"/>
            </a:xfrm>
            <a:custGeom>
              <a:avLst/>
              <a:gdLst/>
              <a:ahLst/>
              <a:cxnLst/>
              <a:rect l="l" t="t" r="r" b="b"/>
              <a:pathLst>
                <a:path w="6780" h="6523" extrusionOk="0">
                  <a:moveTo>
                    <a:pt x="3517" y="0"/>
                  </a:moveTo>
                  <a:cubicBezTo>
                    <a:pt x="2196" y="0"/>
                    <a:pt x="1010" y="793"/>
                    <a:pt x="505" y="2013"/>
                  </a:cubicBezTo>
                  <a:cubicBezTo>
                    <a:pt x="1" y="3228"/>
                    <a:pt x="279" y="4636"/>
                    <a:pt x="1211" y="5568"/>
                  </a:cubicBezTo>
                  <a:cubicBezTo>
                    <a:pt x="1835" y="6191"/>
                    <a:pt x="2669" y="6522"/>
                    <a:pt x="3518" y="6522"/>
                  </a:cubicBezTo>
                  <a:cubicBezTo>
                    <a:pt x="3938" y="6522"/>
                    <a:pt x="4362" y="6441"/>
                    <a:pt x="4766" y="6274"/>
                  </a:cubicBezTo>
                  <a:cubicBezTo>
                    <a:pt x="5987" y="5770"/>
                    <a:pt x="6779" y="4578"/>
                    <a:pt x="6779" y="3262"/>
                  </a:cubicBezTo>
                  <a:cubicBezTo>
                    <a:pt x="6779" y="1460"/>
                    <a:pt x="5319" y="0"/>
                    <a:pt x="3517" y="0"/>
                  </a:cubicBezTo>
                  <a:close/>
                </a:path>
              </a:pathLst>
            </a:custGeom>
            <a:solidFill>
              <a:srgbClr val="F5F8F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86" name="Google Shape;8286;p69"/>
            <p:cNvSpPr/>
            <p:nvPr/>
          </p:nvSpPr>
          <p:spPr>
            <a:xfrm>
              <a:off x="3588634" y="3427197"/>
              <a:ext cx="107809" cy="170772"/>
            </a:xfrm>
            <a:custGeom>
              <a:avLst/>
              <a:gdLst/>
              <a:ahLst/>
              <a:cxnLst/>
              <a:rect l="l" t="t" r="r" b="b"/>
              <a:pathLst>
                <a:path w="4118" h="6523" extrusionOk="0">
                  <a:moveTo>
                    <a:pt x="673" y="0"/>
                  </a:moveTo>
                  <a:cubicBezTo>
                    <a:pt x="443" y="0"/>
                    <a:pt x="222" y="19"/>
                    <a:pt x="1" y="67"/>
                  </a:cubicBezTo>
                  <a:cubicBezTo>
                    <a:pt x="1504" y="389"/>
                    <a:pt x="2585" y="1720"/>
                    <a:pt x="2585" y="3262"/>
                  </a:cubicBezTo>
                  <a:cubicBezTo>
                    <a:pt x="2585" y="4799"/>
                    <a:pt x="1504" y="6135"/>
                    <a:pt x="1" y="6452"/>
                  </a:cubicBezTo>
                  <a:cubicBezTo>
                    <a:pt x="228" y="6500"/>
                    <a:pt x="455" y="6523"/>
                    <a:pt x="678" y="6523"/>
                  </a:cubicBezTo>
                  <a:cubicBezTo>
                    <a:pt x="2308" y="6523"/>
                    <a:pt x="3739" y="5293"/>
                    <a:pt x="3916" y="3598"/>
                  </a:cubicBezTo>
                  <a:cubicBezTo>
                    <a:pt x="4118" y="1672"/>
                    <a:pt x="2604" y="0"/>
                    <a:pt x="673" y="0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87" name="Google Shape;8287;p69"/>
            <p:cNvSpPr/>
            <p:nvPr/>
          </p:nvSpPr>
          <p:spPr>
            <a:xfrm>
              <a:off x="3546510" y="3457121"/>
              <a:ext cx="115218" cy="110872"/>
            </a:xfrm>
            <a:custGeom>
              <a:avLst/>
              <a:gdLst/>
              <a:ahLst/>
              <a:cxnLst/>
              <a:rect l="l" t="t" r="r" b="b"/>
              <a:pathLst>
                <a:path w="4401" h="4235" extrusionOk="0">
                  <a:moveTo>
                    <a:pt x="2282" y="0"/>
                  </a:moveTo>
                  <a:cubicBezTo>
                    <a:pt x="1427" y="0"/>
                    <a:pt x="654" y="514"/>
                    <a:pt x="327" y="1307"/>
                  </a:cubicBezTo>
                  <a:cubicBezTo>
                    <a:pt x="0" y="2100"/>
                    <a:pt x="178" y="3008"/>
                    <a:pt x="783" y="3613"/>
                  </a:cubicBezTo>
                  <a:cubicBezTo>
                    <a:pt x="1189" y="4019"/>
                    <a:pt x="1733" y="4234"/>
                    <a:pt x="2286" y="4234"/>
                  </a:cubicBezTo>
                  <a:cubicBezTo>
                    <a:pt x="2558" y="4234"/>
                    <a:pt x="2833" y="4182"/>
                    <a:pt x="3094" y="4074"/>
                  </a:cubicBezTo>
                  <a:cubicBezTo>
                    <a:pt x="3887" y="3748"/>
                    <a:pt x="4401" y="2974"/>
                    <a:pt x="4401" y="2119"/>
                  </a:cubicBezTo>
                  <a:cubicBezTo>
                    <a:pt x="4401" y="947"/>
                    <a:pt x="3454" y="0"/>
                    <a:pt x="2282" y="0"/>
                  </a:cubicBezTo>
                  <a:close/>
                </a:path>
              </a:pathLst>
            </a:custGeom>
            <a:solidFill>
              <a:srgbClr val="E3E8E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88" name="Google Shape;8288;p69"/>
            <p:cNvSpPr/>
            <p:nvPr/>
          </p:nvSpPr>
          <p:spPr>
            <a:xfrm>
              <a:off x="3592299" y="3457121"/>
              <a:ext cx="73199" cy="110872"/>
            </a:xfrm>
            <a:custGeom>
              <a:avLst/>
              <a:gdLst/>
              <a:ahLst/>
              <a:cxnLst/>
              <a:rect l="l" t="t" r="r" b="b"/>
              <a:pathLst>
                <a:path w="2796" h="4235" extrusionOk="0">
                  <a:moveTo>
                    <a:pt x="541" y="0"/>
                  </a:moveTo>
                  <a:cubicBezTo>
                    <a:pt x="539" y="0"/>
                    <a:pt x="536" y="0"/>
                    <a:pt x="533" y="0"/>
                  </a:cubicBezTo>
                  <a:cubicBezTo>
                    <a:pt x="351" y="0"/>
                    <a:pt x="173" y="20"/>
                    <a:pt x="0" y="68"/>
                  </a:cubicBezTo>
                  <a:cubicBezTo>
                    <a:pt x="932" y="308"/>
                    <a:pt x="1585" y="1153"/>
                    <a:pt x="1585" y="2114"/>
                  </a:cubicBezTo>
                  <a:cubicBezTo>
                    <a:pt x="1585" y="3080"/>
                    <a:pt x="932" y="3925"/>
                    <a:pt x="0" y="4165"/>
                  </a:cubicBezTo>
                  <a:cubicBezTo>
                    <a:pt x="180" y="4212"/>
                    <a:pt x="360" y="4235"/>
                    <a:pt x="536" y="4235"/>
                  </a:cubicBezTo>
                  <a:cubicBezTo>
                    <a:pt x="1573" y="4235"/>
                    <a:pt x="2497" y="3467"/>
                    <a:pt x="2633" y="2383"/>
                  </a:cubicBezTo>
                  <a:cubicBezTo>
                    <a:pt x="2796" y="1122"/>
                    <a:pt x="1811" y="0"/>
                    <a:pt x="541" y="0"/>
                  </a:cubicBezTo>
                  <a:close/>
                </a:path>
              </a:pathLst>
            </a:custGeom>
            <a:solidFill>
              <a:srgbClr val="D6DCE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89" name="Google Shape;8289;p69"/>
            <p:cNvSpPr/>
            <p:nvPr/>
          </p:nvSpPr>
          <p:spPr>
            <a:xfrm>
              <a:off x="3702700" y="3536734"/>
              <a:ext cx="64560" cy="55187"/>
            </a:xfrm>
            <a:custGeom>
              <a:avLst/>
              <a:gdLst/>
              <a:ahLst/>
              <a:cxnLst/>
              <a:rect l="l" t="t" r="r" b="b"/>
              <a:pathLst>
                <a:path w="2466" h="2108" extrusionOk="0">
                  <a:moveTo>
                    <a:pt x="1413" y="0"/>
                  </a:moveTo>
                  <a:cubicBezTo>
                    <a:pt x="472" y="0"/>
                    <a:pt x="1" y="1134"/>
                    <a:pt x="669" y="1797"/>
                  </a:cubicBezTo>
                  <a:cubicBezTo>
                    <a:pt x="883" y="2011"/>
                    <a:pt x="1146" y="2107"/>
                    <a:pt x="1405" y="2107"/>
                  </a:cubicBezTo>
                  <a:cubicBezTo>
                    <a:pt x="1946" y="2107"/>
                    <a:pt x="2465" y="1686"/>
                    <a:pt x="2465" y="1052"/>
                  </a:cubicBezTo>
                  <a:cubicBezTo>
                    <a:pt x="2465" y="471"/>
                    <a:pt x="1995" y="0"/>
                    <a:pt x="1413" y="0"/>
                  </a:cubicBezTo>
                  <a:close/>
                </a:path>
              </a:pathLst>
            </a:custGeom>
            <a:solidFill>
              <a:srgbClr val="B1BDC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90" name="Google Shape;8290;p69"/>
            <p:cNvSpPr/>
            <p:nvPr/>
          </p:nvSpPr>
          <p:spPr>
            <a:xfrm>
              <a:off x="3729508" y="3536734"/>
              <a:ext cx="40527" cy="55187"/>
            </a:xfrm>
            <a:custGeom>
              <a:avLst/>
              <a:gdLst/>
              <a:ahLst/>
              <a:cxnLst/>
              <a:rect l="l" t="t" r="r" b="b"/>
              <a:pathLst>
                <a:path w="1548" h="2108" extrusionOk="0">
                  <a:moveTo>
                    <a:pt x="389" y="0"/>
                  </a:moveTo>
                  <a:cubicBezTo>
                    <a:pt x="255" y="0"/>
                    <a:pt x="120" y="24"/>
                    <a:pt x="0" y="72"/>
                  </a:cubicBezTo>
                  <a:cubicBezTo>
                    <a:pt x="884" y="428"/>
                    <a:pt x="884" y="1677"/>
                    <a:pt x="0" y="2032"/>
                  </a:cubicBezTo>
                  <a:cubicBezTo>
                    <a:pt x="128" y="2084"/>
                    <a:pt x="260" y="2107"/>
                    <a:pt x="388" y="2107"/>
                  </a:cubicBezTo>
                  <a:cubicBezTo>
                    <a:pt x="875" y="2107"/>
                    <a:pt x="1323" y="1763"/>
                    <a:pt x="1422" y="1249"/>
                  </a:cubicBezTo>
                  <a:cubicBezTo>
                    <a:pt x="1547" y="601"/>
                    <a:pt x="1048" y="0"/>
                    <a:pt x="389" y="0"/>
                  </a:cubicBezTo>
                  <a:close/>
                </a:path>
              </a:pathLst>
            </a:custGeom>
            <a:solidFill>
              <a:srgbClr val="A3B2B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91" name="Google Shape;8291;p69"/>
            <p:cNvSpPr/>
            <p:nvPr/>
          </p:nvSpPr>
          <p:spPr>
            <a:xfrm>
              <a:off x="3782575" y="3536734"/>
              <a:ext cx="64429" cy="55187"/>
            </a:xfrm>
            <a:custGeom>
              <a:avLst/>
              <a:gdLst/>
              <a:ahLst/>
              <a:cxnLst/>
              <a:rect l="l" t="t" r="r" b="b"/>
              <a:pathLst>
                <a:path w="2461" h="2108" extrusionOk="0">
                  <a:moveTo>
                    <a:pt x="1408" y="0"/>
                  </a:moveTo>
                  <a:cubicBezTo>
                    <a:pt x="471" y="0"/>
                    <a:pt x="1" y="1134"/>
                    <a:pt x="664" y="1797"/>
                  </a:cubicBezTo>
                  <a:cubicBezTo>
                    <a:pt x="878" y="2011"/>
                    <a:pt x="1141" y="2107"/>
                    <a:pt x="1399" y="2107"/>
                  </a:cubicBezTo>
                  <a:cubicBezTo>
                    <a:pt x="1941" y="2107"/>
                    <a:pt x="2460" y="1686"/>
                    <a:pt x="2460" y="1052"/>
                  </a:cubicBezTo>
                  <a:cubicBezTo>
                    <a:pt x="2460" y="471"/>
                    <a:pt x="1989" y="0"/>
                    <a:pt x="1408" y="0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92" name="Google Shape;8292;p69"/>
            <p:cNvSpPr/>
            <p:nvPr/>
          </p:nvSpPr>
          <p:spPr>
            <a:xfrm>
              <a:off x="3809122" y="3536734"/>
              <a:ext cx="40631" cy="55135"/>
            </a:xfrm>
            <a:custGeom>
              <a:avLst/>
              <a:gdLst/>
              <a:ahLst/>
              <a:cxnLst/>
              <a:rect l="l" t="t" r="r" b="b"/>
              <a:pathLst>
                <a:path w="1552" h="2106" extrusionOk="0">
                  <a:moveTo>
                    <a:pt x="394" y="0"/>
                  </a:moveTo>
                  <a:cubicBezTo>
                    <a:pt x="260" y="0"/>
                    <a:pt x="125" y="24"/>
                    <a:pt x="0" y="77"/>
                  </a:cubicBezTo>
                  <a:cubicBezTo>
                    <a:pt x="879" y="428"/>
                    <a:pt x="879" y="1677"/>
                    <a:pt x="0" y="2028"/>
                  </a:cubicBezTo>
                  <a:cubicBezTo>
                    <a:pt x="131" y="2081"/>
                    <a:pt x="265" y="2106"/>
                    <a:pt x="396" y="2106"/>
                  </a:cubicBezTo>
                  <a:cubicBezTo>
                    <a:pt x="882" y="2106"/>
                    <a:pt x="1329" y="1765"/>
                    <a:pt x="1427" y="1254"/>
                  </a:cubicBezTo>
                  <a:cubicBezTo>
                    <a:pt x="1552" y="601"/>
                    <a:pt x="1057" y="0"/>
                    <a:pt x="394" y="0"/>
                  </a:cubicBezTo>
                  <a:close/>
                </a:path>
              </a:pathLst>
            </a:custGeom>
            <a:solidFill>
              <a:srgbClr val="E5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93" name="Google Shape;8293;p69"/>
            <p:cNvSpPr/>
            <p:nvPr/>
          </p:nvSpPr>
          <p:spPr>
            <a:xfrm>
              <a:off x="3752390" y="3460000"/>
              <a:ext cx="70450" cy="27568"/>
            </a:xfrm>
            <a:custGeom>
              <a:avLst/>
              <a:gdLst/>
              <a:ahLst/>
              <a:cxnLst/>
              <a:rect l="l" t="t" r="r" b="b"/>
              <a:pathLst>
                <a:path w="2691" h="1053" extrusionOk="0">
                  <a:moveTo>
                    <a:pt x="1643" y="1"/>
                  </a:moveTo>
                  <a:cubicBezTo>
                    <a:pt x="1640" y="1"/>
                    <a:pt x="1637" y="1"/>
                    <a:pt x="1634" y="1"/>
                  </a:cubicBezTo>
                  <a:lnTo>
                    <a:pt x="1053" y="1"/>
                  </a:lnTo>
                  <a:cubicBezTo>
                    <a:pt x="471" y="1"/>
                    <a:pt x="1" y="472"/>
                    <a:pt x="1" y="1053"/>
                  </a:cubicBezTo>
                  <a:lnTo>
                    <a:pt x="2691" y="1053"/>
                  </a:lnTo>
                  <a:cubicBezTo>
                    <a:pt x="2691" y="475"/>
                    <a:pt x="2220" y="1"/>
                    <a:pt x="1643" y="1"/>
                  </a:cubicBezTo>
                  <a:close/>
                </a:path>
              </a:pathLst>
            </a:custGeom>
            <a:solidFill>
              <a:srgbClr val="F5F8F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94" name="Google Shape;8294;p69"/>
            <p:cNvSpPr/>
            <p:nvPr/>
          </p:nvSpPr>
          <p:spPr>
            <a:xfrm>
              <a:off x="3544756" y="3451021"/>
              <a:ext cx="127785" cy="123098"/>
            </a:xfrm>
            <a:custGeom>
              <a:avLst/>
              <a:gdLst/>
              <a:ahLst/>
              <a:cxnLst/>
              <a:rect l="l" t="t" r="r" b="b"/>
              <a:pathLst>
                <a:path w="4881" h="4702" extrusionOk="0">
                  <a:moveTo>
                    <a:pt x="2349" y="464"/>
                  </a:moveTo>
                  <a:cubicBezTo>
                    <a:pt x="3108" y="464"/>
                    <a:pt x="3800" y="920"/>
                    <a:pt x="4093" y="1627"/>
                  </a:cubicBezTo>
                  <a:cubicBezTo>
                    <a:pt x="4381" y="2333"/>
                    <a:pt x="4223" y="3145"/>
                    <a:pt x="3680" y="3687"/>
                  </a:cubicBezTo>
                  <a:cubicBezTo>
                    <a:pt x="3320" y="4048"/>
                    <a:pt x="2837" y="4240"/>
                    <a:pt x="2346" y="4240"/>
                  </a:cubicBezTo>
                  <a:cubicBezTo>
                    <a:pt x="2103" y="4240"/>
                    <a:pt x="1857" y="4193"/>
                    <a:pt x="1624" y="4096"/>
                  </a:cubicBezTo>
                  <a:cubicBezTo>
                    <a:pt x="918" y="3803"/>
                    <a:pt x="461" y="3116"/>
                    <a:pt x="461" y="2352"/>
                  </a:cubicBezTo>
                  <a:cubicBezTo>
                    <a:pt x="461" y="1309"/>
                    <a:pt x="1307" y="464"/>
                    <a:pt x="2349" y="464"/>
                  </a:cubicBezTo>
                  <a:close/>
                  <a:moveTo>
                    <a:pt x="2346" y="1"/>
                  </a:moveTo>
                  <a:cubicBezTo>
                    <a:pt x="2043" y="1"/>
                    <a:pt x="1737" y="60"/>
                    <a:pt x="1446" y="181"/>
                  </a:cubicBezTo>
                  <a:cubicBezTo>
                    <a:pt x="572" y="546"/>
                    <a:pt x="0" y="1401"/>
                    <a:pt x="0" y="2352"/>
                  </a:cubicBezTo>
                  <a:cubicBezTo>
                    <a:pt x="0" y="3649"/>
                    <a:pt x="1052" y="4696"/>
                    <a:pt x="2349" y="4701"/>
                  </a:cubicBezTo>
                  <a:cubicBezTo>
                    <a:pt x="3296" y="4701"/>
                    <a:pt x="4151" y="4125"/>
                    <a:pt x="4516" y="3250"/>
                  </a:cubicBezTo>
                  <a:cubicBezTo>
                    <a:pt x="4881" y="2371"/>
                    <a:pt x="4679" y="1362"/>
                    <a:pt x="4007" y="690"/>
                  </a:cubicBezTo>
                  <a:cubicBezTo>
                    <a:pt x="3557" y="240"/>
                    <a:pt x="2957" y="1"/>
                    <a:pt x="2346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95" name="Google Shape;8295;p69"/>
            <p:cNvSpPr/>
            <p:nvPr/>
          </p:nvSpPr>
          <p:spPr>
            <a:xfrm>
              <a:off x="3694794" y="3530608"/>
              <a:ext cx="78514" cy="67283"/>
            </a:xfrm>
            <a:custGeom>
              <a:avLst/>
              <a:gdLst/>
              <a:ahLst/>
              <a:cxnLst/>
              <a:rect l="l" t="t" r="r" b="b"/>
              <a:pathLst>
                <a:path w="2999" h="2570" extrusionOk="0">
                  <a:moveTo>
                    <a:pt x="1719" y="462"/>
                  </a:moveTo>
                  <a:cubicBezTo>
                    <a:pt x="1922" y="462"/>
                    <a:pt x="2129" y="537"/>
                    <a:pt x="2297" y="705"/>
                  </a:cubicBezTo>
                  <a:cubicBezTo>
                    <a:pt x="2815" y="1224"/>
                    <a:pt x="2450" y="2113"/>
                    <a:pt x="1715" y="2113"/>
                  </a:cubicBezTo>
                  <a:cubicBezTo>
                    <a:pt x="1259" y="2113"/>
                    <a:pt x="889" y="1743"/>
                    <a:pt x="889" y="1286"/>
                  </a:cubicBezTo>
                  <a:cubicBezTo>
                    <a:pt x="889" y="790"/>
                    <a:pt x="1295" y="462"/>
                    <a:pt x="1719" y="462"/>
                  </a:cubicBezTo>
                  <a:close/>
                  <a:moveTo>
                    <a:pt x="1705" y="1"/>
                  </a:moveTo>
                  <a:cubicBezTo>
                    <a:pt x="1389" y="1"/>
                    <a:pt x="1068" y="118"/>
                    <a:pt x="807" y="378"/>
                  </a:cubicBezTo>
                  <a:cubicBezTo>
                    <a:pt x="0" y="1186"/>
                    <a:pt x="572" y="2569"/>
                    <a:pt x="1715" y="2569"/>
                  </a:cubicBezTo>
                  <a:cubicBezTo>
                    <a:pt x="2422" y="2569"/>
                    <a:pt x="2998" y="1997"/>
                    <a:pt x="2998" y="1286"/>
                  </a:cubicBezTo>
                  <a:cubicBezTo>
                    <a:pt x="2998" y="513"/>
                    <a:pt x="2364" y="1"/>
                    <a:pt x="1705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96" name="Google Shape;8296;p69"/>
            <p:cNvSpPr/>
            <p:nvPr/>
          </p:nvSpPr>
          <p:spPr>
            <a:xfrm>
              <a:off x="3774407" y="3530608"/>
              <a:ext cx="78619" cy="67283"/>
            </a:xfrm>
            <a:custGeom>
              <a:avLst/>
              <a:gdLst/>
              <a:ahLst/>
              <a:cxnLst/>
              <a:rect l="l" t="t" r="r" b="b"/>
              <a:pathLst>
                <a:path w="3003" h="2570" extrusionOk="0">
                  <a:moveTo>
                    <a:pt x="1723" y="462"/>
                  </a:moveTo>
                  <a:cubicBezTo>
                    <a:pt x="1926" y="462"/>
                    <a:pt x="2133" y="537"/>
                    <a:pt x="2301" y="705"/>
                  </a:cubicBezTo>
                  <a:cubicBezTo>
                    <a:pt x="2820" y="1224"/>
                    <a:pt x="2455" y="2113"/>
                    <a:pt x="1720" y="2113"/>
                  </a:cubicBezTo>
                  <a:cubicBezTo>
                    <a:pt x="1264" y="2108"/>
                    <a:pt x="899" y="1743"/>
                    <a:pt x="899" y="1286"/>
                  </a:cubicBezTo>
                  <a:lnTo>
                    <a:pt x="894" y="1286"/>
                  </a:lnTo>
                  <a:cubicBezTo>
                    <a:pt x="894" y="790"/>
                    <a:pt x="1300" y="462"/>
                    <a:pt x="1723" y="462"/>
                  </a:cubicBezTo>
                  <a:close/>
                  <a:moveTo>
                    <a:pt x="1709" y="1"/>
                  </a:moveTo>
                  <a:cubicBezTo>
                    <a:pt x="1394" y="1"/>
                    <a:pt x="1073" y="118"/>
                    <a:pt x="812" y="378"/>
                  </a:cubicBezTo>
                  <a:cubicBezTo>
                    <a:pt x="0" y="1186"/>
                    <a:pt x="577" y="2569"/>
                    <a:pt x="1720" y="2569"/>
                  </a:cubicBezTo>
                  <a:cubicBezTo>
                    <a:pt x="2426" y="2569"/>
                    <a:pt x="3003" y="1997"/>
                    <a:pt x="3003" y="1286"/>
                  </a:cubicBezTo>
                  <a:cubicBezTo>
                    <a:pt x="3003" y="513"/>
                    <a:pt x="2369" y="1"/>
                    <a:pt x="1709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97" name="Google Shape;8297;p69"/>
            <p:cNvSpPr/>
            <p:nvPr/>
          </p:nvSpPr>
          <p:spPr>
            <a:xfrm>
              <a:off x="3479725" y="3421123"/>
              <a:ext cx="411419" cy="256616"/>
            </a:xfrm>
            <a:custGeom>
              <a:avLst/>
              <a:gdLst/>
              <a:ahLst/>
              <a:cxnLst/>
              <a:rect l="l" t="t" r="r" b="b"/>
              <a:pathLst>
                <a:path w="15715" h="9802" extrusionOk="0">
                  <a:moveTo>
                    <a:pt x="12049" y="1716"/>
                  </a:moveTo>
                  <a:cubicBezTo>
                    <a:pt x="12414" y="1716"/>
                    <a:pt x="12736" y="1957"/>
                    <a:pt x="12842" y="2307"/>
                  </a:cubicBezTo>
                  <a:lnTo>
                    <a:pt x="10680" y="2307"/>
                  </a:lnTo>
                  <a:cubicBezTo>
                    <a:pt x="10785" y="1957"/>
                    <a:pt x="11107" y="1716"/>
                    <a:pt x="11472" y="1716"/>
                  </a:cubicBezTo>
                  <a:close/>
                  <a:moveTo>
                    <a:pt x="5059" y="8629"/>
                  </a:moveTo>
                  <a:lnTo>
                    <a:pt x="5059" y="9153"/>
                  </a:lnTo>
                  <a:cubicBezTo>
                    <a:pt x="5059" y="9254"/>
                    <a:pt x="4977" y="9340"/>
                    <a:pt x="4872" y="9340"/>
                  </a:cubicBezTo>
                  <a:lnTo>
                    <a:pt x="2700" y="9340"/>
                  </a:lnTo>
                  <a:cubicBezTo>
                    <a:pt x="2599" y="9340"/>
                    <a:pt x="2513" y="9254"/>
                    <a:pt x="2513" y="9153"/>
                  </a:cubicBezTo>
                  <a:lnTo>
                    <a:pt x="2513" y="8629"/>
                  </a:lnTo>
                  <a:close/>
                  <a:moveTo>
                    <a:pt x="13197" y="8629"/>
                  </a:moveTo>
                  <a:lnTo>
                    <a:pt x="13197" y="9153"/>
                  </a:lnTo>
                  <a:cubicBezTo>
                    <a:pt x="13197" y="9259"/>
                    <a:pt x="13111" y="9340"/>
                    <a:pt x="13010" y="9340"/>
                  </a:cubicBezTo>
                  <a:lnTo>
                    <a:pt x="10838" y="9340"/>
                  </a:lnTo>
                  <a:cubicBezTo>
                    <a:pt x="10733" y="9340"/>
                    <a:pt x="10646" y="9259"/>
                    <a:pt x="10646" y="9153"/>
                  </a:cubicBezTo>
                  <a:lnTo>
                    <a:pt x="10646" y="8629"/>
                  </a:lnTo>
                  <a:close/>
                  <a:moveTo>
                    <a:pt x="4833" y="0"/>
                  </a:moveTo>
                  <a:cubicBezTo>
                    <a:pt x="4439" y="0"/>
                    <a:pt x="4039" y="67"/>
                    <a:pt x="3647" y="208"/>
                  </a:cubicBezTo>
                  <a:cubicBezTo>
                    <a:pt x="3389" y="302"/>
                    <a:pt x="3488" y="657"/>
                    <a:pt x="3717" y="657"/>
                  </a:cubicBezTo>
                  <a:cubicBezTo>
                    <a:pt x="3745" y="657"/>
                    <a:pt x="3774" y="652"/>
                    <a:pt x="3805" y="640"/>
                  </a:cubicBezTo>
                  <a:cubicBezTo>
                    <a:pt x="4149" y="516"/>
                    <a:pt x="4498" y="457"/>
                    <a:pt x="4838" y="457"/>
                  </a:cubicBezTo>
                  <a:cubicBezTo>
                    <a:pt x="6399" y="457"/>
                    <a:pt x="7794" y="1683"/>
                    <a:pt x="7869" y="3359"/>
                  </a:cubicBezTo>
                  <a:cubicBezTo>
                    <a:pt x="7945" y="5168"/>
                    <a:pt x="6477" y="6525"/>
                    <a:pt x="4839" y="6525"/>
                  </a:cubicBezTo>
                  <a:cubicBezTo>
                    <a:pt x="4401" y="6525"/>
                    <a:pt x="3952" y="6428"/>
                    <a:pt x="3517" y="6218"/>
                  </a:cubicBezTo>
                  <a:cubicBezTo>
                    <a:pt x="1451" y="5219"/>
                    <a:pt x="1201" y="2379"/>
                    <a:pt x="3065" y="1034"/>
                  </a:cubicBezTo>
                  <a:cubicBezTo>
                    <a:pt x="3264" y="886"/>
                    <a:pt x="3121" y="611"/>
                    <a:pt x="2929" y="611"/>
                  </a:cubicBezTo>
                  <a:cubicBezTo>
                    <a:pt x="2884" y="611"/>
                    <a:pt x="2837" y="625"/>
                    <a:pt x="2792" y="660"/>
                  </a:cubicBezTo>
                  <a:cubicBezTo>
                    <a:pt x="2220" y="1073"/>
                    <a:pt x="1787" y="1644"/>
                    <a:pt x="1547" y="2307"/>
                  </a:cubicBezTo>
                  <a:lnTo>
                    <a:pt x="870" y="2307"/>
                  </a:lnTo>
                  <a:cubicBezTo>
                    <a:pt x="390" y="2307"/>
                    <a:pt x="0" y="2696"/>
                    <a:pt x="0" y="3177"/>
                  </a:cubicBezTo>
                  <a:lnTo>
                    <a:pt x="0" y="7760"/>
                  </a:lnTo>
                  <a:cubicBezTo>
                    <a:pt x="0" y="8240"/>
                    <a:pt x="390" y="8629"/>
                    <a:pt x="870" y="8629"/>
                  </a:cubicBezTo>
                  <a:lnTo>
                    <a:pt x="2057" y="8629"/>
                  </a:lnTo>
                  <a:lnTo>
                    <a:pt x="2057" y="9153"/>
                  </a:lnTo>
                  <a:cubicBezTo>
                    <a:pt x="2057" y="9509"/>
                    <a:pt x="2345" y="9802"/>
                    <a:pt x="2705" y="9802"/>
                  </a:cubicBezTo>
                  <a:lnTo>
                    <a:pt x="4876" y="9802"/>
                  </a:lnTo>
                  <a:cubicBezTo>
                    <a:pt x="5232" y="9802"/>
                    <a:pt x="5525" y="9509"/>
                    <a:pt x="5525" y="9153"/>
                  </a:cubicBezTo>
                  <a:lnTo>
                    <a:pt x="5525" y="8629"/>
                  </a:lnTo>
                  <a:lnTo>
                    <a:pt x="8604" y="8629"/>
                  </a:lnTo>
                  <a:cubicBezTo>
                    <a:pt x="8912" y="8629"/>
                    <a:pt x="8912" y="8168"/>
                    <a:pt x="8604" y="8168"/>
                  </a:cubicBezTo>
                  <a:lnTo>
                    <a:pt x="870" y="8168"/>
                  </a:lnTo>
                  <a:cubicBezTo>
                    <a:pt x="644" y="8168"/>
                    <a:pt x="462" y="7986"/>
                    <a:pt x="462" y="7760"/>
                  </a:cubicBezTo>
                  <a:lnTo>
                    <a:pt x="462" y="3177"/>
                  </a:lnTo>
                  <a:cubicBezTo>
                    <a:pt x="462" y="2951"/>
                    <a:pt x="644" y="2769"/>
                    <a:pt x="870" y="2769"/>
                  </a:cubicBezTo>
                  <a:lnTo>
                    <a:pt x="1418" y="2769"/>
                  </a:lnTo>
                  <a:cubicBezTo>
                    <a:pt x="971" y="4892"/>
                    <a:pt x="2575" y="6986"/>
                    <a:pt x="4838" y="6986"/>
                  </a:cubicBezTo>
                  <a:cubicBezTo>
                    <a:pt x="7067" y="6986"/>
                    <a:pt x="8705" y="4906"/>
                    <a:pt x="8254" y="2769"/>
                  </a:cubicBezTo>
                  <a:lnTo>
                    <a:pt x="14850" y="2769"/>
                  </a:lnTo>
                  <a:cubicBezTo>
                    <a:pt x="15071" y="2769"/>
                    <a:pt x="15253" y="2951"/>
                    <a:pt x="15258" y="3177"/>
                  </a:cubicBezTo>
                  <a:lnTo>
                    <a:pt x="15258" y="7760"/>
                  </a:lnTo>
                  <a:cubicBezTo>
                    <a:pt x="15253" y="7986"/>
                    <a:pt x="15071" y="8168"/>
                    <a:pt x="14850" y="8168"/>
                  </a:cubicBezTo>
                  <a:lnTo>
                    <a:pt x="9464" y="8168"/>
                  </a:lnTo>
                  <a:cubicBezTo>
                    <a:pt x="9157" y="8168"/>
                    <a:pt x="9157" y="8629"/>
                    <a:pt x="9464" y="8629"/>
                  </a:cubicBezTo>
                  <a:lnTo>
                    <a:pt x="10190" y="8629"/>
                  </a:lnTo>
                  <a:lnTo>
                    <a:pt x="10190" y="9153"/>
                  </a:lnTo>
                  <a:cubicBezTo>
                    <a:pt x="10190" y="9509"/>
                    <a:pt x="10483" y="9802"/>
                    <a:pt x="10838" y="9802"/>
                  </a:cubicBezTo>
                  <a:lnTo>
                    <a:pt x="13010" y="9802"/>
                  </a:lnTo>
                  <a:cubicBezTo>
                    <a:pt x="13370" y="9802"/>
                    <a:pt x="13658" y="9509"/>
                    <a:pt x="13658" y="9153"/>
                  </a:cubicBezTo>
                  <a:lnTo>
                    <a:pt x="13658" y="8629"/>
                  </a:lnTo>
                  <a:lnTo>
                    <a:pt x="14845" y="8629"/>
                  </a:lnTo>
                  <a:cubicBezTo>
                    <a:pt x="15325" y="8629"/>
                    <a:pt x="15714" y="8240"/>
                    <a:pt x="15714" y="7760"/>
                  </a:cubicBezTo>
                  <a:lnTo>
                    <a:pt x="15714" y="3177"/>
                  </a:lnTo>
                  <a:cubicBezTo>
                    <a:pt x="15714" y="2696"/>
                    <a:pt x="15325" y="2307"/>
                    <a:pt x="14845" y="2307"/>
                  </a:cubicBezTo>
                  <a:lnTo>
                    <a:pt x="13312" y="2307"/>
                  </a:lnTo>
                  <a:cubicBezTo>
                    <a:pt x="13202" y="1697"/>
                    <a:pt x="12673" y="1255"/>
                    <a:pt x="12054" y="1255"/>
                  </a:cubicBezTo>
                  <a:lnTo>
                    <a:pt x="11472" y="1255"/>
                  </a:lnTo>
                  <a:cubicBezTo>
                    <a:pt x="10853" y="1255"/>
                    <a:pt x="10324" y="1697"/>
                    <a:pt x="10214" y="2307"/>
                  </a:cubicBezTo>
                  <a:lnTo>
                    <a:pt x="8124" y="2307"/>
                  </a:lnTo>
                  <a:cubicBezTo>
                    <a:pt x="7608" y="883"/>
                    <a:pt x="6265" y="0"/>
                    <a:pt x="4833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298" name="Google Shape;8298;p69"/>
          <p:cNvGrpSpPr/>
          <p:nvPr/>
        </p:nvGrpSpPr>
        <p:grpSpPr>
          <a:xfrm>
            <a:off x="962456" y="3507546"/>
            <a:ext cx="280368" cy="272161"/>
            <a:chOff x="1283275" y="3819478"/>
            <a:chExt cx="373824" cy="362881"/>
          </a:xfrm>
        </p:grpSpPr>
        <p:sp>
          <p:nvSpPr>
            <p:cNvPr id="8299" name="Google Shape;8299;p69"/>
            <p:cNvSpPr/>
            <p:nvPr/>
          </p:nvSpPr>
          <p:spPr>
            <a:xfrm>
              <a:off x="1431428" y="3969489"/>
              <a:ext cx="80399" cy="70712"/>
            </a:xfrm>
            <a:custGeom>
              <a:avLst/>
              <a:gdLst/>
              <a:ahLst/>
              <a:cxnLst/>
              <a:rect l="l" t="t" r="r" b="b"/>
              <a:pathLst>
                <a:path w="3071" h="2701" extrusionOk="0">
                  <a:moveTo>
                    <a:pt x="1" y="1"/>
                  </a:moveTo>
                  <a:lnTo>
                    <a:pt x="1" y="1735"/>
                  </a:lnTo>
                  <a:cubicBezTo>
                    <a:pt x="1" y="2268"/>
                    <a:pt x="433" y="2701"/>
                    <a:pt x="966" y="2701"/>
                  </a:cubicBezTo>
                  <a:lnTo>
                    <a:pt x="2100" y="2701"/>
                  </a:lnTo>
                  <a:cubicBezTo>
                    <a:pt x="2633" y="2701"/>
                    <a:pt x="3066" y="2268"/>
                    <a:pt x="3070" y="1735"/>
                  </a:cubicBezTo>
                  <a:lnTo>
                    <a:pt x="3070" y="1"/>
                  </a:lnTo>
                  <a:close/>
                </a:path>
              </a:pathLst>
            </a:custGeom>
            <a:solidFill>
              <a:srgbClr val="8EA0A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00" name="Google Shape;8300;p69"/>
            <p:cNvSpPr/>
            <p:nvPr/>
          </p:nvSpPr>
          <p:spPr>
            <a:xfrm>
              <a:off x="1431428" y="3969489"/>
              <a:ext cx="80268" cy="70712"/>
            </a:xfrm>
            <a:custGeom>
              <a:avLst/>
              <a:gdLst/>
              <a:ahLst/>
              <a:cxnLst/>
              <a:rect l="l" t="t" r="r" b="b"/>
              <a:pathLst>
                <a:path w="3066" h="2701" extrusionOk="0">
                  <a:moveTo>
                    <a:pt x="1" y="1"/>
                  </a:moveTo>
                  <a:lnTo>
                    <a:pt x="1" y="1735"/>
                  </a:lnTo>
                  <a:cubicBezTo>
                    <a:pt x="1" y="2268"/>
                    <a:pt x="433" y="2701"/>
                    <a:pt x="966" y="2701"/>
                  </a:cubicBezTo>
                  <a:lnTo>
                    <a:pt x="1567" y="2701"/>
                  </a:lnTo>
                  <a:cubicBezTo>
                    <a:pt x="1033" y="2701"/>
                    <a:pt x="596" y="2268"/>
                    <a:pt x="601" y="1735"/>
                  </a:cubicBezTo>
                  <a:cubicBezTo>
                    <a:pt x="601" y="1395"/>
                    <a:pt x="879" y="1130"/>
                    <a:pt x="1203" y="1130"/>
                  </a:cubicBezTo>
                  <a:cubicBezTo>
                    <a:pt x="1245" y="1130"/>
                    <a:pt x="1288" y="1135"/>
                    <a:pt x="1331" y="1144"/>
                  </a:cubicBezTo>
                  <a:lnTo>
                    <a:pt x="3066" y="1529"/>
                  </a:lnTo>
                  <a:lnTo>
                    <a:pt x="3066" y="1"/>
                  </a:lnTo>
                  <a:close/>
                </a:path>
              </a:pathLst>
            </a:custGeom>
            <a:solidFill>
              <a:srgbClr val="8295A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01" name="Google Shape;8301;p69"/>
            <p:cNvSpPr/>
            <p:nvPr/>
          </p:nvSpPr>
          <p:spPr>
            <a:xfrm>
              <a:off x="1355349" y="3857072"/>
              <a:ext cx="215723" cy="143388"/>
            </a:xfrm>
            <a:custGeom>
              <a:avLst/>
              <a:gdLst/>
              <a:ahLst/>
              <a:cxnLst/>
              <a:rect l="l" t="t" r="r" b="b"/>
              <a:pathLst>
                <a:path w="8240" h="5477" extrusionOk="0">
                  <a:moveTo>
                    <a:pt x="1071" y="0"/>
                  </a:moveTo>
                  <a:lnTo>
                    <a:pt x="0" y="3949"/>
                  </a:lnTo>
                  <a:lnTo>
                    <a:pt x="6884" y="5462"/>
                  </a:lnTo>
                  <a:cubicBezTo>
                    <a:pt x="6927" y="5472"/>
                    <a:pt x="6969" y="5477"/>
                    <a:pt x="7011" y="5477"/>
                  </a:cubicBezTo>
                  <a:cubicBezTo>
                    <a:pt x="7263" y="5477"/>
                    <a:pt x="7491" y="5310"/>
                    <a:pt x="7557" y="5059"/>
                  </a:cubicBezTo>
                  <a:lnTo>
                    <a:pt x="8162" y="2825"/>
                  </a:lnTo>
                  <a:cubicBezTo>
                    <a:pt x="8239" y="2527"/>
                    <a:pt x="8076" y="2224"/>
                    <a:pt x="7783" y="2133"/>
                  </a:cubicBezTo>
                  <a:lnTo>
                    <a:pt x="1071" y="0"/>
                  </a:lnTo>
                  <a:close/>
                </a:path>
              </a:pathLst>
            </a:custGeom>
            <a:solidFill>
              <a:srgbClr val="B1BDC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02" name="Google Shape;8302;p69"/>
            <p:cNvSpPr/>
            <p:nvPr/>
          </p:nvSpPr>
          <p:spPr>
            <a:xfrm>
              <a:off x="1355454" y="3857072"/>
              <a:ext cx="198261" cy="143388"/>
            </a:xfrm>
            <a:custGeom>
              <a:avLst/>
              <a:gdLst/>
              <a:ahLst/>
              <a:cxnLst/>
              <a:rect l="l" t="t" r="r" b="b"/>
              <a:pathLst>
                <a:path w="7573" h="5477" extrusionOk="0">
                  <a:moveTo>
                    <a:pt x="1067" y="0"/>
                  </a:moveTo>
                  <a:lnTo>
                    <a:pt x="1" y="3949"/>
                  </a:lnTo>
                  <a:lnTo>
                    <a:pt x="6880" y="5462"/>
                  </a:lnTo>
                  <a:cubicBezTo>
                    <a:pt x="6923" y="5472"/>
                    <a:pt x="6965" y="5477"/>
                    <a:pt x="7007" y="5477"/>
                  </a:cubicBezTo>
                  <a:cubicBezTo>
                    <a:pt x="7259" y="5477"/>
                    <a:pt x="7487" y="5310"/>
                    <a:pt x="7553" y="5059"/>
                  </a:cubicBezTo>
                  <a:lnTo>
                    <a:pt x="7572" y="5001"/>
                  </a:lnTo>
                  <a:lnTo>
                    <a:pt x="2273" y="3834"/>
                  </a:lnTo>
                  <a:cubicBezTo>
                    <a:pt x="1452" y="3656"/>
                    <a:pt x="947" y="2825"/>
                    <a:pt x="1163" y="2013"/>
                  </a:cubicBezTo>
                  <a:lnTo>
                    <a:pt x="1658" y="188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A3B2B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03" name="Google Shape;8303;p69"/>
            <p:cNvSpPr/>
            <p:nvPr/>
          </p:nvSpPr>
          <p:spPr>
            <a:xfrm>
              <a:off x="1317100" y="3824374"/>
              <a:ext cx="71969" cy="160091"/>
            </a:xfrm>
            <a:custGeom>
              <a:avLst/>
              <a:gdLst/>
              <a:ahLst/>
              <a:cxnLst/>
              <a:rect l="l" t="t" r="r" b="b"/>
              <a:pathLst>
                <a:path w="2749" h="6115" extrusionOk="0">
                  <a:moveTo>
                    <a:pt x="2025" y="1"/>
                  </a:moveTo>
                  <a:cubicBezTo>
                    <a:pt x="1735" y="1"/>
                    <a:pt x="1471" y="197"/>
                    <a:pt x="1399" y="495"/>
                  </a:cubicBezTo>
                  <a:lnTo>
                    <a:pt x="106" y="5285"/>
                  </a:lnTo>
                  <a:cubicBezTo>
                    <a:pt x="1" y="5630"/>
                    <a:pt x="207" y="5996"/>
                    <a:pt x="553" y="6092"/>
                  </a:cubicBezTo>
                  <a:cubicBezTo>
                    <a:pt x="610" y="6107"/>
                    <a:pt x="666" y="6114"/>
                    <a:pt x="722" y="6114"/>
                  </a:cubicBezTo>
                  <a:cubicBezTo>
                    <a:pt x="1013" y="6114"/>
                    <a:pt x="1278" y="5915"/>
                    <a:pt x="1351" y="5621"/>
                  </a:cubicBezTo>
                  <a:lnTo>
                    <a:pt x="2643" y="831"/>
                  </a:lnTo>
                  <a:cubicBezTo>
                    <a:pt x="2749" y="481"/>
                    <a:pt x="2547" y="115"/>
                    <a:pt x="2196" y="24"/>
                  </a:cubicBezTo>
                  <a:cubicBezTo>
                    <a:pt x="2139" y="8"/>
                    <a:pt x="2081" y="1"/>
                    <a:pt x="2025" y="1"/>
                  </a:cubicBezTo>
                  <a:close/>
                </a:path>
              </a:pathLst>
            </a:custGeom>
            <a:solidFill>
              <a:srgbClr val="8EA0A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04" name="Google Shape;8304;p69"/>
            <p:cNvSpPr/>
            <p:nvPr/>
          </p:nvSpPr>
          <p:spPr>
            <a:xfrm>
              <a:off x="1317493" y="3824819"/>
              <a:ext cx="60135" cy="159148"/>
            </a:xfrm>
            <a:custGeom>
              <a:avLst/>
              <a:gdLst/>
              <a:ahLst/>
              <a:cxnLst/>
              <a:rect l="l" t="t" r="r" b="b"/>
              <a:pathLst>
                <a:path w="2297" h="6079" extrusionOk="0">
                  <a:moveTo>
                    <a:pt x="2007" y="1"/>
                  </a:moveTo>
                  <a:cubicBezTo>
                    <a:pt x="1727" y="1"/>
                    <a:pt x="1462" y="185"/>
                    <a:pt x="1384" y="478"/>
                  </a:cubicBezTo>
                  <a:lnTo>
                    <a:pt x="91" y="5268"/>
                  </a:lnTo>
                  <a:cubicBezTo>
                    <a:pt x="0" y="5609"/>
                    <a:pt x="202" y="5964"/>
                    <a:pt x="543" y="6055"/>
                  </a:cubicBezTo>
                  <a:cubicBezTo>
                    <a:pt x="598" y="6071"/>
                    <a:pt x="655" y="6078"/>
                    <a:pt x="712" y="6078"/>
                  </a:cubicBezTo>
                  <a:cubicBezTo>
                    <a:pt x="812" y="6078"/>
                    <a:pt x="910" y="6055"/>
                    <a:pt x="999" y="6012"/>
                  </a:cubicBezTo>
                  <a:cubicBezTo>
                    <a:pt x="725" y="5873"/>
                    <a:pt x="586" y="5561"/>
                    <a:pt x="668" y="5268"/>
                  </a:cubicBezTo>
                  <a:lnTo>
                    <a:pt x="1960" y="478"/>
                  </a:lnTo>
                  <a:cubicBezTo>
                    <a:pt x="2008" y="300"/>
                    <a:pt x="2128" y="151"/>
                    <a:pt x="2296" y="70"/>
                  </a:cubicBezTo>
                  <a:cubicBezTo>
                    <a:pt x="2203" y="23"/>
                    <a:pt x="2104" y="1"/>
                    <a:pt x="2007" y="1"/>
                  </a:cubicBezTo>
                  <a:close/>
                </a:path>
              </a:pathLst>
            </a:custGeom>
            <a:solidFill>
              <a:srgbClr val="8295A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05" name="Google Shape;8305;p69"/>
            <p:cNvSpPr/>
            <p:nvPr/>
          </p:nvSpPr>
          <p:spPr>
            <a:xfrm>
              <a:off x="1288668" y="3852098"/>
              <a:ext cx="60659" cy="94274"/>
            </a:xfrm>
            <a:custGeom>
              <a:avLst/>
              <a:gdLst/>
              <a:ahLst/>
              <a:cxnLst/>
              <a:rect l="l" t="t" r="r" b="b"/>
              <a:pathLst>
                <a:path w="2317" h="3601" extrusionOk="0">
                  <a:moveTo>
                    <a:pt x="1900" y="0"/>
                  </a:moveTo>
                  <a:cubicBezTo>
                    <a:pt x="1192" y="0"/>
                    <a:pt x="545" y="474"/>
                    <a:pt x="352" y="1189"/>
                  </a:cubicBezTo>
                  <a:lnTo>
                    <a:pt x="232" y="1636"/>
                  </a:lnTo>
                  <a:cubicBezTo>
                    <a:pt x="1" y="2491"/>
                    <a:pt x="505" y="3370"/>
                    <a:pt x="1360" y="3601"/>
                  </a:cubicBezTo>
                  <a:lnTo>
                    <a:pt x="2316" y="56"/>
                  </a:lnTo>
                  <a:cubicBezTo>
                    <a:pt x="2177" y="18"/>
                    <a:pt x="2037" y="0"/>
                    <a:pt x="1900" y="0"/>
                  </a:cubicBezTo>
                  <a:close/>
                </a:path>
              </a:pathLst>
            </a:custGeom>
            <a:solidFill>
              <a:srgbClr val="E3E8E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06" name="Google Shape;8306;p69"/>
            <p:cNvSpPr/>
            <p:nvPr/>
          </p:nvSpPr>
          <p:spPr>
            <a:xfrm>
              <a:off x="1288668" y="3852098"/>
              <a:ext cx="60659" cy="94274"/>
            </a:xfrm>
            <a:custGeom>
              <a:avLst/>
              <a:gdLst/>
              <a:ahLst/>
              <a:cxnLst/>
              <a:rect l="l" t="t" r="r" b="b"/>
              <a:pathLst>
                <a:path w="2317" h="3601" extrusionOk="0">
                  <a:moveTo>
                    <a:pt x="1900" y="0"/>
                  </a:moveTo>
                  <a:cubicBezTo>
                    <a:pt x="1192" y="0"/>
                    <a:pt x="545" y="474"/>
                    <a:pt x="352" y="1189"/>
                  </a:cubicBezTo>
                  <a:lnTo>
                    <a:pt x="232" y="1636"/>
                  </a:lnTo>
                  <a:cubicBezTo>
                    <a:pt x="1" y="2491"/>
                    <a:pt x="505" y="3370"/>
                    <a:pt x="1360" y="3601"/>
                  </a:cubicBezTo>
                  <a:lnTo>
                    <a:pt x="1433" y="3337"/>
                  </a:lnTo>
                  <a:cubicBezTo>
                    <a:pt x="957" y="2933"/>
                    <a:pt x="755" y="2290"/>
                    <a:pt x="919" y="1689"/>
                  </a:cubicBezTo>
                  <a:lnTo>
                    <a:pt x="1039" y="1242"/>
                  </a:lnTo>
                  <a:cubicBezTo>
                    <a:pt x="1197" y="637"/>
                    <a:pt x="1697" y="185"/>
                    <a:pt x="2312" y="80"/>
                  </a:cubicBezTo>
                  <a:lnTo>
                    <a:pt x="2316" y="56"/>
                  </a:lnTo>
                  <a:cubicBezTo>
                    <a:pt x="2177" y="18"/>
                    <a:pt x="2037" y="0"/>
                    <a:pt x="1900" y="0"/>
                  </a:cubicBezTo>
                  <a:close/>
                </a:path>
              </a:pathLst>
            </a:custGeom>
            <a:solidFill>
              <a:srgbClr val="D6DCE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07" name="Google Shape;8307;p69"/>
            <p:cNvSpPr/>
            <p:nvPr/>
          </p:nvSpPr>
          <p:spPr>
            <a:xfrm>
              <a:off x="1555181" y="3938440"/>
              <a:ext cx="68696" cy="58879"/>
            </a:xfrm>
            <a:custGeom>
              <a:avLst/>
              <a:gdLst/>
              <a:ahLst/>
              <a:cxnLst/>
              <a:rect l="l" t="t" r="r" b="b"/>
              <a:pathLst>
                <a:path w="2624" h="2249" extrusionOk="0">
                  <a:moveTo>
                    <a:pt x="452" y="0"/>
                  </a:moveTo>
                  <a:lnTo>
                    <a:pt x="1" y="1663"/>
                  </a:lnTo>
                  <a:lnTo>
                    <a:pt x="2172" y="2249"/>
                  </a:lnTo>
                  <a:lnTo>
                    <a:pt x="2624" y="586"/>
                  </a:lnTo>
                  <a:lnTo>
                    <a:pt x="452" y="0"/>
                  </a:lnTo>
                  <a:close/>
                </a:path>
              </a:pathLst>
            </a:custGeom>
            <a:solidFill>
              <a:srgbClr val="F5F8F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08" name="Google Shape;8308;p69"/>
            <p:cNvSpPr/>
            <p:nvPr/>
          </p:nvSpPr>
          <p:spPr>
            <a:xfrm>
              <a:off x="1555181" y="3938571"/>
              <a:ext cx="30474" cy="48564"/>
            </a:xfrm>
            <a:custGeom>
              <a:avLst/>
              <a:gdLst/>
              <a:ahLst/>
              <a:cxnLst/>
              <a:rect l="l" t="t" r="r" b="b"/>
              <a:pathLst>
                <a:path w="1164" h="1855" extrusionOk="0">
                  <a:moveTo>
                    <a:pt x="452" y="0"/>
                  </a:moveTo>
                  <a:lnTo>
                    <a:pt x="1" y="1662"/>
                  </a:lnTo>
                  <a:lnTo>
                    <a:pt x="712" y="1855"/>
                  </a:lnTo>
                  <a:lnTo>
                    <a:pt x="1163" y="192"/>
                  </a:lnTo>
                  <a:lnTo>
                    <a:pt x="452" y="0"/>
                  </a:ln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09" name="Google Shape;8309;p69"/>
            <p:cNvSpPr/>
            <p:nvPr/>
          </p:nvSpPr>
          <p:spPr>
            <a:xfrm>
              <a:off x="1609007" y="3940246"/>
              <a:ext cx="42307" cy="77283"/>
            </a:xfrm>
            <a:custGeom>
              <a:avLst/>
              <a:gdLst/>
              <a:ahLst/>
              <a:cxnLst/>
              <a:rect l="l" t="t" r="r" b="b"/>
              <a:pathLst>
                <a:path w="1616" h="2952" extrusionOk="0">
                  <a:moveTo>
                    <a:pt x="1074" y="0"/>
                  </a:moveTo>
                  <a:cubicBezTo>
                    <a:pt x="863" y="0"/>
                    <a:pt x="667" y="143"/>
                    <a:pt x="611" y="359"/>
                  </a:cubicBezTo>
                  <a:lnTo>
                    <a:pt x="73" y="2343"/>
                  </a:lnTo>
                  <a:cubicBezTo>
                    <a:pt x="1" y="2598"/>
                    <a:pt x="155" y="2867"/>
                    <a:pt x="414" y="2934"/>
                  </a:cubicBezTo>
                  <a:cubicBezTo>
                    <a:pt x="457" y="2946"/>
                    <a:pt x="501" y="2952"/>
                    <a:pt x="543" y="2952"/>
                  </a:cubicBezTo>
                  <a:cubicBezTo>
                    <a:pt x="756" y="2952"/>
                    <a:pt x="950" y="2809"/>
                    <a:pt x="1010" y="2593"/>
                  </a:cubicBezTo>
                  <a:lnTo>
                    <a:pt x="1543" y="609"/>
                  </a:lnTo>
                  <a:cubicBezTo>
                    <a:pt x="1615" y="354"/>
                    <a:pt x="1461" y="85"/>
                    <a:pt x="1202" y="18"/>
                  </a:cubicBezTo>
                  <a:cubicBezTo>
                    <a:pt x="1159" y="6"/>
                    <a:pt x="1116" y="0"/>
                    <a:pt x="1074" y="0"/>
                  </a:cubicBezTo>
                  <a:close/>
                </a:path>
              </a:pathLst>
            </a:custGeom>
            <a:solidFill>
              <a:srgbClr val="8EA0A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10" name="Google Shape;8310;p69"/>
            <p:cNvSpPr/>
            <p:nvPr/>
          </p:nvSpPr>
          <p:spPr>
            <a:xfrm>
              <a:off x="1401871" y="4076906"/>
              <a:ext cx="139251" cy="25185"/>
            </a:xfrm>
            <a:custGeom>
              <a:avLst/>
              <a:gdLst/>
              <a:ahLst/>
              <a:cxnLst/>
              <a:rect l="l" t="t" r="r" b="b"/>
              <a:pathLst>
                <a:path w="5319" h="962" extrusionOk="0">
                  <a:moveTo>
                    <a:pt x="486" y="1"/>
                  </a:moveTo>
                  <a:cubicBezTo>
                    <a:pt x="217" y="1"/>
                    <a:pt x="5" y="212"/>
                    <a:pt x="5" y="481"/>
                  </a:cubicBezTo>
                  <a:cubicBezTo>
                    <a:pt x="1" y="745"/>
                    <a:pt x="217" y="961"/>
                    <a:pt x="486" y="961"/>
                  </a:cubicBezTo>
                  <a:lnTo>
                    <a:pt x="4838" y="961"/>
                  </a:lnTo>
                  <a:cubicBezTo>
                    <a:pt x="5102" y="961"/>
                    <a:pt x="5319" y="745"/>
                    <a:pt x="5319" y="481"/>
                  </a:cubicBezTo>
                  <a:cubicBezTo>
                    <a:pt x="5319" y="212"/>
                    <a:pt x="5102" y="1"/>
                    <a:pt x="4838" y="1"/>
                  </a:cubicBezTo>
                  <a:close/>
                </a:path>
              </a:pathLst>
            </a:custGeom>
            <a:solidFill>
              <a:srgbClr val="8EA0A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11" name="Google Shape;8311;p69"/>
            <p:cNvSpPr/>
            <p:nvPr/>
          </p:nvSpPr>
          <p:spPr>
            <a:xfrm>
              <a:off x="1402002" y="4076906"/>
              <a:ext cx="39270" cy="25185"/>
            </a:xfrm>
            <a:custGeom>
              <a:avLst/>
              <a:gdLst/>
              <a:ahLst/>
              <a:cxnLst/>
              <a:rect l="l" t="t" r="r" b="b"/>
              <a:pathLst>
                <a:path w="1500" h="962" extrusionOk="0">
                  <a:moveTo>
                    <a:pt x="481" y="1"/>
                  </a:moveTo>
                  <a:cubicBezTo>
                    <a:pt x="212" y="1"/>
                    <a:pt x="0" y="212"/>
                    <a:pt x="0" y="481"/>
                  </a:cubicBezTo>
                  <a:cubicBezTo>
                    <a:pt x="0" y="745"/>
                    <a:pt x="212" y="961"/>
                    <a:pt x="481" y="961"/>
                  </a:cubicBezTo>
                  <a:lnTo>
                    <a:pt x="1499" y="961"/>
                  </a:lnTo>
                  <a:cubicBezTo>
                    <a:pt x="1235" y="961"/>
                    <a:pt x="1019" y="745"/>
                    <a:pt x="1019" y="481"/>
                  </a:cubicBezTo>
                  <a:cubicBezTo>
                    <a:pt x="1019" y="212"/>
                    <a:pt x="1235" y="1"/>
                    <a:pt x="1499" y="1"/>
                  </a:cubicBezTo>
                  <a:close/>
                </a:path>
              </a:pathLst>
            </a:custGeom>
            <a:solidFill>
              <a:srgbClr val="8295A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12" name="Google Shape;8312;p69"/>
            <p:cNvSpPr/>
            <p:nvPr/>
          </p:nvSpPr>
          <p:spPr>
            <a:xfrm>
              <a:off x="1283275" y="3819478"/>
              <a:ext cx="373824" cy="362881"/>
            </a:xfrm>
            <a:custGeom>
              <a:avLst/>
              <a:gdLst/>
              <a:ahLst/>
              <a:cxnLst/>
              <a:rect l="l" t="t" r="r" b="b"/>
              <a:pathLst>
                <a:path w="14279" h="13861" extrusionOk="0">
                  <a:moveTo>
                    <a:pt x="2103" y="1455"/>
                  </a:moveTo>
                  <a:cubicBezTo>
                    <a:pt x="2158" y="1455"/>
                    <a:pt x="2213" y="1458"/>
                    <a:pt x="2268" y="1465"/>
                  </a:cubicBezTo>
                  <a:lnTo>
                    <a:pt x="1427" y="4588"/>
                  </a:lnTo>
                  <a:cubicBezTo>
                    <a:pt x="793" y="4309"/>
                    <a:pt x="452" y="3608"/>
                    <a:pt x="634" y="2935"/>
                  </a:cubicBezTo>
                  <a:lnTo>
                    <a:pt x="639" y="2935"/>
                  </a:lnTo>
                  <a:lnTo>
                    <a:pt x="759" y="2488"/>
                  </a:lnTo>
                  <a:cubicBezTo>
                    <a:pt x="923" y="1874"/>
                    <a:pt x="1480" y="1455"/>
                    <a:pt x="2103" y="1455"/>
                  </a:cubicBezTo>
                  <a:close/>
                  <a:moveTo>
                    <a:pt x="3314" y="412"/>
                  </a:moveTo>
                  <a:cubicBezTo>
                    <a:pt x="3353" y="412"/>
                    <a:pt x="3392" y="417"/>
                    <a:pt x="3430" y="427"/>
                  </a:cubicBezTo>
                  <a:cubicBezTo>
                    <a:pt x="3666" y="490"/>
                    <a:pt x="3800" y="730"/>
                    <a:pt x="3738" y="965"/>
                  </a:cubicBezTo>
                  <a:lnTo>
                    <a:pt x="2446" y="5755"/>
                  </a:lnTo>
                  <a:cubicBezTo>
                    <a:pt x="2393" y="5948"/>
                    <a:pt x="2216" y="6077"/>
                    <a:pt x="2022" y="6077"/>
                  </a:cubicBezTo>
                  <a:cubicBezTo>
                    <a:pt x="1984" y="6077"/>
                    <a:pt x="1946" y="6073"/>
                    <a:pt x="1908" y="6062"/>
                  </a:cubicBezTo>
                  <a:cubicBezTo>
                    <a:pt x="1672" y="6000"/>
                    <a:pt x="1538" y="5760"/>
                    <a:pt x="1600" y="5524"/>
                  </a:cubicBezTo>
                  <a:lnTo>
                    <a:pt x="2892" y="735"/>
                  </a:lnTo>
                  <a:cubicBezTo>
                    <a:pt x="2945" y="538"/>
                    <a:pt x="3121" y="412"/>
                    <a:pt x="3314" y="412"/>
                  </a:cubicBezTo>
                  <a:close/>
                  <a:moveTo>
                    <a:pt x="10982" y="4794"/>
                  </a:moveTo>
                  <a:lnTo>
                    <a:pt x="12755" y="5275"/>
                  </a:lnTo>
                  <a:lnTo>
                    <a:pt x="12414" y="6543"/>
                  </a:lnTo>
                  <a:lnTo>
                    <a:pt x="10641" y="6062"/>
                  </a:lnTo>
                  <a:lnTo>
                    <a:pt x="10982" y="4794"/>
                  </a:lnTo>
                  <a:close/>
                  <a:moveTo>
                    <a:pt x="13513" y="4816"/>
                  </a:moveTo>
                  <a:cubicBezTo>
                    <a:pt x="13679" y="4816"/>
                    <a:pt x="13848" y="4954"/>
                    <a:pt x="13788" y="5169"/>
                  </a:cubicBezTo>
                  <a:lnTo>
                    <a:pt x="13255" y="7153"/>
                  </a:lnTo>
                  <a:cubicBezTo>
                    <a:pt x="13218" y="7278"/>
                    <a:pt x="13108" y="7359"/>
                    <a:pt x="12985" y="7359"/>
                  </a:cubicBezTo>
                  <a:cubicBezTo>
                    <a:pt x="12961" y="7359"/>
                    <a:pt x="12938" y="7356"/>
                    <a:pt x="12914" y="7350"/>
                  </a:cubicBezTo>
                  <a:cubicBezTo>
                    <a:pt x="12760" y="7311"/>
                    <a:pt x="12693" y="7081"/>
                    <a:pt x="12712" y="7009"/>
                  </a:cubicBezTo>
                  <a:lnTo>
                    <a:pt x="13250" y="5025"/>
                  </a:lnTo>
                  <a:cubicBezTo>
                    <a:pt x="13289" y="4879"/>
                    <a:pt x="13400" y="4816"/>
                    <a:pt x="13513" y="4816"/>
                  </a:cubicBezTo>
                  <a:close/>
                  <a:moveTo>
                    <a:pt x="5861" y="6283"/>
                  </a:moveTo>
                  <a:lnTo>
                    <a:pt x="8523" y="6865"/>
                  </a:lnTo>
                  <a:lnTo>
                    <a:pt x="8523" y="7465"/>
                  </a:lnTo>
                  <a:cubicBezTo>
                    <a:pt x="8523" y="7888"/>
                    <a:pt x="8182" y="8229"/>
                    <a:pt x="7759" y="8229"/>
                  </a:cubicBezTo>
                  <a:lnTo>
                    <a:pt x="6625" y="8229"/>
                  </a:lnTo>
                  <a:cubicBezTo>
                    <a:pt x="6202" y="8229"/>
                    <a:pt x="5861" y="7888"/>
                    <a:pt x="5861" y="7465"/>
                  </a:cubicBezTo>
                  <a:lnTo>
                    <a:pt x="5861" y="6283"/>
                  </a:lnTo>
                  <a:close/>
                  <a:moveTo>
                    <a:pt x="3319" y="0"/>
                  </a:moveTo>
                  <a:cubicBezTo>
                    <a:pt x="2960" y="0"/>
                    <a:pt x="2604" y="221"/>
                    <a:pt x="2494" y="629"/>
                  </a:cubicBezTo>
                  <a:lnTo>
                    <a:pt x="2374" y="1061"/>
                  </a:lnTo>
                  <a:cubicBezTo>
                    <a:pt x="2284" y="1048"/>
                    <a:pt x="2195" y="1042"/>
                    <a:pt x="2107" y="1042"/>
                  </a:cubicBezTo>
                  <a:cubicBezTo>
                    <a:pt x="1301" y="1042"/>
                    <a:pt x="577" y="1581"/>
                    <a:pt x="361" y="2378"/>
                  </a:cubicBezTo>
                  <a:lnTo>
                    <a:pt x="241" y="2829"/>
                  </a:lnTo>
                  <a:cubicBezTo>
                    <a:pt x="0" y="3713"/>
                    <a:pt x="462" y="4640"/>
                    <a:pt x="1317" y="4982"/>
                  </a:cubicBezTo>
                  <a:lnTo>
                    <a:pt x="1197" y="5419"/>
                  </a:lnTo>
                  <a:cubicBezTo>
                    <a:pt x="1041" y="5993"/>
                    <a:pt x="1501" y="6491"/>
                    <a:pt x="2024" y="6491"/>
                  </a:cubicBezTo>
                  <a:cubicBezTo>
                    <a:pt x="2162" y="6491"/>
                    <a:pt x="2304" y="6457"/>
                    <a:pt x="2441" y="6379"/>
                  </a:cubicBezTo>
                  <a:cubicBezTo>
                    <a:pt x="2844" y="6149"/>
                    <a:pt x="2849" y="5750"/>
                    <a:pt x="2902" y="5630"/>
                  </a:cubicBezTo>
                  <a:lnTo>
                    <a:pt x="5448" y="6192"/>
                  </a:lnTo>
                  <a:lnTo>
                    <a:pt x="5448" y="7470"/>
                  </a:lnTo>
                  <a:cubicBezTo>
                    <a:pt x="5448" y="8114"/>
                    <a:pt x="5972" y="8637"/>
                    <a:pt x="6620" y="8642"/>
                  </a:cubicBezTo>
                  <a:lnTo>
                    <a:pt x="6981" y="8642"/>
                  </a:lnTo>
                  <a:lnTo>
                    <a:pt x="6981" y="9627"/>
                  </a:lnTo>
                  <a:lnTo>
                    <a:pt x="5016" y="9627"/>
                  </a:lnTo>
                  <a:cubicBezTo>
                    <a:pt x="4636" y="9627"/>
                    <a:pt x="4329" y="9934"/>
                    <a:pt x="4329" y="10314"/>
                  </a:cubicBezTo>
                  <a:cubicBezTo>
                    <a:pt x="4329" y="10694"/>
                    <a:pt x="4636" y="11001"/>
                    <a:pt x="5016" y="11001"/>
                  </a:cubicBezTo>
                  <a:lnTo>
                    <a:pt x="5381" y="11001"/>
                  </a:lnTo>
                  <a:lnTo>
                    <a:pt x="3349" y="13523"/>
                  </a:lnTo>
                  <a:cubicBezTo>
                    <a:pt x="3221" y="13679"/>
                    <a:pt x="3363" y="13861"/>
                    <a:pt x="3515" y="13861"/>
                  </a:cubicBezTo>
                  <a:cubicBezTo>
                    <a:pt x="3570" y="13861"/>
                    <a:pt x="3625" y="13838"/>
                    <a:pt x="3671" y="13782"/>
                  </a:cubicBezTo>
                  <a:lnTo>
                    <a:pt x="5909" y="10996"/>
                  </a:lnTo>
                  <a:lnTo>
                    <a:pt x="6985" y="10996"/>
                  </a:lnTo>
                  <a:lnTo>
                    <a:pt x="6985" y="13653"/>
                  </a:lnTo>
                  <a:cubicBezTo>
                    <a:pt x="6985" y="13790"/>
                    <a:pt x="7089" y="13858"/>
                    <a:pt x="7192" y="13858"/>
                  </a:cubicBezTo>
                  <a:cubicBezTo>
                    <a:pt x="7295" y="13858"/>
                    <a:pt x="7399" y="13790"/>
                    <a:pt x="7399" y="13653"/>
                  </a:cubicBezTo>
                  <a:lnTo>
                    <a:pt x="7399" y="10996"/>
                  </a:lnTo>
                  <a:lnTo>
                    <a:pt x="8475" y="10996"/>
                  </a:lnTo>
                  <a:lnTo>
                    <a:pt x="10713" y="13782"/>
                  </a:lnTo>
                  <a:cubicBezTo>
                    <a:pt x="10759" y="13838"/>
                    <a:pt x="10814" y="13861"/>
                    <a:pt x="10868" y="13861"/>
                  </a:cubicBezTo>
                  <a:cubicBezTo>
                    <a:pt x="11019" y="13861"/>
                    <a:pt x="11159" y="13679"/>
                    <a:pt x="11035" y="13523"/>
                  </a:cubicBezTo>
                  <a:lnTo>
                    <a:pt x="8998" y="11001"/>
                  </a:lnTo>
                  <a:lnTo>
                    <a:pt x="9368" y="11001"/>
                  </a:lnTo>
                  <a:cubicBezTo>
                    <a:pt x="9748" y="11001"/>
                    <a:pt x="10055" y="10694"/>
                    <a:pt x="10055" y="10314"/>
                  </a:cubicBezTo>
                  <a:cubicBezTo>
                    <a:pt x="10055" y="9934"/>
                    <a:pt x="9748" y="9627"/>
                    <a:pt x="9368" y="9627"/>
                  </a:cubicBezTo>
                  <a:lnTo>
                    <a:pt x="8883" y="9627"/>
                  </a:lnTo>
                  <a:cubicBezTo>
                    <a:pt x="8604" y="9627"/>
                    <a:pt x="8604" y="10040"/>
                    <a:pt x="8883" y="10040"/>
                  </a:cubicBezTo>
                  <a:lnTo>
                    <a:pt x="9368" y="10040"/>
                  </a:lnTo>
                  <a:cubicBezTo>
                    <a:pt x="9733" y="10040"/>
                    <a:pt x="9733" y="10588"/>
                    <a:pt x="9368" y="10588"/>
                  </a:cubicBezTo>
                  <a:lnTo>
                    <a:pt x="5016" y="10588"/>
                  </a:lnTo>
                  <a:cubicBezTo>
                    <a:pt x="4646" y="10588"/>
                    <a:pt x="4646" y="10040"/>
                    <a:pt x="5016" y="10040"/>
                  </a:cubicBezTo>
                  <a:lnTo>
                    <a:pt x="8114" y="10040"/>
                  </a:lnTo>
                  <a:cubicBezTo>
                    <a:pt x="8388" y="10040"/>
                    <a:pt x="8388" y="9627"/>
                    <a:pt x="8114" y="9627"/>
                  </a:cubicBezTo>
                  <a:lnTo>
                    <a:pt x="7399" y="9627"/>
                  </a:lnTo>
                  <a:lnTo>
                    <a:pt x="7399" y="8642"/>
                  </a:lnTo>
                  <a:lnTo>
                    <a:pt x="7759" y="8642"/>
                  </a:lnTo>
                  <a:cubicBezTo>
                    <a:pt x="8403" y="8637"/>
                    <a:pt x="8926" y="8114"/>
                    <a:pt x="8931" y="7470"/>
                  </a:cubicBezTo>
                  <a:lnTo>
                    <a:pt x="8931" y="6956"/>
                  </a:lnTo>
                  <a:lnTo>
                    <a:pt x="9589" y="7105"/>
                  </a:lnTo>
                  <a:cubicBezTo>
                    <a:pt x="9646" y="7118"/>
                    <a:pt x="9703" y="7124"/>
                    <a:pt x="9759" y="7124"/>
                  </a:cubicBezTo>
                  <a:cubicBezTo>
                    <a:pt x="10102" y="7124"/>
                    <a:pt x="10416" y="6894"/>
                    <a:pt x="10507" y="6548"/>
                  </a:cubicBezTo>
                  <a:lnTo>
                    <a:pt x="10531" y="6461"/>
                  </a:lnTo>
                  <a:lnTo>
                    <a:pt x="12304" y="6942"/>
                  </a:lnTo>
                  <a:cubicBezTo>
                    <a:pt x="12231" y="7307"/>
                    <a:pt x="12457" y="7662"/>
                    <a:pt x="12818" y="7749"/>
                  </a:cubicBezTo>
                  <a:cubicBezTo>
                    <a:pt x="12874" y="7763"/>
                    <a:pt x="12931" y="7770"/>
                    <a:pt x="12986" y="7770"/>
                  </a:cubicBezTo>
                  <a:cubicBezTo>
                    <a:pt x="13289" y="7770"/>
                    <a:pt x="13563" y="7568"/>
                    <a:pt x="13644" y="7263"/>
                  </a:cubicBezTo>
                  <a:lnTo>
                    <a:pt x="14182" y="5279"/>
                  </a:lnTo>
                  <a:cubicBezTo>
                    <a:pt x="14278" y="4919"/>
                    <a:pt x="14071" y="4549"/>
                    <a:pt x="13711" y="4443"/>
                  </a:cubicBezTo>
                  <a:cubicBezTo>
                    <a:pt x="13644" y="4423"/>
                    <a:pt x="13576" y="4413"/>
                    <a:pt x="13509" y="4413"/>
                  </a:cubicBezTo>
                  <a:cubicBezTo>
                    <a:pt x="13222" y="4413"/>
                    <a:pt x="12954" y="4596"/>
                    <a:pt x="12861" y="4881"/>
                  </a:cubicBezTo>
                  <a:lnTo>
                    <a:pt x="11088" y="4400"/>
                  </a:lnTo>
                  <a:lnTo>
                    <a:pt x="11107" y="4314"/>
                  </a:lnTo>
                  <a:cubicBezTo>
                    <a:pt x="11218" y="3915"/>
                    <a:pt x="10992" y="3497"/>
                    <a:pt x="10598" y="3372"/>
                  </a:cubicBezTo>
                  <a:lnTo>
                    <a:pt x="7130" y="2277"/>
                  </a:lnTo>
                  <a:cubicBezTo>
                    <a:pt x="7105" y="2269"/>
                    <a:pt x="7082" y="2266"/>
                    <a:pt x="7060" y="2266"/>
                  </a:cubicBezTo>
                  <a:cubicBezTo>
                    <a:pt x="6850" y="2266"/>
                    <a:pt x="6770" y="2592"/>
                    <a:pt x="7009" y="2666"/>
                  </a:cubicBezTo>
                  <a:lnTo>
                    <a:pt x="10473" y="3766"/>
                  </a:lnTo>
                  <a:cubicBezTo>
                    <a:pt x="10661" y="3824"/>
                    <a:pt x="10766" y="4021"/>
                    <a:pt x="10713" y="4208"/>
                  </a:cubicBezTo>
                  <a:lnTo>
                    <a:pt x="10108" y="6442"/>
                  </a:lnTo>
                  <a:cubicBezTo>
                    <a:pt x="10067" y="6603"/>
                    <a:pt x="9920" y="6710"/>
                    <a:pt x="9760" y="6710"/>
                  </a:cubicBezTo>
                  <a:cubicBezTo>
                    <a:pt x="9734" y="6710"/>
                    <a:pt x="9707" y="6707"/>
                    <a:pt x="9681" y="6701"/>
                  </a:cubicBezTo>
                  <a:lnTo>
                    <a:pt x="3008" y="5236"/>
                  </a:lnTo>
                  <a:lnTo>
                    <a:pt x="3959" y="1700"/>
                  </a:lnTo>
                  <a:lnTo>
                    <a:pt x="6241" y="2421"/>
                  </a:lnTo>
                  <a:cubicBezTo>
                    <a:pt x="6266" y="2429"/>
                    <a:pt x="6289" y="2432"/>
                    <a:pt x="6311" y="2432"/>
                  </a:cubicBezTo>
                  <a:cubicBezTo>
                    <a:pt x="6525" y="2432"/>
                    <a:pt x="6605" y="2105"/>
                    <a:pt x="6366" y="2027"/>
                  </a:cubicBezTo>
                  <a:lnTo>
                    <a:pt x="4069" y="1302"/>
                  </a:lnTo>
                  <a:cubicBezTo>
                    <a:pt x="4089" y="1172"/>
                    <a:pt x="4281" y="826"/>
                    <a:pt x="4050" y="427"/>
                  </a:cubicBezTo>
                  <a:cubicBezTo>
                    <a:pt x="3885" y="137"/>
                    <a:pt x="3601" y="0"/>
                    <a:pt x="3319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313" name="Google Shape;8313;p69"/>
          <p:cNvGrpSpPr/>
          <p:nvPr/>
        </p:nvGrpSpPr>
        <p:grpSpPr>
          <a:xfrm>
            <a:off x="2597149" y="2487410"/>
            <a:ext cx="332048" cy="271748"/>
            <a:chOff x="3462865" y="2459296"/>
            <a:chExt cx="442730" cy="362331"/>
          </a:xfrm>
        </p:grpSpPr>
        <p:sp>
          <p:nvSpPr>
            <p:cNvPr id="8314" name="Google Shape;8314;p69"/>
            <p:cNvSpPr/>
            <p:nvPr/>
          </p:nvSpPr>
          <p:spPr>
            <a:xfrm>
              <a:off x="3770009" y="2778221"/>
              <a:ext cx="43040" cy="36888"/>
            </a:xfrm>
            <a:custGeom>
              <a:avLst/>
              <a:gdLst/>
              <a:ahLst/>
              <a:cxnLst/>
              <a:rect l="l" t="t" r="r" b="b"/>
              <a:pathLst>
                <a:path w="1644" h="1409" extrusionOk="0">
                  <a:moveTo>
                    <a:pt x="942" y="0"/>
                  </a:moveTo>
                  <a:cubicBezTo>
                    <a:pt x="312" y="0"/>
                    <a:pt x="0" y="759"/>
                    <a:pt x="442" y="1201"/>
                  </a:cubicBezTo>
                  <a:cubicBezTo>
                    <a:pt x="585" y="1344"/>
                    <a:pt x="761" y="1408"/>
                    <a:pt x="934" y="1408"/>
                  </a:cubicBezTo>
                  <a:cubicBezTo>
                    <a:pt x="1296" y="1408"/>
                    <a:pt x="1643" y="1129"/>
                    <a:pt x="1643" y="706"/>
                  </a:cubicBezTo>
                  <a:cubicBezTo>
                    <a:pt x="1643" y="317"/>
                    <a:pt x="1326" y="0"/>
                    <a:pt x="942" y="0"/>
                  </a:cubicBez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15" name="Google Shape;8315;p69"/>
            <p:cNvSpPr/>
            <p:nvPr/>
          </p:nvSpPr>
          <p:spPr>
            <a:xfrm>
              <a:off x="3540724" y="2605040"/>
              <a:ext cx="287038" cy="158415"/>
            </a:xfrm>
            <a:custGeom>
              <a:avLst/>
              <a:gdLst/>
              <a:ahLst/>
              <a:cxnLst/>
              <a:rect l="l" t="t" r="r" b="b"/>
              <a:pathLst>
                <a:path w="10964" h="6051" extrusionOk="0">
                  <a:moveTo>
                    <a:pt x="0" y="0"/>
                  </a:moveTo>
                  <a:lnTo>
                    <a:pt x="0" y="4127"/>
                  </a:lnTo>
                  <a:cubicBezTo>
                    <a:pt x="1603" y="5409"/>
                    <a:pt x="3542" y="6051"/>
                    <a:pt x="5482" y="6051"/>
                  </a:cubicBezTo>
                  <a:cubicBezTo>
                    <a:pt x="7421" y="6051"/>
                    <a:pt x="9361" y="5409"/>
                    <a:pt x="10963" y="4127"/>
                  </a:cubicBezTo>
                  <a:lnTo>
                    <a:pt x="10963" y="0"/>
                  </a:lnTo>
                  <a:close/>
                </a:path>
              </a:pathLst>
            </a:custGeom>
            <a:solidFill>
              <a:srgbClr val="92A3B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16" name="Google Shape;8316;p69"/>
            <p:cNvSpPr/>
            <p:nvPr/>
          </p:nvSpPr>
          <p:spPr>
            <a:xfrm>
              <a:off x="3540724" y="2605040"/>
              <a:ext cx="70450" cy="146529"/>
            </a:xfrm>
            <a:custGeom>
              <a:avLst/>
              <a:gdLst/>
              <a:ahLst/>
              <a:cxnLst/>
              <a:rect l="l" t="t" r="r" b="b"/>
              <a:pathLst>
                <a:path w="2691" h="5597" extrusionOk="0">
                  <a:moveTo>
                    <a:pt x="0" y="0"/>
                  </a:moveTo>
                  <a:lnTo>
                    <a:pt x="0" y="4127"/>
                  </a:lnTo>
                  <a:cubicBezTo>
                    <a:pt x="803" y="4771"/>
                    <a:pt x="1715" y="5270"/>
                    <a:pt x="2691" y="5597"/>
                  </a:cubicBezTo>
                  <a:lnTo>
                    <a:pt x="2691" y="0"/>
                  </a:lnTo>
                  <a:close/>
                </a:path>
              </a:pathLst>
            </a:custGeom>
            <a:solidFill>
              <a:srgbClr val="8397A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17" name="Google Shape;8317;p69"/>
            <p:cNvSpPr/>
            <p:nvPr/>
          </p:nvSpPr>
          <p:spPr>
            <a:xfrm>
              <a:off x="3764956" y="2619806"/>
              <a:ext cx="13247" cy="133021"/>
            </a:xfrm>
            <a:custGeom>
              <a:avLst/>
              <a:gdLst/>
              <a:ahLst/>
              <a:cxnLst/>
              <a:rect l="l" t="t" r="r" b="b"/>
              <a:pathLst>
                <a:path w="506" h="5081" extrusionOk="0">
                  <a:moveTo>
                    <a:pt x="253" y="1"/>
                  </a:moveTo>
                  <a:cubicBezTo>
                    <a:pt x="127" y="1"/>
                    <a:pt x="1" y="85"/>
                    <a:pt x="1" y="253"/>
                  </a:cubicBezTo>
                  <a:lnTo>
                    <a:pt x="1" y="4831"/>
                  </a:lnTo>
                  <a:cubicBezTo>
                    <a:pt x="1" y="4970"/>
                    <a:pt x="116" y="5081"/>
                    <a:pt x="251" y="5081"/>
                  </a:cubicBezTo>
                  <a:cubicBezTo>
                    <a:pt x="390" y="5081"/>
                    <a:pt x="505" y="4970"/>
                    <a:pt x="505" y="4831"/>
                  </a:cubicBezTo>
                  <a:lnTo>
                    <a:pt x="505" y="253"/>
                  </a:lnTo>
                  <a:cubicBezTo>
                    <a:pt x="505" y="85"/>
                    <a:pt x="379" y="1"/>
                    <a:pt x="253" y="1"/>
                  </a:cubicBezTo>
                  <a:close/>
                </a:path>
              </a:pathLst>
            </a:custGeom>
            <a:solidFill>
              <a:srgbClr val="8397A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18" name="Google Shape;8318;p69"/>
            <p:cNvSpPr/>
            <p:nvPr/>
          </p:nvSpPr>
          <p:spPr>
            <a:xfrm>
              <a:off x="3469410" y="2465920"/>
              <a:ext cx="429666" cy="193837"/>
            </a:xfrm>
            <a:custGeom>
              <a:avLst/>
              <a:gdLst/>
              <a:ahLst/>
              <a:cxnLst/>
              <a:rect l="l" t="t" r="r" b="b"/>
              <a:pathLst>
                <a:path w="16412" h="7404" extrusionOk="0">
                  <a:moveTo>
                    <a:pt x="8206" y="1"/>
                  </a:moveTo>
                  <a:lnTo>
                    <a:pt x="0" y="3128"/>
                  </a:lnTo>
                  <a:lnTo>
                    <a:pt x="0" y="4272"/>
                  </a:lnTo>
                  <a:lnTo>
                    <a:pt x="8206" y="7404"/>
                  </a:lnTo>
                  <a:lnTo>
                    <a:pt x="16411" y="4272"/>
                  </a:lnTo>
                  <a:lnTo>
                    <a:pt x="16411" y="3128"/>
                  </a:lnTo>
                  <a:lnTo>
                    <a:pt x="8206" y="1"/>
                  </a:lnTo>
                  <a:close/>
                </a:path>
              </a:pathLst>
            </a:custGeom>
            <a:solidFill>
              <a:srgbClr val="92A3B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19" name="Google Shape;8319;p69"/>
            <p:cNvSpPr/>
            <p:nvPr/>
          </p:nvSpPr>
          <p:spPr>
            <a:xfrm>
              <a:off x="3469410" y="2547811"/>
              <a:ext cx="214833" cy="111946"/>
            </a:xfrm>
            <a:custGeom>
              <a:avLst/>
              <a:gdLst/>
              <a:ahLst/>
              <a:cxnLst/>
              <a:rect l="l" t="t" r="r" b="b"/>
              <a:pathLst>
                <a:path w="8206" h="4276" extrusionOk="0">
                  <a:moveTo>
                    <a:pt x="0" y="0"/>
                  </a:moveTo>
                  <a:lnTo>
                    <a:pt x="0" y="1144"/>
                  </a:lnTo>
                  <a:lnTo>
                    <a:pt x="8206" y="4276"/>
                  </a:lnTo>
                  <a:lnTo>
                    <a:pt x="8206" y="31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397A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20" name="Google Shape;8320;p69"/>
            <p:cNvSpPr/>
            <p:nvPr/>
          </p:nvSpPr>
          <p:spPr>
            <a:xfrm>
              <a:off x="3462865" y="2459296"/>
              <a:ext cx="442730" cy="362331"/>
            </a:xfrm>
            <a:custGeom>
              <a:avLst/>
              <a:gdLst/>
              <a:ahLst/>
              <a:cxnLst/>
              <a:rect l="l" t="t" r="r" b="b"/>
              <a:pathLst>
                <a:path w="16911" h="13840" extrusionOk="0">
                  <a:moveTo>
                    <a:pt x="16406" y="3746"/>
                  </a:moveTo>
                  <a:lnTo>
                    <a:pt x="16406" y="4352"/>
                  </a:lnTo>
                  <a:lnTo>
                    <a:pt x="12924" y="5682"/>
                  </a:lnTo>
                  <a:lnTo>
                    <a:pt x="12924" y="5072"/>
                  </a:lnTo>
                  <a:lnTo>
                    <a:pt x="16406" y="3746"/>
                  </a:lnTo>
                  <a:close/>
                  <a:moveTo>
                    <a:pt x="12419" y="5265"/>
                  </a:moveTo>
                  <a:lnTo>
                    <a:pt x="12419" y="5875"/>
                  </a:lnTo>
                  <a:lnTo>
                    <a:pt x="8706" y="7287"/>
                  </a:lnTo>
                  <a:lnTo>
                    <a:pt x="8706" y="6682"/>
                  </a:lnTo>
                  <a:lnTo>
                    <a:pt x="12419" y="5265"/>
                  </a:lnTo>
                  <a:close/>
                  <a:moveTo>
                    <a:pt x="505" y="3746"/>
                  </a:moveTo>
                  <a:lnTo>
                    <a:pt x="8206" y="6682"/>
                  </a:lnTo>
                  <a:lnTo>
                    <a:pt x="8206" y="7292"/>
                  </a:lnTo>
                  <a:lnTo>
                    <a:pt x="505" y="4352"/>
                  </a:lnTo>
                  <a:lnTo>
                    <a:pt x="505" y="3746"/>
                  </a:lnTo>
                  <a:close/>
                  <a:moveTo>
                    <a:pt x="13687" y="5927"/>
                  </a:moveTo>
                  <a:lnTo>
                    <a:pt x="13687" y="9569"/>
                  </a:lnTo>
                  <a:cubicBezTo>
                    <a:pt x="13442" y="9761"/>
                    <a:pt x="13188" y="9934"/>
                    <a:pt x="12924" y="10097"/>
                  </a:cubicBezTo>
                  <a:lnTo>
                    <a:pt x="12924" y="6221"/>
                  </a:lnTo>
                  <a:lnTo>
                    <a:pt x="13687" y="5927"/>
                  </a:lnTo>
                  <a:close/>
                  <a:moveTo>
                    <a:pt x="12674" y="12437"/>
                  </a:moveTo>
                  <a:cubicBezTo>
                    <a:pt x="12919" y="12437"/>
                    <a:pt x="13125" y="12639"/>
                    <a:pt x="13125" y="12888"/>
                  </a:cubicBezTo>
                  <a:cubicBezTo>
                    <a:pt x="13125" y="13158"/>
                    <a:pt x="12901" y="13338"/>
                    <a:pt x="12668" y="13338"/>
                  </a:cubicBezTo>
                  <a:cubicBezTo>
                    <a:pt x="12557" y="13338"/>
                    <a:pt x="12443" y="13297"/>
                    <a:pt x="12352" y="13206"/>
                  </a:cubicBezTo>
                  <a:cubicBezTo>
                    <a:pt x="12068" y="12922"/>
                    <a:pt x="12270" y="12437"/>
                    <a:pt x="12674" y="12437"/>
                  </a:cubicBezTo>
                  <a:close/>
                  <a:moveTo>
                    <a:pt x="8456" y="0"/>
                  </a:moveTo>
                  <a:cubicBezTo>
                    <a:pt x="8425" y="0"/>
                    <a:pt x="8393" y="7"/>
                    <a:pt x="8364" y="19"/>
                  </a:cubicBezTo>
                  <a:lnTo>
                    <a:pt x="159" y="3146"/>
                  </a:lnTo>
                  <a:cubicBezTo>
                    <a:pt x="63" y="3184"/>
                    <a:pt x="1" y="3276"/>
                    <a:pt x="1" y="3381"/>
                  </a:cubicBezTo>
                  <a:lnTo>
                    <a:pt x="1" y="4529"/>
                  </a:lnTo>
                  <a:cubicBezTo>
                    <a:pt x="1" y="4630"/>
                    <a:pt x="63" y="4726"/>
                    <a:pt x="159" y="4760"/>
                  </a:cubicBezTo>
                  <a:lnTo>
                    <a:pt x="2725" y="5740"/>
                  </a:lnTo>
                  <a:lnTo>
                    <a:pt x="2725" y="6610"/>
                  </a:lnTo>
                  <a:cubicBezTo>
                    <a:pt x="2725" y="6775"/>
                    <a:pt x="2849" y="6858"/>
                    <a:pt x="2974" y="6858"/>
                  </a:cubicBezTo>
                  <a:cubicBezTo>
                    <a:pt x="3099" y="6858"/>
                    <a:pt x="3224" y="6775"/>
                    <a:pt x="3224" y="6610"/>
                  </a:cubicBezTo>
                  <a:lnTo>
                    <a:pt x="3224" y="5932"/>
                  </a:lnTo>
                  <a:lnTo>
                    <a:pt x="8364" y="7892"/>
                  </a:lnTo>
                  <a:cubicBezTo>
                    <a:pt x="8393" y="7904"/>
                    <a:pt x="8423" y="7910"/>
                    <a:pt x="8454" y="7910"/>
                  </a:cubicBezTo>
                  <a:cubicBezTo>
                    <a:pt x="8485" y="7910"/>
                    <a:pt x="8516" y="7904"/>
                    <a:pt x="8547" y="7892"/>
                  </a:cubicBezTo>
                  <a:lnTo>
                    <a:pt x="12419" y="6413"/>
                  </a:lnTo>
                  <a:lnTo>
                    <a:pt x="12419" y="10390"/>
                  </a:lnTo>
                  <a:cubicBezTo>
                    <a:pt x="11171" y="11047"/>
                    <a:pt x="9810" y="11370"/>
                    <a:pt x="8455" y="11370"/>
                  </a:cubicBezTo>
                  <a:cubicBezTo>
                    <a:pt x="6598" y="11370"/>
                    <a:pt x="4752" y="10763"/>
                    <a:pt x="3224" y="9574"/>
                  </a:cubicBezTo>
                  <a:lnTo>
                    <a:pt x="3224" y="7614"/>
                  </a:lnTo>
                  <a:cubicBezTo>
                    <a:pt x="3224" y="7446"/>
                    <a:pt x="3099" y="7361"/>
                    <a:pt x="2974" y="7361"/>
                  </a:cubicBezTo>
                  <a:cubicBezTo>
                    <a:pt x="2849" y="7361"/>
                    <a:pt x="2725" y="7446"/>
                    <a:pt x="2725" y="7614"/>
                  </a:cubicBezTo>
                  <a:lnTo>
                    <a:pt x="2725" y="9694"/>
                  </a:lnTo>
                  <a:cubicBezTo>
                    <a:pt x="2725" y="9771"/>
                    <a:pt x="2758" y="9843"/>
                    <a:pt x="2821" y="9891"/>
                  </a:cubicBezTo>
                  <a:cubicBezTo>
                    <a:pt x="4451" y="11199"/>
                    <a:pt x="6445" y="11872"/>
                    <a:pt x="8455" y="11872"/>
                  </a:cubicBezTo>
                  <a:cubicBezTo>
                    <a:pt x="9804" y="11872"/>
                    <a:pt x="11160" y="11570"/>
                    <a:pt x="12419" y="10952"/>
                  </a:cubicBezTo>
                  <a:lnTo>
                    <a:pt x="12419" y="11966"/>
                  </a:lnTo>
                  <a:cubicBezTo>
                    <a:pt x="11958" y="12091"/>
                    <a:pt x="11660" y="12543"/>
                    <a:pt x="11727" y="13013"/>
                  </a:cubicBezTo>
                  <a:cubicBezTo>
                    <a:pt x="11790" y="13489"/>
                    <a:pt x="12193" y="13840"/>
                    <a:pt x="12669" y="13840"/>
                  </a:cubicBezTo>
                  <a:cubicBezTo>
                    <a:pt x="13149" y="13840"/>
                    <a:pt x="13553" y="13489"/>
                    <a:pt x="13615" y="13013"/>
                  </a:cubicBezTo>
                  <a:cubicBezTo>
                    <a:pt x="13678" y="12543"/>
                    <a:pt x="13385" y="12091"/>
                    <a:pt x="12924" y="11966"/>
                  </a:cubicBezTo>
                  <a:lnTo>
                    <a:pt x="12924" y="10683"/>
                  </a:lnTo>
                  <a:cubicBezTo>
                    <a:pt x="13332" y="10453"/>
                    <a:pt x="13726" y="10184"/>
                    <a:pt x="14096" y="9891"/>
                  </a:cubicBezTo>
                  <a:cubicBezTo>
                    <a:pt x="14153" y="9843"/>
                    <a:pt x="14187" y="9771"/>
                    <a:pt x="14187" y="9694"/>
                  </a:cubicBezTo>
                  <a:lnTo>
                    <a:pt x="14187" y="5740"/>
                  </a:lnTo>
                  <a:lnTo>
                    <a:pt x="16748" y="4760"/>
                  </a:lnTo>
                  <a:cubicBezTo>
                    <a:pt x="16848" y="4726"/>
                    <a:pt x="16911" y="4630"/>
                    <a:pt x="16911" y="4525"/>
                  </a:cubicBezTo>
                  <a:lnTo>
                    <a:pt x="16911" y="3381"/>
                  </a:lnTo>
                  <a:cubicBezTo>
                    <a:pt x="16911" y="3276"/>
                    <a:pt x="16848" y="3184"/>
                    <a:pt x="16752" y="3146"/>
                  </a:cubicBezTo>
                  <a:lnTo>
                    <a:pt x="11401" y="1104"/>
                  </a:lnTo>
                  <a:cubicBezTo>
                    <a:pt x="11366" y="1091"/>
                    <a:pt x="11333" y="1085"/>
                    <a:pt x="11302" y="1085"/>
                  </a:cubicBezTo>
                  <a:cubicBezTo>
                    <a:pt x="11055" y="1085"/>
                    <a:pt x="10945" y="1468"/>
                    <a:pt x="11223" y="1575"/>
                  </a:cubicBezTo>
                  <a:lnTo>
                    <a:pt x="15955" y="3377"/>
                  </a:lnTo>
                  <a:lnTo>
                    <a:pt x="12683" y="4630"/>
                  </a:lnTo>
                  <a:lnTo>
                    <a:pt x="8561" y="2762"/>
                  </a:lnTo>
                  <a:cubicBezTo>
                    <a:pt x="8523" y="2745"/>
                    <a:pt x="8486" y="2737"/>
                    <a:pt x="8451" y="2737"/>
                  </a:cubicBezTo>
                  <a:cubicBezTo>
                    <a:pt x="8210" y="2737"/>
                    <a:pt x="8086" y="3101"/>
                    <a:pt x="8355" y="3223"/>
                  </a:cubicBezTo>
                  <a:lnTo>
                    <a:pt x="12016" y="4880"/>
                  </a:lnTo>
                  <a:lnTo>
                    <a:pt x="8456" y="6240"/>
                  </a:lnTo>
                  <a:lnTo>
                    <a:pt x="957" y="3381"/>
                  </a:lnTo>
                  <a:lnTo>
                    <a:pt x="8456" y="523"/>
                  </a:lnTo>
                  <a:lnTo>
                    <a:pt x="10301" y="1224"/>
                  </a:lnTo>
                  <a:cubicBezTo>
                    <a:pt x="10336" y="1238"/>
                    <a:pt x="10370" y="1244"/>
                    <a:pt x="10401" y="1244"/>
                  </a:cubicBezTo>
                  <a:cubicBezTo>
                    <a:pt x="10651" y="1244"/>
                    <a:pt x="10761" y="860"/>
                    <a:pt x="10483" y="754"/>
                  </a:cubicBezTo>
                  <a:lnTo>
                    <a:pt x="8547" y="19"/>
                  </a:lnTo>
                  <a:cubicBezTo>
                    <a:pt x="8518" y="7"/>
                    <a:pt x="8487" y="0"/>
                    <a:pt x="8456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321" name="Google Shape;8321;p69"/>
          <p:cNvGrpSpPr/>
          <p:nvPr/>
        </p:nvGrpSpPr>
        <p:grpSpPr>
          <a:xfrm>
            <a:off x="2991636" y="3161539"/>
            <a:ext cx="210841" cy="275459"/>
            <a:chOff x="3988847" y="3358134"/>
            <a:chExt cx="281121" cy="367279"/>
          </a:xfrm>
        </p:grpSpPr>
        <p:sp>
          <p:nvSpPr>
            <p:cNvPr id="8322" name="Google Shape;8322;p69"/>
            <p:cNvSpPr/>
            <p:nvPr/>
          </p:nvSpPr>
          <p:spPr>
            <a:xfrm>
              <a:off x="3994371" y="3406803"/>
              <a:ext cx="153965" cy="270047"/>
            </a:xfrm>
            <a:custGeom>
              <a:avLst/>
              <a:gdLst/>
              <a:ahLst/>
              <a:cxnLst/>
              <a:rect l="l" t="t" r="r" b="b"/>
              <a:pathLst>
                <a:path w="5881" h="10315" extrusionOk="0">
                  <a:moveTo>
                    <a:pt x="5160" y="1"/>
                  </a:moveTo>
                  <a:cubicBezTo>
                    <a:pt x="2311" y="1"/>
                    <a:pt x="1" y="2307"/>
                    <a:pt x="1" y="5155"/>
                  </a:cubicBezTo>
                  <a:cubicBezTo>
                    <a:pt x="1" y="8004"/>
                    <a:pt x="2311" y="10310"/>
                    <a:pt x="5160" y="10315"/>
                  </a:cubicBezTo>
                  <a:lnTo>
                    <a:pt x="5160" y="7817"/>
                  </a:lnTo>
                  <a:cubicBezTo>
                    <a:pt x="3690" y="7817"/>
                    <a:pt x="2499" y="6626"/>
                    <a:pt x="2499" y="5155"/>
                  </a:cubicBezTo>
                  <a:cubicBezTo>
                    <a:pt x="2499" y="3685"/>
                    <a:pt x="3690" y="2494"/>
                    <a:pt x="5160" y="2494"/>
                  </a:cubicBezTo>
                  <a:lnTo>
                    <a:pt x="5881" y="2494"/>
                  </a:lnTo>
                  <a:lnTo>
                    <a:pt x="5881" y="1"/>
                  </a:lnTo>
                  <a:close/>
                </a:path>
              </a:pathLst>
            </a:custGeom>
            <a:solidFill>
              <a:srgbClr val="F4F6F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23" name="Google Shape;8323;p69"/>
            <p:cNvSpPr/>
            <p:nvPr/>
          </p:nvSpPr>
          <p:spPr>
            <a:xfrm>
              <a:off x="4129460" y="3665513"/>
              <a:ext cx="52334" cy="42543"/>
            </a:xfrm>
            <a:custGeom>
              <a:avLst/>
              <a:gdLst/>
              <a:ahLst/>
              <a:cxnLst/>
              <a:rect l="l" t="t" r="r" b="b"/>
              <a:pathLst>
                <a:path w="1999" h="1625" extrusionOk="0">
                  <a:moveTo>
                    <a:pt x="0" y="1"/>
                  </a:moveTo>
                  <a:lnTo>
                    <a:pt x="0" y="1624"/>
                  </a:lnTo>
                  <a:lnTo>
                    <a:pt x="1999" y="1624"/>
                  </a:lnTo>
                  <a:lnTo>
                    <a:pt x="1999" y="1"/>
                  </a:lnTo>
                  <a:close/>
                </a:path>
              </a:pathLst>
            </a:custGeom>
            <a:solidFill>
              <a:srgbClr val="CBD3D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24" name="Google Shape;8324;p69"/>
            <p:cNvSpPr/>
            <p:nvPr/>
          </p:nvSpPr>
          <p:spPr>
            <a:xfrm>
              <a:off x="4148310" y="3386435"/>
              <a:ext cx="59638" cy="142026"/>
            </a:xfrm>
            <a:custGeom>
              <a:avLst/>
              <a:gdLst/>
              <a:ahLst/>
              <a:cxnLst/>
              <a:rect l="l" t="t" r="r" b="b"/>
              <a:pathLst>
                <a:path w="2278" h="5425" extrusionOk="0">
                  <a:moveTo>
                    <a:pt x="1" y="1"/>
                  </a:moveTo>
                  <a:lnTo>
                    <a:pt x="1" y="5424"/>
                  </a:lnTo>
                  <a:lnTo>
                    <a:pt x="2278" y="5424"/>
                  </a:lnTo>
                  <a:lnTo>
                    <a:pt x="2278" y="1"/>
                  </a:lnTo>
                  <a:close/>
                </a:path>
              </a:pathLst>
            </a:custGeom>
            <a:solidFill>
              <a:srgbClr val="FCFCF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25" name="Google Shape;8325;p69"/>
            <p:cNvSpPr/>
            <p:nvPr/>
          </p:nvSpPr>
          <p:spPr>
            <a:xfrm>
              <a:off x="4148310" y="3386435"/>
              <a:ext cx="21153" cy="142026"/>
            </a:xfrm>
            <a:custGeom>
              <a:avLst/>
              <a:gdLst/>
              <a:ahLst/>
              <a:cxnLst/>
              <a:rect l="l" t="t" r="r" b="b"/>
              <a:pathLst>
                <a:path w="808" h="5425" extrusionOk="0">
                  <a:moveTo>
                    <a:pt x="1" y="1"/>
                  </a:moveTo>
                  <a:lnTo>
                    <a:pt x="1" y="5424"/>
                  </a:lnTo>
                  <a:lnTo>
                    <a:pt x="808" y="5424"/>
                  </a:lnTo>
                  <a:lnTo>
                    <a:pt x="808" y="1"/>
                  </a:ln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26" name="Google Shape;8326;p69"/>
            <p:cNvSpPr/>
            <p:nvPr/>
          </p:nvSpPr>
          <p:spPr>
            <a:xfrm>
              <a:off x="4157761" y="3528435"/>
              <a:ext cx="20394" cy="28824"/>
            </a:xfrm>
            <a:custGeom>
              <a:avLst/>
              <a:gdLst/>
              <a:ahLst/>
              <a:cxnLst/>
              <a:rect l="l" t="t" r="r" b="b"/>
              <a:pathLst>
                <a:path w="779" h="1101" extrusionOk="0">
                  <a:moveTo>
                    <a:pt x="0" y="0"/>
                  </a:moveTo>
                  <a:lnTo>
                    <a:pt x="0" y="1100"/>
                  </a:lnTo>
                  <a:lnTo>
                    <a:pt x="778" y="1100"/>
                  </a:lnTo>
                  <a:lnTo>
                    <a:pt x="778" y="0"/>
                  </a:lnTo>
                  <a:close/>
                </a:path>
              </a:pathLst>
            </a:custGeom>
            <a:solidFill>
              <a:srgbClr val="F4F6F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27" name="Google Shape;8327;p69"/>
            <p:cNvSpPr/>
            <p:nvPr/>
          </p:nvSpPr>
          <p:spPr>
            <a:xfrm>
              <a:off x="4178129" y="3528435"/>
              <a:ext cx="20394" cy="48433"/>
            </a:xfrm>
            <a:custGeom>
              <a:avLst/>
              <a:gdLst/>
              <a:ahLst/>
              <a:cxnLst/>
              <a:rect l="l" t="t" r="r" b="b"/>
              <a:pathLst>
                <a:path w="779" h="1850" extrusionOk="0">
                  <a:moveTo>
                    <a:pt x="0" y="0"/>
                  </a:moveTo>
                  <a:lnTo>
                    <a:pt x="0" y="1850"/>
                  </a:lnTo>
                  <a:lnTo>
                    <a:pt x="779" y="1850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rgbClr val="F4F6F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28" name="Google Shape;8328;p69"/>
            <p:cNvSpPr/>
            <p:nvPr/>
          </p:nvSpPr>
          <p:spPr>
            <a:xfrm>
              <a:off x="4129460" y="3611426"/>
              <a:ext cx="99746" cy="36626"/>
            </a:xfrm>
            <a:custGeom>
              <a:avLst/>
              <a:gdLst/>
              <a:ahLst/>
              <a:cxnLst/>
              <a:rect l="l" t="t" r="r" b="b"/>
              <a:pathLst>
                <a:path w="3810" h="1399" extrusionOk="0">
                  <a:moveTo>
                    <a:pt x="0" y="1"/>
                  </a:moveTo>
                  <a:lnTo>
                    <a:pt x="0" y="1399"/>
                  </a:lnTo>
                  <a:lnTo>
                    <a:pt x="3113" y="1399"/>
                  </a:lnTo>
                  <a:cubicBezTo>
                    <a:pt x="3497" y="1399"/>
                    <a:pt x="3810" y="1087"/>
                    <a:pt x="3810" y="702"/>
                  </a:cubicBezTo>
                  <a:cubicBezTo>
                    <a:pt x="3810" y="313"/>
                    <a:pt x="3497" y="1"/>
                    <a:pt x="3113" y="1"/>
                  </a:cubicBez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29" name="Google Shape;8329;p69"/>
            <p:cNvSpPr/>
            <p:nvPr/>
          </p:nvSpPr>
          <p:spPr>
            <a:xfrm>
              <a:off x="4129460" y="3611426"/>
              <a:ext cx="97625" cy="19399"/>
            </a:xfrm>
            <a:custGeom>
              <a:avLst/>
              <a:gdLst/>
              <a:ahLst/>
              <a:cxnLst/>
              <a:rect l="l" t="t" r="r" b="b"/>
              <a:pathLst>
                <a:path w="3729" h="741" extrusionOk="0">
                  <a:moveTo>
                    <a:pt x="0" y="1"/>
                  </a:moveTo>
                  <a:lnTo>
                    <a:pt x="0" y="741"/>
                  </a:lnTo>
                  <a:lnTo>
                    <a:pt x="3113" y="741"/>
                  </a:lnTo>
                  <a:cubicBezTo>
                    <a:pt x="3368" y="741"/>
                    <a:pt x="3608" y="597"/>
                    <a:pt x="3728" y="371"/>
                  </a:cubicBezTo>
                  <a:cubicBezTo>
                    <a:pt x="3608" y="140"/>
                    <a:pt x="3368" y="1"/>
                    <a:pt x="3113" y="1"/>
                  </a:cubicBezTo>
                  <a:close/>
                </a:path>
              </a:pathLst>
            </a:custGeom>
            <a:solidFill>
              <a:srgbClr val="FCFCF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30" name="Google Shape;8330;p69"/>
            <p:cNvSpPr/>
            <p:nvPr/>
          </p:nvSpPr>
          <p:spPr>
            <a:xfrm>
              <a:off x="4129460" y="3648025"/>
              <a:ext cx="74220" cy="28824"/>
            </a:xfrm>
            <a:custGeom>
              <a:avLst/>
              <a:gdLst/>
              <a:ahLst/>
              <a:cxnLst/>
              <a:rect l="l" t="t" r="r" b="b"/>
              <a:pathLst>
                <a:path w="2835" h="1101" extrusionOk="0">
                  <a:moveTo>
                    <a:pt x="0" y="1"/>
                  </a:moveTo>
                  <a:lnTo>
                    <a:pt x="0" y="1101"/>
                  </a:lnTo>
                  <a:lnTo>
                    <a:pt x="1907" y="1101"/>
                  </a:lnTo>
                  <a:cubicBezTo>
                    <a:pt x="2417" y="1101"/>
                    <a:pt x="2835" y="688"/>
                    <a:pt x="2835" y="179"/>
                  </a:cubicBezTo>
                  <a:lnTo>
                    <a:pt x="2835" y="1"/>
                  </a:lnTo>
                  <a:close/>
                </a:path>
              </a:pathLst>
            </a:custGeom>
            <a:solidFill>
              <a:srgbClr val="F4F6F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31" name="Google Shape;8331;p69"/>
            <p:cNvSpPr/>
            <p:nvPr/>
          </p:nvSpPr>
          <p:spPr>
            <a:xfrm>
              <a:off x="4159881" y="3363658"/>
              <a:ext cx="36390" cy="22803"/>
            </a:xfrm>
            <a:custGeom>
              <a:avLst/>
              <a:gdLst/>
              <a:ahLst/>
              <a:cxnLst/>
              <a:rect l="l" t="t" r="r" b="b"/>
              <a:pathLst>
                <a:path w="1390" h="871" extrusionOk="0">
                  <a:moveTo>
                    <a:pt x="1" y="1"/>
                  </a:moveTo>
                  <a:lnTo>
                    <a:pt x="1" y="871"/>
                  </a:lnTo>
                  <a:lnTo>
                    <a:pt x="1389" y="871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rgbClr val="92A3B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32" name="Google Shape;8332;p69"/>
            <p:cNvSpPr/>
            <p:nvPr/>
          </p:nvSpPr>
          <p:spPr>
            <a:xfrm>
              <a:off x="4159881" y="3363658"/>
              <a:ext cx="13875" cy="22803"/>
            </a:xfrm>
            <a:custGeom>
              <a:avLst/>
              <a:gdLst/>
              <a:ahLst/>
              <a:cxnLst/>
              <a:rect l="l" t="t" r="r" b="b"/>
              <a:pathLst>
                <a:path w="530" h="871" extrusionOk="0">
                  <a:moveTo>
                    <a:pt x="1" y="1"/>
                  </a:moveTo>
                  <a:lnTo>
                    <a:pt x="1" y="871"/>
                  </a:lnTo>
                  <a:lnTo>
                    <a:pt x="529" y="871"/>
                  </a:lnTo>
                  <a:lnTo>
                    <a:pt x="529" y="1"/>
                  </a:lnTo>
                  <a:close/>
                </a:path>
              </a:pathLst>
            </a:custGeom>
            <a:solidFill>
              <a:srgbClr val="8397A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33" name="Google Shape;8333;p69"/>
            <p:cNvSpPr/>
            <p:nvPr/>
          </p:nvSpPr>
          <p:spPr>
            <a:xfrm>
              <a:off x="4043171" y="3696825"/>
              <a:ext cx="221378" cy="23038"/>
            </a:xfrm>
            <a:custGeom>
              <a:avLst/>
              <a:gdLst/>
              <a:ahLst/>
              <a:cxnLst/>
              <a:rect l="l" t="t" r="r" b="b"/>
              <a:pathLst>
                <a:path w="8456" h="880" extrusionOk="0">
                  <a:moveTo>
                    <a:pt x="428" y="1"/>
                  </a:moveTo>
                  <a:cubicBezTo>
                    <a:pt x="188" y="6"/>
                    <a:pt x="1" y="203"/>
                    <a:pt x="1" y="438"/>
                  </a:cubicBezTo>
                  <a:cubicBezTo>
                    <a:pt x="1" y="678"/>
                    <a:pt x="188" y="870"/>
                    <a:pt x="428" y="880"/>
                  </a:cubicBezTo>
                  <a:lnTo>
                    <a:pt x="8014" y="880"/>
                  </a:lnTo>
                  <a:cubicBezTo>
                    <a:pt x="8259" y="880"/>
                    <a:pt x="8456" y="683"/>
                    <a:pt x="8456" y="438"/>
                  </a:cubicBezTo>
                  <a:cubicBezTo>
                    <a:pt x="8456" y="198"/>
                    <a:pt x="8259" y="1"/>
                    <a:pt x="8014" y="1"/>
                  </a:cubicBezTo>
                  <a:close/>
                </a:path>
              </a:pathLst>
            </a:custGeom>
            <a:solidFill>
              <a:srgbClr val="CBD3D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34" name="Google Shape;8334;p69"/>
            <p:cNvSpPr/>
            <p:nvPr/>
          </p:nvSpPr>
          <p:spPr>
            <a:xfrm>
              <a:off x="4084038" y="3696825"/>
              <a:ext cx="180642" cy="23038"/>
            </a:xfrm>
            <a:custGeom>
              <a:avLst/>
              <a:gdLst/>
              <a:ahLst/>
              <a:cxnLst/>
              <a:rect l="l" t="t" r="r" b="b"/>
              <a:pathLst>
                <a:path w="6900" h="880" extrusionOk="0">
                  <a:moveTo>
                    <a:pt x="424" y="1"/>
                  </a:moveTo>
                  <a:cubicBezTo>
                    <a:pt x="188" y="6"/>
                    <a:pt x="1" y="203"/>
                    <a:pt x="1" y="438"/>
                  </a:cubicBezTo>
                  <a:cubicBezTo>
                    <a:pt x="1" y="678"/>
                    <a:pt x="188" y="870"/>
                    <a:pt x="424" y="880"/>
                  </a:cubicBezTo>
                  <a:lnTo>
                    <a:pt x="6453" y="880"/>
                  </a:lnTo>
                  <a:cubicBezTo>
                    <a:pt x="6698" y="880"/>
                    <a:pt x="6895" y="683"/>
                    <a:pt x="6895" y="438"/>
                  </a:cubicBezTo>
                  <a:lnTo>
                    <a:pt x="6899" y="438"/>
                  </a:lnTo>
                  <a:cubicBezTo>
                    <a:pt x="6899" y="198"/>
                    <a:pt x="6698" y="1"/>
                    <a:pt x="6458" y="1"/>
                  </a:cubicBezTo>
                  <a:close/>
                </a:path>
              </a:pathLst>
            </a:custGeom>
            <a:solidFill>
              <a:srgbClr val="F4F6F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35" name="Google Shape;8335;p69"/>
            <p:cNvSpPr/>
            <p:nvPr/>
          </p:nvSpPr>
          <p:spPr>
            <a:xfrm>
              <a:off x="4101029" y="3428951"/>
              <a:ext cx="30578" cy="26154"/>
            </a:xfrm>
            <a:custGeom>
              <a:avLst/>
              <a:gdLst/>
              <a:ahLst/>
              <a:cxnLst/>
              <a:rect l="l" t="t" r="r" b="b"/>
              <a:pathLst>
                <a:path w="1168" h="999" extrusionOk="0">
                  <a:moveTo>
                    <a:pt x="668" y="0"/>
                  </a:moveTo>
                  <a:cubicBezTo>
                    <a:pt x="221" y="0"/>
                    <a:pt x="0" y="538"/>
                    <a:pt x="313" y="851"/>
                  </a:cubicBezTo>
                  <a:cubicBezTo>
                    <a:pt x="415" y="953"/>
                    <a:pt x="541" y="999"/>
                    <a:pt x="664" y="999"/>
                  </a:cubicBezTo>
                  <a:cubicBezTo>
                    <a:pt x="922" y="999"/>
                    <a:pt x="1168" y="799"/>
                    <a:pt x="1168" y="500"/>
                  </a:cubicBezTo>
                  <a:cubicBezTo>
                    <a:pt x="1168" y="221"/>
                    <a:pt x="942" y="0"/>
                    <a:pt x="668" y="0"/>
                  </a:cubicBezTo>
                  <a:close/>
                </a:path>
              </a:pathLst>
            </a:custGeom>
            <a:solidFill>
              <a:srgbClr val="92A3B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36" name="Google Shape;8336;p69"/>
            <p:cNvSpPr/>
            <p:nvPr/>
          </p:nvSpPr>
          <p:spPr>
            <a:xfrm>
              <a:off x="4082912" y="3627029"/>
              <a:ext cx="30604" cy="26180"/>
            </a:xfrm>
            <a:custGeom>
              <a:avLst/>
              <a:gdLst/>
              <a:ahLst/>
              <a:cxnLst/>
              <a:rect l="l" t="t" r="r" b="b"/>
              <a:pathLst>
                <a:path w="1169" h="1000" extrusionOk="0">
                  <a:moveTo>
                    <a:pt x="668" y="1"/>
                  </a:moveTo>
                  <a:cubicBezTo>
                    <a:pt x="226" y="1"/>
                    <a:pt x="1" y="539"/>
                    <a:pt x="318" y="851"/>
                  </a:cubicBezTo>
                  <a:cubicBezTo>
                    <a:pt x="419" y="953"/>
                    <a:pt x="543" y="999"/>
                    <a:pt x="666" y="999"/>
                  </a:cubicBezTo>
                  <a:cubicBezTo>
                    <a:pt x="922" y="999"/>
                    <a:pt x="1168" y="799"/>
                    <a:pt x="1168" y="500"/>
                  </a:cubicBezTo>
                  <a:cubicBezTo>
                    <a:pt x="1168" y="222"/>
                    <a:pt x="947" y="1"/>
                    <a:pt x="668" y="1"/>
                  </a:cubicBezTo>
                  <a:close/>
                </a:path>
              </a:pathLst>
            </a:custGeom>
            <a:solidFill>
              <a:srgbClr val="92A3B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37" name="Google Shape;8337;p69"/>
            <p:cNvSpPr/>
            <p:nvPr/>
          </p:nvSpPr>
          <p:spPr>
            <a:xfrm>
              <a:off x="3988847" y="3358134"/>
              <a:ext cx="281121" cy="367279"/>
            </a:xfrm>
            <a:custGeom>
              <a:avLst/>
              <a:gdLst/>
              <a:ahLst/>
              <a:cxnLst/>
              <a:rect l="l" t="t" r="r" b="b"/>
              <a:pathLst>
                <a:path w="10738" h="14029" extrusionOk="0">
                  <a:moveTo>
                    <a:pt x="7716" y="419"/>
                  </a:moveTo>
                  <a:lnTo>
                    <a:pt x="7716" y="870"/>
                  </a:lnTo>
                  <a:lnTo>
                    <a:pt x="6745" y="870"/>
                  </a:lnTo>
                  <a:lnTo>
                    <a:pt x="6745" y="419"/>
                  </a:lnTo>
                  <a:close/>
                  <a:moveTo>
                    <a:pt x="8162" y="1288"/>
                  </a:moveTo>
                  <a:lnTo>
                    <a:pt x="8162" y="6299"/>
                  </a:lnTo>
                  <a:lnTo>
                    <a:pt x="6303" y="6299"/>
                  </a:lnTo>
                  <a:lnTo>
                    <a:pt x="6303" y="1288"/>
                  </a:lnTo>
                  <a:close/>
                  <a:moveTo>
                    <a:pt x="7019" y="6712"/>
                  </a:moveTo>
                  <a:lnTo>
                    <a:pt x="7019" y="7399"/>
                  </a:lnTo>
                  <a:lnTo>
                    <a:pt x="6659" y="7399"/>
                  </a:lnTo>
                  <a:lnTo>
                    <a:pt x="6659" y="6712"/>
                  </a:lnTo>
                  <a:close/>
                  <a:moveTo>
                    <a:pt x="7802" y="6712"/>
                  </a:moveTo>
                  <a:lnTo>
                    <a:pt x="7802" y="8148"/>
                  </a:lnTo>
                  <a:lnTo>
                    <a:pt x="7442" y="8148"/>
                  </a:lnTo>
                  <a:lnTo>
                    <a:pt x="7442" y="6712"/>
                  </a:lnTo>
                  <a:close/>
                  <a:moveTo>
                    <a:pt x="8484" y="9882"/>
                  </a:moveTo>
                  <a:cubicBezTo>
                    <a:pt x="8753" y="9882"/>
                    <a:pt x="8974" y="10103"/>
                    <a:pt x="8974" y="10377"/>
                  </a:cubicBezTo>
                  <a:cubicBezTo>
                    <a:pt x="8974" y="10646"/>
                    <a:pt x="8758" y="10867"/>
                    <a:pt x="8484" y="10867"/>
                  </a:cubicBezTo>
                  <a:lnTo>
                    <a:pt x="5578" y="10867"/>
                  </a:lnTo>
                  <a:lnTo>
                    <a:pt x="5578" y="9882"/>
                  </a:lnTo>
                  <a:close/>
                  <a:moveTo>
                    <a:pt x="7994" y="11285"/>
                  </a:moveTo>
                  <a:cubicBezTo>
                    <a:pt x="7975" y="11665"/>
                    <a:pt x="7663" y="11963"/>
                    <a:pt x="7278" y="11963"/>
                  </a:cubicBezTo>
                  <a:lnTo>
                    <a:pt x="5578" y="11963"/>
                  </a:lnTo>
                  <a:lnTo>
                    <a:pt x="5578" y="11285"/>
                  </a:lnTo>
                  <a:close/>
                  <a:moveTo>
                    <a:pt x="7163" y="12381"/>
                  </a:moveTo>
                  <a:lnTo>
                    <a:pt x="7163" y="12726"/>
                  </a:lnTo>
                  <a:lnTo>
                    <a:pt x="5578" y="12726"/>
                  </a:lnTo>
                  <a:lnTo>
                    <a:pt x="5578" y="12381"/>
                  </a:lnTo>
                  <a:close/>
                  <a:moveTo>
                    <a:pt x="6092" y="1"/>
                  </a:moveTo>
                  <a:cubicBezTo>
                    <a:pt x="5813" y="1"/>
                    <a:pt x="5813" y="419"/>
                    <a:pt x="6092" y="419"/>
                  </a:cubicBezTo>
                  <a:lnTo>
                    <a:pt x="6327" y="419"/>
                  </a:lnTo>
                  <a:lnTo>
                    <a:pt x="6327" y="870"/>
                  </a:lnTo>
                  <a:lnTo>
                    <a:pt x="6092" y="870"/>
                  </a:lnTo>
                  <a:cubicBezTo>
                    <a:pt x="5976" y="870"/>
                    <a:pt x="5880" y="966"/>
                    <a:pt x="5880" y="1082"/>
                  </a:cubicBezTo>
                  <a:lnTo>
                    <a:pt x="5880" y="1648"/>
                  </a:lnTo>
                  <a:lnTo>
                    <a:pt x="5371" y="1648"/>
                  </a:lnTo>
                  <a:cubicBezTo>
                    <a:pt x="4482" y="1648"/>
                    <a:pt x="3608" y="1869"/>
                    <a:pt x="2825" y="2287"/>
                  </a:cubicBezTo>
                  <a:cubicBezTo>
                    <a:pt x="2602" y="2393"/>
                    <a:pt x="2718" y="2690"/>
                    <a:pt x="2910" y="2690"/>
                  </a:cubicBezTo>
                  <a:cubicBezTo>
                    <a:pt x="2945" y="2690"/>
                    <a:pt x="2983" y="2680"/>
                    <a:pt x="3022" y="2657"/>
                  </a:cubicBezTo>
                  <a:cubicBezTo>
                    <a:pt x="3743" y="2268"/>
                    <a:pt x="4550" y="2066"/>
                    <a:pt x="5371" y="2066"/>
                  </a:cubicBezTo>
                  <a:lnTo>
                    <a:pt x="5880" y="2066"/>
                  </a:lnTo>
                  <a:lnTo>
                    <a:pt x="5880" y="4146"/>
                  </a:lnTo>
                  <a:lnTo>
                    <a:pt x="5371" y="4146"/>
                  </a:lnTo>
                  <a:cubicBezTo>
                    <a:pt x="3824" y="4146"/>
                    <a:pt x="2561" y="5372"/>
                    <a:pt x="2503" y="6914"/>
                  </a:cubicBezTo>
                  <a:cubicBezTo>
                    <a:pt x="2450" y="8451"/>
                    <a:pt x="3622" y="9762"/>
                    <a:pt x="5160" y="9878"/>
                  </a:cubicBezTo>
                  <a:lnTo>
                    <a:pt x="5160" y="11958"/>
                  </a:lnTo>
                  <a:cubicBezTo>
                    <a:pt x="3080" y="11871"/>
                    <a:pt x="1278" y="10493"/>
                    <a:pt x="649" y="8504"/>
                  </a:cubicBezTo>
                  <a:cubicBezTo>
                    <a:pt x="24" y="6520"/>
                    <a:pt x="706" y="4353"/>
                    <a:pt x="2359" y="3085"/>
                  </a:cubicBezTo>
                  <a:cubicBezTo>
                    <a:pt x="2528" y="2948"/>
                    <a:pt x="2398" y="2714"/>
                    <a:pt x="2228" y="2714"/>
                  </a:cubicBezTo>
                  <a:cubicBezTo>
                    <a:pt x="2189" y="2714"/>
                    <a:pt x="2149" y="2726"/>
                    <a:pt x="2109" y="2753"/>
                  </a:cubicBezTo>
                  <a:cubicBezTo>
                    <a:pt x="1465" y="3248"/>
                    <a:pt x="942" y="3877"/>
                    <a:pt x="577" y="4603"/>
                  </a:cubicBezTo>
                  <a:cubicBezTo>
                    <a:pt x="197" y="5347"/>
                    <a:pt x="0" y="6179"/>
                    <a:pt x="5" y="7014"/>
                  </a:cubicBezTo>
                  <a:cubicBezTo>
                    <a:pt x="5" y="9897"/>
                    <a:pt x="2282" y="12260"/>
                    <a:pt x="5160" y="12376"/>
                  </a:cubicBezTo>
                  <a:lnTo>
                    <a:pt x="5160" y="12731"/>
                  </a:lnTo>
                  <a:lnTo>
                    <a:pt x="2503" y="12731"/>
                  </a:lnTo>
                  <a:cubicBezTo>
                    <a:pt x="2143" y="12731"/>
                    <a:pt x="1855" y="13020"/>
                    <a:pt x="1855" y="13380"/>
                  </a:cubicBezTo>
                  <a:cubicBezTo>
                    <a:pt x="1855" y="13735"/>
                    <a:pt x="2143" y="14028"/>
                    <a:pt x="2503" y="14028"/>
                  </a:cubicBezTo>
                  <a:lnTo>
                    <a:pt x="10089" y="14028"/>
                  </a:lnTo>
                  <a:cubicBezTo>
                    <a:pt x="10449" y="14028"/>
                    <a:pt x="10737" y="13735"/>
                    <a:pt x="10737" y="13380"/>
                  </a:cubicBezTo>
                  <a:cubicBezTo>
                    <a:pt x="10737" y="13020"/>
                    <a:pt x="10449" y="12731"/>
                    <a:pt x="10089" y="12731"/>
                  </a:cubicBezTo>
                  <a:lnTo>
                    <a:pt x="10089" y="12726"/>
                  </a:lnTo>
                  <a:lnTo>
                    <a:pt x="9118" y="12726"/>
                  </a:lnTo>
                  <a:cubicBezTo>
                    <a:pt x="8840" y="12726"/>
                    <a:pt x="8840" y="13144"/>
                    <a:pt x="9118" y="13144"/>
                  </a:cubicBezTo>
                  <a:lnTo>
                    <a:pt x="10089" y="13144"/>
                  </a:lnTo>
                  <a:cubicBezTo>
                    <a:pt x="10401" y="13144"/>
                    <a:pt x="10401" y="13610"/>
                    <a:pt x="10089" y="13610"/>
                  </a:cubicBezTo>
                  <a:lnTo>
                    <a:pt x="2503" y="13610"/>
                  </a:lnTo>
                  <a:cubicBezTo>
                    <a:pt x="2191" y="13610"/>
                    <a:pt x="2191" y="13144"/>
                    <a:pt x="2503" y="13144"/>
                  </a:cubicBezTo>
                  <a:lnTo>
                    <a:pt x="8287" y="13144"/>
                  </a:lnTo>
                  <a:cubicBezTo>
                    <a:pt x="8561" y="13144"/>
                    <a:pt x="8561" y="12726"/>
                    <a:pt x="8287" y="12726"/>
                  </a:cubicBezTo>
                  <a:lnTo>
                    <a:pt x="7576" y="12726"/>
                  </a:lnTo>
                  <a:lnTo>
                    <a:pt x="7576" y="12342"/>
                  </a:lnTo>
                  <a:cubicBezTo>
                    <a:pt x="8057" y="12208"/>
                    <a:pt x="8393" y="11780"/>
                    <a:pt x="8407" y="11285"/>
                  </a:cubicBezTo>
                  <a:lnTo>
                    <a:pt x="8484" y="11285"/>
                  </a:lnTo>
                  <a:cubicBezTo>
                    <a:pt x="8984" y="11285"/>
                    <a:pt x="9392" y="10877"/>
                    <a:pt x="9392" y="10377"/>
                  </a:cubicBezTo>
                  <a:cubicBezTo>
                    <a:pt x="9392" y="9873"/>
                    <a:pt x="8984" y="9469"/>
                    <a:pt x="8484" y="9469"/>
                  </a:cubicBezTo>
                  <a:lnTo>
                    <a:pt x="5371" y="9469"/>
                  </a:lnTo>
                  <a:cubicBezTo>
                    <a:pt x="4016" y="9469"/>
                    <a:pt x="2916" y="8369"/>
                    <a:pt x="2916" y="7014"/>
                  </a:cubicBezTo>
                  <a:cubicBezTo>
                    <a:pt x="2916" y="5660"/>
                    <a:pt x="4016" y="4560"/>
                    <a:pt x="5371" y="4560"/>
                  </a:cubicBezTo>
                  <a:lnTo>
                    <a:pt x="5885" y="4560"/>
                  </a:lnTo>
                  <a:lnTo>
                    <a:pt x="5885" y="6505"/>
                  </a:lnTo>
                  <a:cubicBezTo>
                    <a:pt x="5885" y="6621"/>
                    <a:pt x="5976" y="6712"/>
                    <a:pt x="6092" y="6712"/>
                  </a:cubicBezTo>
                  <a:lnTo>
                    <a:pt x="6245" y="6712"/>
                  </a:lnTo>
                  <a:lnTo>
                    <a:pt x="6245" y="7605"/>
                  </a:lnTo>
                  <a:cubicBezTo>
                    <a:pt x="6245" y="7721"/>
                    <a:pt x="6337" y="7812"/>
                    <a:pt x="6452" y="7812"/>
                  </a:cubicBezTo>
                  <a:lnTo>
                    <a:pt x="7024" y="7812"/>
                  </a:lnTo>
                  <a:lnTo>
                    <a:pt x="7024" y="8355"/>
                  </a:lnTo>
                  <a:cubicBezTo>
                    <a:pt x="7024" y="8470"/>
                    <a:pt x="7115" y="8561"/>
                    <a:pt x="7230" y="8561"/>
                  </a:cubicBezTo>
                  <a:lnTo>
                    <a:pt x="8009" y="8561"/>
                  </a:lnTo>
                  <a:cubicBezTo>
                    <a:pt x="8124" y="8561"/>
                    <a:pt x="8215" y="8470"/>
                    <a:pt x="8215" y="8355"/>
                  </a:cubicBezTo>
                  <a:lnTo>
                    <a:pt x="8215" y="6712"/>
                  </a:lnTo>
                  <a:lnTo>
                    <a:pt x="8369" y="6712"/>
                  </a:lnTo>
                  <a:cubicBezTo>
                    <a:pt x="8484" y="6712"/>
                    <a:pt x="8575" y="6621"/>
                    <a:pt x="8575" y="6505"/>
                  </a:cubicBezTo>
                  <a:lnTo>
                    <a:pt x="8575" y="1082"/>
                  </a:lnTo>
                  <a:cubicBezTo>
                    <a:pt x="8575" y="966"/>
                    <a:pt x="8484" y="870"/>
                    <a:pt x="8369" y="870"/>
                  </a:cubicBezTo>
                  <a:lnTo>
                    <a:pt x="8133" y="870"/>
                  </a:lnTo>
                  <a:lnTo>
                    <a:pt x="8133" y="419"/>
                  </a:lnTo>
                  <a:lnTo>
                    <a:pt x="8369" y="419"/>
                  </a:lnTo>
                  <a:cubicBezTo>
                    <a:pt x="8648" y="419"/>
                    <a:pt x="8648" y="1"/>
                    <a:pt x="8369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38" name="Google Shape;8338;p69"/>
            <p:cNvSpPr/>
            <p:nvPr/>
          </p:nvSpPr>
          <p:spPr>
            <a:xfrm>
              <a:off x="4093725" y="3423453"/>
              <a:ext cx="43302" cy="37097"/>
            </a:xfrm>
            <a:custGeom>
              <a:avLst/>
              <a:gdLst/>
              <a:ahLst/>
              <a:cxnLst/>
              <a:rect l="l" t="t" r="r" b="b"/>
              <a:pathLst>
                <a:path w="1654" h="1417" extrusionOk="0">
                  <a:moveTo>
                    <a:pt x="950" y="416"/>
                  </a:moveTo>
                  <a:cubicBezTo>
                    <a:pt x="1022" y="416"/>
                    <a:pt x="1095" y="443"/>
                    <a:pt x="1154" y="503"/>
                  </a:cubicBezTo>
                  <a:cubicBezTo>
                    <a:pt x="1336" y="686"/>
                    <a:pt x="1207" y="998"/>
                    <a:pt x="947" y="998"/>
                  </a:cubicBezTo>
                  <a:cubicBezTo>
                    <a:pt x="784" y="998"/>
                    <a:pt x="654" y="868"/>
                    <a:pt x="654" y="710"/>
                  </a:cubicBezTo>
                  <a:cubicBezTo>
                    <a:pt x="654" y="534"/>
                    <a:pt x="799" y="416"/>
                    <a:pt x="950" y="416"/>
                  </a:cubicBezTo>
                  <a:close/>
                  <a:moveTo>
                    <a:pt x="945" y="0"/>
                  </a:moveTo>
                  <a:cubicBezTo>
                    <a:pt x="771" y="0"/>
                    <a:pt x="593" y="65"/>
                    <a:pt x="448" y="210"/>
                  </a:cubicBezTo>
                  <a:cubicBezTo>
                    <a:pt x="1" y="652"/>
                    <a:pt x="318" y="1416"/>
                    <a:pt x="947" y="1416"/>
                  </a:cubicBezTo>
                  <a:cubicBezTo>
                    <a:pt x="1336" y="1416"/>
                    <a:pt x="1653" y="1099"/>
                    <a:pt x="1653" y="710"/>
                  </a:cubicBezTo>
                  <a:cubicBezTo>
                    <a:pt x="1653" y="282"/>
                    <a:pt x="1307" y="0"/>
                    <a:pt x="945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39" name="Google Shape;8339;p69"/>
            <p:cNvSpPr/>
            <p:nvPr/>
          </p:nvSpPr>
          <p:spPr>
            <a:xfrm>
              <a:off x="4075634" y="3621505"/>
              <a:ext cx="43406" cy="37123"/>
            </a:xfrm>
            <a:custGeom>
              <a:avLst/>
              <a:gdLst/>
              <a:ahLst/>
              <a:cxnLst/>
              <a:rect l="l" t="t" r="r" b="b"/>
              <a:pathLst>
                <a:path w="1658" h="1418" extrusionOk="0">
                  <a:moveTo>
                    <a:pt x="951" y="419"/>
                  </a:moveTo>
                  <a:cubicBezTo>
                    <a:pt x="1022" y="419"/>
                    <a:pt x="1094" y="446"/>
                    <a:pt x="1153" y="505"/>
                  </a:cubicBezTo>
                  <a:cubicBezTo>
                    <a:pt x="1336" y="687"/>
                    <a:pt x="1206" y="999"/>
                    <a:pt x="946" y="999"/>
                  </a:cubicBezTo>
                  <a:cubicBezTo>
                    <a:pt x="788" y="999"/>
                    <a:pt x="658" y="870"/>
                    <a:pt x="658" y="711"/>
                  </a:cubicBezTo>
                  <a:cubicBezTo>
                    <a:pt x="658" y="536"/>
                    <a:pt x="801" y="419"/>
                    <a:pt x="951" y="419"/>
                  </a:cubicBezTo>
                  <a:close/>
                  <a:moveTo>
                    <a:pt x="942" y="0"/>
                  </a:moveTo>
                  <a:cubicBezTo>
                    <a:pt x="768" y="0"/>
                    <a:pt x="591" y="64"/>
                    <a:pt x="447" y="207"/>
                  </a:cubicBezTo>
                  <a:cubicBezTo>
                    <a:pt x="0" y="654"/>
                    <a:pt x="317" y="1417"/>
                    <a:pt x="946" y="1417"/>
                  </a:cubicBezTo>
                  <a:cubicBezTo>
                    <a:pt x="1340" y="1417"/>
                    <a:pt x="1657" y="1100"/>
                    <a:pt x="1657" y="711"/>
                  </a:cubicBezTo>
                  <a:cubicBezTo>
                    <a:pt x="1657" y="282"/>
                    <a:pt x="1307" y="0"/>
                    <a:pt x="942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340" name="Google Shape;8340;p69"/>
          <p:cNvGrpSpPr/>
          <p:nvPr/>
        </p:nvGrpSpPr>
        <p:grpSpPr>
          <a:xfrm>
            <a:off x="2963715" y="2822462"/>
            <a:ext cx="277718" cy="275047"/>
            <a:chOff x="3951620" y="2906032"/>
            <a:chExt cx="370290" cy="366729"/>
          </a:xfrm>
        </p:grpSpPr>
        <p:sp>
          <p:nvSpPr>
            <p:cNvPr id="8341" name="Google Shape;8341;p69"/>
            <p:cNvSpPr/>
            <p:nvPr/>
          </p:nvSpPr>
          <p:spPr>
            <a:xfrm>
              <a:off x="3957641" y="2911398"/>
              <a:ext cx="358352" cy="355865"/>
            </a:xfrm>
            <a:custGeom>
              <a:avLst/>
              <a:gdLst/>
              <a:ahLst/>
              <a:cxnLst/>
              <a:rect l="l" t="t" r="r" b="b"/>
              <a:pathLst>
                <a:path w="13688" h="13593" extrusionOk="0">
                  <a:moveTo>
                    <a:pt x="11165" y="1"/>
                  </a:moveTo>
                  <a:cubicBezTo>
                    <a:pt x="11041" y="1"/>
                    <a:pt x="10916" y="49"/>
                    <a:pt x="10820" y="145"/>
                  </a:cubicBezTo>
                  <a:lnTo>
                    <a:pt x="193" y="10771"/>
                  </a:lnTo>
                  <a:cubicBezTo>
                    <a:pt x="1" y="10964"/>
                    <a:pt x="1" y="11271"/>
                    <a:pt x="193" y="11458"/>
                  </a:cubicBezTo>
                  <a:lnTo>
                    <a:pt x="2182" y="13452"/>
                  </a:lnTo>
                  <a:cubicBezTo>
                    <a:pt x="2276" y="13546"/>
                    <a:pt x="2400" y="13593"/>
                    <a:pt x="2525" y="13593"/>
                  </a:cubicBezTo>
                  <a:cubicBezTo>
                    <a:pt x="2650" y="13593"/>
                    <a:pt x="2775" y="13546"/>
                    <a:pt x="2869" y="13452"/>
                  </a:cubicBezTo>
                  <a:lnTo>
                    <a:pt x="13500" y="2821"/>
                  </a:lnTo>
                  <a:cubicBezTo>
                    <a:pt x="13688" y="2633"/>
                    <a:pt x="13688" y="2326"/>
                    <a:pt x="13500" y="2134"/>
                  </a:cubicBezTo>
                  <a:lnTo>
                    <a:pt x="11511" y="145"/>
                  </a:lnTo>
                  <a:cubicBezTo>
                    <a:pt x="11415" y="49"/>
                    <a:pt x="11290" y="1"/>
                    <a:pt x="11165" y="1"/>
                  </a:cubicBez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42" name="Google Shape;8342;p69"/>
            <p:cNvSpPr/>
            <p:nvPr/>
          </p:nvSpPr>
          <p:spPr>
            <a:xfrm>
              <a:off x="3951620" y="2906032"/>
              <a:ext cx="370290" cy="366729"/>
            </a:xfrm>
            <a:custGeom>
              <a:avLst/>
              <a:gdLst/>
              <a:ahLst/>
              <a:cxnLst/>
              <a:rect l="l" t="t" r="r" b="b"/>
              <a:pathLst>
                <a:path w="14144" h="14008" extrusionOk="0">
                  <a:moveTo>
                    <a:pt x="11386" y="0"/>
                  </a:moveTo>
                  <a:cubicBezTo>
                    <a:pt x="11208" y="0"/>
                    <a:pt x="11030" y="69"/>
                    <a:pt x="10896" y="206"/>
                  </a:cubicBezTo>
                  <a:lnTo>
                    <a:pt x="264" y="10832"/>
                  </a:lnTo>
                  <a:cubicBezTo>
                    <a:pt x="0" y="11106"/>
                    <a:pt x="5" y="11543"/>
                    <a:pt x="274" y="11812"/>
                  </a:cubicBezTo>
                  <a:lnTo>
                    <a:pt x="2263" y="13806"/>
                  </a:lnTo>
                  <a:cubicBezTo>
                    <a:pt x="2400" y="13940"/>
                    <a:pt x="2578" y="14008"/>
                    <a:pt x="2755" y="14008"/>
                  </a:cubicBezTo>
                  <a:cubicBezTo>
                    <a:pt x="2933" y="14008"/>
                    <a:pt x="3111" y="13940"/>
                    <a:pt x="3248" y="13806"/>
                  </a:cubicBezTo>
                  <a:lnTo>
                    <a:pt x="11833" y="5221"/>
                  </a:lnTo>
                  <a:cubicBezTo>
                    <a:pt x="11970" y="5069"/>
                    <a:pt x="11835" y="4869"/>
                    <a:pt x="11676" y="4869"/>
                  </a:cubicBezTo>
                  <a:cubicBezTo>
                    <a:pt x="11629" y="4869"/>
                    <a:pt x="11580" y="4886"/>
                    <a:pt x="11535" y="4928"/>
                  </a:cubicBezTo>
                  <a:lnTo>
                    <a:pt x="2950" y="13508"/>
                  </a:lnTo>
                  <a:cubicBezTo>
                    <a:pt x="2897" y="13561"/>
                    <a:pt x="2826" y="13587"/>
                    <a:pt x="2755" y="13587"/>
                  </a:cubicBezTo>
                  <a:cubicBezTo>
                    <a:pt x="2684" y="13587"/>
                    <a:pt x="2614" y="13561"/>
                    <a:pt x="2561" y="13508"/>
                  </a:cubicBezTo>
                  <a:lnTo>
                    <a:pt x="572" y="11519"/>
                  </a:lnTo>
                  <a:cubicBezTo>
                    <a:pt x="461" y="11409"/>
                    <a:pt x="461" y="11236"/>
                    <a:pt x="572" y="11125"/>
                  </a:cubicBezTo>
                  <a:lnTo>
                    <a:pt x="884" y="10808"/>
                  </a:lnTo>
                  <a:lnTo>
                    <a:pt x="1384" y="11308"/>
                  </a:lnTo>
                  <a:cubicBezTo>
                    <a:pt x="1428" y="11348"/>
                    <a:pt x="1476" y="11365"/>
                    <a:pt x="1522" y="11365"/>
                  </a:cubicBezTo>
                  <a:cubicBezTo>
                    <a:pt x="1681" y="11365"/>
                    <a:pt x="1815" y="11163"/>
                    <a:pt x="1677" y="11010"/>
                  </a:cubicBezTo>
                  <a:lnTo>
                    <a:pt x="1182" y="10515"/>
                  </a:lnTo>
                  <a:lnTo>
                    <a:pt x="1850" y="9843"/>
                  </a:lnTo>
                  <a:lnTo>
                    <a:pt x="2345" y="10342"/>
                  </a:lnTo>
                  <a:cubicBezTo>
                    <a:pt x="2389" y="10382"/>
                    <a:pt x="2437" y="10399"/>
                    <a:pt x="2483" y="10399"/>
                  </a:cubicBezTo>
                  <a:cubicBezTo>
                    <a:pt x="2644" y="10399"/>
                    <a:pt x="2780" y="10197"/>
                    <a:pt x="2642" y="10044"/>
                  </a:cubicBezTo>
                  <a:lnTo>
                    <a:pt x="2148" y="9550"/>
                  </a:lnTo>
                  <a:lnTo>
                    <a:pt x="2815" y="8877"/>
                  </a:lnTo>
                  <a:lnTo>
                    <a:pt x="3589" y="9655"/>
                  </a:lnTo>
                  <a:cubicBezTo>
                    <a:pt x="3635" y="9701"/>
                    <a:pt x="3687" y="9720"/>
                    <a:pt x="3736" y="9720"/>
                  </a:cubicBezTo>
                  <a:cubicBezTo>
                    <a:pt x="3900" y="9720"/>
                    <a:pt x="4038" y="9509"/>
                    <a:pt x="3887" y="9357"/>
                  </a:cubicBezTo>
                  <a:lnTo>
                    <a:pt x="3113" y="8584"/>
                  </a:lnTo>
                  <a:lnTo>
                    <a:pt x="3781" y="7911"/>
                  </a:lnTo>
                  <a:lnTo>
                    <a:pt x="4276" y="8411"/>
                  </a:lnTo>
                  <a:cubicBezTo>
                    <a:pt x="4322" y="8458"/>
                    <a:pt x="4373" y="8478"/>
                    <a:pt x="4423" y="8478"/>
                  </a:cubicBezTo>
                  <a:cubicBezTo>
                    <a:pt x="4586" y="8478"/>
                    <a:pt x="4728" y="8264"/>
                    <a:pt x="4574" y="8113"/>
                  </a:cubicBezTo>
                  <a:lnTo>
                    <a:pt x="4079" y="7618"/>
                  </a:lnTo>
                  <a:lnTo>
                    <a:pt x="4747" y="6946"/>
                  </a:lnTo>
                  <a:lnTo>
                    <a:pt x="5241" y="7445"/>
                  </a:lnTo>
                  <a:cubicBezTo>
                    <a:pt x="5287" y="7491"/>
                    <a:pt x="5338" y="7510"/>
                    <a:pt x="5387" y="7510"/>
                  </a:cubicBezTo>
                  <a:cubicBezTo>
                    <a:pt x="5550" y="7510"/>
                    <a:pt x="5691" y="7299"/>
                    <a:pt x="5539" y="7148"/>
                  </a:cubicBezTo>
                  <a:lnTo>
                    <a:pt x="5044" y="6653"/>
                  </a:lnTo>
                  <a:lnTo>
                    <a:pt x="5712" y="5985"/>
                  </a:lnTo>
                  <a:lnTo>
                    <a:pt x="6207" y="6480"/>
                  </a:lnTo>
                  <a:cubicBezTo>
                    <a:pt x="6251" y="6520"/>
                    <a:pt x="6300" y="6537"/>
                    <a:pt x="6346" y="6537"/>
                  </a:cubicBezTo>
                  <a:cubicBezTo>
                    <a:pt x="6506" y="6537"/>
                    <a:pt x="6643" y="6335"/>
                    <a:pt x="6505" y="6182"/>
                  </a:cubicBezTo>
                  <a:lnTo>
                    <a:pt x="6005" y="5687"/>
                  </a:lnTo>
                  <a:lnTo>
                    <a:pt x="6678" y="5019"/>
                  </a:lnTo>
                  <a:lnTo>
                    <a:pt x="7451" y="5793"/>
                  </a:lnTo>
                  <a:cubicBezTo>
                    <a:pt x="7498" y="5844"/>
                    <a:pt x="7551" y="5865"/>
                    <a:pt x="7603" y="5865"/>
                  </a:cubicBezTo>
                  <a:cubicBezTo>
                    <a:pt x="7769" y="5865"/>
                    <a:pt x="7914" y="5645"/>
                    <a:pt x="7749" y="5495"/>
                  </a:cubicBezTo>
                  <a:lnTo>
                    <a:pt x="6976" y="4722"/>
                  </a:lnTo>
                  <a:lnTo>
                    <a:pt x="7643" y="4054"/>
                  </a:lnTo>
                  <a:lnTo>
                    <a:pt x="8138" y="4549"/>
                  </a:lnTo>
                  <a:cubicBezTo>
                    <a:pt x="8184" y="4593"/>
                    <a:pt x="8235" y="4612"/>
                    <a:pt x="8283" y="4612"/>
                  </a:cubicBezTo>
                  <a:cubicBezTo>
                    <a:pt x="8445" y="4612"/>
                    <a:pt x="8584" y="4406"/>
                    <a:pt x="8436" y="4251"/>
                  </a:cubicBezTo>
                  <a:lnTo>
                    <a:pt x="7941" y="3756"/>
                  </a:lnTo>
                  <a:lnTo>
                    <a:pt x="8604" y="3088"/>
                  </a:lnTo>
                  <a:lnTo>
                    <a:pt x="9099" y="3583"/>
                  </a:lnTo>
                  <a:cubicBezTo>
                    <a:pt x="9144" y="3623"/>
                    <a:pt x="9193" y="3640"/>
                    <a:pt x="9240" y="3640"/>
                  </a:cubicBezTo>
                  <a:cubicBezTo>
                    <a:pt x="9399" y="3640"/>
                    <a:pt x="9534" y="3442"/>
                    <a:pt x="9397" y="3290"/>
                  </a:cubicBezTo>
                  <a:lnTo>
                    <a:pt x="8902" y="2790"/>
                  </a:lnTo>
                  <a:lnTo>
                    <a:pt x="9570" y="2123"/>
                  </a:lnTo>
                  <a:lnTo>
                    <a:pt x="10065" y="2617"/>
                  </a:lnTo>
                  <a:cubicBezTo>
                    <a:pt x="10110" y="2659"/>
                    <a:pt x="10159" y="2677"/>
                    <a:pt x="10206" y="2677"/>
                  </a:cubicBezTo>
                  <a:cubicBezTo>
                    <a:pt x="10365" y="2677"/>
                    <a:pt x="10500" y="2476"/>
                    <a:pt x="10363" y="2324"/>
                  </a:cubicBezTo>
                  <a:lnTo>
                    <a:pt x="9863" y="1825"/>
                  </a:lnTo>
                  <a:lnTo>
                    <a:pt x="10535" y="1157"/>
                  </a:lnTo>
                  <a:lnTo>
                    <a:pt x="11309" y="1935"/>
                  </a:lnTo>
                  <a:cubicBezTo>
                    <a:pt x="11353" y="1975"/>
                    <a:pt x="11401" y="1992"/>
                    <a:pt x="11448" y="1992"/>
                  </a:cubicBezTo>
                  <a:cubicBezTo>
                    <a:pt x="11608" y="1992"/>
                    <a:pt x="11745" y="1790"/>
                    <a:pt x="11607" y="1637"/>
                  </a:cubicBezTo>
                  <a:lnTo>
                    <a:pt x="10829" y="864"/>
                  </a:lnTo>
                  <a:lnTo>
                    <a:pt x="11189" y="504"/>
                  </a:lnTo>
                  <a:cubicBezTo>
                    <a:pt x="11244" y="448"/>
                    <a:pt x="11315" y="421"/>
                    <a:pt x="11386" y="421"/>
                  </a:cubicBezTo>
                  <a:cubicBezTo>
                    <a:pt x="11457" y="421"/>
                    <a:pt x="11528" y="448"/>
                    <a:pt x="11583" y="504"/>
                  </a:cubicBezTo>
                  <a:lnTo>
                    <a:pt x="13572" y="2492"/>
                  </a:lnTo>
                  <a:cubicBezTo>
                    <a:pt x="13682" y="2598"/>
                    <a:pt x="13682" y="2776"/>
                    <a:pt x="13572" y="2882"/>
                  </a:cubicBezTo>
                  <a:lnTo>
                    <a:pt x="12130" y="4323"/>
                  </a:lnTo>
                  <a:cubicBezTo>
                    <a:pt x="11979" y="4477"/>
                    <a:pt x="12119" y="4686"/>
                    <a:pt x="12282" y="4686"/>
                  </a:cubicBezTo>
                  <a:cubicBezTo>
                    <a:pt x="12331" y="4686"/>
                    <a:pt x="12382" y="4667"/>
                    <a:pt x="12428" y="4621"/>
                  </a:cubicBezTo>
                  <a:lnTo>
                    <a:pt x="13870" y="3179"/>
                  </a:lnTo>
                  <a:cubicBezTo>
                    <a:pt x="14143" y="2910"/>
                    <a:pt x="14143" y="2468"/>
                    <a:pt x="13870" y="2195"/>
                  </a:cubicBezTo>
                  <a:lnTo>
                    <a:pt x="11881" y="206"/>
                  </a:lnTo>
                  <a:cubicBezTo>
                    <a:pt x="11744" y="69"/>
                    <a:pt x="11565" y="0"/>
                    <a:pt x="11386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343" name="Google Shape;8343;p69"/>
          <p:cNvGrpSpPr/>
          <p:nvPr/>
        </p:nvGrpSpPr>
        <p:grpSpPr>
          <a:xfrm>
            <a:off x="1608978" y="3161892"/>
            <a:ext cx="303184" cy="291325"/>
            <a:chOff x="2145304" y="3358605"/>
            <a:chExt cx="404245" cy="388433"/>
          </a:xfrm>
        </p:grpSpPr>
        <p:sp>
          <p:nvSpPr>
            <p:cNvPr id="8344" name="Google Shape;8344;p69"/>
            <p:cNvSpPr/>
            <p:nvPr/>
          </p:nvSpPr>
          <p:spPr>
            <a:xfrm>
              <a:off x="2145304" y="3364312"/>
              <a:ext cx="398460" cy="377018"/>
            </a:xfrm>
            <a:custGeom>
              <a:avLst/>
              <a:gdLst/>
              <a:ahLst/>
              <a:cxnLst/>
              <a:rect l="l" t="t" r="r" b="b"/>
              <a:pathLst>
                <a:path w="15220" h="14401" extrusionOk="0">
                  <a:moveTo>
                    <a:pt x="11130" y="0"/>
                  </a:moveTo>
                  <a:cubicBezTo>
                    <a:pt x="8419" y="0"/>
                    <a:pt x="5762" y="1064"/>
                    <a:pt x="3776" y="3046"/>
                  </a:cubicBezTo>
                  <a:cubicBezTo>
                    <a:pt x="956" y="5866"/>
                    <a:pt x="0" y="10055"/>
                    <a:pt x="1317" y="13821"/>
                  </a:cubicBezTo>
                  <a:cubicBezTo>
                    <a:pt x="2431" y="14209"/>
                    <a:pt x="3588" y="14400"/>
                    <a:pt x="4739" y="14400"/>
                  </a:cubicBezTo>
                  <a:cubicBezTo>
                    <a:pt x="6724" y="14400"/>
                    <a:pt x="8691" y="13832"/>
                    <a:pt x="10396" y="12726"/>
                  </a:cubicBezTo>
                  <a:cubicBezTo>
                    <a:pt x="13091" y="10982"/>
                    <a:pt x="14826" y="8085"/>
                    <a:pt x="15100" y="4881"/>
                  </a:cubicBezTo>
                  <a:cubicBezTo>
                    <a:pt x="15220" y="3425"/>
                    <a:pt x="15032" y="1965"/>
                    <a:pt x="14552" y="581"/>
                  </a:cubicBezTo>
                  <a:cubicBezTo>
                    <a:pt x="13433" y="190"/>
                    <a:pt x="12277" y="0"/>
                    <a:pt x="11130" y="0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45" name="Google Shape;8345;p69"/>
            <p:cNvSpPr/>
            <p:nvPr/>
          </p:nvSpPr>
          <p:spPr>
            <a:xfrm>
              <a:off x="2145304" y="3364286"/>
              <a:ext cx="380971" cy="361755"/>
            </a:xfrm>
            <a:custGeom>
              <a:avLst/>
              <a:gdLst/>
              <a:ahLst/>
              <a:cxnLst/>
              <a:rect l="l" t="t" r="r" b="b"/>
              <a:pathLst>
                <a:path w="14552" h="13818" extrusionOk="0">
                  <a:moveTo>
                    <a:pt x="11125" y="0"/>
                  </a:moveTo>
                  <a:cubicBezTo>
                    <a:pt x="8415" y="0"/>
                    <a:pt x="5760" y="1061"/>
                    <a:pt x="3776" y="3042"/>
                  </a:cubicBezTo>
                  <a:cubicBezTo>
                    <a:pt x="956" y="5862"/>
                    <a:pt x="0" y="10051"/>
                    <a:pt x="1317" y="13817"/>
                  </a:cubicBezTo>
                  <a:cubicBezTo>
                    <a:pt x="1307" y="12900"/>
                    <a:pt x="1542" y="11853"/>
                    <a:pt x="1999" y="10738"/>
                  </a:cubicBezTo>
                  <a:cubicBezTo>
                    <a:pt x="2186" y="10277"/>
                    <a:pt x="2402" y="9825"/>
                    <a:pt x="2643" y="9388"/>
                  </a:cubicBezTo>
                  <a:cubicBezTo>
                    <a:pt x="3416" y="7971"/>
                    <a:pt x="4511" y="6506"/>
                    <a:pt x="5876" y="5141"/>
                  </a:cubicBezTo>
                  <a:cubicBezTo>
                    <a:pt x="7245" y="3772"/>
                    <a:pt x="8710" y="2682"/>
                    <a:pt x="10127" y="1908"/>
                  </a:cubicBezTo>
                  <a:cubicBezTo>
                    <a:pt x="10564" y="1668"/>
                    <a:pt x="11011" y="1452"/>
                    <a:pt x="11472" y="1260"/>
                  </a:cubicBezTo>
                  <a:cubicBezTo>
                    <a:pt x="12555" y="816"/>
                    <a:pt x="13578" y="582"/>
                    <a:pt x="14472" y="582"/>
                  </a:cubicBezTo>
                  <a:cubicBezTo>
                    <a:pt x="14499" y="582"/>
                    <a:pt x="14525" y="582"/>
                    <a:pt x="14552" y="582"/>
                  </a:cubicBezTo>
                  <a:cubicBezTo>
                    <a:pt x="13431" y="191"/>
                    <a:pt x="12273" y="0"/>
                    <a:pt x="11125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46" name="Google Shape;8346;p69"/>
            <p:cNvSpPr/>
            <p:nvPr/>
          </p:nvSpPr>
          <p:spPr>
            <a:xfrm>
              <a:off x="2369039" y="3365307"/>
              <a:ext cx="171584" cy="171584"/>
            </a:xfrm>
            <a:custGeom>
              <a:avLst/>
              <a:gdLst/>
              <a:ahLst/>
              <a:cxnLst/>
              <a:rect l="l" t="t" r="r" b="b"/>
              <a:pathLst>
                <a:path w="6554" h="6554" extrusionOk="0">
                  <a:moveTo>
                    <a:pt x="1706" y="0"/>
                  </a:moveTo>
                  <a:cubicBezTo>
                    <a:pt x="1130" y="48"/>
                    <a:pt x="558" y="145"/>
                    <a:pt x="1" y="289"/>
                  </a:cubicBezTo>
                  <a:lnTo>
                    <a:pt x="6265" y="6553"/>
                  </a:lnTo>
                  <a:cubicBezTo>
                    <a:pt x="6409" y="5991"/>
                    <a:pt x="6505" y="5419"/>
                    <a:pt x="6554" y="4843"/>
                  </a:cubicBezTo>
                  <a:lnTo>
                    <a:pt x="1706" y="0"/>
                  </a:lnTo>
                  <a:close/>
                </a:path>
              </a:pathLst>
            </a:custGeom>
            <a:solidFill>
              <a:srgbClr val="92A3B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47" name="Google Shape;8347;p69"/>
            <p:cNvSpPr/>
            <p:nvPr/>
          </p:nvSpPr>
          <p:spPr>
            <a:xfrm>
              <a:off x="2165541" y="3568674"/>
              <a:ext cx="171584" cy="171584"/>
            </a:xfrm>
            <a:custGeom>
              <a:avLst/>
              <a:gdLst/>
              <a:ahLst/>
              <a:cxnLst/>
              <a:rect l="l" t="t" r="r" b="b"/>
              <a:pathLst>
                <a:path w="6554" h="6554" extrusionOk="0">
                  <a:moveTo>
                    <a:pt x="289" y="1"/>
                  </a:moveTo>
                  <a:cubicBezTo>
                    <a:pt x="145" y="563"/>
                    <a:pt x="49" y="1134"/>
                    <a:pt x="1" y="1711"/>
                  </a:cubicBezTo>
                  <a:lnTo>
                    <a:pt x="1226" y="2931"/>
                  </a:lnTo>
                  <a:lnTo>
                    <a:pt x="4848" y="6553"/>
                  </a:lnTo>
                  <a:cubicBezTo>
                    <a:pt x="5420" y="6505"/>
                    <a:pt x="5991" y="6409"/>
                    <a:pt x="6554" y="6270"/>
                  </a:cubicBezTo>
                  <a:lnTo>
                    <a:pt x="1870" y="1581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rgbClr val="92A3B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48" name="Google Shape;8348;p69"/>
            <p:cNvSpPr/>
            <p:nvPr/>
          </p:nvSpPr>
          <p:spPr>
            <a:xfrm>
              <a:off x="2369039" y="3365307"/>
              <a:ext cx="76629" cy="48957"/>
            </a:xfrm>
            <a:custGeom>
              <a:avLst/>
              <a:gdLst/>
              <a:ahLst/>
              <a:cxnLst/>
              <a:rect l="l" t="t" r="r" b="b"/>
              <a:pathLst>
                <a:path w="2927" h="1870" extrusionOk="0">
                  <a:moveTo>
                    <a:pt x="1706" y="0"/>
                  </a:moveTo>
                  <a:cubicBezTo>
                    <a:pt x="1130" y="48"/>
                    <a:pt x="558" y="145"/>
                    <a:pt x="1" y="289"/>
                  </a:cubicBezTo>
                  <a:lnTo>
                    <a:pt x="1581" y="1869"/>
                  </a:lnTo>
                  <a:cubicBezTo>
                    <a:pt x="2018" y="1629"/>
                    <a:pt x="2465" y="1413"/>
                    <a:pt x="2926" y="1221"/>
                  </a:cubicBezTo>
                  <a:lnTo>
                    <a:pt x="1706" y="0"/>
                  </a:lnTo>
                  <a:close/>
                </a:path>
              </a:pathLst>
            </a:custGeom>
            <a:solidFill>
              <a:srgbClr val="8397A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49" name="Google Shape;8349;p69"/>
            <p:cNvSpPr/>
            <p:nvPr/>
          </p:nvSpPr>
          <p:spPr>
            <a:xfrm>
              <a:off x="2264685" y="3468849"/>
              <a:ext cx="176689" cy="167840"/>
            </a:xfrm>
            <a:custGeom>
              <a:avLst/>
              <a:gdLst/>
              <a:ahLst/>
              <a:cxnLst/>
              <a:rect l="l" t="t" r="r" b="b"/>
              <a:pathLst>
                <a:path w="6749" h="6411" extrusionOk="0">
                  <a:moveTo>
                    <a:pt x="6142" y="1"/>
                  </a:moveTo>
                  <a:cubicBezTo>
                    <a:pt x="6044" y="1"/>
                    <a:pt x="5943" y="37"/>
                    <a:pt x="5851" y="124"/>
                  </a:cubicBezTo>
                  <a:lnTo>
                    <a:pt x="297" y="5682"/>
                  </a:lnTo>
                  <a:cubicBezTo>
                    <a:pt x="1" y="5994"/>
                    <a:pt x="282" y="6411"/>
                    <a:pt x="609" y="6411"/>
                  </a:cubicBezTo>
                  <a:cubicBezTo>
                    <a:pt x="706" y="6411"/>
                    <a:pt x="807" y="6374"/>
                    <a:pt x="898" y="6288"/>
                  </a:cubicBezTo>
                  <a:lnTo>
                    <a:pt x="6456" y="729"/>
                  </a:lnTo>
                  <a:cubicBezTo>
                    <a:pt x="6749" y="418"/>
                    <a:pt x="6470" y="1"/>
                    <a:pt x="6142" y="1"/>
                  </a:cubicBezTo>
                  <a:close/>
                </a:path>
              </a:pathLst>
            </a:custGeom>
            <a:solidFill>
              <a:srgbClr val="92A3B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50" name="Google Shape;8350;p69"/>
            <p:cNvSpPr/>
            <p:nvPr/>
          </p:nvSpPr>
          <p:spPr>
            <a:xfrm>
              <a:off x="2263402" y="3463430"/>
              <a:ext cx="180616" cy="179071"/>
            </a:xfrm>
            <a:custGeom>
              <a:avLst/>
              <a:gdLst/>
              <a:ahLst/>
              <a:cxnLst/>
              <a:rect l="l" t="t" r="r" b="b"/>
              <a:pathLst>
                <a:path w="6899" h="6840" extrusionOk="0">
                  <a:moveTo>
                    <a:pt x="6202" y="419"/>
                  </a:moveTo>
                  <a:cubicBezTo>
                    <a:pt x="6361" y="419"/>
                    <a:pt x="6499" y="627"/>
                    <a:pt x="6351" y="778"/>
                  </a:cubicBezTo>
                  <a:lnTo>
                    <a:pt x="5823" y="1306"/>
                  </a:lnTo>
                  <a:lnTo>
                    <a:pt x="5530" y="1013"/>
                  </a:lnTo>
                  <a:lnTo>
                    <a:pt x="6058" y="485"/>
                  </a:lnTo>
                  <a:cubicBezTo>
                    <a:pt x="6103" y="439"/>
                    <a:pt x="6154" y="419"/>
                    <a:pt x="6202" y="419"/>
                  </a:cubicBezTo>
                  <a:close/>
                  <a:moveTo>
                    <a:pt x="5218" y="1325"/>
                  </a:moveTo>
                  <a:lnTo>
                    <a:pt x="5511" y="1619"/>
                  </a:lnTo>
                  <a:lnTo>
                    <a:pt x="4425" y="2709"/>
                  </a:lnTo>
                  <a:lnTo>
                    <a:pt x="4132" y="2411"/>
                  </a:lnTo>
                  <a:lnTo>
                    <a:pt x="5218" y="1325"/>
                  </a:lnTo>
                  <a:close/>
                  <a:moveTo>
                    <a:pt x="3820" y="2723"/>
                  </a:moveTo>
                  <a:lnTo>
                    <a:pt x="4113" y="3017"/>
                  </a:lnTo>
                  <a:lnTo>
                    <a:pt x="3027" y="4102"/>
                  </a:lnTo>
                  <a:lnTo>
                    <a:pt x="2734" y="3809"/>
                  </a:lnTo>
                  <a:lnTo>
                    <a:pt x="3820" y="2723"/>
                  </a:lnTo>
                  <a:close/>
                  <a:moveTo>
                    <a:pt x="2422" y="4121"/>
                  </a:moveTo>
                  <a:lnTo>
                    <a:pt x="2715" y="4414"/>
                  </a:lnTo>
                  <a:lnTo>
                    <a:pt x="1629" y="5500"/>
                  </a:lnTo>
                  <a:lnTo>
                    <a:pt x="1336" y="5207"/>
                  </a:lnTo>
                  <a:lnTo>
                    <a:pt x="2422" y="4121"/>
                  </a:lnTo>
                  <a:close/>
                  <a:moveTo>
                    <a:pt x="1028" y="5519"/>
                  </a:moveTo>
                  <a:lnTo>
                    <a:pt x="1321" y="5812"/>
                  </a:lnTo>
                  <a:lnTo>
                    <a:pt x="793" y="6336"/>
                  </a:lnTo>
                  <a:cubicBezTo>
                    <a:pt x="747" y="6389"/>
                    <a:pt x="693" y="6411"/>
                    <a:pt x="642" y="6411"/>
                  </a:cubicBezTo>
                  <a:cubicBezTo>
                    <a:pt x="479" y="6411"/>
                    <a:pt x="337" y="6193"/>
                    <a:pt x="505" y="6043"/>
                  </a:cubicBezTo>
                  <a:lnTo>
                    <a:pt x="500" y="6043"/>
                  </a:lnTo>
                  <a:lnTo>
                    <a:pt x="1028" y="5519"/>
                  </a:lnTo>
                  <a:close/>
                  <a:moveTo>
                    <a:pt x="6187" y="0"/>
                  </a:moveTo>
                  <a:cubicBezTo>
                    <a:pt x="6029" y="0"/>
                    <a:pt x="5870" y="58"/>
                    <a:pt x="5746" y="173"/>
                  </a:cubicBezTo>
                  <a:lnTo>
                    <a:pt x="5222" y="701"/>
                  </a:lnTo>
                  <a:lnTo>
                    <a:pt x="5016" y="499"/>
                  </a:lnTo>
                  <a:cubicBezTo>
                    <a:pt x="4968" y="451"/>
                    <a:pt x="4914" y="431"/>
                    <a:pt x="4862" y="431"/>
                  </a:cubicBezTo>
                  <a:cubicBezTo>
                    <a:pt x="4693" y="431"/>
                    <a:pt x="4549" y="648"/>
                    <a:pt x="4704" y="807"/>
                  </a:cubicBezTo>
                  <a:lnTo>
                    <a:pt x="4910" y="1013"/>
                  </a:lnTo>
                  <a:lnTo>
                    <a:pt x="3824" y="2099"/>
                  </a:lnTo>
                  <a:lnTo>
                    <a:pt x="3618" y="1897"/>
                  </a:lnTo>
                  <a:cubicBezTo>
                    <a:pt x="3569" y="1847"/>
                    <a:pt x="3515" y="1827"/>
                    <a:pt x="3462" y="1827"/>
                  </a:cubicBezTo>
                  <a:cubicBezTo>
                    <a:pt x="3291" y="1827"/>
                    <a:pt x="3144" y="2047"/>
                    <a:pt x="3306" y="2205"/>
                  </a:cubicBezTo>
                  <a:lnTo>
                    <a:pt x="3512" y="2411"/>
                  </a:lnTo>
                  <a:lnTo>
                    <a:pt x="2426" y="3497"/>
                  </a:lnTo>
                  <a:lnTo>
                    <a:pt x="2220" y="3295"/>
                  </a:lnTo>
                  <a:cubicBezTo>
                    <a:pt x="2172" y="3247"/>
                    <a:pt x="2118" y="3227"/>
                    <a:pt x="2066" y="3227"/>
                  </a:cubicBezTo>
                  <a:cubicBezTo>
                    <a:pt x="1897" y="3227"/>
                    <a:pt x="1753" y="3444"/>
                    <a:pt x="1908" y="3603"/>
                  </a:cubicBezTo>
                  <a:lnTo>
                    <a:pt x="2114" y="3809"/>
                  </a:lnTo>
                  <a:lnTo>
                    <a:pt x="1028" y="4895"/>
                  </a:lnTo>
                  <a:lnTo>
                    <a:pt x="822" y="4693"/>
                  </a:lnTo>
                  <a:cubicBezTo>
                    <a:pt x="774" y="4645"/>
                    <a:pt x="720" y="4625"/>
                    <a:pt x="668" y="4625"/>
                  </a:cubicBezTo>
                  <a:cubicBezTo>
                    <a:pt x="499" y="4625"/>
                    <a:pt x="355" y="4842"/>
                    <a:pt x="510" y="5001"/>
                  </a:cubicBezTo>
                  <a:lnTo>
                    <a:pt x="716" y="5207"/>
                  </a:lnTo>
                  <a:lnTo>
                    <a:pt x="188" y="5731"/>
                  </a:lnTo>
                  <a:cubicBezTo>
                    <a:pt x="68" y="5851"/>
                    <a:pt x="0" y="6019"/>
                    <a:pt x="0" y="6192"/>
                  </a:cubicBezTo>
                  <a:cubicBezTo>
                    <a:pt x="0" y="6582"/>
                    <a:pt x="319" y="6840"/>
                    <a:pt x="651" y="6840"/>
                  </a:cubicBezTo>
                  <a:cubicBezTo>
                    <a:pt x="811" y="6840"/>
                    <a:pt x="973" y="6781"/>
                    <a:pt x="1105" y="6648"/>
                  </a:cubicBezTo>
                  <a:lnTo>
                    <a:pt x="1629" y="6120"/>
                  </a:lnTo>
                  <a:lnTo>
                    <a:pt x="1836" y="6326"/>
                  </a:lnTo>
                  <a:cubicBezTo>
                    <a:pt x="1883" y="6373"/>
                    <a:pt x="1936" y="6392"/>
                    <a:pt x="1986" y="6392"/>
                  </a:cubicBezTo>
                  <a:cubicBezTo>
                    <a:pt x="2156" y="6392"/>
                    <a:pt x="2303" y="6173"/>
                    <a:pt x="2148" y="6014"/>
                  </a:cubicBezTo>
                  <a:lnTo>
                    <a:pt x="1941" y="5812"/>
                  </a:lnTo>
                  <a:lnTo>
                    <a:pt x="3027" y="4722"/>
                  </a:lnTo>
                  <a:lnTo>
                    <a:pt x="3233" y="4929"/>
                  </a:lnTo>
                  <a:cubicBezTo>
                    <a:pt x="3281" y="4975"/>
                    <a:pt x="3334" y="4994"/>
                    <a:pt x="3384" y="4994"/>
                  </a:cubicBezTo>
                  <a:cubicBezTo>
                    <a:pt x="3554" y="4994"/>
                    <a:pt x="3701" y="4775"/>
                    <a:pt x="3546" y="4616"/>
                  </a:cubicBezTo>
                  <a:lnTo>
                    <a:pt x="3339" y="4414"/>
                  </a:lnTo>
                  <a:lnTo>
                    <a:pt x="4425" y="3324"/>
                  </a:lnTo>
                  <a:lnTo>
                    <a:pt x="4631" y="3531"/>
                  </a:lnTo>
                  <a:cubicBezTo>
                    <a:pt x="4680" y="3580"/>
                    <a:pt x="4733" y="3600"/>
                    <a:pt x="4785" y="3600"/>
                  </a:cubicBezTo>
                  <a:cubicBezTo>
                    <a:pt x="4955" y="3600"/>
                    <a:pt x="5102" y="3377"/>
                    <a:pt x="4944" y="3218"/>
                  </a:cubicBezTo>
                  <a:lnTo>
                    <a:pt x="4737" y="3017"/>
                  </a:lnTo>
                  <a:lnTo>
                    <a:pt x="5823" y="1926"/>
                  </a:lnTo>
                  <a:lnTo>
                    <a:pt x="6029" y="2133"/>
                  </a:lnTo>
                  <a:cubicBezTo>
                    <a:pt x="6078" y="2182"/>
                    <a:pt x="6131" y="2202"/>
                    <a:pt x="6183" y="2202"/>
                  </a:cubicBezTo>
                  <a:cubicBezTo>
                    <a:pt x="6353" y="2202"/>
                    <a:pt x="6500" y="1979"/>
                    <a:pt x="6342" y="1820"/>
                  </a:cubicBezTo>
                  <a:lnTo>
                    <a:pt x="6135" y="1619"/>
                  </a:lnTo>
                  <a:lnTo>
                    <a:pt x="6664" y="1090"/>
                  </a:lnTo>
                  <a:cubicBezTo>
                    <a:pt x="6899" y="835"/>
                    <a:pt x="6894" y="437"/>
                    <a:pt x="6644" y="192"/>
                  </a:cubicBezTo>
                  <a:cubicBezTo>
                    <a:pt x="6519" y="64"/>
                    <a:pt x="6353" y="0"/>
                    <a:pt x="6187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51" name="Google Shape;8351;p69"/>
            <p:cNvSpPr/>
            <p:nvPr/>
          </p:nvSpPr>
          <p:spPr>
            <a:xfrm>
              <a:off x="2151587" y="3358605"/>
              <a:ext cx="397962" cy="388433"/>
            </a:xfrm>
            <a:custGeom>
              <a:avLst/>
              <a:gdLst/>
              <a:ahLst/>
              <a:cxnLst/>
              <a:rect l="l" t="t" r="r" b="b"/>
              <a:pathLst>
                <a:path w="15201" h="14837" extrusionOk="0">
                  <a:moveTo>
                    <a:pt x="10878" y="442"/>
                  </a:moveTo>
                  <a:cubicBezTo>
                    <a:pt x="11986" y="442"/>
                    <a:pt x="13086" y="621"/>
                    <a:pt x="14139" y="972"/>
                  </a:cubicBezTo>
                  <a:lnTo>
                    <a:pt x="14139" y="977"/>
                  </a:lnTo>
                  <a:cubicBezTo>
                    <a:pt x="14528" y="2140"/>
                    <a:pt x="14711" y="3369"/>
                    <a:pt x="14667" y="4599"/>
                  </a:cubicBezTo>
                  <a:lnTo>
                    <a:pt x="10517" y="449"/>
                  </a:lnTo>
                  <a:cubicBezTo>
                    <a:pt x="10637" y="444"/>
                    <a:pt x="10758" y="442"/>
                    <a:pt x="10878" y="442"/>
                  </a:cubicBezTo>
                  <a:close/>
                  <a:moveTo>
                    <a:pt x="942" y="8467"/>
                  </a:moveTo>
                  <a:lnTo>
                    <a:pt x="6649" y="14169"/>
                  </a:lnTo>
                  <a:cubicBezTo>
                    <a:pt x="6255" y="14251"/>
                    <a:pt x="5857" y="14313"/>
                    <a:pt x="5458" y="14351"/>
                  </a:cubicBezTo>
                  <a:lnTo>
                    <a:pt x="764" y="9653"/>
                  </a:lnTo>
                  <a:cubicBezTo>
                    <a:pt x="798" y="9254"/>
                    <a:pt x="860" y="8856"/>
                    <a:pt x="942" y="8467"/>
                  </a:cubicBezTo>
                  <a:close/>
                  <a:moveTo>
                    <a:pt x="726" y="10239"/>
                  </a:moveTo>
                  <a:lnTo>
                    <a:pt x="4881" y="14385"/>
                  </a:lnTo>
                  <a:cubicBezTo>
                    <a:pt x="4760" y="14389"/>
                    <a:pt x="4639" y="14391"/>
                    <a:pt x="4519" y="14391"/>
                  </a:cubicBezTo>
                  <a:cubicBezTo>
                    <a:pt x="3406" y="14391"/>
                    <a:pt x="2303" y="14212"/>
                    <a:pt x="1250" y="13861"/>
                  </a:cubicBezTo>
                  <a:cubicBezTo>
                    <a:pt x="860" y="12694"/>
                    <a:pt x="683" y="11469"/>
                    <a:pt x="726" y="10239"/>
                  </a:cubicBezTo>
                  <a:close/>
                  <a:moveTo>
                    <a:pt x="10877" y="0"/>
                  </a:moveTo>
                  <a:cubicBezTo>
                    <a:pt x="9996" y="0"/>
                    <a:pt x="9113" y="110"/>
                    <a:pt x="8249" y="329"/>
                  </a:cubicBezTo>
                  <a:cubicBezTo>
                    <a:pt x="5424" y="1059"/>
                    <a:pt x="3018" y="2918"/>
                    <a:pt x="1600" y="5469"/>
                  </a:cubicBezTo>
                  <a:cubicBezTo>
                    <a:pt x="1496" y="5648"/>
                    <a:pt x="1646" y="5807"/>
                    <a:pt x="1797" y="5807"/>
                  </a:cubicBezTo>
                  <a:cubicBezTo>
                    <a:pt x="1868" y="5807"/>
                    <a:pt x="1940" y="5772"/>
                    <a:pt x="1985" y="5685"/>
                  </a:cubicBezTo>
                  <a:cubicBezTo>
                    <a:pt x="3325" y="3273"/>
                    <a:pt x="5578" y="1505"/>
                    <a:pt x="8244" y="790"/>
                  </a:cubicBezTo>
                  <a:lnTo>
                    <a:pt x="12251" y="4796"/>
                  </a:lnTo>
                  <a:cubicBezTo>
                    <a:pt x="12299" y="4845"/>
                    <a:pt x="12353" y="4866"/>
                    <a:pt x="12405" y="4866"/>
                  </a:cubicBezTo>
                  <a:cubicBezTo>
                    <a:pt x="12576" y="4866"/>
                    <a:pt x="12725" y="4642"/>
                    <a:pt x="12563" y="4484"/>
                  </a:cubicBezTo>
                  <a:lnTo>
                    <a:pt x="8744" y="665"/>
                  </a:lnTo>
                  <a:cubicBezTo>
                    <a:pt x="9138" y="583"/>
                    <a:pt x="9532" y="521"/>
                    <a:pt x="9935" y="487"/>
                  </a:cubicBezTo>
                  <a:lnTo>
                    <a:pt x="14629" y="5185"/>
                  </a:lnTo>
                  <a:cubicBezTo>
                    <a:pt x="14595" y="5584"/>
                    <a:pt x="14533" y="5983"/>
                    <a:pt x="14451" y="6372"/>
                  </a:cubicBezTo>
                  <a:lnTo>
                    <a:pt x="13298" y="5219"/>
                  </a:lnTo>
                  <a:cubicBezTo>
                    <a:pt x="13251" y="5173"/>
                    <a:pt x="13198" y="5153"/>
                    <a:pt x="13147" y="5153"/>
                  </a:cubicBezTo>
                  <a:cubicBezTo>
                    <a:pt x="12976" y="5153"/>
                    <a:pt x="12827" y="5372"/>
                    <a:pt x="12986" y="5531"/>
                  </a:cubicBezTo>
                  <a:lnTo>
                    <a:pt x="14331" y="6876"/>
                  </a:lnTo>
                  <a:cubicBezTo>
                    <a:pt x="13385" y="10374"/>
                    <a:pt x="10656" y="13102"/>
                    <a:pt x="7159" y="14049"/>
                  </a:cubicBezTo>
                  <a:lnTo>
                    <a:pt x="1067" y="7962"/>
                  </a:lnTo>
                  <a:cubicBezTo>
                    <a:pt x="1187" y="7506"/>
                    <a:pt x="1341" y="7064"/>
                    <a:pt x="1523" y="6627"/>
                  </a:cubicBezTo>
                  <a:cubicBezTo>
                    <a:pt x="1598" y="6453"/>
                    <a:pt x="1457" y="6320"/>
                    <a:pt x="1316" y="6320"/>
                  </a:cubicBezTo>
                  <a:cubicBezTo>
                    <a:pt x="1239" y="6320"/>
                    <a:pt x="1161" y="6361"/>
                    <a:pt x="1120" y="6458"/>
                  </a:cubicBezTo>
                  <a:cubicBezTo>
                    <a:pt x="92" y="8889"/>
                    <a:pt x="1" y="11613"/>
                    <a:pt x="870" y="14106"/>
                  </a:cubicBezTo>
                  <a:cubicBezTo>
                    <a:pt x="894" y="14169"/>
                    <a:pt x="942" y="14222"/>
                    <a:pt x="1005" y="14241"/>
                  </a:cubicBezTo>
                  <a:cubicBezTo>
                    <a:pt x="2134" y="14635"/>
                    <a:pt x="3325" y="14837"/>
                    <a:pt x="4521" y="14837"/>
                  </a:cubicBezTo>
                  <a:cubicBezTo>
                    <a:pt x="4814" y="14837"/>
                    <a:pt x="5102" y="14822"/>
                    <a:pt x="5396" y="14798"/>
                  </a:cubicBezTo>
                  <a:cubicBezTo>
                    <a:pt x="10555" y="14366"/>
                    <a:pt x="14648" y="10278"/>
                    <a:pt x="15076" y="5118"/>
                  </a:cubicBezTo>
                  <a:cubicBezTo>
                    <a:pt x="15201" y="3629"/>
                    <a:pt x="15008" y="2135"/>
                    <a:pt x="14523" y="727"/>
                  </a:cubicBezTo>
                  <a:cubicBezTo>
                    <a:pt x="14499" y="665"/>
                    <a:pt x="14451" y="612"/>
                    <a:pt x="14384" y="593"/>
                  </a:cubicBezTo>
                  <a:cubicBezTo>
                    <a:pt x="13251" y="198"/>
                    <a:pt x="12065" y="0"/>
                    <a:pt x="10877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352" name="Google Shape;8352;p69"/>
          <p:cNvGrpSpPr/>
          <p:nvPr/>
        </p:nvGrpSpPr>
        <p:grpSpPr>
          <a:xfrm>
            <a:off x="1945444" y="3170885"/>
            <a:ext cx="304794" cy="273947"/>
            <a:chOff x="2593925" y="3370596"/>
            <a:chExt cx="406392" cy="365263"/>
          </a:xfrm>
        </p:grpSpPr>
        <p:sp>
          <p:nvSpPr>
            <p:cNvPr id="8353" name="Google Shape;8353;p69"/>
            <p:cNvSpPr/>
            <p:nvPr/>
          </p:nvSpPr>
          <p:spPr>
            <a:xfrm>
              <a:off x="2614162" y="3590560"/>
              <a:ext cx="365892" cy="139121"/>
            </a:xfrm>
            <a:custGeom>
              <a:avLst/>
              <a:gdLst/>
              <a:ahLst/>
              <a:cxnLst/>
              <a:rect l="l" t="t" r="r" b="b"/>
              <a:pathLst>
                <a:path w="13976" h="5314" extrusionOk="0">
                  <a:moveTo>
                    <a:pt x="1" y="0"/>
                  </a:moveTo>
                  <a:lnTo>
                    <a:pt x="1" y="4113"/>
                  </a:lnTo>
                  <a:cubicBezTo>
                    <a:pt x="1" y="4776"/>
                    <a:pt x="539" y="5314"/>
                    <a:pt x="1202" y="5314"/>
                  </a:cubicBezTo>
                  <a:lnTo>
                    <a:pt x="12775" y="5314"/>
                  </a:lnTo>
                  <a:cubicBezTo>
                    <a:pt x="13438" y="5314"/>
                    <a:pt x="13976" y="4776"/>
                    <a:pt x="13976" y="4113"/>
                  </a:cubicBezTo>
                  <a:lnTo>
                    <a:pt x="13976" y="0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54" name="Google Shape;8354;p69"/>
            <p:cNvSpPr/>
            <p:nvPr/>
          </p:nvSpPr>
          <p:spPr>
            <a:xfrm>
              <a:off x="2614162" y="3590560"/>
              <a:ext cx="52360" cy="139121"/>
            </a:xfrm>
            <a:custGeom>
              <a:avLst/>
              <a:gdLst/>
              <a:ahLst/>
              <a:cxnLst/>
              <a:rect l="l" t="t" r="r" b="b"/>
              <a:pathLst>
                <a:path w="2000" h="5314" extrusionOk="0">
                  <a:moveTo>
                    <a:pt x="1" y="0"/>
                  </a:moveTo>
                  <a:lnTo>
                    <a:pt x="1" y="4113"/>
                  </a:lnTo>
                  <a:cubicBezTo>
                    <a:pt x="1" y="4776"/>
                    <a:pt x="539" y="5314"/>
                    <a:pt x="1202" y="5314"/>
                  </a:cubicBezTo>
                  <a:lnTo>
                    <a:pt x="1999" y="5314"/>
                  </a:lnTo>
                  <a:cubicBezTo>
                    <a:pt x="1336" y="5314"/>
                    <a:pt x="798" y="4776"/>
                    <a:pt x="798" y="4113"/>
                  </a:cubicBezTo>
                  <a:lnTo>
                    <a:pt x="798" y="0"/>
                  </a:ln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55" name="Google Shape;8355;p69"/>
            <p:cNvSpPr/>
            <p:nvPr/>
          </p:nvSpPr>
          <p:spPr>
            <a:xfrm>
              <a:off x="2614162" y="3590560"/>
              <a:ext cx="365892" cy="75241"/>
            </a:xfrm>
            <a:custGeom>
              <a:avLst/>
              <a:gdLst/>
              <a:ahLst/>
              <a:cxnLst/>
              <a:rect l="l" t="t" r="r" b="b"/>
              <a:pathLst>
                <a:path w="13976" h="2874" extrusionOk="0">
                  <a:moveTo>
                    <a:pt x="1" y="0"/>
                  </a:moveTo>
                  <a:lnTo>
                    <a:pt x="1" y="1201"/>
                  </a:lnTo>
                  <a:cubicBezTo>
                    <a:pt x="1754" y="2129"/>
                    <a:pt x="3681" y="2695"/>
                    <a:pt x="5655" y="2873"/>
                  </a:cubicBezTo>
                  <a:lnTo>
                    <a:pt x="8321" y="2873"/>
                  </a:lnTo>
                  <a:cubicBezTo>
                    <a:pt x="10301" y="2695"/>
                    <a:pt x="12222" y="2129"/>
                    <a:pt x="13976" y="1201"/>
                  </a:cubicBezTo>
                  <a:lnTo>
                    <a:pt x="13976" y="0"/>
                  </a:ln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56" name="Google Shape;8356;p69"/>
            <p:cNvSpPr/>
            <p:nvPr/>
          </p:nvSpPr>
          <p:spPr>
            <a:xfrm>
              <a:off x="2600077" y="3442774"/>
              <a:ext cx="394192" cy="191585"/>
            </a:xfrm>
            <a:custGeom>
              <a:avLst/>
              <a:gdLst/>
              <a:ahLst/>
              <a:cxnLst/>
              <a:rect l="l" t="t" r="r" b="b"/>
              <a:pathLst>
                <a:path w="15057" h="7318" extrusionOk="0">
                  <a:moveTo>
                    <a:pt x="13860" y="1"/>
                  </a:moveTo>
                  <a:cubicBezTo>
                    <a:pt x="13857" y="1"/>
                    <a:pt x="13854" y="1"/>
                    <a:pt x="13851" y="1"/>
                  </a:cubicBezTo>
                  <a:lnTo>
                    <a:pt x="1202" y="1"/>
                  </a:lnTo>
                  <a:cubicBezTo>
                    <a:pt x="534" y="1"/>
                    <a:pt x="1" y="534"/>
                    <a:pt x="1" y="1202"/>
                  </a:cubicBezTo>
                  <a:lnTo>
                    <a:pt x="1" y="5343"/>
                  </a:lnTo>
                  <a:cubicBezTo>
                    <a:pt x="1894" y="6448"/>
                    <a:pt x="4007" y="7120"/>
                    <a:pt x="6193" y="7317"/>
                  </a:cubicBezTo>
                  <a:lnTo>
                    <a:pt x="8859" y="7317"/>
                  </a:lnTo>
                  <a:cubicBezTo>
                    <a:pt x="11045" y="7120"/>
                    <a:pt x="13159" y="6448"/>
                    <a:pt x="15057" y="5343"/>
                  </a:cubicBezTo>
                  <a:lnTo>
                    <a:pt x="15057" y="1202"/>
                  </a:lnTo>
                  <a:cubicBezTo>
                    <a:pt x="15057" y="537"/>
                    <a:pt x="14519" y="1"/>
                    <a:pt x="13860" y="1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57" name="Google Shape;8357;p69"/>
            <p:cNvSpPr/>
            <p:nvPr/>
          </p:nvSpPr>
          <p:spPr>
            <a:xfrm>
              <a:off x="2599972" y="3442643"/>
              <a:ext cx="52072" cy="151085"/>
            </a:xfrm>
            <a:custGeom>
              <a:avLst/>
              <a:gdLst/>
              <a:ahLst/>
              <a:cxnLst/>
              <a:rect l="l" t="t" r="r" b="b"/>
              <a:pathLst>
                <a:path w="1989" h="5771" extrusionOk="0">
                  <a:moveTo>
                    <a:pt x="1206" y="1"/>
                  </a:moveTo>
                  <a:cubicBezTo>
                    <a:pt x="538" y="1"/>
                    <a:pt x="0" y="539"/>
                    <a:pt x="5" y="1202"/>
                  </a:cubicBezTo>
                  <a:lnTo>
                    <a:pt x="5" y="5348"/>
                  </a:lnTo>
                  <a:cubicBezTo>
                    <a:pt x="259" y="5497"/>
                    <a:pt x="524" y="5636"/>
                    <a:pt x="788" y="5771"/>
                  </a:cubicBezTo>
                  <a:lnTo>
                    <a:pt x="788" y="1202"/>
                  </a:lnTo>
                  <a:cubicBezTo>
                    <a:pt x="788" y="539"/>
                    <a:pt x="1326" y="1"/>
                    <a:pt x="1989" y="1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58" name="Google Shape;8358;p69"/>
            <p:cNvSpPr/>
            <p:nvPr/>
          </p:nvSpPr>
          <p:spPr>
            <a:xfrm>
              <a:off x="2715033" y="3542389"/>
              <a:ext cx="164175" cy="91970"/>
            </a:xfrm>
            <a:custGeom>
              <a:avLst/>
              <a:gdLst/>
              <a:ahLst/>
              <a:cxnLst/>
              <a:rect l="l" t="t" r="r" b="b"/>
              <a:pathLst>
                <a:path w="6271" h="3513" extrusionOk="0">
                  <a:moveTo>
                    <a:pt x="1024" y="1"/>
                  </a:moveTo>
                  <a:cubicBezTo>
                    <a:pt x="457" y="1"/>
                    <a:pt x="1" y="457"/>
                    <a:pt x="1" y="1019"/>
                  </a:cubicBezTo>
                  <a:lnTo>
                    <a:pt x="1" y="3238"/>
                  </a:lnTo>
                  <a:cubicBezTo>
                    <a:pt x="596" y="3368"/>
                    <a:pt x="1197" y="3459"/>
                    <a:pt x="1802" y="3512"/>
                  </a:cubicBezTo>
                  <a:lnTo>
                    <a:pt x="4468" y="3512"/>
                  </a:lnTo>
                  <a:cubicBezTo>
                    <a:pt x="5074" y="3459"/>
                    <a:pt x="5679" y="3368"/>
                    <a:pt x="6270" y="3238"/>
                  </a:cubicBezTo>
                  <a:lnTo>
                    <a:pt x="6270" y="1019"/>
                  </a:lnTo>
                  <a:cubicBezTo>
                    <a:pt x="6270" y="457"/>
                    <a:pt x="5814" y="1"/>
                    <a:pt x="5252" y="1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59" name="Google Shape;8359;p69"/>
            <p:cNvSpPr/>
            <p:nvPr/>
          </p:nvSpPr>
          <p:spPr>
            <a:xfrm>
              <a:off x="2762210" y="3591319"/>
              <a:ext cx="69822" cy="87310"/>
            </a:xfrm>
            <a:custGeom>
              <a:avLst/>
              <a:gdLst/>
              <a:ahLst/>
              <a:cxnLst/>
              <a:rect l="l" t="t" r="r" b="b"/>
              <a:pathLst>
                <a:path w="2667" h="3335" extrusionOk="0">
                  <a:moveTo>
                    <a:pt x="697" y="0"/>
                  </a:moveTo>
                  <a:cubicBezTo>
                    <a:pt x="313" y="0"/>
                    <a:pt x="0" y="313"/>
                    <a:pt x="0" y="697"/>
                  </a:cubicBezTo>
                  <a:lnTo>
                    <a:pt x="0" y="2638"/>
                  </a:lnTo>
                  <a:cubicBezTo>
                    <a:pt x="0" y="3022"/>
                    <a:pt x="313" y="3334"/>
                    <a:pt x="697" y="3334"/>
                  </a:cubicBezTo>
                  <a:lnTo>
                    <a:pt x="1975" y="3334"/>
                  </a:lnTo>
                  <a:cubicBezTo>
                    <a:pt x="2354" y="3334"/>
                    <a:pt x="2666" y="3022"/>
                    <a:pt x="2666" y="2638"/>
                  </a:cubicBezTo>
                  <a:lnTo>
                    <a:pt x="2666" y="697"/>
                  </a:lnTo>
                  <a:cubicBezTo>
                    <a:pt x="2666" y="313"/>
                    <a:pt x="2354" y="0"/>
                    <a:pt x="1975" y="0"/>
                  </a:cubicBez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60" name="Google Shape;8360;p69"/>
            <p:cNvSpPr/>
            <p:nvPr/>
          </p:nvSpPr>
          <p:spPr>
            <a:xfrm>
              <a:off x="2786348" y="3615457"/>
              <a:ext cx="21546" cy="39008"/>
            </a:xfrm>
            <a:custGeom>
              <a:avLst/>
              <a:gdLst/>
              <a:ahLst/>
              <a:cxnLst/>
              <a:rect l="l" t="t" r="r" b="b"/>
              <a:pathLst>
                <a:path w="823" h="1490" extrusionOk="0">
                  <a:moveTo>
                    <a:pt x="1" y="1"/>
                  </a:moveTo>
                  <a:lnTo>
                    <a:pt x="1" y="1490"/>
                  </a:lnTo>
                  <a:lnTo>
                    <a:pt x="822" y="1490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rgbClr val="BBC9D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61" name="Google Shape;8361;p69"/>
            <p:cNvSpPr/>
            <p:nvPr/>
          </p:nvSpPr>
          <p:spPr>
            <a:xfrm>
              <a:off x="2733150" y="3376617"/>
              <a:ext cx="127942" cy="32097"/>
            </a:xfrm>
            <a:custGeom>
              <a:avLst/>
              <a:gdLst/>
              <a:ahLst/>
              <a:cxnLst/>
              <a:rect l="l" t="t" r="r" b="b"/>
              <a:pathLst>
                <a:path w="4887" h="1226" extrusionOk="0">
                  <a:moveTo>
                    <a:pt x="1" y="1"/>
                  </a:moveTo>
                  <a:lnTo>
                    <a:pt x="1" y="15"/>
                  </a:lnTo>
                  <a:cubicBezTo>
                    <a:pt x="1" y="683"/>
                    <a:pt x="543" y="1226"/>
                    <a:pt x="1211" y="1226"/>
                  </a:cubicBezTo>
                  <a:lnTo>
                    <a:pt x="3676" y="1226"/>
                  </a:lnTo>
                  <a:cubicBezTo>
                    <a:pt x="4343" y="1221"/>
                    <a:pt x="4886" y="683"/>
                    <a:pt x="4886" y="15"/>
                  </a:cubicBezTo>
                  <a:lnTo>
                    <a:pt x="4886" y="1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62" name="Google Shape;8362;p69"/>
            <p:cNvSpPr/>
            <p:nvPr/>
          </p:nvSpPr>
          <p:spPr>
            <a:xfrm>
              <a:off x="2593925" y="3370596"/>
              <a:ext cx="406392" cy="365263"/>
            </a:xfrm>
            <a:custGeom>
              <a:avLst/>
              <a:gdLst/>
              <a:ahLst/>
              <a:cxnLst/>
              <a:rect l="l" t="t" r="r" b="b"/>
              <a:pathLst>
                <a:path w="15523" h="13952" extrusionOk="0">
                  <a:moveTo>
                    <a:pt x="9950" y="461"/>
                  </a:moveTo>
                  <a:cubicBezTo>
                    <a:pt x="9844" y="908"/>
                    <a:pt x="9450" y="1225"/>
                    <a:pt x="8994" y="1225"/>
                  </a:cubicBezTo>
                  <a:lnTo>
                    <a:pt x="6529" y="1225"/>
                  </a:lnTo>
                  <a:cubicBezTo>
                    <a:pt x="6073" y="1225"/>
                    <a:pt x="5679" y="908"/>
                    <a:pt x="5573" y="461"/>
                  </a:cubicBezTo>
                  <a:close/>
                  <a:moveTo>
                    <a:pt x="10416" y="481"/>
                  </a:moveTo>
                  <a:cubicBezTo>
                    <a:pt x="10882" y="572"/>
                    <a:pt x="11218" y="980"/>
                    <a:pt x="11223" y="1456"/>
                  </a:cubicBezTo>
                  <a:lnTo>
                    <a:pt x="11223" y="2522"/>
                  </a:lnTo>
                  <a:lnTo>
                    <a:pt x="4305" y="2522"/>
                  </a:lnTo>
                  <a:lnTo>
                    <a:pt x="4305" y="1456"/>
                  </a:lnTo>
                  <a:cubicBezTo>
                    <a:pt x="4305" y="980"/>
                    <a:pt x="4641" y="572"/>
                    <a:pt x="5107" y="481"/>
                  </a:cubicBezTo>
                  <a:cubicBezTo>
                    <a:pt x="5222" y="1177"/>
                    <a:pt x="5828" y="1686"/>
                    <a:pt x="6529" y="1686"/>
                  </a:cubicBezTo>
                  <a:lnTo>
                    <a:pt x="8994" y="1686"/>
                  </a:lnTo>
                  <a:cubicBezTo>
                    <a:pt x="9695" y="1686"/>
                    <a:pt x="10300" y="1177"/>
                    <a:pt x="10416" y="481"/>
                  </a:cubicBezTo>
                  <a:close/>
                  <a:moveTo>
                    <a:pt x="9878" y="6793"/>
                  </a:moveTo>
                  <a:cubicBezTo>
                    <a:pt x="10315" y="6793"/>
                    <a:pt x="10665" y="7149"/>
                    <a:pt x="10665" y="7586"/>
                  </a:cubicBezTo>
                  <a:lnTo>
                    <a:pt x="10665" y="9618"/>
                  </a:lnTo>
                  <a:cubicBezTo>
                    <a:pt x="10223" y="9704"/>
                    <a:pt x="9777" y="9772"/>
                    <a:pt x="9325" y="9820"/>
                  </a:cubicBezTo>
                  <a:lnTo>
                    <a:pt x="9325" y="9128"/>
                  </a:lnTo>
                  <a:cubicBezTo>
                    <a:pt x="9325" y="8614"/>
                    <a:pt x="8912" y="8201"/>
                    <a:pt x="8403" y="8201"/>
                  </a:cubicBezTo>
                  <a:lnTo>
                    <a:pt x="7125" y="8201"/>
                  </a:lnTo>
                  <a:cubicBezTo>
                    <a:pt x="6611" y="8201"/>
                    <a:pt x="6198" y="8614"/>
                    <a:pt x="6198" y="9128"/>
                  </a:cubicBezTo>
                  <a:lnTo>
                    <a:pt x="6198" y="9820"/>
                  </a:lnTo>
                  <a:cubicBezTo>
                    <a:pt x="5746" y="9772"/>
                    <a:pt x="5299" y="9704"/>
                    <a:pt x="4857" y="9618"/>
                  </a:cubicBezTo>
                  <a:lnTo>
                    <a:pt x="4857" y="7586"/>
                  </a:lnTo>
                  <a:cubicBezTo>
                    <a:pt x="4857" y="7149"/>
                    <a:pt x="5213" y="6793"/>
                    <a:pt x="5645" y="6793"/>
                  </a:cubicBezTo>
                  <a:close/>
                  <a:moveTo>
                    <a:pt x="8403" y="8662"/>
                  </a:moveTo>
                  <a:cubicBezTo>
                    <a:pt x="8657" y="8662"/>
                    <a:pt x="8864" y="8868"/>
                    <a:pt x="8864" y="9128"/>
                  </a:cubicBezTo>
                  <a:lnTo>
                    <a:pt x="8864" y="11069"/>
                  </a:lnTo>
                  <a:cubicBezTo>
                    <a:pt x="8864" y="11328"/>
                    <a:pt x="8657" y="11535"/>
                    <a:pt x="8398" y="11535"/>
                  </a:cubicBezTo>
                  <a:lnTo>
                    <a:pt x="7125" y="11535"/>
                  </a:lnTo>
                  <a:cubicBezTo>
                    <a:pt x="6865" y="11535"/>
                    <a:pt x="6659" y="11328"/>
                    <a:pt x="6659" y="11069"/>
                  </a:cubicBezTo>
                  <a:lnTo>
                    <a:pt x="6659" y="9128"/>
                  </a:lnTo>
                  <a:cubicBezTo>
                    <a:pt x="6659" y="8868"/>
                    <a:pt x="6865" y="8662"/>
                    <a:pt x="7125" y="8662"/>
                  </a:cubicBezTo>
                  <a:close/>
                  <a:moveTo>
                    <a:pt x="5299" y="0"/>
                  </a:moveTo>
                  <a:cubicBezTo>
                    <a:pt x="4497" y="0"/>
                    <a:pt x="3848" y="654"/>
                    <a:pt x="3844" y="1456"/>
                  </a:cubicBezTo>
                  <a:lnTo>
                    <a:pt x="3844" y="2522"/>
                  </a:lnTo>
                  <a:lnTo>
                    <a:pt x="1437" y="2522"/>
                  </a:lnTo>
                  <a:cubicBezTo>
                    <a:pt x="644" y="2522"/>
                    <a:pt x="0" y="3166"/>
                    <a:pt x="0" y="3954"/>
                  </a:cubicBezTo>
                  <a:lnTo>
                    <a:pt x="0" y="8100"/>
                  </a:lnTo>
                  <a:cubicBezTo>
                    <a:pt x="0" y="8181"/>
                    <a:pt x="44" y="8258"/>
                    <a:pt x="116" y="8297"/>
                  </a:cubicBezTo>
                  <a:cubicBezTo>
                    <a:pt x="255" y="8383"/>
                    <a:pt x="399" y="8460"/>
                    <a:pt x="543" y="8537"/>
                  </a:cubicBezTo>
                  <a:lnTo>
                    <a:pt x="543" y="9618"/>
                  </a:lnTo>
                  <a:cubicBezTo>
                    <a:pt x="543" y="9769"/>
                    <a:pt x="659" y="9845"/>
                    <a:pt x="774" y="9845"/>
                  </a:cubicBezTo>
                  <a:cubicBezTo>
                    <a:pt x="889" y="9845"/>
                    <a:pt x="1004" y="9769"/>
                    <a:pt x="1004" y="9618"/>
                  </a:cubicBezTo>
                  <a:lnTo>
                    <a:pt x="1004" y="8782"/>
                  </a:lnTo>
                  <a:cubicBezTo>
                    <a:pt x="2628" y="9589"/>
                    <a:pt x="4387" y="10103"/>
                    <a:pt x="6198" y="10286"/>
                  </a:cubicBezTo>
                  <a:lnTo>
                    <a:pt x="6198" y="11069"/>
                  </a:lnTo>
                  <a:cubicBezTo>
                    <a:pt x="6198" y="11583"/>
                    <a:pt x="6611" y="11996"/>
                    <a:pt x="7125" y="11996"/>
                  </a:cubicBezTo>
                  <a:lnTo>
                    <a:pt x="8403" y="11996"/>
                  </a:lnTo>
                  <a:cubicBezTo>
                    <a:pt x="8912" y="11996"/>
                    <a:pt x="9325" y="11583"/>
                    <a:pt x="9325" y="11069"/>
                  </a:cubicBezTo>
                  <a:lnTo>
                    <a:pt x="9325" y="10286"/>
                  </a:lnTo>
                  <a:cubicBezTo>
                    <a:pt x="11131" y="10103"/>
                    <a:pt x="12895" y="9589"/>
                    <a:pt x="14518" y="8782"/>
                  </a:cubicBezTo>
                  <a:lnTo>
                    <a:pt x="14518" y="12519"/>
                  </a:lnTo>
                  <a:cubicBezTo>
                    <a:pt x="14518" y="13053"/>
                    <a:pt x="14086" y="13485"/>
                    <a:pt x="13553" y="13490"/>
                  </a:cubicBezTo>
                  <a:lnTo>
                    <a:pt x="1975" y="13490"/>
                  </a:lnTo>
                  <a:cubicBezTo>
                    <a:pt x="1442" y="13485"/>
                    <a:pt x="1004" y="13053"/>
                    <a:pt x="1004" y="12519"/>
                  </a:cubicBezTo>
                  <a:lnTo>
                    <a:pt x="1004" y="10535"/>
                  </a:lnTo>
                  <a:cubicBezTo>
                    <a:pt x="1004" y="10382"/>
                    <a:pt x="889" y="10305"/>
                    <a:pt x="774" y="10305"/>
                  </a:cubicBezTo>
                  <a:cubicBezTo>
                    <a:pt x="659" y="10305"/>
                    <a:pt x="543" y="10382"/>
                    <a:pt x="543" y="10535"/>
                  </a:cubicBezTo>
                  <a:lnTo>
                    <a:pt x="543" y="12519"/>
                  </a:lnTo>
                  <a:cubicBezTo>
                    <a:pt x="543" y="13307"/>
                    <a:pt x="1187" y="13946"/>
                    <a:pt x="1975" y="13951"/>
                  </a:cubicBezTo>
                  <a:lnTo>
                    <a:pt x="13553" y="13951"/>
                  </a:lnTo>
                  <a:cubicBezTo>
                    <a:pt x="14341" y="13946"/>
                    <a:pt x="14979" y="13307"/>
                    <a:pt x="14979" y="12519"/>
                  </a:cubicBezTo>
                  <a:lnTo>
                    <a:pt x="14979" y="8542"/>
                  </a:lnTo>
                  <a:cubicBezTo>
                    <a:pt x="15124" y="8465"/>
                    <a:pt x="15268" y="8383"/>
                    <a:pt x="15407" y="8302"/>
                  </a:cubicBezTo>
                  <a:cubicBezTo>
                    <a:pt x="15479" y="8258"/>
                    <a:pt x="15522" y="8181"/>
                    <a:pt x="15522" y="8100"/>
                  </a:cubicBezTo>
                  <a:lnTo>
                    <a:pt x="15522" y="3959"/>
                  </a:lnTo>
                  <a:cubicBezTo>
                    <a:pt x="15522" y="3166"/>
                    <a:pt x="14879" y="2522"/>
                    <a:pt x="14091" y="2522"/>
                  </a:cubicBezTo>
                  <a:lnTo>
                    <a:pt x="13500" y="2522"/>
                  </a:lnTo>
                  <a:cubicBezTo>
                    <a:pt x="13192" y="2522"/>
                    <a:pt x="13192" y="2984"/>
                    <a:pt x="13500" y="2984"/>
                  </a:cubicBezTo>
                  <a:lnTo>
                    <a:pt x="14091" y="2984"/>
                  </a:lnTo>
                  <a:cubicBezTo>
                    <a:pt x="14624" y="2984"/>
                    <a:pt x="15061" y="3421"/>
                    <a:pt x="15061" y="3959"/>
                  </a:cubicBezTo>
                  <a:lnTo>
                    <a:pt x="15061" y="7965"/>
                  </a:lnTo>
                  <a:cubicBezTo>
                    <a:pt x="14922" y="8047"/>
                    <a:pt x="14783" y="8124"/>
                    <a:pt x="14643" y="8196"/>
                  </a:cubicBezTo>
                  <a:cubicBezTo>
                    <a:pt x="13533" y="8787"/>
                    <a:pt x="12352" y="9229"/>
                    <a:pt x="11131" y="9517"/>
                  </a:cubicBezTo>
                  <a:lnTo>
                    <a:pt x="11131" y="7581"/>
                  </a:lnTo>
                  <a:cubicBezTo>
                    <a:pt x="11127" y="6894"/>
                    <a:pt x="10569" y="6332"/>
                    <a:pt x="9878" y="6332"/>
                  </a:cubicBezTo>
                  <a:lnTo>
                    <a:pt x="5650" y="6332"/>
                  </a:lnTo>
                  <a:cubicBezTo>
                    <a:pt x="4958" y="6332"/>
                    <a:pt x="4401" y="6894"/>
                    <a:pt x="4401" y="7581"/>
                  </a:cubicBezTo>
                  <a:lnTo>
                    <a:pt x="4401" y="9517"/>
                  </a:lnTo>
                  <a:cubicBezTo>
                    <a:pt x="3017" y="9190"/>
                    <a:pt x="1696" y="8671"/>
                    <a:pt x="466" y="7965"/>
                  </a:cubicBezTo>
                  <a:lnTo>
                    <a:pt x="466" y="3954"/>
                  </a:lnTo>
                  <a:cubicBezTo>
                    <a:pt x="466" y="3421"/>
                    <a:pt x="899" y="2984"/>
                    <a:pt x="1437" y="2984"/>
                  </a:cubicBezTo>
                  <a:lnTo>
                    <a:pt x="12577" y="2984"/>
                  </a:lnTo>
                  <a:cubicBezTo>
                    <a:pt x="12885" y="2984"/>
                    <a:pt x="12885" y="2522"/>
                    <a:pt x="12577" y="2522"/>
                  </a:cubicBezTo>
                  <a:lnTo>
                    <a:pt x="11684" y="2522"/>
                  </a:lnTo>
                  <a:lnTo>
                    <a:pt x="11684" y="1456"/>
                  </a:lnTo>
                  <a:cubicBezTo>
                    <a:pt x="11684" y="654"/>
                    <a:pt x="11031" y="0"/>
                    <a:pt x="10228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63" name="Google Shape;8363;p69"/>
            <p:cNvSpPr/>
            <p:nvPr/>
          </p:nvSpPr>
          <p:spPr>
            <a:xfrm>
              <a:off x="2780326" y="3609436"/>
              <a:ext cx="33589" cy="51077"/>
            </a:xfrm>
            <a:custGeom>
              <a:avLst/>
              <a:gdLst/>
              <a:ahLst/>
              <a:cxnLst/>
              <a:rect l="l" t="t" r="r" b="b"/>
              <a:pathLst>
                <a:path w="1283" h="1951" extrusionOk="0">
                  <a:moveTo>
                    <a:pt x="822" y="461"/>
                  </a:moveTo>
                  <a:lnTo>
                    <a:pt x="822" y="1489"/>
                  </a:lnTo>
                  <a:lnTo>
                    <a:pt x="461" y="1489"/>
                  </a:lnTo>
                  <a:lnTo>
                    <a:pt x="461" y="461"/>
                  </a:lnTo>
                  <a:close/>
                  <a:moveTo>
                    <a:pt x="231" y="0"/>
                  </a:moveTo>
                  <a:cubicBezTo>
                    <a:pt x="106" y="0"/>
                    <a:pt x="0" y="101"/>
                    <a:pt x="0" y="231"/>
                  </a:cubicBezTo>
                  <a:lnTo>
                    <a:pt x="0" y="1720"/>
                  </a:lnTo>
                  <a:cubicBezTo>
                    <a:pt x="0" y="1845"/>
                    <a:pt x="106" y="1950"/>
                    <a:pt x="231" y="1950"/>
                  </a:cubicBezTo>
                  <a:lnTo>
                    <a:pt x="1052" y="1950"/>
                  </a:lnTo>
                  <a:cubicBezTo>
                    <a:pt x="1182" y="1950"/>
                    <a:pt x="1283" y="1845"/>
                    <a:pt x="1283" y="1720"/>
                  </a:cubicBezTo>
                  <a:lnTo>
                    <a:pt x="1283" y="231"/>
                  </a:lnTo>
                  <a:cubicBezTo>
                    <a:pt x="1283" y="101"/>
                    <a:pt x="1182" y="0"/>
                    <a:pt x="1052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364" name="Google Shape;8364;p69"/>
          <p:cNvGrpSpPr/>
          <p:nvPr/>
        </p:nvGrpSpPr>
        <p:grpSpPr>
          <a:xfrm>
            <a:off x="636731" y="2133725"/>
            <a:ext cx="288674" cy="268666"/>
            <a:chOff x="848975" y="1987716"/>
            <a:chExt cx="384898" cy="358221"/>
          </a:xfrm>
        </p:grpSpPr>
        <p:sp>
          <p:nvSpPr>
            <p:cNvPr id="8365" name="Google Shape;8365;p69"/>
            <p:cNvSpPr/>
            <p:nvPr/>
          </p:nvSpPr>
          <p:spPr>
            <a:xfrm>
              <a:off x="894633" y="2178934"/>
              <a:ext cx="144932" cy="145037"/>
            </a:xfrm>
            <a:custGeom>
              <a:avLst/>
              <a:gdLst/>
              <a:ahLst/>
              <a:cxnLst/>
              <a:rect l="l" t="t" r="r" b="b"/>
              <a:pathLst>
                <a:path w="5536" h="5540" extrusionOk="0">
                  <a:moveTo>
                    <a:pt x="1951" y="0"/>
                  </a:moveTo>
                  <a:lnTo>
                    <a:pt x="760" y="1192"/>
                  </a:lnTo>
                  <a:lnTo>
                    <a:pt x="1" y="1955"/>
                  </a:lnTo>
                  <a:lnTo>
                    <a:pt x="3580" y="5539"/>
                  </a:lnTo>
                  <a:lnTo>
                    <a:pt x="5535" y="3584"/>
                  </a:lnTo>
                  <a:lnTo>
                    <a:pt x="1951" y="0"/>
                  </a:lnTo>
                  <a:close/>
                </a:path>
              </a:pathLst>
            </a:custGeom>
            <a:solidFill>
              <a:srgbClr val="92A3B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66" name="Google Shape;8366;p69"/>
            <p:cNvSpPr/>
            <p:nvPr/>
          </p:nvSpPr>
          <p:spPr>
            <a:xfrm>
              <a:off x="894633" y="2178934"/>
              <a:ext cx="144932" cy="125036"/>
            </a:xfrm>
            <a:custGeom>
              <a:avLst/>
              <a:gdLst/>
              <a:ahLst/>
              <a:cxnLst/>
              <a:rect l="l" t="t" r="r" b="b"/>
              <a:pathLst>
                <a:path w="5536" h="4776" extrusionOk="0">
                  <a:moveTo>
                    <a:pt x="1951" y="0"/>
                  </a:moveTo>
                  <a:lnTo>
                    <a:pt x="1" y="1955"/>
                  </a:lnTo>
                  <a:lnTo>
                    <a:pt x="553" y="2513"/>
                  </a:lnTo>
                  <a:lnTo>
                    <a:pt x="894" y="2176"/>
                  </a:lnTo>
                  <a:cubicBezTo>
                    <a:pt x="1010" y="2056"/>
                    <a:pt x="1163" y="1996"/>
                    <a:pt x="1318" y="1996"/>
                  </a:cubicBezTo>
                  <a:cubicBezTo>
                    <a:pt x="1472" y="1996"/>
                    <a:pt x="1627" y="2056"/>
                    <a:pt x="1745" y="2176"/>
                  </a:cubicBezTo>
                  <a:lnTo>
                    <a:pt x="4344" y="4775"/>
                  </a:lnTo>
                  <a:lnTo>
                    <a:pt x="5535" y="3584"/>
                  </a:lnTo>
                  <a:lnTo>
                    <a:pt x="2124" y="173"/>
                  </a:lnTo>
                  <a:lnTo>
                    <a:pt x="1951" y="0"/>
                  </a:lnTo>
                  <a:close/>
                </a:path>
              </a:pathLst>
            </a:custGeom>
            <a:solidFill>
              <a:srgbClr val="8397A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67" name="Google Shape;8367;p69"/>
            <p:cNvSpPr/>
            <p:nvPr/>
          </p:nvSpPr>
          <p:spPr>
            <a:xfrm>
              <a:off x="910367" y="1993449"/>
              <a:ext cx="317223" cy="314788"/>
            </a:xfrm>
            <a:custGeom>
              <a:avLst/>
              <a:gdLst/>
              <a:ahLst/>
              <a:cxnLst/>
              <a:rect l="l" t="t" r="r" b="b"/>
              <a:pathLst>
                <a:path w="12117" h="12024" extrusionOk="0">
                  <a:moveTo>
                    <a:pt x="7766" y="0"/>
                  </a:moveTo>
                  <a:cubicBezTo>
                    <a:pt x="7522" y="0"/>
                    <a:pt x="7278" y="93"/>
                    <a:pt x="7091" y="278"/>
                  </a:cubicBezTo>
                  <a:lnTo>
                    <a:pt x="0" y="7369"/>
                  </a:lnTo>
                  <a:lnTo>
                    <a:pt x="4651" y="12024"/>
                  </a:lnTo>
                  <a:lnTo>
                    <a:pt x="11741" y="4928"/>
                  </a:lnTo>
                  <a:cubicBezTo>
                    <a:pt x="12116" y="4558"/>
                    <a:pt x="12116" y="3953"/>
                    <a:pt x="11741" y="3583"/>
                  </a:cubicBezTo>
                  <a:lnTo>
                    <a:pt x="8441" y="278"/>
                  </a:lnTo>
                  <a:cubicBezTo>
                    <a:pt x="8254" y="93"/>
                    <a:pt x="8010" y="0"/>
                    <a:pt x="7766" y="0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68" name="Google Shape;8368;p69"/>
            <p:cNvSpPr/>
            <p:nvPr/>
          </p:nvSpPr>
          <p:spPr>
            <a:xfrm>
              <a:off x="910367" y="1993449"/>
              <a:ext cx="232452" cy="204492"/>
            </a:xfrm>
            <a:custGeom>
              <a:avLst/>
              <a:gdLst/>
              <a:ahLst/>
              <a:cxnLst/>
              <a:rect l="l" t="t" r="r" b="b"/>
              <a:pathLst>
                <a:path w="8879" h="7811" extrusionOk="0">
                  <a:moveTo>
                    <a:pt x="7766" y="0"/>
                  </a:moveTo>
                  <a:cubicBezTo>
                    <a:pt x="7522" y="0"/>
                    <a:pt x="7278" y="93"/>
                    <a:pt x="7091" y="278"/>
                  </a:cubicBezTo>
                  <a:lnTo>
                    <a:pt x="0" y="7369"/>
                  </a:lnTo>
                  <a:lnTo>
                    <a:pt x="442" y="7811"/>
                  </a:lnTo>
                  <a:lnTo>
                    <a:pt x="7533" y="715"/>
                  </a:lnTo>
                  <a:cubicBezTo>
                    <a:pt x="7718" y="530"/>
                    <a:pt x="7962" y="438"/>
                    <a:pt x="8206" y="438"/>
                  </a:cubicBezTo>
                  <a:cubicBezTo>
                    <a:pt x="8449" y="438"/>
                    <a:pt x="8693" y="530"/>
                    <a:pt x="8878" y="715"/>
                  </a:cubicBezTo>
                  <a:lnTo>
                    <a:pt x="8441" y="278"/>
                  </a:lnTo>
                  <a:cubicBezTo>
                    <a:pt x="8254" y="93"/>
                    <a:pt x="8010" y="0"/>
                    <a:pt x="7766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69" name="Google Shape;8369;p69"/>
            <p:cNvSpPr/>
            <p:nvPr/>
          </p:nvSpPr>
          <p:spPr>
            <a:xfrm>
              <a:off x="856018" y="2253129"/>
              <a:ext cx="109328" cy="87179"/>
            </a:xfrm>
            <a:custGeom>
              <a:avLst/>
              <a:gdLst/>
              <a:ahLst/>
              <a:cxnLst/>
              <a:rect l="l" t="t" r="r" b="b"/>
              <a:pathLst>
                <a:path w="4176" h="3330" extrusionOk="0">
                  <a:moveTo>
                    <a:pt x="2350" y="1"/>
                  </a:moveTo>
                  <a:lnTo>
                    <a:pt x="1" y="2354"/>
                  </a:lnTo>
                  <a:lnTo>
                    <a:pt x="1101" y="2758"/>
                  </a:lnTo>
                  <a:lnTo>
                    <a:pt x="2677" y="3330"/>
                  </a:lnTo>
                  <a:lnTo>
                    <a:pt x="4176" y="1826"/>
                  </a:lnTo>
                  <a:lnTo>
                    <a:pt x="3104" y="755"/>
                  </a:lnTo>
                  <a:lnTo>
                    <a:pt x="2350" y="1"/>
                  </a:ln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70" name="Google Shape;8370;p69"/>
            <p:cNvSpPr/>
            <p:nvPr/>
          </p:nvSpPr>
          <p:spPr>
            <a:xfrm>
              <a:off x="884947" y="2292529"/>
              <a:ext cx="67832" cy="47648"/>
            </a:xfrm>
            <a:custGeom>
              <a:avLst/>
              <a:gdLst/>
              <a:ahLst/>
              <a:cxnLst/>
              <a:rect l="l" t="t" r="r" b="b"/>
              <a:pathLst>
                <a:path w="2591" h="1820" extrusionOk="0">
                  <a:moveTo>
                    <a:pt x="1519" y="0"/>
                  </a:moveTo>
                  <a:cubicBezTo>
                    <a:pt x="1352" y="0"/>
                    <a:pt x="1185" y="64"/>
                    <a:pt x="1058" y="191"/>
                  </a:cubicBezTo>
                  <a:lnTo>
                    <a:pt x="1" y="1248"/>
                  </a:lnTo>
                  <a:lnTo>
                    <a:pt x="1577" y="1820"/>
                  </a:lnTo>
                  <a:lnTo>
                    <a:pt x="2590" y="806"/>
                  </a:lnTo>
                  <a:lnTo>
                    <a:pt x="1980" y="191"/>
                  </a:lnTo>
                  <a:cubicBezTo>
                    <a:pt x="1853" y="64"/>
                    <a:pt x="1686" y="0"/>
                    <a:pt x="1519" y="0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71" name="Google Shape;8371;p69"/>
            <p:cNvSpPr/>
            <p:nvPr/>
          </p:nvSpPr>
          <p:spPr>
            <a:xfrm>
              <a:off x="987075" y="2071884"/>
              <a:ext cx="161269" cy="157865"/>
            </a:xfrm>
            <a:custGeom>
              <a:avLst/>
              <a:gdLst/>
              <a:ahLst/>
              <a:cxnLst/>
              <a:rect l="l" t="t" r="r" b="b"/>
              <a:pathLst>
                <a:path w="6160" h="6030" extrusionOk="0">
                  <a:moveTo>
                    <a:pt x="4185" y="1"/>
                  </a:moveTo>
                  <a:cubicBezTo>
                    <a:pt x="4022" y="1"/>
                    <a:pt x="3858" y="63"/>
                    <a:pt x="3734" y="188"/>
                  </a:cubicBezTo>
                  <a:lnTo>
                    <a:pt x="251" y="3671"/>
                  </a:lnTo>
                  <a:cubicBezTo>
                    <a:pt x="1" y="3916"/>
                    <a:pt x="1" y="4320"/>
                    <a:pt x="251" y="4570"/>
                  </a:cubicBezTo>
                  <a:lnTo>
                    <a:pt x="1529" y="5843"/>
                  </a:lnTo>
                  <a:cubicBezTo>
                    <a:pt x="1651" y="5968"/>
                    <a:pt x="1813" y="6030"/>
                    <a:pt x="1976" y="6030"/>
                  </a:cubicBezTo>
                  <a:cubicBezTo>
                    <a:pt x="2139" y="6030"/>
                    <a:pt x="2302" y="5968"/>
                    <a:pt x="2427" y="5843"/>
                  </a:cubicBezTo>
                  <a:lnTo>
                    <a:pt x="5910" y="2360"/>
                  </a:lnTo>
                  <a:cubicBezTo>
                    <a:pt x="6160" y="2115"/>
                    <a:pt x="6160" y="1711"/>
                    <a:pt x="5910" y="1461"/>
                  </a:cubicBezTo>
                  <a:lnTo>
                    <a:pt x="4637" y="188"/>
                  </a:lnTo>
                  <a:cubicBezTo>
                    <a:pt x="4512" y="63"/>
                    <a:pt x="4348" y="1"/>
                    <a:pt x="4185" y="1"/>
                  </a:cubicBezTo>
                  <a:close/>
                </a:path>
              </a:pathLst>
            </a:custGeom>
            <a:solidFill>
              <a:srgbClr val="FCFCF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72" name="Google Shape;8372;p69"/>
            <p:cNvSpPr/>
            <p:nvPr/>
          </p:nvSpPr>
          <p:spPr>
            <a:xfrm>
              <a:off x="848975" y="1987716"/>
              <a:ext cx="384898" cy="358221"/>
            </a:xfrm>
            <a:custGeom>
              <a:avLst/>
              <a:gdLst/>
              <a:ahLst/>
              <a:cxnLst/>
              <a:rect l="l" t="t" r="r" b="b"/>
              <a:pathLst>
                <a:path w="14702" h="13683" extrusionOk="0">
                  <a:moveTo>
                    <a:pt x="2879" y="8433"/>
                  </a:moveTo>
                  <a:lnTo>
                    <a:pt x="6150" y="11705"/>
                  </a:lnTo>
                  <a:lnTo>
                    <a:pt x="5329" y="12531"/>
                  </a:lnTo>
                  <a:lnTo>
                    <a:pt x="2052" y="9259"/>
                  </a:lnTo>
                  <a:lnTo>
                    <a:pt x="2879" y="8433"/>
                  </a:lnTo>
                  <a:close/>
                  <a:moveTo>
                    <a:pt x="10113" y="1"/>
                  </a:moveTo>
                  <a:cubicBezTo>
                    <a:pt x="9813" y="1"/>
                    <a:pt x="9513" y="115"/>
                    <a:pt x="9282" y="343"/>
                  </a:cubicBezTo>
                  <a:lnTo>
                    <a:pt x="2192" y="7434"/>
                  </a:lnTo>
                  <a:cubicBezTo>
                    <a:pt x="2105" y="7516"/>
                    <a:pt x="2105" y="7655"/>
                    <a:pt x="2192" y="7741"/>
                  </a:cubicBezTo>
                  <a:lnTo>
                    <a:pt x="2566" y="8121"/>
                  </a:lnTo>
                  <a:lnTo>
                    <a:pt x="1586" y="9106"/>
                  </a:lnTo>
                  <a:cubicBezTo>
                    <a:pt x="1500" y="9192"/>
                    <a:pt x="1500" y="9331"/>
                    <a:pt x="1586" y="9413"/>
                  </a:cubicBezTo>
                  <a:lnTo>
                    <a:pt x="2307" y="10134"/>
                  </a:lnTo>
                  <a:lnTo>
                    <a:pt x="1759" y="10686"/>
                  </a:lnTo>
                  <a:cubicBezTo>
                    <a:pt x="1604" y="10845"/>
                    <a:pt x="1747" y="11060"/>
                    <a:pt x="1917" y="11060"/>
                  </a:cubicBezTo>
                  <a:cubicBezTo>
                    <a:pt x="1968" y="11060"/>
                    <a:pt x="2022" y="11040"/>
                    <a:pt x="2072" y="10994"/>
                  </a:cubicBezTo>
                  <a:lnTo>
                    <a:pt x="2619" y="10446"/>
                  </a:lnTo>
                  <a:lnTo>
                    <a:pt x="4132" y="11964"/>
                  </a:lnTo>
                  <a:lnTo>
                    <a:pt x="2893" y="13208"/>
                  </a:lnTo>
                  <a:lnTo>
                    <a:pt x="669" y="12401"/>
                  </a:lnTo>
                  <a:lnTo>
                    <a:pt x="1413" y="11657"/>
                  </a:lnTo>
                  <a:cubicBezTo>
                    <a:pt x="1569" y="11497"/>
                    <a:pt x="1424" y="11280"/>
                    <a:pt x="1255" y="11280"/>
                  </a:cubicBezTo>
                  <a:cubicBezTo>
                    <a:pt x="1205" y="11280"/>
                    <a:pt x="1153" y="11299"/>
                    <a:pt x="1106" y="11344"/>
                  </a:cubicBezTo>
                  <a:lnTo>
                    <a:pt x="111" y="12334"/>
                  </a:lnTo>
                  <a:cubicBezTo>
                    <a:pt x="1" y="12449"/>
                    <a:pt x="44" y="12641"/>
                    <a:pt x="193" y="12694"/>
                  </a:cubicBezTo>
                  <a:lnTo>
                    <a:pt x="2874" y="13669"/>
                  </a:lnTo>
                  <a:cubicBezTo>
                    <a:pt x="2898" y="13678"/>
                    <a:pt x="2923" y="13683"/>
                    <a:pt x="2948" y="13683"/>
                  </a:cubicBezTo>
                  <a:cubicBezTo>
                    <a:pt x="3004" y="13683"/>
                    <a:pt x="3061" y="13661"/>
                    <a:pt x="3104" y="13621"/>
                  </a:cubicBezTo>
                  <a:lnTo>
                    <a:pt x="4445" y="12276"/>
                  </a:lnTo>
                  <a:lnTo>
                    <a:pt x="5165" y="12997"/>
                  </a:lnTo>
                  <a:cubicBezTo>
                    <a:pt x="5209" y="13040"/>
                    <a:pt x="5265" y="13062"/>
                    <a:pt x="5321" y="13062"/>
                  </a:cubicBezTo>
                  <a:cubicBezTo>
                    <a:pt x="5378" y="13062"/>
                    <a:pt x="5434" y="13040"/>
                    <a:pt x="5478" y="12997"/>
                  </a:cubicBezTo>
                  <a:lnTo>
                    <a:pt x="6458" y="12012"/>
                  </a:lnTo>
                  <a:lnTo>
                    <a:pt x="6837" y="12392"/>
                  </a:lnTo>
                  <a:cubicBezTo>
                    <a:pt x="6880" y="12435"/>
                    <a:pt x="6937" y="12456"/>
                    <a:pt x="6993" y="12456"/>
                  </a:cubicBezTo>
                  <a:cubicBezTo>
                    <a:pt x="7050" y="12456"/>
                    <a:pt x="7106" y="12435"/>
                    <a:pt x="7149" y="12392"/>
                  </a:cubicBezTo>
                  <a:lnTo>
                    <a:pt x="12559" y="6982"/>
                  </a:lnTo>
                  <a:cubicBezTo>
                    <a:pt x="12711" y="6823"/>
                    <a:pt x="12565" y="6606"/>
                    <a:pt x="12396" y="6606"/>
                  </a:cubicBezTo>
                  <a:cubicBezTo>
                    <a:pt x="12346" y="6606"/>
                    <a:pt x="12294" y="6625"/>
                    <a:pt x="12246" y="6670"/>
                  </a:cubicBezTo>
                  <a:lnTo>
                    <a:pt x="6991" y="11926"/>
                  </a:lnTo>
                  <a:lnTo>
                    <a:pt x="2658" y="7588"/>
                  </a:lnTo>
                  <a:lnTo>
                    <a:pt x="9595" y="651"/>
                  </a:lnTo>
                  <a:cubicBezTo>
                    <a:pt x="9736" y="509"/>
                    <a:pt x="9924" y="438"/>
                    <a:pt x="10112" y="438"/>
                  </a:cubicBezTo>
                  <a:cubicBezTo>
                    <a:pt x="10300" y="438"/>
                    <a:pt x="10488" y="509"/>
                    <a:pt x="10632" y="651"/>
                  </a:cubicBezTo>
                  <a:lnTo>
                    <a:pt x="13933" y="3956"/>
                  </a:lnTo>
                  <a:cubicBezTo>
                    <a:pt x="14221" y="4239"/>
                    <a:pt x="14221" y="4705"/>
                    <a:pt x="13933" y="4993"/>
                  </a:cubicBezTo>
                  <a:lnTo>
                    <a:pt x="12866" y="6060"/>
                  </a:lnTo>
                  <a:cubicBezTo>
                    <a:pt x="12700" y="6218"/>
                    <a:pt x="12851" y="6442"/>
                    <a:pt x="13024" y="6442"/>
                  </a:cubicBezTo>
                  <a:cubicBezTo>
                    <a:pt x="13076" y="6442"/>
                    <a:pt x="13130" y="6421"/>
                    <a:pt x="13178" y="6372"/>
                  </a:cubicBezTo>
                  <a:lnTo>
                    <a:pt x="14245" y="5301"/>
                  </a:lnTo>
                  <a:cubicBezTo>
                    <a:pt x="14701" y="4844"/>
                    <a:pt x="14701" y="4100"/>
                    <a:pt x="14245" y="3643"/>
                  </a:cubicBezTo>
                  <a:lnTo>
                    <a:pt x="10940" y="343"/>
                  </a:lnTo>
                  <a:cubicBezTo>
                    <a:pt x="10712" y="115"/>
                    <a:pt x="10413" y="1"/>
                    <a:pt x="10113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73" name="Google Shape;8373;p69"/>
            <p:cNvSpPr/>
            <p:nvPr/>
          </p:nvSpPr>
          <p:spPr>
            <a:xfrm>
              <a:off x="980792" y="2066151"/>
              <a:ext cx="173835" cy="169358"/>
            </a:xfrm>
            <a:custGeom>
              <a:avLst/>
              <a:gdLst/>
              <a:ahLst/>
              <a:cxnLst/>
              <a:rect l="l" t="t" r="r" b="b"/>
              <a:pathLst>
                <a:path w="6640" h="6469" extrusionOk="0">
                  <a:moveTo>
                    <a:pt x="4428" y="439"/>
                  </a:moveTo>
                  <a:cubicBezTo>
                    <a:pt x="4534" y="439"/>
                    <a:pt x="4641" y="479"/>
                    <a:pt x="4723" y="561"/>
                  </a:cubicBezTo>
                  <a:lnTo>
                    <a:pt x="5996" y="1834"/>
                  </a:lnTo>
                  <a:cubicBezTo>
                    <a:pt x="6073" y="1911"/>
                    <a:pt x="6116" y="2021"/>
                    <a:pt x="6116" y="2132"/>
                  </a:cubicBezTo>
                  <a:cubicBezTo>
                    <a:pt x="6116" y="2238"/>
                    <a:pt x="6073" y="2348"/>
                    <a:pt x="5996" y="2425"/>
                  </a:cubicBezTo>
                  <a:lnTo>
                    <a:pt x="2513" y="5908"/>
                  </a:lnTo>
                  <a:cubicBezTo>
                    <a:pt x="2431" y="5987"/>
                    <a:pt x="2325" y="6027"/>
                    <a:pt x="2218" y="6027"/>
                  </a:cubicBezTo>
                  <a:cubicBezTo>
                    <a:pt x="2111" y="6027"/>
                    <a:pt x="2004" y="5987"/>
                    <a:pt x="1922" y="5908"/>
                  </a:cubicBezTo>
                  <a:lnTo>
                    <a:pt x="649" y="4630"/>
                  </a:lnTo>
                  <a:cubicBezTo>
                    <a:pt x="486" y="4467"/>
                    <a:pt x="486" y="4207"/>
                    <a:pt x="649" y="4044"/>
                  </a:cubicBezTo>
                  <a:lnTo>
                    <a:pt x="4132" y="561"/>
                  </a:lnTo>
                  <a:cubicBezTo>
                    <a:pt x="4214" y="479"/>
                    <a:pt x="4321" y="439"/>
                    <a:pt x="4428" y="439"/>
                  </a:cubicBezTo>
                  <a:close/>
                  <a:moveTo>
                    <a:pt x="4425" y="0"/>
                  </a:moveTo>
                  <a:cubicBezTo>
                    <a:pt x="4207" y="0"/>
                    <a:pt x="3988" y="83"/>
                    <a:pt x="3820" y="249"/>
                  </a:cubicBezTo>
                  <a:lnTo>
                    <a:pt x="337" y="3732"/>
                  </a:lnTo>
                  <a:cubicBezTo>
                    <a:pt x="1" y="4068"/>
                    <a:pt x="1" y="4611"/>
                    <a:pt x="337" y="4942"/>
                  </a:cubicBezTo>
                  <a:lnTo>
                    <a:pt x="1610" y="6220"/>
                  </a:lnTo>
                  <a:cubicBezTo>
                    <a:pt x="1778" y="6386"/>
                    <a:pt x="1998" y="6469"/>
                    <a:pt x="2217" y="6469"/>
                  </a:cubicBezTo>
                  <a:cubicBezTo>
                    <a:pt x="2436" y="6469"/>
                    <a:pt x="2655" y="6386"/>
                    <a:pt x="2821" y="6220"/>
                  </a:cubicBezTo>
                  <a:lnTo>
                    <a:pt x="6304" y="2737"/>
                  </a:lnTo>
                  <a:cubicBezTo>
                    <a:pt x="6640" y="2401"/>
                    <a:pt x="6640" y="1858"/>
                    <a:pt x="6304" y="1527"/>
                  </a:cubicBezTo>
                  <a:lnTo>
                    <a:pt x="5030" y="249"/>
                  </a:lnTo>
                  <a:cubicBezTo>
                    <a:pt x="4862" y="83"/>
                    <a:pt x="4644" y="0"/>
                    <a:pt x="4425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374" name="Google Shape;8374;p69"/>
          <p:cNvGrpSpPr/>
          <p:nvPr/>
        </p:nvGrpSpPr>
        <p:grpSpPr>
          <a:xfrm>
            <a:off x="1691799" y="2838857"/>
            <a:ext cx="169804" cy="289695"/>
            <a:chOff x="2255731" y="2927892"/>
            <a:chExt cx="226405" cy="386260"/>
          </a:xfrm>
        </p:grpSpPr>
        <p:sp>
          <p:nvSpPr>
            <p:cNvPr id="8375" name="Google Shape;8375;p69"/>
            <p:cNvSpPr/>
            <p:nvPr/>
          </p:nvSpPr>
          <p:spPr>
            <a:xfrm>
              <a:off x="2341366" y="3257786"/>
              <a:ext cx="54114" cy="50711"/>
            </a:xfrm>
            <a:custGeom>
              <a:avLst/>
              <a:gdLst/>
              <a:ahLst/>
              <a:cxnLst/>
              <a:rect l="l" t="t" r="r" b="b"/>
              <a:pathLst>
                <a:path w="2067" h="1937" extrusionOk="0">
                  <a:moveTo>
                    <a:pt x="1" y="0"/>
                  </a:moveTo>
                  <a:lnTo>
                    <a:pt x="1" y="1360"/>
                  </a:lnTo>
                  <a:cubicBezTo>
                    <a:pt x="1" y="1677"/>
                    <a:pt x="260" y="1936"/>
                    <a:pt x="577" y="1936"/>
                  </a:cubicBezTo>
                  <a:lnTo>
                    <a:pt x="1490" y="1936"/>
                  </a:lnTo>
                  <a:cubicBezTo>
                    <a:pt x="1812" y="1936"/>
                    <a:pt x="2067" y="1677"/>
                    <a:pt x="2067" y="1360"/>
                  </a:cubicBezTo>
                  <a:lnTo>
                    <a:pt x="2067" y="0"/>
                  </a:lnTo>
                  <a:close/>
                </a:path>
              </a:pathLst>
            </a:custGeom>
            <a:solidFill>
              <a:srgbClr val="8598A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76" name="Google Shape;8376;p69"/>
            <p:cNvSpPr/>
            <p:nvPr/>
          </p:nvSpPr>
          <p:spPr>
            <a:xfrm>
              <a:off x="2354954" y="3257786"/>
              <a:ext cx="40527" cy="50711"/>
            </a:xfrm>
            <a:custGeom>
              <a:avLst/>
              <a:gdLst/>
              <a:ahLst/>
              <a:cxnLst/>
              <a:rect l="l" t="t" r="r" b="b"/>
              <a:pathLst>
                <a:path w="1548" h="1937" extrusionOk="0">
                  <a:moveTo>
                    <a:pt x="515" y="0"/>
                  </a:moveTo>
                  <a:lnTo>
                    <a:pt x="515" y="1360"/>
                  </a:lnTo>
                  <a:cubicBezTo>
                    <a:pt x="515" y="1653"/>
                    <a:pt x="294" y="1902"/>
                    <a:pt x="1" y="1931"/>
                  </a:cubicBezTo>
                  <a:cubicBezTo>
                    <a:pt x="20" y="1936"/>
                    <a:pt x="39" y="1936"/>
                    <a:pt x="58" y="1936"/>
                  </a:cubicBezTo>
                  <a:lnTo>
                    <a:pt x="971" y="1936"/>
                  </a:lnTo>
                  <a:cubicBezTo>
                    <a:pt x="1293" y="1936"/>
                    <a:pt x="1548" y="1677"/>
                    <a:pt x="1548" y="1360"/>
                  </a:cubicBezTo>
                  <a:lnTo>
                    <a:pt x="1548" y="0"/>
                  </a:lnTo>
                  <a:close/>
                </a:path>
              </a:pathLst>
            </a:custGeom>
            <a:solidFill>
              <a:srgbClr val="7D91A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77" name="Google Shape;8377;p69"/>
            <p:cNvSpPr/>
            <p:nvPr/>
          </p:nvSpPr>
          <p:spPr>
            <a:xfrm>
              <a:off x="2261386" y="2933547"/>
              <a:ext cx="215095" cy="344764"/>
            </a:xfrm>
            <a:custGeom>
              <a:avLst/>
              <a:gdLst/>
              <a:ahLst/>
              <a:cxnLst/>
              <a:rect l="l" t="t" r="r" b="b"/>
              <a:pathLst>
                <a:path w="8216" h="13169" extrusionOk="0">
                  <a:moveTo>
                    <a:pt x="3171" y="0"/>
                  </a:moveTo>
                  <a:cubicBezTo>
                    <a:pt x="1423" y="0"/>
                    <a:pt x="0" y="1417"/>
                    <a:pt x="0" y="3171"/>
                  </a:cubicBezTo>
                  <a:lnTo>
                    <a:pt x="0" y="10579"/>
                  </a:lnTo>
                  <a:cubicBezTo>
                    <a:pt x="5" y="12010"/>
                    <a:pt x="1163" y="13168"/>
                    <a:pt x="2595" y="13168"/>
                  </a:cubicBezTo>
                  <a:lnTo>
                    <a:pt x="5621" y="13168"/>
                  </a:lnTo>
                  <a:cubicBezTo>
                    <a:pt x="7053" y="13168"/>
                    <a:pt x="8215" y="12005"/>
                    <a:pt x="8215" y="10579"/>
                  </a:cubicBezTo>
                  <a:lnTo>
                    <a:pt x="8215" y="3171"/>
                  </a:lnTo>
                  <a:cubicBezTo>
                    <a:pt x="8215" y="1417"/>
                    <a:pt x="6793" y="0"/>
                    <a:pt x="5045" y="0"/>
                  </a:cubicBezTo>
                  <a:close/>
                </a:path>
              </a:pathLst>
            </a:custGeom>
            <a:solidFill>
              <a:srgbClr val="F6F7F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78" name="Google Shape;8378;p69"/>
            <p:cNvSpPr/>
            <p:nvPr/>
          </p:nvSpPr>
          <p:spPr>
            <a:xfrm>
              <a:off x="2337989" y="2933547"/>
              <a:ext cx="138492" cy="344764"/>
            </a:xfrm>
            <a:custGeom>
              <a:avLst/>
              <a:gdLst/>
              <a:ahLst/>
              <a:cxnLst/>
              <a:rect l="l" t="t" r="r" b="b"/>
              <a:pathLst>
                <a:path w="5290" h="13169" extrusionOk="0">
                  <a:moveTo>
                    <a:pt x="245" y="0"/>
                  </a:moveTo>
                  <a:cubicBezTo>
                    <a:pt x="164" y="0"/>
                    <a:pt x="82" y="5"/>
                    <a:pt x="0" y="10"/>
                  </a:cubicBezTo>
                  <a:cubicBezTo>
                    <a:pt x="1648" y="140"/>
                    <a:pt x="2921" y="1514"/>
                    <a:pt x="2926" y="3171"/>
                  </a:cubicBezTo>
                  <a:lnTo>
                    <a:pt x="2926" y="10579"/>
                  </a:lnTo>
                  <a:cubicBezTo>
                    <a:pt x="2926" y="12010"/>
                    <a:pt x="1763" y="13168"/>
                    <a:pt x="332" y="13168"/>
                  </a:cubicBezTo>
                  <a:lnTo>
                    <a:pt x="2695" y="13168"/>
                  </a:lnTo>
                  <a:cubicBezTo>
                    <a:pt x="4127" y="13168"/>
                    <a:pt x="5289" y="12010"/>
                    <a:pt x="5289" y="10579"/>
                  </a:cubicBezTo>
                  <a:lnTo>
                    <a:pt x="5289" y="3171"/>
                  </a:lnTo>
                  <a:cubicBezTo>
                    <a:pt x="5289" y="1417"/>
                    <a:pt x="3872" y="0"/>
                    <a:pt x="2119" y="0"/>
                  </a:cubicBezTo>
                  <a:close/>
                </a:path>
              </a:pathLst>
            </a:custGeom>
            <a:solidFill>
              <a:srgbClr val="EBEEF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79" name="Google Shape;8379;p69"/>
            <p:cNvSpPr/>
            <p:nvPr/>
          </p:nvSpPr>
          <p:spPr>
            <a:xfrm>
              <a:off x="2341759" y="2989258"/>
              <a:ext cx="54219" cy="52857"/>
            </a:xfrm>
            <a:custGeom>
              <a:avLst/>
              <a:gdLst/>
              <a:ahLst/>
              <a:cxnLst/>
              <a:rect l="l" t="t" r="r" b="b"/>
              <a:pathLst>
                <a:path w="2071" h="2019" extrusionOk="0">
                  <a:moveTo>
                    <a:pt x="1038" y="0"/>
                  </a:moveTo>
                  <a:cubicBezTo>
                    <a:pt x="466" y="0"/>
                    <a:pt x="0" y="462"/>
                    <a:pt x="5" y="1033"/>
                  </a:cubicBezTo>
                  <a:lnTo>
                    <a:pt x="5" y="1442"/>
                  </a:lnTo>
                  <a:cubicBezTo>
                    <a:pt x="5" y="1759"/>
                    <a:pt x="260" y="2018"/>
                    <a:pt x="582" y="2018"/>
                  </a:cubicBezTo>
                  <a:lnTo>
                    <a:pt x="1494" y="2018"/>
                  </a:lnTo>
                  <a:cubicBezTo>
                    <a:pt x="1811" y="2018"/>
                    <a:pt x="2071" y="1759"/>
                    <a:pt x="2071" y="1442"/>
                  </a:cubicBezTo>
                  <a:lnTo>
                    <a:pt x="2071" y="1033"/>
                  </a:lnTo>
                  <a:cubicBezTo>
                    <a:pt x="2071" y="462"/>
                    <a:pt x="1610" y="0"/>
                    <a:pt x="1038" y="0"/>
                  </a:cubicBezTo>
                  <a:close/>
                </a:path>
              </a:pathLst>
            </a:custGeom>
            <a:solidFill>
              <a:srgbClr val="B9C4C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80" name="Google Shape;8380;p69"/>
            <p:cNvSpPr/>
            <p:nvPr/>
          </p:nvSpPr>
          <p:spPr>
            <a:xfrm>
              <a:off x="2355451" y="2989258"/>
              <a:ext cx="40527" cy="52857"/>
            </a:xfrm>
            <a:custGeom>
              <a:avLst/>
              <a:gdLst/>
              <a:ahLst/>
              <a:cxnLst/>
              <a:rect l="l" t="t" r="r" b="b"/>
              <a:pathLst>
                <a:path w="1548" h="2019" extrusionOk="0">
                  <a:moveTo>
                    <a:pt x="515" y="0"/>
                  </a:moveTo>
                  <a:cubicBezTo>
                    <a:pt x="332" y="0"/>
                    <a:pt x="155" y="48"/>
                    <a:pt x="1" y="140"/>
                  </a:cubicBezTo>
                  <a:cubicBezTo>
                    <a:pt x="318" y="322"/>
                    <a:pt x="515" y="663"/>
                    <a:pt x="515" y="1033"/>
                  </a:cubicBezTo>
                  <a:lnTo>
                    <a:pt x="515" y="1442"/>
                  </a:lnTo>
                  <a:cubicBezTo>
                    <a:pt x="515" y="1735"/>
                    <a:pt x="294" y="1984"/>
                    <a:pt x="1" y="2013"/>
                  </a:cubicBezTo>
                  <a:cubicBezTo>
                    <a:pt x="20" y="2018"/>
                    <a:pt x="39" y="2018"/>
                    <a:pt x="59" y="2018"/>
                  </a:cubicBezTo>
                  <a:lnTo>
                    <a:pt x="971" y="2018"/>
                  </a:lnTo>
                  <a:cubicBezTo>
                    <a:pt x="1288" y="2018"/>
                    <a:pt x="1548" y="1759"/>
                    <a:pt x="1548" y="1442"/>
                  </a:cubicBezTo>
                  <a:lnTo>
                    <a:pt x="1548" y="1033"/>
                  </a:lnTo>
                  <a:cubicBezTo>
                    <a:pt x="1548" y="462"/>
                    <a:pt x="1087" y="0"/>
                    <a:pt x="515" y="0"/>
                  </a:cubicBezTo>
                  <a:close/>
                </a:path>
              </a:pathLst>
            </a:custGeom>
            <a:solidFill>
              <a:srgbClr val="B1BDC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81" name="Google Shape;8381;p69"/>
            <p:cNvSpPr/>
            <p:nvPr/>
          </p:nvSpPr>
          <p:spPr>
            <a:xfrm>
              <a:off x="2261386" y="3058687"/>
              <a:ext cx="33982" cy="124538"/>
            </a:xfrm>
            <a:custGeom>
              <a:avLst/>
              <a:gdLst/>
              <a:ahLst/>
              <a:cxnLst/>
              <a:rect l="l" t="t" r="r" b="b"/>
              <a:pathLst>
                <a:path w="1298" h="4757" extrusionOk="0">
                  <a:moveTo>
                    <a:pt x="0" y="0"/>
                  </a:moveTo>
                  <a:lnTo>
                    <a:pt x="0" y="4756"/>
                  </a:lnTo>
                  <a:lnTo>
                    <a:pt x="721" y="4756"/>
                  </a:lnTo>
                  <a:cubicBezTo>
                    <a:pt x="1043" y="4756"/>
                    <a:pt x="1298" y="4497"/>
                    <a:pt x="1298" y="4180"/>
                  </a:cubicBezTo>
                  <a:lnTo>
                    <a:pt x="1298" y="577"/>
                  </a:lnTo>
                  <a:cubicBezTo>
                    <a:pt x="1298" y="260"/>
                    <a:pt x="1043" y="0"/>
                    <a:pt x="721" y="0"/>
                  </a:cubicBezTo>
                  <a:close/>
                </a:path>
              </a:pathLst>
            </a:custGeom>
            <a:solidFill>
              <a:srgbClr val="8598A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82" name="Google Shape;8382;p69"/>
            <p:cNvSpPr/>
            <p:nvPr/>
          </p:nvSpPr>
          <p:spPr>
            <a:xfrm>
              <a:off x="2263271" y="3058687"/>
              <a:ext cx="32097" cy="124538"/>
            </a:xfrm>
            <a:custGeom>
              <a:avLst/>
              <a:gdLst/>
              <a:ahLst/>
              <a:cxnLst/>
              <a:rect l="l" t="t" r="r" b="b"/>
              <a:pathLst>
                <a:path w="1226" h="4757" extrusionOk="0">
                  <a:moveTo>
                    <a:pt x="1" y="0"/>
                  </a:moveTo>
                  <a:cubicBezTo>
                    <a:pt x="322" y="0"/>
                    <a:pt x="577" y="260"/>
                    <a:pt x="577" y="577"/>
                  </a:cubicBezTo>
                  <a:lnTo>
                    <a:pt x="577" y="4180"/>
                  </a:lnTo>
                  <a:cubicBezTo>
                    <a:pt x="577" y="4502"/>
                    <a:pt x="322" y="4756"/>
                    <a:pt x="1" y="4756"/>
                  </a:cubicBezTo>
                  <a:lnTo>
                    <a:pt x="649" y="4756"/>
                  </a:lnTo>
                  <a:cubicBezTo>
                    <a:pt x="971" y="4756"/>
                    <a:pt x="1226" y="4502"/>
                    <a:pt x="1226" y="4180"/>
                  </a:cubicBezTo>
                  <a:lnTo>
                    <a:pt x="1226" y="577"/>
                  </a:lnTo>
                  <a:cubicBezTo>
                    <a:pt x="1226" y="260"/>
                    <a:pt x="971" y="0"/>
                    <a:pt x="649" y="0"/>
                  </a:cubicBezTo>
                  <a:close/>
                </a:path>
              </a:pathLst>
            </a:custGeom>
            <a:solidFill>
              <a:srgbClr val="7D91A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83" name="Google Shape;8383;p69"/>
            <p:cNvSpPr/>
            <p:nvPr/>
          </p:nvSpPr>
          <p:spPr>
            <a:xfrm>
              <a:off x="2442500" y="3058687"/>
              <a:ext cx="33982" cy="124538"/>
            </a:xfrm>
            <a:custGeom>
              <a:avLst/>
              <a:gdLst/>
              <a:ahLst/>
              <a:cxnLst/>
              <a:rect l="l" t="t" r="r" b="b"/>
              <a:pathLst>
                <a:path w="1298" h="4757" extrusionOk="0">
                  <a:moveTo>
                    <a:pt x="577" y="0"/>
                  </a:moveTo>
                  <a:cubicBezTo>
                    <a:pt x="260" y="0"/>
                    <a:pt x="0" y="260"/>
                    <a:pt x="0" y="577"/>
                  </a:cubicBezTo>
                  <a:lnTo>
                    <a:pt x="0" y="4180"/>
                  </a:lnTo>
                  <a:cubicBezTo>
                    <a:pt x="0" y="4497"/>
                    <a:pt x="260" y="4756"/>
                    <a:pt x="577" y="4756"/>
                  </a:cubicBezTo>
                  <a:lnTo>
                    <a:pt x="1297" y="4756"/>
                  </a:lnTo>
                  <a:lnTo>
                    <a:pt x="1297" y="0"/>
                  </a:lnTo>
                  <a:close/>
                </a:path>
              </a:pathLst>
            </a:custGeom>
            <a:solidFill>
              <a:srgbClr val="8598A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84" name="Google Shape;8384;p69"/>
            <p:cNvSpPr/>
            <p:nvPr/>
          </p:nvSpPr>
          <p:spPr>
            <a:xfrm>
              <a:off x="2459464" y="3058687"/>
              <a:ext cx="17017" cy="124538"/>
            </a:xfrm>
            <a:custGeom>
              <a:avLst/>
              <a:gdLst/>
              <a:ahLst/>
              <a:cxnLst/>
              <a:rect l="l" t="t" r="r" b="b"/>
              <a:pathLst>
                <a:path w="650" h="4757" extrusionOk="0">
                  <a:moveTo>
                    <a:pt x="1" y="0"/>
                  </a:moveTo>
                  <a:lnTo>
                    <a:pt x="1" y="4756"/>
                  </a:lnTo>
                  <a:lnTo>
                    <a:pt x="649" y="4756"/>
                  </a:lnTo>
                  <a:lnTo>
                    <a:pt x="649" y="0"/>
                  </a:lnTo>
                  <a:close/>
                </a:path>
              </a:pathLst>
            </a:custGeom>
            <a:solidFill>
              <a:srgbClr val="7D91A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85" name="Google Shape;8385;p69"/>
            <p:cNvSpPr/>
            <p:nvPr/>
          </p:nvSpPr>
          <p:spPr>
            <a:xfrm>
              <a:off x="2255731" y="2927892"/>
              <a:ext cx="226405" cy="386260"/>
            </a:xfrm>
            <a:custGeom>
              <a:avLst/>
              <a:gdLst/>
              <a:ahLst/>
              <a:cxnLst/>
              <a:rect l="l" t="t" r="r" b="b"/>
              <a:pathLst>
                <a:path w="8648" h="14754" extrusionOk="0">
                  <a:moveTo>
                    <a:pt x="4324" y="2561"/>
                  </a:moveTo>
                  <a:cubicBezTo>
                    <a:pt x="4771" y="2561"/>
                    <a:pt x="5136" y="2926"/>
                    <a:pt x="5141" y="3377"/>
                  </a:cubicBezTo>
                  <a:lnTo>
                    <a:pt x="5141" y="3786"/>
                  </a:lnTo>
                  <a:cubicBezTo>
                    <a:pt x="5141" y="3983"/>
                    <a:pt x="4982" y="4146"/>
                    <a:pt x="4780" y="4146"/>
                  </a:cubicBezTo>
                  <a:lnTo>
                    <a:pt x="3868" y="4146"/>
                  </a:lnTo>
                  <a:cubicBezTo>
                    <a:pt x="3666" y="4146"/>
                    <a:pt x="3507" y="3983"/>
                    <a:pt x="3507" y="3786"/>
                  </a:cubicBezTo>
                  <a:lnTo>
                    <a:pt x="3507" y="3377"/>
                  </a:lnTo>
                  <a:cubicBezTo>
                    <a:pt x="3507" y="2926"/>
                    <a:pt x="3872" y="2561"/>
                    <a:pt x="4324" y="2561"/>
                  </a:cubicBezTo>
                  <a:close/>
                  <a:moveTo>
                    <a:pt x="5121" y="13600"/>
                  </a:moveTo>
                  <a:lnTo>
                    <a:pt x="5126" y="13961"/>
                  </a:lnTo>
                  <a:cubicBezTo>
                    <a:pt x="5126" y="14158"/>
                    <a:pt x="4963" y="14321"/>
                    <a:pt x="4766" y="14321"/>
                  </a:cubicBezTo>
                  <a:lnTo>
                    <a:pt x="3848" y="14321"/>
                  </a:lnTo>
                  <a:cubicBezTo>
                    <a:pt x="3651" y="14321"/>
                    <a:pt x="3488" y="14158"/>
                    <a:pt x="3488" y="13961"/>
                  </a:cubicBezTo>
                  <a:lnTo>
                    <a:pt x="3488" y="13600"/>
                  </a:lnTo>
                  <a:close/>
                  <a:moveTo>
                    <a:pt x="3387" y="0"/>
                  </a:moveTo>
                  <a:cubicBezTo>
                    <a:pt x="1518" y="0"/>
                    <a:pt x="0" y="1518"/>
                    <a:pt x="0" y="3387"/>
                  </a:cubicBezTo>
                  <a:lnTo>
                    <a:pt x="0" y="3613"/>
                  </a:lnTo>
                  <a:cubicBezTo>
                    <a:pt x="0" y="3757"/>
                    <a:pt x="108" y="3829"/>
                    <a:pt x="216" y="3829"/>
                  </a:cubicBezTo>
                  <a:cubicBezTo>
                    <a:pt x="325" y="3829"/>
                    <a:pt x="433" y="3757"/>
                    <a:pt x="433" y="3613"/>
                  </a:cubicBezTo>
                  <a:lnTo>
                    <a:pt x="433" y="3387"/>
                  </a:lnTo>
                  <a:cubicBezTo>
                    <a:pt x="433" y="1754"/>
                    <a:pt x="1754" y="432"/>
                    <a:pt x="3387" y="432"/>
                  </a:cubicBezTo>
                  <a:lnTo>
                    <a:pt x="4108" y="432"/>
                  </a:lnTo>
                  <a:lnTo>
                    <a:pt x="4108" y="2147"/>
                  </a:lnTo>
                  <a:cubicBezTo>
                    <a:pt x="3507" y="2248"/>
                    <a:pt x="3070" y="2767"/>
                    <a:pt x="3070" y="3377"/>
                  </a:cubicBezTo>
                  <a:lnTo>
                    <a:pt x="3070" y="3786"/>
                  </a:lnTo>
                  <a:cubicBezTo>
                    <a:pt x="3070" y="4223"/>
                    <a:pt x="3426" y="4578"/>
                    <a:pt x="3863" y="4578"/>
                  </a:cubicBezTo>
                  <a:lnTo>
                    <a:pt x="4776" y="4578"/>
                  </a:lnTo>
                  <a:cubicBezTo>
                    <a:pt x="5213" y="4578"/>
                    <a:pt x="5568" y="4223"/>
                    <a:pt x="5568" y="3786"/>
                  </a:cubicBezTo>
                  <a:lnTo>
                    <a:pt x="5568" y="3377"/>
                  </a:lnTo>
                  <a:cubicBezTo>
                    <a:pt x="5568" y="2772"/>
                    <a:pt x="5136" y="2253"/>
                    <a:pt x="4540" y="2147"/>
                  </a:cubicBezTo>
                  <a:lnTo>
                    <a:pt x="4540" y="432"/>
                  </a:lnTo>
                  <a:lnTo>
                    <a:pt x="5261" y="432"/>
                  </a:lnTo>
                  <a:cubicBezTo>
                    <a:pt x="6889" y="432"/>
                    <a:pt x="8210" y="1754"/>
                    <a:pt x="8215" y="3387"/>
                  </a:cubicBezTo>
                  <a:lnTo>
                    <a:pt x="8215" y="4780"/>
                  </a:lnTo>
                  <a:lnTo>
                    <a:pt x="7711" y="4780"/>
                  </a:lnTo>
                  <a:cubicBezTo>
                    <a:pt x="7274" y="4780"/>
                    <a:pt x="6918" y="5136"/>
                    <a:pt x="6918" y="5573"/>
                  </a:cubicBezTo>
                  <a:lnTo>
                    <a:pt x="6918" y="5832"/>
                  </a:lnTo>
                  <a:cubicBezTo>
                    <a:pt x="6918" y="5976"/>
                    <a:pt x="7026" y="6048"/>
                    <a:pt x="7134" y="6048"/>
                  </a:cubicBezTo>
                  <a:cubicBezTo>
                    <a:pt x="7242" y="6048"/>
                    <a:pt x="7351" y="5976"/>
                    <a:pt x="7351" y="5832"/>
                  </a:cubicBezTo>
                  <a:lnTo>
                    <a:pt x="7351" y="5573"/>
                  </a:lnTo>
                  <a:cubicBezTo>
                    <a:pt x="7351" y="5376"/>
                    <a:pt x="7509" y="5212"/>
                    <a:pt x="7711" y="5212"/>
                  </a:cubicBezTo>
                  <a:lnTo>
                    <a:pt x="8215" y="5212"/>
                  </a:lnTo>
                  <a:lnTo>
                    <a:pt x="8215" y="9536"/>
                  </a:lnTo>
                  <a:lnTo>
                    <a:pt x="7711" y="9536"/>
                  </a:lnTo>
                  <a:cubicBezTo>
                    <a:pt x="7509" y="9536"/>
                    <a:pt x="7351" y="9378"/>
                    <a:pt x="7351" y="9176"/>
                  </a:cubicBezTo>
                  <a:lnTo>
                    <a:pt x="7351" y="6841"/>
                  </a:lnTo>
                  <a:cubicBezTo>
                    <a:pt x="7351" y="6697"/>
                    <a:pt x="7242" y="6625"/>
                    <a:pt x="7134" y="6625"/>
                  </a:cubicBezTo>
                  <a:cubicBezTo>
                    <a:pt x="7026" y="6625"/>
                    <a:pt x="6918" y="6697"/>
                    <a:pt x="6918" y="6841"/>
                  </a:cubicBezTo>
                  <a:lnTo>
                    <a:pt x="6918" y="9176"/>
                  </a:lnTo>
                  <a:cubicBezTo>
                    <a:pt x="6918" y="9613"/>
                    <a:pt x="7274" y="9968"/>
                    <a:pt x="7711" y="9968"/>
                  </a:cubicBezTo>
                  <a:lnTo>
                    <a:pt x="8215" y="9968"/>
                  </a:lnTo>
                  <a:lnTo>
                    <a:pt x="8215" y="10795"/>
                  </a:lnTo>
                  <a:cubicBezTo>
                    <a:pt x="8215" y="12106"/>
                    <a:pt x="7149" y="13168"/>
                    <a:pt x="5837" y="13168"/>
                  </a:cubicBezTo>
                  <a:lnTo>
                    <a:pt x="2811" y="13168"/>
                  </a:lnTo>
                  <a:cubicBezTo>
                    <a:pt x="1499" y="13168"/>
                    <a:pt x="437" y="12106"/>
                    <a:pt x="433" y="10795"/>
                  </a:cubicBezTo>
                  <a:lnTo>
                    <a:pt x="433" y="9968"/>
                  </a:lnTo>
                  <a:lnTo>
                    <a:pt x="937" y="9968"/>
                  </a:lnTo>
                  <a:cubicBezTo>
                    <a:pt x="1374" y="9968"/>
                    <a:pt x="1730" y="9613"/>
                    <a:pt x="1730" y="9176"/>
                  </a:cubicBezTo>
                  <a:lnTo>
                    <a:pt x="1730" y="8936"/>
                  </a:lnTo>
                  <a:cubicBezTo>
                    <a:pt x="1730" y="8791"/>
                    <a:pt x="1622" y="8719"/>
                    <a:pt x="1514" y="8719"/>
                  </a:cubicBezTo>
                  <a:cubicBezTo>
                    <a:pt x="1406" y="8719"/>
                    <a:pt x="1297" y="8791"/>
                    <a:pt x="1297" y="8936"/>
                  </a:cubicBezTo>
                  <a:lnTo>
                    <a:pt x="1297" y="9176"/>
                  </a:lnTo>
                  <a:cubicBezTo>
                    <a:pt x="1297" y="9378"/>
                    <a:pt x="1139" y="9536"/>
                    <a:pt x="937" y="9536"/>
                  </a:cubicBezTo>
                  <a:lnTo>
                    <a:pt x="433" y="9536"/>
                  </a:lnTo>
                  <a:lnTo>
                    <a:pt x="433" y="5212"/>
                  </a:lnTo>
                  <a:lnTo>
                    <a:pt x="937" y="5212"/>
                  </a:lnTo>
                  <a:cubicBezTo>
                    <a:pt x="1139" y="5212"/>
                    <a:pt x="1297" y="5376"/>
                    <a:pt x="1297" y="5573"/>
                  </a:cubicBezTo>
                  <a:lnTo>
                    <a:pt x="1297" y="7932"/>
                  </a:lnTo>
                  <a:cubicBezTo>
                    <a:pt x="1297" y="8073"/>
                    <a:pt x="1406" y="8144"/>
                    <a:pt x="1514" y="8144"/>
                  </a:cubicBezTo>
                  <a:cubicBezTo>
                    <a:pt x="1622" y="8144"/>
                    <a:pt x="1730" y="8073"/>
                    <a:pt x="1730" y="7932"/>
                  </a:cubicBezTo>
                  <a:lnTo>
                    <a:pt x="1730" y="5573"/>
                  </a:lnTo>
                  <a:cubicBezTo>
                    <a:pt x="1730" y="5136"/>
                    <a:pt x="1374" y="4780"/>
                    <a:pt x="937" y="4780"/>
                  </a:cubicBezTo>
                  <a:lnTo>
                    <a:pt x="433" y="4780"/>
                  </a:lnTo>
                  <a:lnTo>
                    <a:pt x="433" y="4622"/>
                  </a:lnTo>
                  <a:cubicBezTo>
                    <a:pt x="433" y="4477"/>
                    <a:pt x="325" y="4405"/>
                    <a:pt x="216" y="4405"/>
                  </a:cubicBezTo>
                  <a:cubicBezTo>
                    <a:pt x="108" y="4405"/>
                    <a:pt x="0" y="4477"/>
                    <a:pt x="0" y="4622"/>
                  </a:cubicBezTo>
                  <a:lnTo>
                    <a:pt x="0" y="10795"/>
                  </a:lnTo>
                  <a:cubicBezTo>
                    <a:pt x="5" y="12342"/>
                    <a:pt x="1259" y="13600"/>
                    <a:pt x="2811" y="13600"/>
                  </a:cubicBezTo>
                  <a:lnTo>
                    <a:pt x="3056" y="13600"/>
                  </a:lnTo>
                  <a:lnTo>
                    <a:pt x="3056" y="13961"/>
                  </a:lnTo>
                  <a:cubicBezTo>
                    <a:pt x="3056" y="14398"/>
                    <a:pt x="3411" y="14753"/>
                    <a:pt x="3848" y="14753"/>
                  </a:cubicBezTo>
                  <a:lnTo>
                    <a:pt x="4761" y="14753"/>
                  </a:lnTo>
                  <a:cubicBezTo>
                    <a:pt x="5198" y="14753"/>
                    <a:pt x="5554" y="14398"/>
                    <a:pt x="5554" y="13961"/>
                  </a:cubicBezTo>
                  <a:lnTo>
                    <a:pt x="5554" y="13600"/>
                  </a:lnTo>
                  <a:lnTo>
                    <a:pt x="5837" y="13600"/>
                  </a:lnTo>
                  <a:cubicBezTo>
                    <a:pt x="7389" y="13600"/>
                    <a:pt x="8648" y="12342"/>
                    <a:pt x="8648" y="10795"/>
                  </a:cubicBezTo>
                  <a:lnTo>
                    <a:pt x="8648" y="3387"/>
                  </a:lnTo>
                  <a:cubicBezTo>
                    <a:pt x="8648" y="1518"/>
                    <a:pt x="7130" y="0"/>
                    <a:pt x="5261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386" name="Google Shape;8386;p69"/>
          <p:cNvGrpSpPr/>
          <p:nvPr/>
        </p:nvGrpSpPr>
        <p:grpSpPr>
          <a:xfrm>
            <a:off x="1657182" y="2474549"/>
            <a:ext cx="230731" cy="259928"/>
            <a:chOff x="2209576" y="2442148"/>
            <a:chExt cx="307641" cy="346571"/>
          </a:xfrm>
        </p:grpSpPr>
        <p:sp>
          <p:nvSpPr>
            <p:cNvPr id="8387" name="Google Shape;8387;p69"/>
            <p:cNvSpPr/>
            <p:nvPr/>
          </p:nvSpPr>
          <p:spPr>
            <a:xfrm>
              <a:off x="2213084" y="2643001"/>
              <a:ext cx="300494" cy="15629"/>
            </a:xfrm>
            <a:custGeom>
              <a:avLst/>
              <a:gdLst/>
              <a:ahLst/>
              <a:cxnLst/>
              <a:rect l="l" t="t" r="r" b="b"/>
              <a:pathLst>
                <a:path w="11478" h="597" extrusionOk="0">
                  <a:moveTo>
                    <a:pt x="356" y="1"/>
                  </a:moveTo>
                  <a:cubicBezTo>
                    <a:pt x="1" y="39"/>
                    <a:pt x="1" y="558"/>
                    <a:pt x="356" y="597"/>
                  </a:cubicBezTo>
                  <a:lnTo>
                    <a:pt x="11122" y="597"/>
                  </a:lnTo>
                  <a:cubicBezTo>
                    <a:pt x="11478" y="558"/>
                    <a:pt x="11478" y="39"/>
                    <a:pt x="11122" y="1"/>
                  </a:cubicBezTo>
                  <a:close/>
                </a:path>
              </a:pathLst>
            </a:custGeom>
            <a:solidFill>
              <a:srgbClr val="8EA0A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88" name="Google Shape;8388;p69"/>
            <p:cNvSpPr/>
            <p:nvPr/>
          </p:nvSpPr>
          <p:spPr>
            <a:xfrm>
              <a:off x="2234342" y="2506682"/>
              <a:ext cx="135351" cy="253606"/>
            </a:xfrm>
            <a:custGeom>
              <a:avLst/>
              <a:gdLst/>
              <a:ahLst/>
              <a:cxnLst/>
              <a:rect l="l" t="t" r="r" b="b"/>
              <a:pathLst>
                <a:path w="5170" h="9687" extrusionOk="0">
                  <a:moveTo>
                    <a:pt x="3714" y="0"/>
                  </a:moveTo>
                  <a:lnTo>
                    <a:pt x="712" y="5852"/>
                  </a:lnTo>
                  <a:cubicBezTo>
                    <a:pt x="198" y="6851"/>
                    <a:pt x="1" y="7985"/>
                    <a:pt x="145" y="9099"/>
                  </a:cubicBezTo>
                  <a:cubicBezTo>
                    <a:pt x="159" y="9224"/>
                    <a:pt x="241" y="9330"/>
                    <a:pt x="356" y="9378"/>
                  </a:cubicBezTo>
                  <a:lnTo>
                    <a:pt x="1067" y="9661"/>
                  </a:lnTo>
                  <a:cubicBezTo>
                    <a:pt x="1110" y="9679"/>
                    <a:pt x="1154" y="9687"/>
                    <a:pt x="1197" y="9687"/>
                  </a:cubicBezTo>
                  <a:cubicBezTo>
                    <a:pt x="1332" y="9687"/>
                    <a:pt x="1459" y="9605"/>
                    <a:pt x="1514" y="9474"/>
                  </a:cubicBezTo>
                  <a:lnTo>
                    <a:pt x="5170" y="587"/>
                  </a:lnTo>
                  <a:lnTo>
                    <a:pt x="3714" y="0"/>
                  </a:lnTo>
                  <a:close/>
                </a:path>
              </a:pathLst>
            </a:custGeom>
            <a:solidFill>
              <a:srgbClr val="F5F8F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89" name="Google Shape;8389;p69"/>
            <p:cNvSpPr/>
            <p:nvPr/>
          </p:nvSpPr>
          <p:spPr>
            <a:xfrm>
              <a:off x="2255234" y="2506682"/>
              <a:ext cx="114459" cy="253606"/>
            </a:xfrm>
            <a:custGeom>
              <a:avLst/>
              <a:gdLst/>
              <a:ahLst/>
              <a:cxnLst/>
              <a:rect l="l" t="t" r="r" b="b"/>
              <a:pathLst>
                <a:path w="4372" h="9687" extrusionOk="0">
                  <a:moveTo>
                    <a:pt x="2916" y="0"/>
                  </a:moveTo>
                  <a:lnTo>
                    <a:pt x="2316" y="1173"/>
                  </a:lnTo>
                  <a:cubicBezTo>
                    <a:pt x="2407" y="1336"/>
                    <a:pt x="2513" y="1485"/>
                    <a:pt x="2642" y="1615"/>
                  </a:cubicBezTo>
                  <a:cubicBezTo>
                    <a:pt x="2911" y="1898"/>
                    <a:pt x="2993" y="2311"/>
                    <a:pt x="2844" y="2671"/>
                  </a:cubicBezTo>
                  <a:lnTo>
                    <a:pt x="48" y="9474"/>
                  </a:lnTo>
                  <a:cubicBezTo>
                    <a:pt x="34" y="9503"/>
                    <a:pt x="19" y="9532"/>
                    <a:pt x="0" y="9556"/>
                  </a:cubicBezTo>
                  <a:lnTo>
                    <a:pt x="269" y="9661"/>
                  </a:lnTo>
                  <a:cubicBezTo>
                    <a:pt x="312" y="9679"/>
                    <a:pt x="356" y="9687"/>
                    <a:pt x="399" y="9687"/>
                  </a:cubicBezTo>
                  <a:cubicBezTo>
                    <a:pt x="535" y="9687"/>
                    <a:pt x="662" y="9605"/>
                    <a:pt x="721" y="9474"/>
                  </a:cubicBezTo>
                  <a:lnTo>
                    <a:pt x="4372" y="587"/>
                  </a:lnTo>
                  <a:lnTo>
                    <a:pt x="2916" y="0"/>
                  </a:ln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90" name="Google Shape;8390;p69"/>
            <p:cNvSpPr/>
            <p:nvPr/>
          </p:nvSpPr>
          <p:spPr>
            <a:xfrm>
              <a:off x="2243767" y="2752695"/>
              <a:ext cx="20525" cy="30945"/>
            </a:xfrm>
            <a:custGeom>
              <a:avLst/>
              <a:gdLst/>
              <a:ahLst/>
              <a:cxnLst/>
              <a:rect l="l" t="t" r="r" b="b"/>
              <a:pathLst>
                <a:path w="784" h="1182" extrusionOk="0">
                  <a:moveTo>
                    <a:pt x="54" y="0"/>
                  </a:moveTo>
                  <a:lnTo>
                    <a:pt x="1" y="1182"/>
                  </a:lnTo>
                  <a:lnTo>
                    <a:pt x="784" y="298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8EA0A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91" name="Google Shape;8391;p69"/>
            <p:cNvSpPr/>
            <p:nvPr/>
          </p:nvSpPr>
          <p:spPr>
            <a:xfrm>
              <a:off x="2356970" y="2506682"/>
              <a:ext cx="135351" cy="253606"/>
            </a:xfrm>
            <a:custGeom>
              <a:avLst/>
              <a:gdLst/>
              <a:ahLst/>
              <a:cxnLst/>
              <a:rect l="l" t="t" r="r" b="b"/>
              <a:pathLst>
                <a:path w="5170" h="9687" extrusionOk="0">
                  <a:moveTo>
                    <a:pt x="1456" y="0"/>
                  </a:moveTo>
                  <a:lnTo>
                    <a:pt x="1" y="587"/>
                  </a:lnTo>
                  <a:lnTo>
                    <a:pt x="3656" y="9474"/>
                  </a:lnTo>
                  <a:cubicBezTo>
                    <a:pt x="3711" y="9605"/>
                    <a:pt x="3838" y="9687"/>
                    <a:pt x="3974" y="9687"/>
                  </a:cubicBezTo>
                  <a:cubicBezTo>
                    <a:pt x="4017" y="9687"/>
                    <a:pt x="4061" y="9679"/>
                    <a:pt x="4103" y="9661"/>
                  </a:cubicBezTo>
                  <a:lnTo>
                    <a:pt x="4814" y="9378"/>
                  </a:lnTo>
                  <a:cubicBezTo>
                    <a:pt x="4930" y="9330"/>
                    <a:pt x="5011" y="9224"/>
                    <a:pt x="5026" y="9099"/>
                  </a:cubicBezTo>
                  <a:cubicBezTo>
                    <a:pt x="5170" y="7985"/>
                    <a:pt x="4973" y="6851"/>
                    <a:pt x="4459" y="5852"/>
                  </a:cubicBezTo>
                  <a:lnTo>
                    <a:pt x="1456" y="0"/>
                  </a:lnTo>
                  <a:close/>
                </a:path>
              </a:pathLst>
            </a:custGeom>
            <a:solidFill>
              <a:srgbClr val="F5F8F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92" name="Google Shape;8392;p69"/>
            <p:cNvSpPr/>
            <p:nvPr/>
          </p:nvSpPr>
          <p:spPr>
            <a:xfrm>
              <a:off x="2356970" y="2506682"/>
              <a:ext cx="135351" cy="248553"/>
            </a:xfrm>
            <a:custGeom>
              <a:avLst/>
              <a:gdLst/>
              <a:ahLst/>
              <a:cxnLst/>
              <a:rect l="l" t="t" r="r" b="b"/>
              <a:pathLst>
                <a:path w="5170" h="9494" extrusionOk="0">
                  <a:moveTo>
                    <a:pt x="1456" y="0"/>
                  </a:moveTo>
                  <a:lnTo>
                    <a:pt x="1" y="587"/>
                  </a:lnTo>
                  <a:lnTo>
                    <a:pt x="111" y="846"/>
                  </a:lnTo>
                  <a:lnTo>
                    <a:pt x="668" y="2205"/>
                  </a:lnTo>
                  <a:cubicBezTo>
                    <a:pt x="760" y="2186"/>
                    <a:pt x="856" y="2157"/>
                    <a:pt x="947" y="2124"/>
                  </a:cubicBezTo>
                  <a:cubicBezTo>
                    <a:pt x="1039" y="2092"/>
                    <a:pt x="1134" y="2077"/>
                    <a:pt x="1227" y="2077"/>
                  </a:cubicBezTo>
                  <a:cubicBezTo>
                    <a:pt x="1542" y="2077"/>
                    <a:pt x="1841" y="2250"/>
                    <a:pt x="1989" y="2547"/>
                  </a:cubicBezTo>
                  <a:lnTo>
                    <a:pt x="3950" y="6366"/>
                  </a:lnTo>
                  <a:cubicBezTo>
                    <a:pt x="4444" y="7327"/>
                    <a:pt x="4646" y="8417"/>
                    <a:pt x="4531" y="9493"/>
                  </a:cubicBezTo>
                  <a:lnTo>
                    <a:pt x="4853" y="9363"/>
                  </a:lnTo>
                  <a:cubicBezTo>
                    <a:pt x="4958" y="9320"/>
                    <a:pt x="5026" y="9219"/>
                    <a:pt x="5026" y="9104"/>
                  </a:cubicBezTo>
                  <a:cubicBezTo>
                    <a:pt x="5170" y="7985"/>
                    <a:pt x="4973" y="6851"/>
                    <a:pt x="4459" y="5852"/>
                  </a:cubicBezTo>
                  <a:lnTo>
                    <a:pt x="2057" y="1173"/>
                  </a:lnTo>
                  <a:lnTo>
                    <a:pt x="1456" y="0"/>
                  </a:ln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93" name="Google Shape;8393;p69"/>
            <p:cNvSpPr/>
            <p:nvPr/>
          </p:nvSpPr>
          <p:spPr>
            <a:xfrm>
              <a:off x="2462370" y="2752695"/>
              <a:ext cx="20525" cy="30945"/>
            </a:xfrm>
            <a:custGeom>
              <a:avLst/>
              <a:gdLst/>
              <a:ahLst/>
              <a:cxnLst/>
              <a:rect l="l" t="t" r="r" b="b"/>
              <a:pathLst>
                <a:path w="784" h="1182" extrusionOk="0">
                  <a:moveTo>
                    <a:pt x="731" y="0"/>
                  </a:moveTo>
                  <a:lnTo>
                    <a:pt x="0" y="298"/>
                  </a:lnTo>
                  <a:lnTo>
                    <a:pt x="783" y="1182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8EA0A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94" name="Google Shape;8394;p69"/>
            <p:cNvSpPr/>
            <p:nvPr/>
          </p:nvSpPr>
          <p:spPr>
            <a:xfrm>
              <a:off x="2346419" y="2447201"/>
              <a:ext cx="33851" cy="30840"/>
            </a:xfrm>
            <a:custGeom>
              <a:avLst/>
              <a:gdLst/>
              <a:ahLst/>
              <a:cxnLst/>
              <a:rect l="l" t="t" r="r" b="b"/>
              <a:pathLst>
                <a:path w="1293" h="1178" extrusionOk="0">
                  <a:moveTo>
                    <a:pt x="370" y="0"/>
                  </a:moveTo>
                  <a:cubicBezTo>
                    <a:pt x="163" y="0"/>
                    <a:pt x="0" y="163"/>
                    <a:pt x="0" y="370"/>
                  </a:cubicBezTo>
                  <a:lnTo>
                    <a:pt x="0" y="1177"/>
                  </a:lnTo>
                  <a:lnTo>
                    <a:pt x="1292" y="1177"/>
                  </a:lnTo>
                  <a:lnTo>
                    <a:pt x="1292" y="370"/>
                  </a:lnTo>
                  <a:cubicBezTo>
                    <a:pt x="1292" y="163"/>
                    <a:pt x="1129" y="0"/>
                    <a:pt x="927" y="0"/>
                  </a:cubicBezTo>
                  <a:close/>
                </a:path>
              </a:pathLst>
            </a:custGeom>
            <a:solidFill>
              <a:srgbClr val="8EA0A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95" name="Google Shape;8395;p69"/>
            <p:cNvSpPr/>
            <p:nvPr/>
          </p:nvSpPr>
          <p:spPr>
            <a:xfrm>
              <a:off x="2311181" y="2472334"/>
              <a:ext cx="91211" cy="78043"/>
            </a:xfrm>
            <a:custGeom>
              <a:avLst/>
              <a:gdLst/>
              <a:ahLst/>
              <a:cxnLst/>
              <a:rect l="l" t="t" r="r" b="b"/>
              <a:pathLst>
                <a:path w="3484" h="2981" extrusionOk="0">
                  <a:moveTo>
                    <a:pt x="1995" y="1"/>
                  </a:moveTo>
                  <a:cubicBezTo>
                    <a:pt x="669" y="1"/>
                    <a:pt x="1" y="1601"/>
                    <a:pt x="943" y="2542"/>
                  </a:cubicBezTo>
                  <a:cubicBezTo>
                    <a:pt x="1245" y="2845"/>
                    <a:pt x="1618" y="2981"/>
                    <a:pt x="1984" y="2981"/>
                  </a:cubicBezTo>
                  <a:cubicBezTo>
                    <a:pt x="2749" y="2981"/>
                    <a:pt x="3484" y="2387"/>
                    <a:pt x="3484" y="1490"/>
                  </a:cubicBezTo>
                  <a:cubicBezTo>
                    <a:pt x="3479" y="664"/>
                    <a:pt x="2816" y="1"/>
                    <a:pt x="1995" y="1"/>
                  </a:cubicBezTo>
                  <a:close/>
                </a:path>
              </a:pathLst>
            </a:custGeom>
            <a:solidFill>
              <a:srgbClr val="B1BDC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96" name="Google Shape;8396;p69"/>
            <p:cNvSpPr/>
            <p:nvPr/>
          </p:nvSpPr>
          <p:spPr>
            <a:xfrm>
              <a:off x="2353959" y="2472334"/>
              <a:ext cx="51077" cy="77964"/>
            </a:xfrm>
            <a:custGeom>
              <a:avLst/>
              <a:gdLst/>
              <a:ahLst/>
              <a:cxnLst/>
              <a:rect l="l" t="t" r="r" b="b"/>
              <a:pathLst>
                <a:path w="1951" h="2978" extrusionOk="0">
                  <a:moveTo>
                    <a:pt x="369" y="1"/>
                  </a:moveTo>
                  <a:cubicBezTo>
                    <a:pt x="366" y="1"/>
                    <a:pt x="363" y="1"/>
                    <a:pt x="361" y="1"/>
                  </a:cubicBezTo>
                  <a:cubicBezTo>
                    <a:pt x="236" y="1"/>
                    <a:pt x="116" y="15"/>
                    <a:pt x="0" y="44"/>
                  </a:cubicBezTo>
                  <a:cubicBezTo>
                    <a:pt x="663" y="207"/>
                    <a:pt x="1124" y="803"/>
                    <a:pt x="1124" y="1485"/>
                  </a:cubicBezTo>
                  <a:cubicBezTo>
                    <a:pt x="1124" y="2172"/>
                    <a:pt x="663" y="2768"/>
                    <a:pt x="0" y="2931"/>
                  </a:cubicBezTo>
                  <a:cubicBezTo>
                    <a:pt x="123" y="2963"/>
                    <a:pt x="245" y="2978"/>
                    <a:pt x="366" y="2978"/>
                  </a:cubicBezTo>
                  <a:cubicBezTo>
                    <a:pt x="1095" y="2978"/>
                    <a:pt x="1745" y="2431"/>
                    <a:pt x="1840" y="1668"/>
                  </a:cubicBezTo>
                  <a:cubicBezTo>
                    <a:pt x="1950" y="782"/>
                    <a:pt x="1258" y="1"/>
                    <a:pt x="369" y="1"/>
                  </a:cubicBezTo>
                  <a:close/>
                </a:path>
              </a:pathLst>
            </a:custGeom>
            <a:solidFill>
              <a:srgbClr val="A3B2B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97" name="Google Shape;8397;p69"/>
            <p:cNvSpPr/>
            <p:nvPr/>
          </p:nvSpPr>
          <p:spPr>
            <a:xfrm>
              <a:off x="2343146" y="2496236"/>
              <a:ext cx="35238" cy="30159"/>
            </a:xfrm>
            <a:custGeom>
              <a:avLst/>
              <a:gdLst/>
              <a:ahLst/>
              <a:cxnLst/>
              <a:rect l="l" t="t" r="r" b="b"/>
              <a:pathLst>
                <a:path w="1346" h="1152" extrusionOk="0">
                  <a:moveTo>
                    <a:pt x="769" y="1"/>
                  </a:moveTo>
                  <a:cubicBezTo>
                    <a:pt x="260" y="1"/>
                    <a:pt x="0" y="620"/>
                    <a:pt x="365" y="981"/>
                  </a:cubicBezTo>
                  <a:cubicBezTo>
                    <a:pt x="482" y="1099"/>
                    <a:pt x="626" y="1152"/>
                    <a:pt x="767" y="1152"/>
                  </a:cubicBezTo>
                  <a:cubicBezTo>
                    <a:pt x="1062" y="1152"/>
                    <a:pt x="1345" y="922"/>
                    <a:pt x="1345" y="577"/>
                  </a:cubicBezTo>
                  <a:cubicBezTo>
                    <a:pt x="1345" y="255"/>
                    <a:pt x="1086" y="1"/>
                    <a:pt x="769" y="1"/>
                  </a:cubicBezTo>
                  <a:close/>
                </a:path>
              </a:pathLst>
            </a:custGeom>
            <a:solidFill>
              <a:srgbClr val="8EA0A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98" name="Google Shape;8398;p69"/>
            <p:cNvSpPr/>
            <p:nvPr/>
          </p:nvSpPr>
          <p:spPr>
            <a:xfrm>
              <a:off x="2346419" y="2623654"/>
              <a:ext cx="33851" cy="54219"/>
            </a:xfrm>
            <a:custGeom>
              <a:avLst/>
              <a:gdLst/>
              <a:ahLst/>
              <a:cxnLst/>
              <a:rect l="l" t="t" r="r" b="b"/>
              <a:pathLst>
                <a:path w="1293" h="2071" extrusionOk="0">
                  <a:moveTo>
                    <a:pt x="553" y="0"/>
                  </a:moveTo>
                  <a:cubicBezTo>
                    <a:pt x="250" y="0"/>
                    <a:pt x="0" y="250"/>
                    <a:pt x="0" y="557"/>
                  </a:cubicBezTo>
                  <a:lnTo>
                    <a:pt x="0" y="1518"/>
                  </a:lnTo>
                  <a:cubicBezTo>
                    <a:pt x="0" y="1821"/>
                    <a:pt x="250" y="2071"/>
                    <a:pt x="553" y="2071"/>
                  </a:cubicBezTo>
                  <a:lnTo>
                    <a:pt x="740" y="2071"/>
                  </a:lnTo>
                  <a:cubicBezTo>
                    <a:pt x="1047" y="2071"/>
                    <a:pt x="1292" y="1821"/>
                    <a:pt x="1292" y="1518"/>
                  </a:cubicBezTo>
                  <a:lnTo>
                    <a:pt x="1292" y="557"/>
                  </a:lnTo>
                  <a:cubicBezTo>
                    <a:pt x="1292" y="250"/>
                    <a:pt x="1047" y="0"/>
                    <a:pt x="740" y="0"/>
                  </a:cubicBezTo>
                  <a:close/>
                </a:path>
              </a:pathLst>
            </a:custGeom>
            <a:solidFill>
              <a:srgbClr val="B1BDC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99" name="Google Shape;8399;p69"/>
            <p:cNvSpPr/>
            <p:nvPr/>
          </p:nvSpPr>
          <p:spPr>
            <a:xfrm>
              <a:off x="2355844" y="2623759"/>
              <a:ext cx="24426" cy="54114"/>
            </a:xfrm>
            <a:custGeom>
              <a:avLst/>
              <a:gdLst/>
              <a:ahLst/>
              <a:cxnLst/>
              <a:rect l="l" t="t" r="r" b="b"/>
              <a:pathLst>
                <a:path w="933" h="2067" extrusionOk="0">
                  <a:moveTo>
                    <a:pt x="193" y="1"/>
                  </a:moveTo>
                  <a:cubicBezTo>
                    <a:pt x="125" y="1"/>
                    <a:pt x="63" y="11"/>
                    <a:pt x="0" y="35"/>
                  </a:cubicBezTo>
                  <a:cubicBezTo>
                    <a:pt x="217" y="116"/>
                    <a:pt x="361" y="323"/>
                    <a:pt x="361" y="553"/>
                  </a:cubicBezTo>
                  <a:lnTo>
                    <a:pt x="361" y="1514"/>
                  </a:lnTo>
                  <a:cubicBezTo>
                    <a:pt x="361" y="1745"/>
                    <a:pt x="217" y="1951"/>
                    <a:pt x="0" y="2033"/>
                  </a:cubicBezTo>
                  <a:cubicBezTo>
                    <a:pt x="63" y="2057"/>
                    <a:pt x="125" y="2067"/>
                    <a:pt x="193" y="2067"/>
                  </a:cubicBezTo>
                  <a:lnTo>
                    <a:pt x="380" y="2067"/>
                  </a:lnTo>
                  <a:cubicBezTo>
                    <a:pt x="687" y="2067"/>
                    <a:pt x="932" y="1822"/>
                    <a:pt x="932" y="1514"/>
                  </a:cubicBezTo>
                  <a:lnTo>
                    <a:pt x="932" y="553"/>
                  </a:lnTo>
                  <a:cubicBezTo>
                    <a:pt x="932" y="246"/>
                    <a:pt x="683" y="1"/>
                    <a:pt x="380" y="1"/>
                  </a:cubicBezTo>
                  <a:close/>
                </a:path>
              </a:pathLst>
            </a:custGeom>
            <a:solidFill>
              <a:srgbClr val="A3B2B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00" name="Google Shape;8400;p69"/>
            <p:cNvSpPr/>
            <p:nvPr/>
          </p:nvSpPr>
          <p:spPr>
            <a:xfrm>
              <a:off x="2209576" y="2442148"/>
              <a:ext cx="307641" cy="346571"/>
            </a:xfrm>
            <a:custGeom>
              <a:avLst/>
              <a:gdLst/>
              <a:ahLst/>
              <a:cxnLst/>
              <a:rect l="l" t="t" r="r" b="b"/>
              <a:pathLst>
                <a:path w="11751" h="13238" extrusionOk="0">
                  <a:moveTo>
                    <a:pt x="6149" y="385"/>
                  </a:moveTo>
                  <a:cubicBezTo>
                    <a:pt x="6246" y="385"/>
                    <a:pt x="6327" y="467"/>
                    <a:pt x="6327" y="563"/>
                  </a:cubicBezTo>
                  <a:lnTo>
                    <a:pt x="6327" y="1019"/>
                  </a:lnTo>
                  <a:cubicBezTo>
                    <a:pt x="6178" y="979"/>
                    <a:pt x="6026" y="958"/>
                    <a:pt x="5873" y="958"/>
                  </a:cubicBezTo>
                  <a:cubicBezTo>
                    <a:pt x="5721" y="958"/>
                    <a:pt x="5568" y="979"/>
                    <a:pt x="5419" y="1019"/>
                  </a:cubicBezTo>
                  <a:lnTo>
                    <a:pt x="5419" y="563"/>
                  </a:lnTo>
                  <a:cubicBezTo>
                    <a:pt x="5419" y="467"/>
                    <a:pt x="5496" y="385"/>
                    <a:pt x="5592" y="385"/>
                  </a:cubicBezTo>
                  <a:close/>
                  <a:moveTo>
                    <a:pt x="5874" y="1346"/>
                  </a:moveTo>
                  <a:cubicBezTo>
                    <a:pt x="7020" y="1346"/>
                    <a:pt x="7606" y="2734"/>
                    <a:pt x="6793" y="3551"/>
                  </a:cubicBezTo>
                  <a:cubicBezTo>
                    <a:pt x="6529" y="3820"/>
                    <a:pt x="6202" y="3940"/>
                    <a:pt x="5881" y="3940"/>
                  </a:cubicBezTo>
                  <a:cubicBezTo>
                    <a:pt x="5217" y="3940"/>
                    <a:pt x="4578" y="3424"/>
                    <a:pt x="4578" y="2643"/>
                  </a:cubicBezTo>
                  <a:cubicBezTo>
                    <a:pt x="4578" y="1932"/>
                    <a:pt x="5150" y="1356"/>
                    <a:pt x="5856" y="1346"/>
                  </a:cubicBezTo>
                  <a:cubicBezTo>
                    <a:pt x="5862" y="1346"/>
                    <a:pt x="5868" y="1346"/>
                    <a:pt x="5874" y="1346"/>
                  </a:cubicBezTo>
                  <a:close/>
                  <a:moveTo>
                    <a:pt x="5943" y="4320"/>
                  </a:moveTo>
                  <a:lnTo>
                    <a:pt x="7245" y="7476"/>
                  </a:lnTo>
                  <a:lnTo>
                    <a:pt x="6716" y="7476"/>
                  </a:lnTo>
                  <a:cubicBezTo>
                    <a:pt x="6707" y="7068"/>
                    <a:pt x="6375" y="6741"/>
                    <a:pt x="5967" y="6741"/>
                  </a:cubicBezTo>
                  <a:lnTo>
                    <a:pt x="5780" y="6741"/>
                  </a:lnTo>
                  <a:cubicBezTo>
                    <a:pt x="5376" y="6741"/>
                    <a:pt x="5040" y="7068"/>
                    <a:pt x="5035" y="7476"/>
                  </a:cubicBezTo>
                  <a:lnTo>
                    <a:pt x="4506" y="7476"/>
                  </a:lnTo>
                  <a:lnTo>
                    <a:pt x="5804" y="4320"/>
                  </a:lnTo>
                  <a:close/>
                  <a:moveTo>
                    <a:pt x="7403" y="7865"/>
                  </a:moveTo>
                  <a:lnTo>
                    <a:pt x="7490" y="8072"/>
                  </a:lnTo>
                  <a:lnTo>
                    <a:pt x="6716" y="8072"/>
                  </a:lnTo>
                  <a:lnTo>
                    <a:pt x="6716" y="7865"/>
                  </a:lnTo>
                  <a:close/>
                  <a:moveTo>
                    <a:pt x="11256" y="7865"/>
                  </a:moveTo>
                  <a:cubicBezTo>
                    <a:pt x="11395" y="7865"/>
                    <a:pt x="11395" y="8072"/>
                    <a:pt x="11256" y="8072"/>
                  </a:cubicBezTo>
                  <a:lnTo>
                    <a:pt x="10185" y="8072"/>
                  </a:lnTo>
                  <a:lnTo>
                    <a:pt x="10079" y="7865"/>
                  </a:lnTo>
                  <a:close/>
                  <a:moveTo>
                    <a:pt x="1667" y="7865"/>
                  </a:moveTo>
                  <a:lnTo>
                    <a:pt x="1562" y="8077"/>
                  </a:lnTo>
                  <a:lnTo>
                    <a:pt x="490" y="8077"/>
                  </a:lnTo>
                  <a:cubicBezTo>
                    <a:pt x="433" y="8077"/>
                    <a:pt x="385" y="8028"/>
                    <a:pt x="389" y="7971"/>
                  </a:cubicBezTo>
                  <a:lnTo>
                    <a:pt x="385" y="7971"/>
                  </a:lnTo>
                  <a:cubicBezTo>
                    <a:pt x="385" y="7913"/>
                    <a:pt x="433" y="7865"/>
                    <a:pt x="490" y="7865"/>
                  </a:cubicBezTo>
                  <a:close/>
                  <a:moveTo>
                    <a:pt x="5035" y="7865"/>
                  </a:moveTo>
                  <a:lnTo>
                    <a:pt x="5035" y="8077"/>
                  </a:lnTo>
                  <a:lnTo>
                    <a:pt x="4261" y="8077"/>
                  </a:lnTo>
                  <a:lnTo>
                    <a:pt x="4348" y="7865"/>
                  </a:lnTo>
                  <a:close/>
                  <a:moveTo>
                    <a:pt x="5967" y="7130"/>
                  </a:moveTo>
                  <a:cubicBezTo>
                    <a:pt x="6164" y="7130"/>
                    <a:pt x="6327" y="7289"/>
                    <a:pt x="6327" y="7490"/>
                  </a:cubicBezTo>
                  <a:lnTo>
                    <a:pt x="6327" y="8451"/>
                  </a:lnTo>
                  <a:cubicBezTo>
                    <a:pt x="6327" y="8648"/>
                    <a:pt x="6164" y="8812"/>
                    <a:pt x="5967" y="8812"/>
                  </a:cubicBezTo>
                  <a:lnTo>
                    <a:pt x="5780" y="8812"/>
                  </a:lnTo>
                  <a:cubicBezTo>
                    <a:pt x="5583" y="8812"/>
                    <a:pt x="5419" y="8648"/>
                    <a:pt x="5419" y="8451"/>
                  </a:cubicBezTo>
                  <a:lnTo>
                    <a:pt x="5419" y="7490"/>
                  </a:lnTo>
                  <a:cubicBezTo>
                    <a:pt x="5419" y="7289"/>
                    <a:pt x="5583" y="7130"/>
                    <a:pt x="5780" y="7130"/>
                  </a:cubicBezTo>
                  <a:close/>
                  <a:moveTo>
                    <a:pt x="1542" y="12146"/>
                  </a:moveTo>
                  <a:lnTo>
                    <a:pt x="1763" y="12237"/>
                  </a:lnTo>
                  <a:lnTo>
                    <a:pt x="1523" y="12506"/>
                  </a:lnTo>
                  <a:lnTo>
                    <a:pt x="1542" y="12146"/>
                  </a:lnTo>
                  <a:close/>
                  <a:moveTo>
                    <a:pt x="10204" y="12146"/>
                  </a:moveTo>
                  <a:lnTo>
                    <a:pt x="10218" y="12506"/>
                  </a:lnTo>
                  <a:lnTo>
                    <a:pt x="9983" y="12237"/>
                  </a:lnTo>
                  <a:lnTo>
                    <a:pt x="10204" y="12146"/>
                  </a:lnTo>
                  <a:close/>
                  <a:moveTo>
                    <a:pt x="5597" y="1"/>
                  </a:moveTo>
                  <a:cubicBezTo>
                    <a:pt x="5285" y="1"/>
                    <a:pt x="5035" y="251"/>
                    <a:pt x="5035" y="563"/>
                  </a:cubicBezTo>
                  <a:lnTo>
                    <a:pt x="5035" y="1183"/>
                  </a:lnTo>
                  <a:cubicBezTo>
                    <a:pt x="4425" y="1533"/>
                    <a:pt x="4098" y="2220"/>
                    <a:pt x="4213" y="2912"/>
                  </a:cubicBezTo>
                  <a:lnTo>
                    <a:pt x="3704" y="3902"/>
                  </a:lnTo>
                  <a:cubicBezTo>
                    <a:pt x="3623" y="4054"/>
                    <a:pt x="3754" y="4186"/>
                    <a:pt x="3884" y="4186"/>
                  </a:cubicBezTo>
                  <a:cubicBezTo>
                    <a:pt x="3947" y="4186"/>
                    <a:pt x="4011" y="4155"/>
                    <a:pt x="4050" y="4080"/>
                  </a:cubicBezTo>
                  <a:lnTo>
                    <a:pt x="4386" y="3431"/>
                  </a:lnTo>
                  <a:cubicBezTo>
                    <a:pt x="4598" y="3835"/>
                    <a:pt x="4968" y="4132"/>
                    <a:pt x="5410" y="4262"/>
                  </a:cubicBezTo>
                  <a:lnTo>
                    <a:pt x="2282" y="11867"/>
                  </a:lnTo>
                  <a:cubicBezTo>
                    <a:pt x="2260" y="11925"/>
                    <a:pt x="2202" y="11959"/>
                    <a:pt x="2142" y="11959"/>
                  </a:cubicBezTo>
                  <a:cubicBezTo>
                    <a:pt x="2123" y="11959"/>
                    <a:pt x="2104" y="11955"/>
                    <a:pt x="2085" y="11949"/>
                  </a:cubicBezTo>
                  <a:lnTo>
                    <a:pt x="1379" y="11660"/>
                  </a:lnTo>
                  <a:cubicBezTo>
                    <a:pt x="1326" y="11641"/>
                    <a:pt x="1293" y="11593"/>
                    <a:pt x="1283" y="11540"/>
                  </a:cubicBezTo>
                  <a:cubicBezTo>
                    <a:pt x="1028" y="9566"/>
                    <a:pt x="1931" y="8269"/>
                    <a:pt x="1999" y="8081"/>
                  </a:cubicBezTo>
                  <a:lnTo>
                    <a:pt x="3704" y="4757"/>
                  </a:lnTo>
                  <a:cubicBezTo>
                    <a:pt x="3785" y="4602"/>
                    <a:pt x="3654" y="4468"/>
                    <a:pt x="3524" y="4468"/>
                  </a:cubicBezTo>
                  <a:cubicBezTo>
                    <a:pt x="3461" y="4468"/>
                    <a:pt x="3397" y="4499"/>
                    <a:pt x="3358" y="4574"/>
                  </a:cubicBezTo>
                  <a:lnTo>
                    <a:pt x="1869" y="7476"/>
                  </a:lnTo>
                  <a:lnTo>
                    <a:pt x="490" y="7476"/>
                  </a:lnTo>
                  <a:cubicBezTo>
                    <a:pt x="221" y="7476"/>
                    <a:pt x="0" y="7697"/>
                    <a:pt x="0" y="7966"/>
                  </a:cubicBezTo>
                  <a:cubicBezTo>
                    <a:pt x="0" y="8240"/>
                    <a:pt x="221" y="8461"/>
                    <a:pt x="490" y="8461"/>
                  </a:cubicBezTo>
                  <a:lnTo>
                    <a:pt x="1369" y="8461"/>
                  </a:lnTo>
                  <a:cubicBezTo>
                    <a:pt x="923" y="9436"/>
                    <a:pt x="759" y="10522"/>
                    <a:pt x="899" y="11588"/>
                  </a:cubicBezTo>
                  <a:cubicBezTo>
                    <a:pt x="918" y="11752"/>
                    <a:pt x="1019" y="11901"/>
                    <a:pt x="1163" y="11987"/>
                  </a:cubicBezTo>
                  <a:lnTo>
                    <a:pt x="1115" y="13034"/>
                  </a:lnTo>
                  <a:cubicBezTo>
                    <a:pt x="1108" y="13155"/>
                    <a:pt x="1206" y="13236"/>
                    <a:pt x="1308" y="13236"/>
                  </a:cubicBezTo>
                  <a:cubicBezTo>
                    <a:pt x="1360" y="13236"/>
                    <a:pt x="1414" y="13216"/>
                    <a:pt x="1456" y="13169"/>
                  </a:cubicBezTo>
                  <a:lnTo>
                    <a:pt x="2186" y="12347"/>
                  </a:lnTo>
                  <a:cubicBezTo>
                    <a:pt x="2388" y="12328"/>
                    <a:pt x="2566" y="12198"/>
                    <a:pt x="2642" y="12011"/>
                  </a:cubicBezTo>
                  <a:lnTo>
                    <a:pt x="4103" y="8461"/>
                  </a:lnTo>
                  <a:lnTo>
                    <a:pt x="5035" y="8461"/>
                  </a:lnTo>
                  <a:cubicBezTo>
                    <a:pt x="5040" y="8869"/>
                    <a:pt x="5371" y="9196"/>
                    <a:pt x="5780" y="9196"/>
                  </a:cubicBezTo>
                  <a:lnTo>
                    <a:pt x="5967" y="9196"/>
                  </a:lnTo>
                  <a:cubicBezTo>
                    <a:pt x="6375" y="9196"/>
                    <a:pt x="6707" y="8869"/>
                    <a:pt x="6716" y="8461"/>
                  </a:cubicBezTo>
                  <a:lnTo>
                    <a:pt x="7648" y="8461"/>
                  </a:lnTo>
                  <a:lnTo>
                    <a:pt x="8417" y="10330"/>
                  </a:lnTo>
                  <a:cubicBezTo>
                    <a:pt x="8451" y="10415"/>
                    <a:pt x="8519" y="10452"/>
                    <a:pt x="8588" y="10452"/>
                  </a:cubicBezTo>
                  <a:cubicBezTo>
                    <a:pt x="8712" y="10452"/>
                    <a:pt x="8839" y="10335"/>
                    <a:pt x="8777" y="10181"/>
                  </a:cubicBezTo>
                  <a:lnTo>
                    <a:pt x="6342" y="4257"/>
                  </a:lnTo>
                  <a:cubicBezTo>
                    <a:pt x="6784" y="4132"/>
                    <a:pt x="7153" y="3830"/>
                    <a:pt x="7365" y="3426"/>
                  </a:cubicBezTo>
                  <a:lnTo>
                    <a:pt x="9921" y="8403"/>
                  </a:lnTo>
                  <a:cubicBezTo>
                    <a:pt x="10420" y="9369"/>
                    <a:pt x="10608" y="10464"/>
                    <a:pt x="10468" y="11540"/>
                  </a:cubicBezTo>
                  <a:cubicBezTo>
                    <a:pt x="10459" y="11593"/>
                    <a:pt x="10425" y="11641"/>
                    <a:pt x="10377" y="11660"/>
                  </a:cubicBezTo>
                  <a:lnTo>
                    <a:pt x="9666" y="11949"/>
                  </a:lnTo>
                  <a:cubicBezTo>
                    <a:pt x="9649" y="11955"/>
                    <a:pt x="9631" y="11958"/>
                    <a:pt x="9613" y="11958"/>
                  </a:cubicBezTo>
                  <a:cubicBezTo>
                    <a:pt x="9551" y="11958"/>
                    <a:pt x="9491" y="11922"/>
                    <a:pt x="9469" y="11862"/>
                  </a:cubicBezTo>
                  <a:lnTo>
                    <a:pt x="9075" y="10906"/>
                  </a:lnTo>
                  <a:cubicBezTo>
                    <a:pt x="9039" y="10820"/>
                    <a:pt x="8970" y="10784"/>
                    <a:pt x="8900" y="10784"/>
                  </a:cubicBezTo>
                  <a:cubicBezTo>
                    <a:pt x="8776" y="10784"/>
                    <a:pt x="8650" y="10901"/>
                    <a:pt x="8715" y="11055"/>
                  </a:cubicBezTo>
                  <a:lnTo>
                    <a:pt x="9109" y="12011"/>
                  </a:lnTo>
                  <a:cubicBezTo>
                    <a:pt x="9186" y="12198"/>
                    <a:pt x="9363" y="12328"/>
                    <a:pt x="9565" y="12342"/>
                  </a:cubicBezTo>
                  <a:lnTo>
                    <a:pt x="10295" y="13174"/>
                  </a:lnTo>
                  <a:cubicBezTo>
                    <a:pt x="10335" y="13218"/>
                    <a:pt x="10386" y="13238"/>
                    <a:pt x="10437" y="13238"/>
                  </a:cubicBezTo>
                  <a:cubicBezTo>
                    <a:pt x="10539" y="13238"/>
                    <a:pt x="10640" y="13156"/>
                    <a:pt x="10636" y="13034"/>
                  </a:cubicBezTo>
                  <a:lnTo>
                    <a:pt x="10588" y="11987"/>
                  </a:lnTo>
                  <a:cubicBezTo>
                    <a:pt x="10732" y="11901"/>
                    <a:pt x="10829" y="11756"/>
                    <a:pt x="10853" y="11588"/>
                  </a:cubicBezTo>
                  <a:cubicBezTo>
                    <a:pt x="10992" y="10522"/>
                    <a:pt x="10829" y="9441"/>
                    <a:pt x="10377" y="8461"/>
                  </a:cubicBezTo>
                  <a:lnTo>
                    <a:pt x="11256" y="8461"/>
                  </a:lnTo>
                  <a:cubicBezTo>
                    <a:pt x="11530" y="8461"/>
                    <a:pt x="11751" y="8240"/>
                    <a:pt x="11751" y="7971"/>
                  </a:cubicBezTo>
                  <a:cubicBezTo>
                    <a:pt x="11751" y="7697"/>
                    <a:pt x="11530" y="7476"/>
                    <a:pt x="11256" y="7476"/>
                  </a:cubicBezTo>
                  <a:lnTo>
                    <a:pt x="9877" y="7476"/>
                  </a:lnTo>
                  <a:lnTo>
                    <a:pt x="7538" y="2912"/>
                  </a:lnTo>
                  <a:cubicBezTo>
                    <a:pt x="7648" y="2220"/>
                    <a:pt x="7322" y="1533"/>
                    <a:pt x="6716" y="1183"/>
                  </a:cubicBezTo>
                  <a:lnTo>
                    <a:pt x="6716" y="563"/>
                  </a:lnTo>
                  <a:cubicBezTo>
                    <a:pt x="6711" y="251"/>
                    <a:pt x="6462" y="1"/>
                    <a:pt x="6149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01" name="Google Shape;8401;p69"/>
            <p:cNvSpPr/>
            <p:nvPr/>
          </p:nvSpPr>
          <p:spPr>
            <a:xfrm>
              <a:off x="2343251" y="2491052"/>
              <a:ext cx="47072" cy="40422"/>
            </a:xfrm>
            <a:custGeom>
              <a:avLst/>
              <a:gdLst/>
              <a:ahLst/>
              <a:cxnLst/>
              <a:rect l="l" t="t" r="r" b="b"/>
              <a:pathLst>
                <a:path w="1798" h="1544" extrusionOk="0">
                  <a:moveTo>
                    <a:pt x="770" y="391"/>
                  </a:moveTo>
                  <a:cubicBezTo>
                    <a:pt x="1106" y="391"/>
                    <a:pt x="1279" y="799"/>
                    <a:pt x="1039" y="1039"/>
                  </a:cubicBezTo>
                  <a:cubicBezTo>
                    <a:pt x="961" y="1117"/>
                    <a:pt x="865" y="1152"/>
                    <a:pt x="770" y="1152"/>
                  </a:cubicBezTo>
                  <a:cubicBezTo>
                    <a:pt x="574" y="1152"/>
                    <a:pt x="385" y="1001"/>
                    <a:pt x="385" y="770"/>
                  </a:cubicBezTo>
                  <a:cubicBezTo>
                    <a:pt x="385" y="564"/>
                    <a:pt x="558" y="391"/>
                    <a:pt x="770" y="391"/>
                  </a:cubicBezTo>
                  <a:close/>
                  <a:moveTo>
                    <a:pt x="776" y="1"/>
                  </a:moveTo>
                  <a:cubicBezTo>
                    <a:pt x="380" y="1"/>
                    <a:pt x="1" y="310"/>
                    <a:pt x="1" y="775"/>
                  </a:cubicBezTo>
                  <a:cubicBezTo>
                    <a:pt x="1" y="1198"/>
                    <a:pt x="342" y="1539"/>
                    <a:pt x="770" y="1544"/>
                  </a:cubicBezTo>
                  <a:cubicBezTo>
                    <a:pt x="1452" y="1544"/>
                    <a:pt x="1798" y="713"/>
                    <a:pt x="1312" y="228"/>
                  </a:cubicBezTo>
                  <a:cubicBezTo>
                    <a:pt x="1156" y="71"/>
                    <a:pt x="964" y="1"/>
                    <a:pt x="776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402" name="Google Shape;8402;p69"/>
          <p:cNvGrpSpPr/>
          <p:nvPr/>
        </p:nvGrpSpPr>
        <p:grpSpPr>
          <a:xfrm>
            <a:off x="1001138" y="2825544"/>
            <a:ext cx="210173" cy="268391"/>
            <a:chOff x="1334850" y="2910142"/>
            <a:chExt cx="280231" cy="357854"/>
          </a:xfrm>
        </p:grpSpPr>
        <p:sp>
          <p:nvSpPr>
            <p:cNvPr id="8403" name="Google Shape;8403;p69"/>
            <p:cNvSpPr/>
            <p:nvPr/>
          </p:nvSpPr>
          <p:spPr>
            <a:xfrm>
              <a:off x="1339981" y="2915430"/>
              <a:ext cx="269942" cy="347513"/>
            </a:xfrm>
            <a:custGeom>
              <a:avLst/>
              <a:gdLst/>
              <a:ahLst/>
              <a:cxnLst/>
              <a:rect l="l" t="t" r="r" b="b"/>
              <a:pathLst>
                <a:path w="10311" h="13274" extrusionOk="0">
                  <a:moveTo>
                    <a:pt x="904" y="0"/>
                  </a:moveTo>
                  <a:cubicBezTo>
                    <a:pt x="405" y="0"/>
                    <a:pt x="1" y="399"/>
                    <a:pt x="1" y="899"/>
                  </a:cubicBezTo>
                  <a:lnTo>
                    <a:pt x="1" y="2950"/>
                  </a:lnTo>
                  <a:cubicBezTo>
                    <a:pt x="1" y="3334"/>
                    <a:pt x="188" y="3695"/>
                    <a:pt x="496" y="3916"/>
                  </a:cubicBezTo>
                  <a:cubicBezTo>
                    <a:pt x="1082" y="4334"/>
                    <a:pt x="1500" y="5463"/>
                    <a:pt x="1500" y="6798"/>
                  </a:cubicBezTo>
                  <a:cubicBezTo>
                    <a:pt x="1500" y="8134"/>
                    <a:pt x="1077" y="9263"/>
                    <a:pt x="496" y="9681"/>
                  </a:cubicBezTo>
                  <a:cubicBezTo>
                    <a:pt x="188" y="9902"/>
                    <a:pt x="1" y="10262"/>
                    <a:pt x="1" y="10646"/>
                  </a:cubicBezTo>
                  <a:lnTo>
                    <a:pt x="1" y="12371"/>
                  </a:lnTo>
                  <a:cubicBezTo>
                    <a:pt x="1" y="12870"/>
                    <a:pt x="405" y="13274"/>
                    <a:pt x="904" y="13274"/>
                  </a:cubicBezTo>
                  <a:lnTo>
                    <a:pt x="9407" y="13274"/>
                  </a:lnTo>
                  <a:cubicBezTo>
                    <a:pt x="9902" y="13274"/>
                    <a:pt x="10306" y="12870"/>
                    <a:pt x="10306" y="12371"/>
                  </a:cubicBezTo>
                  <a:lnTo>
                    <a:pt x="10306" y="10646"/>
                  </a:lnTo>
                  <a:cubicBezTo>
                    <a:pt x="10306" y="10262"/>
                    <a:pt x="10123" y="9902"/>
                    <a:pt x="9811" y="9681"/>
                  </a:cubicBezTo>
                  <a:cubicBezTo>
                    <a:pt x="9230" y="9258"/>
                    <a:pt x="8812" y="8124"/>
                    <a:pt x="8812" y="6793"/>
                  </a:cubicBezTo>
                  <a:cubicBezTo>
                    <a:pt x="8812" y="5463"/>
                    <a:pt x="9234" y="4334"/>
                    <a:pt x="9816" y="3911"/>
                  </a:cubicBezTo>
                  <a:cubicBezTo>
                    <a:pt x="10123" y="3690"/>
                    <a:pt x="10310" y="3330"/>
                    <a:pt x="10310" y="2950"/>
                  </a:cubicBezTo>
                  <a:lnTo>
                    <a:pt x="10310" y="899"/>
                  </a:lnTo>
                  <a:cubicBezTo>
                    <a:pt x="10310" y="399"/>
                    <a:pt x="9907" y="0"/>
                    <a:pt x="9407" y="0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04" name="Google Shape;8404;p69"/>
            <p:cNvSpPr/>
            <p:nvPr/>
          </p:nvSpPr>
          <p:spPr>
            <a:xfrm>
              <a:off x="1539970" y="2915430"/>
              <a:ext cx="69953" cy="347513"/>
            </a:xfrm>
            <a:custGeom>
              <a:avLst/>
              <a:gdLst/>
              <a:ahLst/>
              <a:cxnLst/>
              <a:rect l="l" t="t" r="r" b="b"/>
              <a:pathLst>
                <a:path w="2672" h="13274" extrusionOk="0">
                  <a:moveTo>
                    <a:pt x="591" y="0"/>
                  </a:moveTo>
                  <a:cubicBezTo>
                    <a:pt x="1091" y="0"/>
                    <a:pt x="1495" y="399"/>
                    <a:pt x="1495" y="899"/>
                  </a:cubicBezTo>
                  <a:lnTo>
                    <a:pt x="1495" y="2950"/>
                  </a:lnTo>
                  <a:cubicBezTo>
                    <a:pt x="1495" y="3334"/>
                    <a:pt x="1312" y="3695"/>
                    <a:pt x="1000" y="3916"/>
                  </a:cubicBezTo>
                  <a:cubicBezTo>
                    <a:pt x="418" y="4334"/>
                    <a:pt x="0" y="5463"/>
                    <a:pt x="0" y="6798"/>
                  </a:cubicBezTo>
                  <a:cubicBezTo>
                    <a:pt x="0" y="8134"/>
                    <a:pt x="418" y="9263"/>
                    <a:pt x="1000" y="9681"/>
                  </a:cubicBezTo>
                  <a:cubicBezTo>
                    <a:pt x="1312" y="9902"/>
                    <a:pt x="1495" y="10262"/>
                    <a:pt x="1495" y="10646"/>
                  </a:cubicBezTo>
                  <a:lnTo>
                    <a:pt x="1495" y="12371"/>
                  </a:lnTo>
                  <a:cubicBezTo>
                    <a:pt x="1495" y="12870"/>
                    <a:pt x="1091" y="13274"/>
                    <a:pt x="591" y="13274"/>
                  </a:cubicBezTo>
                  <a:lnTo>
                    <a:pt x="1768" y="13274"/>
                  </a:lnTo>
                  <a:cubicBezTo>
                    <a:pt x="2263" y="13274"/>
                    <a:pt x="2667" y="12870"/>
                    <a:pt x="2667" y="12371"/>
                  </a:cubicBezTo>
                  <a:lnTo>
                    <a:pt x="2667" y="10646"/>
                  </a:lnTo>
                  <a:cubicBezTo>
                    <a:pt x="2667" y="10262"/>
                    <a:pt x="2484" y="9902"/>
                    <a:pt x="2172" y="9681"/>
                  </a:cubicBezTo>
                  <a:cubicBezTo>
                    <a:pt x="1591" y="9263"/>
                    <a:pt x="1173" y="8134"/>
                    <a:pt x="1173" y="6798"/>
                  </a:cubicBezTo>
                  <a:cubicBezTo>
                    <a:pt x="1173" y="5463"/>
                    <a:pt x="1591" y="4334"/>
                    <a:pt x="2177" y="3916"/>
                  </a:cubicBezTo>
                  <a:cubicBezTo>
                    <a:pt x="2484" y="3695"/>
                    <a:pt x="2671" y="3334"/>
                    <a:pt x="2671" y="2950"/>
                  </a:cubicBezTo>
                  <a:lnTo>
                    <a:pt x="2671" y="899"/>
                  </a:lnTo>
                  <a:cubicBezTo>
                    <a:pt x="2671" y="399"/>
                    <a:pt x="2268" y="0"/>
                    <a:pt x="1768" y="0"/>
                  </a:cubicBezTo>
                  <a:close/>
                </a:path>
              </a:pathLst>
            </a:custGeom>
            <a:solidFill>
              <a:srgbClr val="E5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05" name="Google Shape;8405;p69"/>
            <p:cNvSpPr/>
            <p:nvPr/>
          </p:nvSpPr>
          <p:spPr>
            <a:xfrm>
              <a:off x="1409934" y="3016433"/>
              <a:ext cx="130062" cy="246406"/>
            </a:xfrm>
            <a:custGeom>
              <a:avLst/>
              <a:gdLst/>
              <a:ahLst/>
              <a:cxnLst/>
              <a:rect l="l" t="t" r="r" b="b"/>
              <a:pathLst>
                <a:path w="4968" h="9412" extrusionOk="0">
                  <a:moveTo>
                    <a:pt x="653" y="0"/>
                  </a:moveTo>
                  <a:cubicBezTo>
                    <a:pt x="293" y="0"/>
                    <a:pt x="0" y="288"/>
                    <a:pt x="0" y="653"/>
                  </a:cubicBezTo>
                  <a:lnTo>
                    <a:pt x="0" y="9411"/>
                  </a:lnTo>
                  <a:lnTo>
                    <a:pt x="4967" y="9411"/>
                  </a:lnTo>
                  <a:lnTo>
                    <a:pt x="4967" y="1960"/>
                  </a:lnTo>
                  <a:cubicBezTo>
                    <a:pt x="4967" y="874"/>
                    <a:pt x="4088" y="0"/>
                    <a:pt x="3003" y="0"/>
                  </a:cubicBezTo>
                  <a:close/>
                </a:path>
              </a:pathLst>
            </a:custGeom>
            <a:solidFill>
              <a:srgbClr val="FDFDF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06" name="Google Shape;8406;p69"/>
            <p:cNvSpPr/>
            <p:nvPr/>
          </p:nvSpPr>
          <p:spPr>
            <a:xfrm>
              <a:off x="1464624" y="3016406"/>
              <a:ext cx="55371" cy="246432"/>
            </a:xfrm>
            <a:custGeom>
              <a:avLst/>
              <a:gdLst/>
              <a:ahLst/>
              <a:cxnLst/>
              <a:rect l="l" t="t" r="r" b="b"/>
              <a:pathLst>
                <a:path w="2115" h="9413" extrusionOk="0">
                  <a:moveTo>
                    <a:pt x="935" y="1"/>
                  </a:moveTo>
                  <a:cubicBezTo>
                    <a:pt x="928" y="1"/>
                    <a:pt x="921" y="1"/>
                    <a:pt x="914" y="1"/>
                  </a:cubicBezTo>
                  <a:lnTo>
                    <a:pt x="1" y="1"/>
                  </a:lnTo>
                  <a:lnTo>
                    <a:pt x="1" y="9412"/>
                  </a:lnTo>
                  <a:lnTo>
                    <a:pt x="2115" y="9412"/>
                  </a:lnTo>
                  <a:lnTo>
                    <a:pt x="2115" y="405"/>
                  </a:lnTo>
                  <a:cubicBezTo>
                    <a:pt x="1774" y="145"/>
                    <a:pt x="1360" y="1"/>
                    <a:pt x="935" y="1"/>
                  </a:cubicBezTo>
                  <a:close/>
                </a:path>
              </a:pathLst>
            </a:custGeom>
            <a:solidFill>
              <a:srgbClr val="F9FAF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07" name="Google Shape;8407;p69"/>
            <p:cNvSpPr/>
            <p:nvPr/>
          </p:nvSpPr>
          <p:spPr>
            <a:xfrm>
              <a:off x="1484626" y="3016433"/>
              <a:ext cx="55371" cy="246406"/>
            </a:xfrm>
            <a:custGeom>
              <a:avLst/>
              <a:gdLst/>
              <a:ahLst/>
              <a:cxnLst/>
              <a:rect l="l" t="t" r="r" b="b"/>
              <a:pathLst>
                <a:path w="2115" h="9412" extrusionOk="0">
                  <a:moveTo>
                    <a:pt x="158" y="0"/>
                  </a:moveTo>
                  <a:cubicBezTo>
                    <a:pt x="155" y="0"/>
                    <a:pt x="153" y="0"/>
                    <a:pt x="150" y="0"/>
                  </a:cubicBezTo>
                  <a:lnTo>
                    <a:pt x="1" y="0"/>
                  </a:lnTo>
                  <a:lnTo>
                    <a:pt x="1" y="9411"/>
                  </a:lnTo>
                  <a:lnTo>
                    <a:pt x="2114" y="9411"/>
                  </a:lnTo>
                  <a:lnTo>
                    <a:pt x="2114" y="1965"/>
                  </a:lnTo>
                  <a:cubicBezTo>
                    <a:pt x="2114" y="882"/>
                    <a:pt x="1240" y="0"/>
                    <a:pt x="158" y="0"/>
                  </a:cubicBez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08" name="Google Shape;8408;p69"/>
            <p:cNvSpPr/>
            <p:nvPr/>
          </p:nvSpPr>
          <p:spPr>
            <a:xfrm>
              <a:off x="1484626" y="3016433"/>
              <a:ext cx="55371" cy="246275"/>
            </a:xfrm>
            <a:custGeom>
              <a:avLst/>
              <a:gdLst/>
              <a:ahLst/>
              <a:cxnLst/>
              <a:rect l="l" t="t" r="r" b="b"/>
              <a:pathLst>
                <a:path w="2115" h="9407" extrusionOk="0">
                  <a:moveTo>
                    <a:pt x="158" y="0"/>
                  </a:moveTo>
                  <a:cubicBezTo>
                    <a:pt x="155" y="0"/>
                    <a:pt x="153" y="0"/>
                    <a:pt x="150" y="0"/>
                  </a:cubicBezTo>
                  <a:lnTo>
                    <a:pt x="1" y="0"/>
                  </a:lnTo>
                  <a:lnTo>
                    <a:pt x="1" y="96"/>
                  </a:lnTo>
                  <a:cubicBezTo>
                    <a:pt x="803" y="365"/>
                    <a:pt x="1346" y="1115"/>
                    <a:pt x="1346" y="1960"/>
                  </a:cubicBezTo>
                  <a:lnTo>
                    <a:pt x="1346" y="9406"/>
                  </a:lnTo>
                  <a:lnTo>
                    <a:pt x="2114" y="9406"/>
                  </a:lnTo>
                  <a:lnTo>
                    <a:pt x="2114" y="1960"/>
                  </a:lnTo>
                  <a:cubicBezTo>
                    <a:pt x="2114" y="877"/>
                    <a:pt x="1240" y="0"/>
                    <a:pt x="158" y="0"/>
                  </a:cubicBezTo>
                  <a:close/>
                </a:path>
              </a:pathLst>
            </a:custGeom>
            <a:solidFill>
              <a:srgbClr val="DFE6E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09" name="Google Shape;8409;p69"/>
            <p:cNvSpPr/>
            <p:nvPr/>
          </p:nvSpPr>
          <p:spPr>
            <a:xfrm>
              <a:off x="1431428" y="3126598"/>
              <a:ext cx="30212" cy="25997"/>
            </a:xfrm>
            <a:custGeom>
              <a:avLst/>
              <a:gdLst/>
              <a:ahLst/>
              <a:cxnLst/>
              <a:rect l="l" t="t" r="r" b="b"/>
              <a:pathLst>
                <a:path w="1154" h="993" extrusionOk="0">
                  <a:moveTo>
                    <a:pt x="659" y="0"/>
                  </a:moveTo>
                  <a:cubicBezTo>
                    <a:pt x="222" y="0"/>
                    <a:pt x="1" y="534"/>
                    <a:pt x="313" y="846"/>
                  </a:cubicBezTo>
                  <a:cubicBezTo>
                    <a:pt x="412" y="947"/>
                    <a:pt x="535" y="992"/>
                    <a:pt x="656" y="992"/>
                  </a:cubicBezTo>
                  <a:cubicBezTo>
                    <a:pt x="909" y="992"/>
                    <a:pt x="1154" y="794"/>
                    <a:pt x="1154" y="495"/>
                  </a:cubicBezTo>
                  <a:cubicBezTo>
                    <a:pt x="1154" y="221"/>
                    <a:pt x="933" y="0"/>
                    <a:pt x="659" y="0"/>
                  </a:cubicBezTo>
                  <a:close/>
                </a:path>
              </a:pathLst>
            </a:custGeom>
            <a:solidFill>
              <a:srgbClr val="8EA0A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10" name="Google Shape;8410;p69"/>
            <p:cNvSpPr/>
            <p:nvPr/>
          </p:nvSpPr>
          <p:spPr>
            <a:xfrm>
              <a:off x="1424386" y="3121362"/>
              <a:ext cx="42542" cy="36443"/>
            </a:xfrm>
            <a:custGeom>
              <a:avLst/>
              <a:gdLst/>
              <a:ahLst/>
              <a:cxnLst/>
              <a:rect l="l" t="t" r="r" b="b"/>
              <a:pathLst>
                <a:path w="1625" h="1392" extrusionOk="0">
                  <a:moveTo>
                    <a:pt x="932" y="401"/>
                  </a:moveTo>
                  <a:cubicBezTo>
                    <a:pt x="1005" y="401"/>
                    <a:pt x="1079" y="428"/>
                    <a:pt x="1139" y="489"/>
                  </a:cubicBezTo>
                  <a:cubicBezTo>
                    <a:pt x="1322" y="671"/>
                    <a:pt x="1192" y="988"/>
                    <a:pt x="928" y="988"/>
                  </a:cubicBezTo>
                  <a:cubicBezTo>
                    <a:pt x="769" y="988"/>
                    <a:pt x="635" y="859"/>
                    <a:pt x="635" y="695"/>
                  </a:cubicBezTo>
                  <a:cubicBezTo>
                    <a:pt x="635" y="520"/>
                    <a:pt x="780" y="401"/>
                    <a:pt x="932" y="401"/>
                  </a:cubicBezTo>
                  <a:close/>
                  <a:moveTo>
                    <a:pt x="925" y="0"/>
                  </a:moveTo>
                  <a:cubicBezTo>
                    <a:pt x="754" y="0"/>
                    <a:pt x="579" y="64"/>
                    <a:pt x="438" y="205"/>
                  </a:cubicBezTo>
                  <a:cubicBezTo>
                    <a:pt x="1" y="642"/>
                    <a:pt x="313" y="1392"/>
                    <a:pt x="928" y="1392"/>
                  </a:cubicBezTo>
                  <a:cubicBezTo>
                    <a:pt x="1312" y="1392"/>
                    <a:pt x="1624" y="1080"/>
                    <a:pt x="1624" y="695"/>
                  </a:cubicBezTo>
                  <a:cubicBezTo>
                    <a:pt x="1624" y="276"/>
                    <a:pt x="1282" y="0"/>
                    <a:pt x="925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11" name="Google Shape;8411;p69"/>
            <p:cNvSpPr/>
            <p:nvPr/>
          </p:nvSpPr>
          <p:spPr>
            <a:xfrm>
              <a:off x="1334850" y="2910142"/>
              <a:ext cx="280231" cy="357854"/>
            </a:xfrm>
            <a:custGeom>
              <a:avLst/>
              <a:gdLst/>
              <a:ahLst/>
              <a:cxnLst/>
              <a:rect l="l" t="t" r="r" b="b"/>
              <a:pathLst>
                <a:path w="10704" h="13669" extrusionOk="0">
                  <a:moveTo>
                    <a:pt x="5923" y="4257"/>
                  </a:moveTo>
                  <a:cubicBezTo>
                    <a:pt x="6875" y="4291"/>
                    <a:pt x="7634" y="5069"/>
                    <a:pt x="7634" y="6020"/>
                  </a:cubicBezTo>
                  <a:lnTo>
                    <a:pt x="7634" y="13274"/>
                  </a:lnTo>
                  <a:lnTo>
                    <a:pt x="5923" y="13274"/>
                  </a:lnTo>
                  <a:lnTo>
                    <a:pt x="5923" y="4257"/>
                  </a:lnTo>
                  <a:close/>
                  <a:moveTo>
                    <a:pt x="1100" y="1"/>
                  </a:moveTo>
                  <a:cubicBezTo>
                    <a:pt x="490" y="1"/>
                    <a:pt x="0" y="496"/>
                    <a:pt x="0" y="1101"/>
                  </a:cubicBezTo>
                  <a:lnTo>
                    <a:pt x="0" y="3152"/>
                  </a:lnTo>
                  <a:cubicBezTo>
                    <a:pt x="0" y="3599"/>
                    <a:pt x="211" y="4022"/>
                    <a:pt x="577" y="4281"/>
                  </a:cubicBezTo>
                  <a:cubicBezTo>
                    <a:pt x="1115" y="4665"/>
                    <a:pt x="1494" y="5780"/>
                    <a:pt x="1494" y="6995"/>
                  </a:cubicBezTo>
                  <a:cubicBezTo>
                    <a:pt x="1494" y="8211"/>
                    <a:pt x="1115" y="9330"/>
                    <a:pt x="577" y="9714"/>
                  </a:cubicBezTo>
                  <a:cubicBezTo>
                    <a:pt x="211" y="9974"/>
                    <a:pt x="0" y="10392"/>
                    <a:pt x="0" y="10843"/>
                  </a:cubicBezTo>
                  <a:lnTo>
                    <a:pt x="0" y="12568"/>
                  </a:lnTo>
                  <a:cubicBezTo>
                    <a:pt x="0" y="13178"/>
                    <a:pt x="490" y="13668"/>
                    <a:pt x="1100" y="13668"/>
                  </a:cubicBezTo>
                  <a:lnTo>
                    <a:pt x="9603" y="13668"/>
                  </a:lnTo>
                  <a:cubicBezTo>
                    <a:pt x="10209" y="13668"/>
                    <a:pt x="10703" y="13178"/>
                    <a:pt x="10703" y="12568"/>
                  </a:cubicBezTo>
                  <a:lnTo>
                    <a:pt x="10703" y="10843"/>
                  </a:lnTo>
                  <a:cubicBezTo>
                    <a:pt x="10703" y="10392"/>
                    <a:pt x="10487" y="9974"/>
                    <a:pt x="10127" y="9714"/>
                  </a:cubicBezTo>
                  <a:cubicBezTo>
                    <a:pt x="9584" y="9330"/>
                    <a:pt x="9209" y="8211"/>
                    <a:pt x="9209" y="6995"/>
                  </a:cubicBezTo>
                  <a:cubicBezTo>
                    <a:pt x="9209" y="5780"/>
                    <a:pt x="9584" y="4665"/>
                    <a:pt x="10127" y="4281"/>
                  </a:cubicBezTo>
                  <a:cubicBezTo>
                    <a:pt x="10487" y="4022"/>
                    <a:pt x="10703" y="3599"/>
                    <a:pt x="10703" y="3152"/>
                  </a:cubicBezTo>
                  <a:lnTo>
                    <a:pt x="10703" y="2081"/>
                  </a:lnTo>
                  <a:cubicBezTo>
                    <a:pt x="10703" y="1946"/>
                    <a:pt x="10604" y="1879"/>
                    <a:pt x="10504" y="1879"/>
                  </a:cubicBezTo>
                  <a:cubicBezTo>
                    <a:pt x="10404" y="1879"/>
                    <a:pt x="10305" y="1946"/>
                    <a:pt x="10305" y="2081"/>
                  </a:cubicBezTo>
                  <a:lnTo>
                    <a:pt x="10305" y="3152"/>
                  </a:lnTo>
                  <a:cubicBezTo>
                    <a:pt x="10305" y="3469"/>
                    <a:pt x="10151" y="3767"/>
                    <a:pt x="9896" y="3954"/>
                  </a:cubicBezTo>
                  <a:cubicBezTo>
                    <a:pt x="8455" y="4987"/>
                    <a:pt x="8450" y="9003"/>
                    <a:pt x="9896" y="10041"/>
                  </a:cubicBezTo>
                  <a:cubicBezTo>
                    <a:pt x="10151" y="10224"/>
                    <a:pt x="10305" y="10522"/>
                    <a:pt x="10305" y="10843"/>
                  </a:cubicBezTo>
                  <a:lnTo>
                    <a:pt x="10305" y="12568"/>
                  </a:lnTo>
                  <a:cubicBezTo>
                    <a:pt x="10305" y="12957"/>
                    <a:pt x="9992" y="13274"/>
                    <a:pt x="9603" y="13274"/>
                  </a:cubicBezTo>
                  <a:lnTo>
                    <a:pt x="8032" y="13274"/>
                  </a:lnTo>
                  <a:lnTo>
                    <a:pt x="8032" y="6020"/>
                  </a:lnTo>
                  <a:cubicBezTo>
                    <a:pt x="8032" y="4829"/>
                    <a:pt x="7062" y="3858"/>
                    <a:pt x="5871" y="3858"/>
                  </a:cubicBezTo>
                  <a:lnTo>
                    <a:pt x="3521" y="3858"/>
                  </a:lnTo>
                  <a:cubicBezTo>
                    <a:pt x="3051" y="3858"/>
                    <a:pt x="2666" y="4243"/>
                    <a:pt x="2666" y="4713"/>
                  </a:cubicBezTo>
                  <a:lnTo>
                    <a:pt x="2666" y="11617"/>
                  </a:lnTo>
                  <a:cubicBezTo>
                    <a:pt x="2666" y="11749"/>
                    <a:pt x="2767" y="11815"/>
                    <a:pt x="2868" y="11815"/>
                  </a:cubicBezTo>
                  <a:cubicBezTo>
                    <a:pt x="2969" y="11815"/>
                    <a:pt x="3070" y="11749"/>
                    <a:pt x="3070" y="11617"/>
                  </a:cubicBezTo>
                  <a:lnTo>
                    <a:pt x="3070" y="4713"/>
                  </a:lnTo>
                  <a:cubicBezTo>
                    <a:pt x="3070" y="4459"/>
                    <a:pt x="3272" y="4257"/>
                    <a:pt x="3521" y="4257"/>
                  </a:cubicBezTo>
                  <a:lnTo>
                    <a:pt x="5525" y="4257"/>
                  </a:lnTo>
                  <a:lnTo>
                    <a:pt x="5525" y="13274"/>
                  </a:lnTo>
                  <a:lnTo>
                    <a:pt x="3070" y="13274"/>
                  </a:lnTo>
                  <a:lnTo>
                    <a:pt x="3070" y="12366"/>
                  </a:lnTo>
                  <a:cubicBezTo>
                    <a:pt x="3070" y="12232"/>
                    <a:pt x="2969" y="12164"/>
                    <a:pt x="2868" y="12164"/>
                  </a:cubicBezTo>
                  <a:cubicBezTo>
                    <a:pt x="2767" y="12164"/>
                    <a:pt x="2666" y="12232"/>
                    <a:pt x="2666" y="12366"/>
                  </a:cubicBezTo>
                  <a:lnTo>
                    <a:pt x="2666" y="13274"/>
                  </a:lnTo>
                  <a:lnTo>
                    <a:pt x="1100" y="13274"/>
                  </a:lnTo>
                  <a:cubicBezTo>
                    <a:pt x="711" y="13269"/>
                    <a:pt x="399" y="12957"/>
                    <a:pt x="399" y="12573"/>
                  </a:cubicBezTo>
                  <a:lnTo>
                    <a:pt x="399" y="10843"/>
                  </a:lnTo>
                  <a:cubicBezTo>
                    <a:pt x="399" y="10526"/>
                    <a:pt x="552" y="10228"/>
                    <a:pt x="807" y="10041"/>
                  </a:cubicBezTo>
                  <a:cubicBezTo>
                    <a:pt x="2248" y="9008"/>
                    <a:pt x="2253" y="4992"/>
                    <a:pt x="807" y="3959"/>
                  </a:cubicBezTo>
                  <a:cubicBezTo>
                    <a:pt x="552" y="3772"/>
                    <a:pt x="399" y="3474"/>
                    <a:pt x="399" y="3157"/>
                  </a:cubicBezTo>
                  <a:lnTo>
                    <a:pt x="399" y="1101"/>
                  </a:lnTo>
                  <a:cubicBezTo>
                    <a:pt x="399" y="712"/>
                    <a:pt x="711" y="399"/>
                    <a:pt x="1100" y="399"/>
                  </a:cubicBezTo>
                  <a:lnTo>
                    <a:pt x="9603" y="399"/>
                  </a:lnTo>
                  <a:cubicBezTo>
                    <a:pt x="9988" y="399"/>
                    <a:pt x="10305" y="712"/>
                    <a:pt x="10305" y="1101"/>
                  </a:cubicBezTo>
                  <a:lnTo>
                    <a:pt x="10305" y="1331"/>
                  </a:lnTo>
                  <a:cubicBezTo>
                    <a:pt x="10305" y="1442"/>
                    <a:pt x="10391" y="1533"/>
                    <a:pt x="10506" y="1533"/>
                  </a:cubicBezTo>
                  <a:cubicBezTo>
                    <a:pt x="10612" y="1533"/>
                    <a:pt x="10703" y="1442"/>
                    <a:pt x="10703" y="1331"/>
                  </a:cubicBezTo>
                  <a:lnTo>
                    <a:pt x="10703" y="1101"/>
                  </a:lnTo>
                  <a:cubicBezTo>
                    <a:pt x="10703" y="496"/>
                    <a:pt x="10209" y="1"/>
                    <a:pt x="9603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412" name="Google Shape;8412;p69"/>
          <p:cNvGrpSpPr/>
          <p:nvPr/>
        </p:nvGrpSpPr>
        <p:grpSpPr>
          <a:xfrm>
            <a:off x="690512" y="3501675"/>
            <a:ext cx="165268" cy="283765"/>
            <a:chOff x="920682" y="3811650"/>
            <a:chExt cx="220357" cy="378353"/>
          </a:xfrm>
        </p:grpSpPr>
        <p:sp>
          <p:nvSpPr>
            <p:cNvPr id="8413" name="Google Shape;8413;p69"/>
            <p:cNvSpPr/>
            <p:nvPr/>
          </p:nvSpPr>
          <p:spPr>
            <a:xfrm>
              <a:off x="1004563" y="3984464"/>
              <a:ext cx="52596" cy="94850"/>
            </a:xfrm>
            <a:custGeom>
              <a:avLst/>
              <a:gdLst/>
              <a:ahLst/>
              <a:cxnLst/>
              <a:rect l="l" t="t" r="r" b="b"/>
              <a:pathLst>
                <a:path w="2009" h="3623" extrusionOk="0">
                  <a:moveTo>
                    <a:pt x="1" y="1"/>
                  </a:moveTo>
                  <a:lnTo>
                    <a:pt x="1" y="3623"/>
                  </a:lnTo>
                  <a:lnTo>
                    <a:pt x="2009" y="3623"/>
                  </a:lnTo>
                  <a:lnTo>
                    <a:pt x="2009" y="1"/>
                  </a:lnTo>
                  <a:close/>
                </a:path>
              </a:pathLst>
            </a:custGeom>
            <a:solidFill>
              <a:srgbClr val="E4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14" name="Google Shape;8414;p69"/>
            <p:cNvSpPr/>
            <p:nvPr/>
          </p:nvSpPr>
          <p:spPr>
            <a:xfrm>
              <a:off x="1030848" y="3984464"/>
              <a:ext cx="26311" cy="94850"/>
            </a:xfrm>
            <a:custGeom>
              <a:avLst/>
              <a:gdLst/>
              <a:ahLst/>
              <a:cxnLst/>
              <a:rect l="l" t="t" r="r" b="b"/>
              <a:pathLst>
                <a:path w="1005" h="3623" extrusionOk="0">
                  <a:moveTo>
                    <a:pt x="1" y="1"/>
                  </a:moveTo>
                  <a:lnTo>
                    <a:pt x="1" y="3623"/>
                  </a:lnTo>
                  <a:lnTo>
                    <a:pt x="1005" y="3623"/>
                  </a:lnTo>
                  <a:lnTo>
                    <a:pt x="1005" y="1"/>
                  </a:lnTo>
                  <a:close/>
                </a:path>
              </a:pathLst>
            </a:custGeom>
            <a:solidFill>
              <a:srgbClr val="EFF3F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15" name="Google Shape;8415;p69"/>
            <p:cNvSpPr/>
            <p:nvPr/>
          </p:nvSpPr>
          <p:spPr>
            <a:xfrm>
              <a:off x="957413" y="3836443"/>
              <a:ext cx="146791" cy="177108"/>
            </a:xfrm>
            <a:custGeom>
              <a:avLst/>
              <a:gdLst/>
              <a:ahLst/>
              <a:cxnLst/>
              <a:rect l="l" t="t" r="r" b="b"/>
              <a:pathLst>
                <a:path w="5607" h="6765" extrusionOk="0">
                  <a:moveTo>
                    <a:pt x="120" y="0"/>
                  </a:moveTo>
                  <a:cubicBezTo>
                    <a:pt x="67" y="0"/>
                    <a:pt x="24" y="39"/>
                    <a:pt x="24" y="92"/>
                  </a:cubicBezTo>
                  <a:lnTo>
                    <a:pt x="24" y="3944"/>
                  </a:lnTo>
                  <a:cubicBezTo>
                    <a:pt x="0" y="5496"/>
                    <a:pt x="1254" y="6764"/>
                    <a:pt x="2806" y="6764"/>
                  </a:cubicBezTo>
                  <a:cubicBezTo>
                    <a:pt x="4357" y="6764"/>
                    <a:pt x="5606" y="5496"/>
                    <a:pt x="5587" y="3944"/>
                  </a:cubicBezTo>
                  <a:lnTo>
                    <a:pt x="5587" y="92"/>
                  </a:lnTo>
                  <a:cubicBezTo>
                    <a:pt x="5587" y="39"/>
                    <a:pt x="5544" y="0"/>
                    <a:pt x="5491" y="0"/>
                  </a:cubicBezTo>
                  <a:close/>
                </a:path>
              </a:pathLst>
            </a:custGeom>
            <a:solidFill>
              <a:srgbClr val="CAD5D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16" name="Google Shape;8416;p69"/>
            <p:cNvSpPr/>
            <p:nvPr/>
          </p:nvSpPr>
          <p:spPr>
            <a:xfrm>
              <a:off x="978540" y="3836443"/>
              <a:ext cx="125167" cy="157028"/>
            </a:xfrm>
            <a:custGeom>
              <a:avLst/>
              <a:gdLst/>
              <a:ahLst/>
              <a:cxnLst/>
              <a:rect l="l" t="t" r="r" b="b"/>
              <a:pathLst>
                <a:path w="4781" h="5998" extrusionOk="0">
                  <a:moveTo>
                    <a:pt x="0" y="0"/>
                  </a:moveTo>
                  <a:lnTo>
                    <a:pt x="0" y="3214"/>
                  </a:lnTo>
                  <a:cubicBezTo>
                    <a:pt x="0" y="4843"/>
                    <a:pt x="1337" y="5998"/>
                    <a:pt x="2785" y="5998"/>
                  </a:cubicBezTo>
                  <a:cubicBezTo>
                    <a:pt x="3275" y="5998"/>
                    <a:pt x="3779" y="5865"/>
                    <a:pt x="4247" y="5573"/>
                  </a:cubicBezTo>
                  <a:cubicBezTo>
                    <a:pt x="4593" y="5102"/>
                    <a:pt x="4780" y="4530"/>
                    <a:pt x="4780" y="3944"/>
                  </a:cubicBezTo>
                  <a:lnTo>
                    <a:pt x="4780" y="92"/>
                  </a:lnTo>
                  <a:cubicBezTo>
                    <a:pt x="4780" y="39"/>
                    <a:pt x="4737" y="0"/>
                    <a:pt x="4684" y="0"/>
                  </a:cubicBezTo>
                  <a:close/>
                </a:path>
              </a:pathLst>
            </a:custGeom>
            <a:solidFill>
              <a:srgbClr val="D3DCE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17" name="Google Shape;8417;p69"/>
            <p:cNvSpPr/>
            <p:nvPr/>
          </p:nvSpPr>
          <p:spPr>
            <a:xfrm>
              <a:off x="926206" y="3817331"/>
              <a:ext cx="209178" cy="40003"/>
            </a:xfrm>
            <a:custGeom>
              <a:avLst/>
              <a:gdLst/>
              <a:ahLst/>
              <a:cxnLst/>
              <a:rect l="l" t="t" r="r" b="b"/>
              <a:pathLst>
                <a:path w="7990" h="1528" extrusionOk="0">
                  <a:moveTo>
                    <a:pt x="577" y="0"/>
                  </a:moveTo>
                  <a:cubicBezTo>
                    <a:pt x="260" y="0"/>
                    <a:pt x="5" y="260"/>
                    <a:pt x="1" y="577"/>
                  </a:cubicBezTo>
                  <a:lnTo>
                    <a:pt x="1" y="956"/>
                  </a:lnTo>
                  <a:cubicBezTo>
                    <a:pt x="5" y="1273"/>
                    <a:pt x="260" y="1528"/>
                    <a:pt x="577" y="1528"/>
                  </a:cubicBezTo>
                  <a:lnTo>
                    <a:pt x="7418" y="1528"/>
                  </a:lnTo>
                  <a:cubicBezTo>
                    <a:pt x="7735" y="1528"/>
                    <a:pt x="7990" y="1273"/>
                    <a:pt x="7990" y="956"/>
                  </a:cubicBezTo>
                  <a:lnTo>
                    <a:pt x="7990" y="577"/>
                  </a:lnTo>
                  <a:cubicBezTo>
                    <a:pt x="7990" y="260"/>
                    <a:pt x="7735" y="0"/>
                    <a:pt x="7418" y="0"/>
                  </a:cubicBezTo>
                  <a:close/>
                </a:path>
              </a:pathLst>
            </a:custGeom>
            <a:solidFill>
              <a:srgbClr val="E4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18" name="Google Shape;8418;p69"/>
            <p:cNvSpPr/>
            <p:nvPr/>
          </p:nvSpPr>
          <p:spPr>
            <a:xfrm>
              <a:off x="952622" y="3817331"/>
              <a:ext cx="182763" cy="40003"/>
            </a:xfrm>
            <a:custGeom>
              <a:avLst/>
              <a:gdLst/>
              <a:ahLst/>
              <a:cxnLst/>
              <a:rect l="l" t="t" r="r" b="b"/>
              <a:pathLst>
                <a:path w="6981" h="1528" extrusionOk="0">
                  <a:moveTo>
                    <a:pt x="577" y="0"/>
                  </a:moveTo>
                  <a:cubicBezTo>
                    <a:pt x="255" y="0"/>
                    <a:pt x="1" y="260"/>
                    <a:pt x="1" y="577"/>
                  </a:cubicBezTo>
                  <a:lnTo>
                    <a:pt x="1" y="956"/>
                  </a:lnTo>
                  <a:cubicBezTo>
                    <a:pt x="1" y="1273"/>
                    <a:pt x="255" y="1528"/>
                    <a:pt x="577" y="1528"/>
                  </a:cubicBezTo>
                  <a:lnTo>
                    <a:pt x="6409" y="1528"/>
                  </a:lnTo>
                  <a:cubicBezTo>
                    <a:pt x="6726" y="1528"/>
                    <a:pt x="6981" y="1273"/>
                    <a:pt x="6981" y="956"/>
                  </a:cubicBezTo>
                  <a:lnTo>
                    <a:pt x="6981" y="577"/>
                  </a:lnTo>
                  <a:cubicBezTo>
                    <a:pt x="6981" y="260"/>
                    <a:pt x="6726" y="0"/>
                    <a:pt x="6409" y="0"/>
                  </a:cubicBezTo>
                  <a:close/>
                </a:path>
              </a:pathLst>
            </a:custGeom>
            <a:solidFill>
              <a:srgbClr val="EFF3F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19" name="Google Shape;8419;p69"/>
            <p:cNvSpPr/>
            <p:nvPr/>
          </p:nvSpPr>
          <p:spPr>
            <a:xfrm>
              <a:off x="981420" y="3879430"/>
              <a:ext cx="99013" cy="91316"/>
            </a:xfrm>
            <a:custGeom>
              <a:avLst/>
              <a:gdLst/>
              <a:ahLst/>
              <a:cxnLst/>
              <a:rect l="l" t="t" r="r" b="b"/>
              <a:pathLst>
                <a:path w="3782" h="3488" extrusionOk="0">
                  <a:moveTo>
                    <a:pt x="1889" y="1"/>
                  </a:moveTo>
                  <a:cubicBezTo>
                    <a:pt x="1807" y="1"/>
                    <a:pt x="1725" y="43"/>
                    <a:pt x="1682" y="126"/>
                  </a:cubicBezTo>
                  <a:lnTo>
                    <a:pt x="1303" y="900"/>
                  </a:lnTo>
                  <a:cubicBezTo>
                    <a:pt x="1264" y="967"/>
                    <a:pt x="1197" y="1015"/>
                    <a:pt x="1120" y="1029"/>
                  </a:cubicBezTo>
                  <a:lnTo>
                    <a:pt x="270" y="1149"/>
                  </a:lnTo>
                  <a:cubicBezTo>
                    <a:pt x="77" y="1178"/>
                    <a:pt x="1" y="1418"/>
                    <a:pt x="140" y="1553"/>
                  </a:cubicBezTo>
                  <a:lnTo>
                    <a:pt x="755" y="2153"/>
                  </a:lnTo>
                  <a:cubicBezTo>
                    <a:pt x="808" y="2211"/>
                    <a:pt x="832" y="2288"/>
                    <a:pt x="817" y="2365"/>
                  </a:cubicBezTo>
                  <a:lnTo>
                    <a:pt x="673" y="3210"/>
                  </a:lnTo>
                  <a:cubicBezTo>
                    <a:pt x="647" y="3363"/>
                    <a:pt x="768" y="3488"/>
                    <a:pt x="905" y="3488"/>
                  </a:cubicBezTo>
                  <a:cubicBezTo>
                    <a:pt x="941" y="3488"/>
                    <a:pt x="978" y="3479"/>
                    <a:pt x="1014" y="3460"/>
                  </a:cubicBezTo>
                  <a:lnTo>
                    <a:pt x="1778" y="3061"/>
                  </a:lnTo>
                  <a:cubicBezTo>
                    <a:pt x="1812" y="3042"/>
                    <a:pt x="1849" y="3033"/>
                    <a:pt x="1886" y="3033"/>
                  </a:cubicBezTo>
                  <a:cubicBezTo>
                    <a:pt x="1923" y="3033"/>
                    <a:pt x="1961" y="3042"/>
                    <a:pt x="1994" y="3061"/>
                  </a:cubicBezTo>
                  <a:lnTo>
                    <a:pt x="2753" y="3460"/>
                  </a:lnTo>
                  <a:cubicBezTo>
                    <a:pt x="2789" y="3479"/>
                    <a:pt x="2826" y="3488"/>
                    <a:pt x="2863" y="3488"/>
                  </a:cubicBezTo>
                  <a:cubicBezTo>
                    <a:pt x="3000" y="3488"/>
                    <a:pt x="3122" y="3363"/>
                    <a:pt x="3099" y="3210"/>
                  </a:cubicBezTo>
                  <a:lnTo>
                    <a:pt x="2960" y="2365"/>
                  </a:lnTo>
                  <a:cubicBezTo>
                    <a:pt x="2946" y="2288"/>
                    <a:pt x="2970" y="2211"/>
                    <a:pt x="3027" y="2153"/>
                  </a:cubicBezTo>
                  <a:lnTo>
                    <a:pt x="3642" y="1553"/>
                  </a:lnTo>
                  <a:cubicBezTo>
                    <a:pt x="3781" y="1418"/>
                    <a:pt x="3705" y="1178"/>
                    <a:pt x="3508" y="1154"/>
                  </a:cubicBezTo>
                  <a:lnTo>
                    <a:pt x="2662" y="1029"/>
                  </a:lnTo>
                  <a:cubicBezTo>
                    <a:pt x="2580" y="1020"/>
                    <a:pt x="2513" y="972"/>
                    <a:pt x="2480" y="900"/>
                  </a:cubicBezTo>
                  <a:lnTo>
                    <a:pt x="2100" y="131"/>
                  </a:lnTo>
                  <a:cubicBezTo>
                    <a:pt x="2056" y="44"/>
                    <a:pt x="1973" y="1"/>
                    <a:pt x="1889" y="1"/>
                  </a:cubicBezTo>
                  <a:close/>
                </a:path>
              </a:pathLst>
            </a:custGeom>
            <a:solidFill>
              <a:srgbClr val="E4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20" name="Google Shape;8420;p69"/>
            <p:cNvSpPr/>
            <p:nvPr/>
          </p:nvSpPr>
          <p:spPr>
            <a:xfrm>
              <a:off x="980661" y="4063816"/>
              <a:ext cx="100400" cy="39663"/>
            </a:xfrm>
            <a:custGeom>
              <a:avLst/>
              <a:gdLst/>
              <a:ahLst/>
              <a:cxnLst/>
              <a:rect l="l" t="t" r="r" b="b"/>
              <a:pathLst>
                <a:path w="3835" h="1515" extrusionOk="0">
                  <a:moveTo>
                    <a:pt x="231" y="1"/>
                  </a:moveTo>
                  <a:cubicBezTo>
                    <a:pt x="106" y="1"/>
                    <a:pt x="1" y="102"/>
                    <a:pt x="6" y="232"/>
                  </a:cubicBezTo>
                  <a:lnTo>
                    <a:pt x="6" y="1514"/>
                  </a:lnTo>
                  <a:lnTo>
                    <a:pt x="3834" y="1514"/>
                  </a:lnTo>
                  <a:lnTo>
                    <a:pt x="3834" y="232"/>
                  </a:lnTo>
                  <a:cubicBezTo>
                    <a:pt x="3834" y="102"/>
                    <a:pt x="3734" y="1"/>
                    <a:pt x="3609" y="1"/>
                  </a:cubicBezTo>
                  <a:close/>
                </a:path>
              </a:pathLst>
            </a:custGeom>
            <a:solidFill>
              <a:srgbClr val="B5C4C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21" name="Google Shape;8421;p69"/>
            <p:cNvSpPr/>
            <p:nvPr/>
          </p:nvSpPr>
          <p:spPr>
            <a:xfrm>
              <a:off x="958041" y="4091750"/>
              <a:ext cx="145666" cy="41521"/>
            </a:xfrm>
            <a:custGeom>
              <a:avLst/>
              <a:gdLst/>
              <a:ahLst/>
              <a:cxnLst/>
              <a:rect l="l" t="t" r="r" b="b"/>
              <a:pathLst>
                <a:path w="5564" h="1586" extrusionOk="0">
                  <a:moveTo>
                    <a:pt x="288" y="0"/>
                  </a:moveTo>
                  <a:cubicBezTo>
                    <a:pt x="130" y="0"/>
                    <a:pt x="0" y="130"/>
                    <a:pt x="0" y="289"/>
                  </a:cubicBezTo>
                  <a:lnTo>
                    <a:pt x="0" y="1586"/>
                  </a:lnTo>
                  <a:lnTo>
                    <a:pt x="5563" y="1586"/>
                  </a:lnTo>
                  <a:lnTo>
                    <a:pt x="5563" y="289"/>
                  </a:lnTo>
                  <a:cubicBezTo>
                    <a:pt x="5563" y="130"/>
                    <a:pt x="5433" y="0"/>
                    <a:pt x="5275" y="0"/>
                  </a:cubicBezTo>
                  <a:close/>
                </a:path>
              </a:pathLst>
            </a:custGeom>
            <a:solidFill>
              <a:srgbClr val="A9BBC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22" name="Google Shape;8422;p69"/>
            <p:cNvSpPr/>
            <p:nvPr/>
          </p:nvSpPr>
          <p:spPr>
            <a:xfrm>
              <a:off x="926206" y="4112511"/>
              <a:ext cx="209178" cy="72074"/>
            </a:xfrm>
            <a:custGeom>
              <a:avLst/>
              <a:gdLst/>
              <a:ahLst/>
              <a:cxnLst/>
              <a:rect l="l" t="t" r="r" b="b"/>
              <a:pathLst>
                <a:path w="7990" h="2753" extrusionOk="0">
                  <a:moveTo>
                    <a:pt x="659" y="0"/>
                  </a:moveTo>
                  <a:cubicBezTo>
                    <a:pt x="299" y="5"/>
                    <a:pt x="5" y="298"/>
                    <a:pt x="1" y="658"/>
                  </a:cubicBezTo>
                  <a:lnTo>
                    <a:pt x="1" y="2090"/>
                  </a:lnTo>
                  <a:cubicBezTo>
                    <a:pt x="1" y="2455"/>
                    <a:pt x="299" y="2748"/>
                    <a:pt x="659" y="2753"/>
                  </a:cubicBezTo>
                  <a:lnTo>
                    <a:pt x="7332" y="2753"/>
                  </a:lnTo>
                  <a:cubicBezTo>
                    <a:pt x="7697" y="2748"/>
                    <a:pt x="7990" y="2455"/>
                    <a:pt x="7990" y="2090"/>
                  </a:cubicBezTo>
                  <a:lnTo>
                    <a:pt x="7990" y="658"/>
                  </a:lnTo>
                  <a:cubicBezTo>
                    <a:pt x="7990" y="298"/>
                    <a:pt x="7697" y="5"/>
                    <a:pt x="7332" y="0"/>
                  </a:cubicBezTo>
                  <a:close/>
                </a:path>
              </a:pathLst>
            </a:custGeom>
            <a:solidFill>
              <a:srgbClr val="88A1B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23" name="Google Shape;8423;p69"/>
            <p:cNvSpPr/>
            <p:nvPr/>
          </p:nvSpPr>
          <p:spPr>
            <a:xfrm>
              <a:off x="952491" y="4112511"/>
              <a:ext cx="182893" cy="72074"/>
            </a:xfrm>
            <a:custGeom>
              <a:avLst/>
              <a:gdLst/>
              <a:ahLst/>
              <a:cxnLst/>
              <a:rect l="l" t="t" r="r" b="b"/>
              <a:pathLst>
                <a:path w="6986" h="2753" extrusionOk="0">
                  <a:moveTo>
                    <a:pt x="659" y="0"/>
                  </a:moveTo>
                  <a:cubicBezTo>
                    <a:pt x="299" y="5"/>
                    <a:pt x="1" y="298"/>
                    <a:pt x="1" y="658"/>
                  </a:cubicBezTo>
                  <a:lnTo>
                    <a:pt x="1" y="2090"/>
                  </a:lnTo>
                  <a:cubicBezTo>
                    <a:pt x="1" y="2455"/>
                    <a:pt x="294" y="2748"/>
                    <a:pt x="659" y="2753"/>
                  </a:cubicBezTo>
                  <a:lnTo>
                    <a:pt x="6328" y="2753"/>
                  </a:lnTo>
                  <a:cubicBezTo>
                    <a:pt x="6693" y="2748"/>
                    <a:pt x="6986" y="2455"/>
                    <a:pt x="6986" y="2090"/>
                  </a:cubicBezTo>
                  <a:lnTo>
                    <a:pt x="6986" y="658"/>
                  </a:lnTo>
                  <a:cubicBezTo>
                    <a:pt x="6986" y="293"/>
                    <a:pt x="6688" y="0"/>
                    <a:pt x="6328" y="0"/>
                  </a:cubicBezTo>
                  <a:close/>
                </a:path>
              </a:pathLst>
            </a:custGeom>
            <a:solidFill>
              <a:srgbClr val="93AAB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24" name="Google Shape;8424;p69"/>
            <p:cNvSpPr/>
            <p:nvPr/>
          </p:nvSpPr>
          <p:spPr>
            <a:xfrm>
              <a:off x="920682" y="3811650"/>
              <a:ext cx="220357" cy="378353"/>
            </a:xfrm>
            <a:custGeom>
              <a:avLst/>
              <a:gdLst/>
              <a:ahLst/>
              <a:cxnLst/>
              <a:rect l="l" t="t" r="r" b="b"/>
              <a:pathLst>
                <a:path w="8417" h="14452" extrusionOk="0">
                  <a:moveTo>
                    <a:pt x="5001" y="7774"/>
                  </a:moveTo>
                  <a:lnTo>
                    <a:pt x="5001" y="9422"/>
                  </a:lnTo>
                  <a:lnTo>
                    <a:pt x="3416" y="9422"/>
                  </a:lnTo>
                  <a:lnTo>
                    <a:pt x="3416" y="7774"/>
                  </a:lnTo>
                  <a:cubicBezTo>
                    <a:pt x="3675" y="7846"/>
                    <a:pt x="3942" y="7882"/>
                    <a:pt x="4209" y="7882"/>
                  </a:cubicBezTo>
                  <a:cubicBezTo>
                    <a:pt x="4475" y="7882"/>
                    <a:pt x="4742" y="7846"/>
                    <a:pt x="5001" y="7774"/>
                  </a:cubicBezTo>
                  <a:close/>
                  <a:moveTo>
                    <a:pt x="5909" y="9849"/>
                  </a:moveTo>
                  <a:lnTo>
                    <a:pt x="5909" y="10488"/>
                  </a:lnTo>
                  <a:lnTo>
                    <a:pt x="2503" y="10488"/>
                  </a:lnTo>
                  <a:lnTo>
                    <a:pt x="2503" y="9849"/>
                  </a:lnTo>
                  <a:close/>
                  <a:moveTo>
                    <a:pt x="6774" y="10916"/>
                  </a:moveTo>
                  <a:lnTo>
                    <a:pt x="6774" y="11281"/>
                  </a:lnTo>
                  <a:lnTo>
                    <a:pt x="1638" y="11281"/>
                  </a:lnTo>
                  <a:lnTo>
                    <a:pt x="1638" y="10916"/>
                  </a:lnTo>
                  <a:lnTo>
                    <a:pt x="2503" y="10916"/>
                  </a:lnTo>
                  <a:lnTo>
                    <a:pt x="2503" y="10935"/>
                  </a:lnTo>
                  <a:lnTo>
                    <a:pt x="5914" y="10935"/>
                  </a:lnTo>
                  <a:lnTo>
                    <a:pt x="5914" y="10916"/>
                  </a:lnTo>
                  <a:close/>
                  <a:moveTo>
                    <a:pt x="7543" y="11708"/>
                  </a:moveTo>
                  <a:cubicBezTo>
                    <a:pt x="7792" y="11708"/>
                    <a:pt x="7989" y="11905"/>
                    <a:pt x="7989" y="12150"/>
                  </a:cubicBezTo>
                  <a:lnTo>
                    <a:pt x="7989" y="13582"/>
                  </a:lnTo>
                  <a:cubicBezTo>
                    <a:pt x="7989" y="13827"/>
                    <a:pt x="7792" y="14029"/>
                    <a:pt x="7543" y="14029"/>
                  </a:cubicBezTo>
                  <a:lnTo>
                    <a:pt x="870" y="14029"/>
                  </a:lnTo>
                  <a:cubicBezTo>
                    <a:pt x="625" y="14029"/>
                    <a:pt x="428" y="13827"/>
                    <a:pt x="428" y="13582"/>
                  </a:cubicBezTo>
                  <a:lnTo>
                    <a:pt x="428" y="12150"/>
                  </a:lnTo>
                  <a:cubicBezTo>
                    <a:pt x="428" y="11905"/>
                    <a:pt x="625" y="11708"/>
                    <a:pt x="870" y="11708"/>
                  </a:cubicBezTo>
                  <a:close/>
                  <a:moveTo>
                    <a:pt x="788" y="1"/>
                  </a:moveTo>
                  <a:cubicBezTo>
                    <a:pt x="356" y="1"/>
                    <a:pt x="0" y="352"/>
                    <a:pt x="0" y="789"/>
                  </a:cubicBezTo>
                  <a:lnTo>
                    <a:pt x="0" y="1168"/>
                  </a:lnTo>
                  <a:cubicBezTo>
                    <a:pt x="0" y="1605"/>
                    <a:pt x="356" y="1956"/>
                    <a:pt x="788" y="1956"/>
                  </a:cubicBezTo>
                  <a:lnTo>
                    <a:pt x="1216" y="1956"/>
                  </a:lnTo>
                  <a:lnTo>
                    <a:pt x="1216" y="4887"/>
                  </a:lnTo>
                  <a:cubicBezTo>
                    <a:pt x="1216" y="6068"/>
                    <a:pt x="1907" y="7140"/>
                    <a:pt x="2988" y="7620"/>
                  </a:cubicBezTo>
                  <a:lnTo>
                    <a:pt x="2988" y="9422"/>
                  </a:lnTo>
                  <a:lnTo>
                    <a:pt x="2297" y="9422"/>
                  </a:lnTo>
                  <a:cubicBezTo>
                    <a:pt x="2177" y="9422"/>
                    <a:pt x="2080" y="9518"/>
                    <a:pt x="2080" y="9633"/>
                  </a:cubicBezTo>
                  <a:lnTo>
                    <a:pt x="2080" y="10488"/>
                  </a:lnTo>
                  <a:lnTo>
                    <a:pt x="1427" y="10488"/>
                  </a:lnTo>
                  <a:cubicBezTo>
                    <a:pt x="1312" y="10488"/>
                    <a:pt x="1216" y="10584"/>
                    <a:pt x="1216" y="10699"/>
                  </a:cubicBezTo>
                  <a:lnTo>
                    <a:pt x="1216" y="11281"/>
                  </a:lnTo>
                  <a:lnTo>
                    <a:pt x="870" y="11281"/>
                  </a:lnTo>
                  <a:cubicBezTo>
                    <a:pt x="389" y="11281"/>
                    <a:pt x="0" y="11670"/>
                    <a:pt x="0" y="12150"/>
                  </a:cubicBezTo>
                  <a:lnTo>
                    <a:pt x="0" y="13582"/>
                  </a:lnTo>
                  <a:cubicBezTo>
                    <a:pt x="0" y="14062"/>
                    <a:pt x="389" y="14451"/>
                    <a:pt x="870" y="14451"/>
                  </a:cubicBezTo>
                  <a:lnTo>
                    <a:pt x="7543" y="14451"/>
                  </a:lnTo>
                  <a:cubicBezTo>
                    <a:pt x="8023" y="14451"/>
                    <a:pt x="8412" y="14062"/>
                    <a:pt x="8417" y="13582"/>
                  </a:cubicBezTo>
                  <a:lnTo>
                    <a:pt x="8417" y="12150"/>
                  </a:lnTo>
                  <a:cubicBezTo>
                    <a:pt x="8412" y="11670"/>
                    <a:pt x="8023" y="11281"/>
                    <a:pt x="7543" y="11281"/>
                  </a:cubicBezTo>
                  <a:lnTo>
                    <a:pt x="7202" y="11281"/>
                  </a:lnTo>
                  <a:lnTo>
                    <a:pt x="7202" y="10704"/>
                  </a:lnTo>
                  <a:cubicBezTo>
                    <a:pt x="7202" y="10584"/>
                    <a:pt x="7105" y="10488"/>
                    <a:pt x="6990" y="10488"/>
                  </a:cubicBezTo>
                  <a:lnTo>
                    <a:pt x="6337" y="10488"/>
                  </a:lnTo>
                  <a:lnTo>
                    <a:pt x="6337" y="9638"/>
                  </a:lnTo>
                  <a:cubicBezTo>
                    <a:pt x="6337" y="9518"/>
                    <a:pt x="6241" y="9422"/>
                    <a:pt x="6125" y="9422"/>
                  </a:cubicBezTo>
                  <a:lnTo>
                    <a:pt x="5424" y="9422"/>
                  </a:lnTo>
                  <a:lnTo>
                    <a:pt x="5424" y="7620"/>
                  </a:lnTo>
                  <a:cubicBezTo>
                    <a:pt x="5808" y="7452"/>
                    <a:pt x="6149" y="7202"/>
                    <a:pt x="6433" y="6890"/>
                  </a:cubicBezTo>
                  <a:cubicBezTo>
                    <a:pt x="6574" y="6731"/>
                    <a:pt x="6430" y="6532"/>
                    <a:pt x="6270" y="6532"/>
                  </a:cubicBezTo>
                  <a:cubicBezTo>
                    <a:pt x="6217" y="6532"/>
                    <a:pt x="6163" y="6554"/>
                    <a:pt x="6116" y="6606"/>
                  </a:cubicBezTo>
                  <a:cubicBezTo>
                    <a:pt x="5620" y="7156"/>
                    <a:pt x="4922" y="7456"/>
                    <a:pt x="4208" y="7456"/>
                  </a:cubicBezTo>
                  <a:cubicBezTo>
                    <a:pt x="3899" y="7456"/>
                    <a:pt x="3587" y="7400"/>
                    <a:pt x="3286" y="7284"/>
                  </a:cubicBezTo>
                  <a:cubicBezTo>
                    <a:pt x="2297" y="6904"/>
                    <a:pt x="1638" y="5953"/>
                    <a:pt x="1638" y="4887"/>
                  </a:cubicBezTo>
                  <a:lnTo>
                    <a:pt x="1638" y="1956"/>
                  </a:lnTo>
                  <a:lnTo>
                    <a:pt x="6774" y="1956"/>
                  </a:lnTo>
                  <a:lnTo>
                    <a:pt x="6774" y="4887"/>
                  </a:lnTo>
                  <a:cubicBezTo>
                    <a:pt x="6774" y="5257"/>
                    <a:pt x="6697" y="5617"/>
                    <a:pt x="6543" y="5953"/>
                  </a:cubicBezTo>
                  <a:cubicBezTo>
                    <a:pt x="6495" y="6059"/>
                    <a:pt x="6543" y="6188"/>
                    <a:pt x="6649" y="6237"/>
                  </a:cubicBezTo>
                  <a:cubicBezTo>
                    <a:pt x="6678" y="6246"/>
                    <a:pt x="6707" y="6256"/>
                    <a:pt x="6740" y="6256"/>
                  </a:cubicBezTo>
                  <a:cubicBezTo>
                    <a:pt x="6822" y="6256"/>
                    <a:pt x="6899" y="6208"/>
                    <a:pt x="6933" y="6131"/>
                  </a:cubicBezTo>
                  <a:cubicBezTo>
                    <a:pt x="7110" y="5742"/>
                    <a:pt x="7202" y="5319"/>
                    <a:pt x="7202" y="4891"/>
                  </a:cubicBezTo>
                  <a:lnTo>
                    <a:pt x="7202" y="1956"/>
                  </a:lnTo>
                  <a:lnTo>
                    <a:pt x="7629" y="1956"/>
                  </a:lnTo>
                  <a:cubicBezTo>
                    <a:pt x="8061" y="1956"/>
                    <a:pt x="8412" y="1605"/>
                    <a:pt x="8417" y="1168"/>
                  </a:cubicBezTo>
                  <a:lnTo>
                    <a:pt x="8417" y="789"/>
                  </a:lnTo>
                  <a:cubicBezTo>
                    <a:pt x="8412" y="352"/>
                    <a:pt x="8061" y="1"/>
                    <a:pt x="7629" y="1"/>
                  </a:cubicBezTo>
                  <a:lnTo>
                    <a:pt x="2671" y="1"/>
                  </a:lnTo>
                  <a:cubicBezTo>
                    <a:pt x="2388" y="1"/>
                    <a:pt x="2388" y="424"/>
                    <a:pt x="2671" y="428"/>
                  </a:cubicBezTo>
                  <a:lnTo>
                    <a:pt x="7629" y="428"/>
                  </a:lnTo>
                  <a:cubicBezTo>
                    <a:pt x="7826" y="428"/>
                    <a:pt x="7989" y="587"/>
                    <a:pt x="7989" y="789"/>
                  </a:cubicBezTo>
                  <a:lnTo>
                    <a:pt x="7989" y="1168"/>
                  </a:lnTo>
                  <a:cubicBezTo>
                    <a:pt x="7989" y="1365"/>
                    <a:pt x="7826" y="1529"/>
                    <a:pt x="7629" y="1529"/>
                  </a:cubicBezTo>
                  <a:lnTo>
                    <a:pt x="788" y="1529"/>
                  </a:lnTo>
                  <a:cubicBezTo>
                    <a:pt x="591" y="1529"/>
                    <a:pt x="428" y="1365"/>
                    <a:pt x="428" y="1168"/>
                  </a:cubicBezTo>
                  <a:lnTo>
                    <a:pt x="428" y="789"/>
                  </a:lnTo>
                  <a:cubicBezTo>
                    <a:pt x="428" y="587"/>
                    <a:pt x="591" y="428"/>
                    <a:pt x="788" y="428"/>
                  </a:cubicBezTo>
                  <a:lnTo>
                    <a:pt x="1821" y="428"/>
                  </a:lnTo>
                  <a:cubicBezTo>
                    <a:pt x="2104" y="424"/>
                    <a:pt x="2104" y="1"/>
                    <a:pt x="1821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25" name="Google Shape;8425;p69"/>
            <p:cNvSpPr/>
            <p:nvPr/>
          </p:nvSpPr>
          <p:spPr>
            <a:xfrm>
              <a:off x="974011" y="3873828"/>
              <a:ext cx="113464" cy="102495"/>
            </a:xfrm>
            <a:custGeom>
              <a:avLst/>
              <a:gdLst/>
              <a:ahLst/>
              <a:cxnLst/>
              <a:rect l="l" t="t" r="r" b="b"/>
              <a:pathLst>
                <a:path w="4334" h="3915" extrusionOk="0">
                  <a:moveTo>
                    <a:pt x="2170" y="0"/>
                  </a:moveTo>
                  <a:cubicBezTo>
                    <a:pt x="2009" y="0"/>
                    <a:pt x="1850" y="83"/>
                    <a:pt x="1768" y="249"/>
                  </a:cubicBezTo>
                  <a:cubicBezTo>
                    <a:pt x="1365" y="1070"/>
                    <a:pt x="1389" y="1022"/>
                    <a:pt x="1384" y="1027"/>
                  </a:cubicBezTo>
                  <a:cubicBezTo>
                    <a:pt x="1249" y="1181"/>
                    <a:pt x="1385" y="1379"/>
                    <a:pt x="1544" y="1379"/>
                  </a:cubicBezTo>
                  <a:cubicBezTo>
                    <a:pt x="1623" y="1379"/>
                    <a:pt x="1708" y="1330"/>
                    <a:pt x="1768" y="1205"/>
                  </a:cubicBezTo>
                  <a:cubicBezTo>
                    <a:pt x="2132" y="473"/>
                    <a:pt x="2150" y="426"/>
                    <a:pt x="2164" y="426"/>
                  </a:cubicBezTo>
                  <a:cubicBezTo>
                    <a:pt x="2166" y="426"/>
                    <a:pt x="2169" y="427"/>
                    <a:pt x="2172" y="427"/>
                  </a:cubicBezTo>
                  <a:cubicBezTo>
                    <a:pt x="2174" y="427"/>
                    <a:pt x="2176" y="425"/>
                    <a:pt x="2178" y="425"/>
                  </a:cubicBezTo>
                  <a:cubicBezTo>
                    <a:pt x="2189" y="425"/>
                    <a:pt x="2210" y="475"/>
                    <a:pt x="2570" y="1205"/>
                  </a:cubicBezTo>
                  <a:cubicBezTo>
                    <a:pt x="2638" y="1339"/>
                    <a:pt x="2763" y="1431"/>
                    <a:pt x="2911" y="1450"/>
                  </a:cubicBezTo>
                  <a:lnTo>
                    <a:pt x="3757" y="1575"/>
                  </a:lnTo>
                  <a:cubicBezTo>
                    <a:pt x="3771" y="1575"/>
                    <a:pt x="3781" y="1584"/>
                    <a:pt x="3781" y="1599"/>
                  </a:cubicBezTo>
                  <a:cubicBezTo>
                    <a:pt x="3781" y="1613"/>
                    <a:pt x="3810" y="1575"/>
                    <a:pt x="3156" y="2214"/>
                  </a:cubicBezTo>
                  <a:cubicBezTo>
                    <a:pt x="3070" y="2295"/>
                    <a:pt x="3022" y="2416"/>
                    <a:pt x="3022" y="2536"/>
                  </a:cubicBezTo>
                  <a:cubicBezTo>
                    <a:pt x="3022" y="2617"/>
                    <a:pt x="3176" y="3439"/>
                    <a:pt x="3176" y="3463"/>
                  </a:cubicBezTo>
                  <a:cubicBezTo>
                    <a:pt x="3172" y="3474"/>
                    <a:pt x="3162" y="3485"/>
                    <a:pt x="3152" y="3485"/>
                  </a:cubicBezTo>
                  <a:cubicBezTo>
                    <a:pt x="3149" y="3485"/>
                    <a:pt x="3145" y="3484"/>
                    <a:pt x="3142" y="3482"/>
                  </a:cubicBezTo>
                  <a:lnTo>
                    <a:pt x="2378" y="3083"/>
                  </a:lnTo>
                  <a:cubicBezTo>
                    <a:pt x="2313" y="3050"/>
                    <a:pt x="2242" y="3033"/>
                    <a:pt x="2172" y="3033"/>
                  </a:cubicBezTo>
                  <a:cubicBezTo>
                    <a:pt x="2101" y="3033"/>
                    <a:pt x="2030" y="3050"/>
                    <a:pt x="1965" y="3083"/>
                  </a:cubicBezTo>
                  <a:cubicBezTo>
                    <a:pt x="1219" y="3474"/>
                    <a:pt x="1200" y="3487"/>
                    <a:pt x="1193" y="3487"/>
                  </a:cubicBezTo>
                  <a:cubicBezTo>
                    <a:pt x="1193" y="3487"/>
                    <a:pt x="1192" y="3487"/>
                    <a:pt x="1192" y="3487"/>
                  </a:cubicBezTo>
                  <a:cubicBezTo>
                    <a:pt x="1177" y="3487"/>
                    <a:pt x="1168" y="3472"/>
                    <a:pt x="1168" y="3458"/>
                  </a:cubicBezTo>
                  <a:cubicBezTo>
                    <a:pt x="1321" y="2564"/>
                    <a:pt x="1321" y="2603"/>
                    <a:pt x="1321" y="2536"/>
                  </a:cubicBezTo>
                  <a:cubicBezTo>
                    <a:pt x="1321" y="2416"/>
                    <a:pt x="1273" y="2300"/>
                    <a:pt x="1187" y="2214"/>
                  </a:cubicBezTo>
                  <a:lnTo>
                    <a:pt x="572" y="1613"/>
                  </a:lnTo>
                  <a:cubicBezTo>
                    <a:pt x="557" y="1599"/>
                    <a:pt x="562" y="1575"/>
                    <a:pt x="581" y="1575"/>
                  </a:cubicBezTo>
                  <a:lnTo>
                    <a:pt x="759" y="1551"/>
                  </a:lnTo>
                  <a:cubicBezTo>
                    <a:pt x="1016" y="1500"/>
                    <a:pt x="969" y="1127"/>
                    <a:pt x="720" y="1127"/>
                  </a:cubicBezTo>
                  <a:cubicBezTo>
                    <a:pt x="712" y="1127"/>
                    <a:pt x="705" y="1127"/>
                    <a:pt x="697" y="1128"/>
                  </a:cubicBezTo>
                  <a:lnTo>
                    <a:pt x="524" y="1152"/>
                  </a:lnTo>
                  <a:cubicBezTo>
                    <a:pt x="149" y="1205"/>
                    <a:pt x="0" y="1666"/>
                    <a:pt x="274" y="1926"/>
                  </a:cubicBezTo>
                  <a:cubicBezTo>
                    <a:pt x="913" y="2555"/>
                    <a:pt x="899" y="2521"/>
                    <a:pt x="894" y="2545"/>
                  </a:cubicBezTo>
                  <a:cubicBezTo>
                    <a:pt x="745" y="3434"/>
                    <a:pt x="745" y="3400"/>
                    <a:pt x="745" y="3468"/>
                  </a:cubicBezTo>
                  <a:cubicBezTo>
                    <a:pt x="745" y="3727"/>
                    <a:pt x="956" y="3915"/>
                    <a:pt x="1189" y="3915"/>
                  </a:cubicBezTo>
                  <a:cubicBezTo>
                    <a:pt x="1258" y="3915"/>
                    <a:pt x="1330" y="3898"/>
                    <a:pt x="1398" y="3862"/>
                  </a:cubicBezTo>
                  <a:cubicBezTo>
                    <a:pt x="2083" y="3507"/>
                    <a:pt x="2155" y="3460"/>
                    <a:pt x="2174" y="3460"/>
                  </a:cubicBezTo>
                  <a:cubicBezTo>
                    <a:pt x="2177" y="3460"/>
                    <a:pt x="2179" y="3461"/>
                    <a:pt x="2181" y="3463"/>
                  </a:cubicBezTo>
                  <a:cubicBezTo>
                    <a:pt x="2907" y="3828"/>
                    <a:pt x="2959" y="3914"/>
                    <a:pt x="3152" y="3914"/>
                  </a:cubicBezTo>
                  <a:cubicBezTo>
                    <a:pt x="3425" y="3914"/>
                    <a:pt x="3637" y="3665"/>
                    <a:pt x="3594" y="3391"/>
                  </a:cubicBezTo>
                  <a:cubicBezTo>
                    <a:pt x="3445" y="2502"/>
                    <a:pt x="3435" y="2536"/>
                    <a:pt x="3454" y="2521"/>
                  </a:cubicBezTo>
                  <a:lnTo>
                    <a:pt x="4069" y="1921"/>
                  </a:lnTo>
                  <a:cubicBezTo>
                    <a:pt x="4333" y="1661"/>
                    <a:pt x="4189" y="1210"/>
                    <a:pt x="3819" y="1157"/>
                  </a:cubicBezTo>
                  <a:lnTo>
                    <a:pt x="2969" y="1032"/>
                  </a:lnTo>
                  <a:cubicBezTo>
                    <a:pt x="2945" y="1027"/>
                    <a:pt x="2969" y="1051"/>
                    <a:pt x="2575" y="249"/>
                  </a:cubicBezTo>
                  <a:cubicBezTo>
                    <a:pt x="2491" y="83"/>
                    <a:pt x="2330" y="0"/>
                    <a:pt x="2170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26" name="Google Shape;8426;p69"/>
            <p:cNvSpPr/>
            <p:nvPr/>
          </p:nvSpPr>
          <p:spPr>
            <a:xfrm>
              <a:off x="985190" y="4129973"/>
              <a:ext cx="91342" cy="11231"/>
            </a:xfrm>
            <a:custGeom>
              <a:avLst/>
              <a:gdLst/>
              <a:ahLst/>
              <a:cxnLst/>
              <a:rect l="l" t="t" r="r" b="b"/>
              <a:pathLst>
                <a:path w="3489" h="429" extrusionOk="0">
                  <a:moveTo>
                    <a:pt x="284" y="1"/>
                  </a:moveTo>
                  <a:cubicBezTo>
                    <a:pt x="1" y="1"/>
                    <a:pt x="1" y="424"/>
                    <a:pt x="284" y="428"/>
                  </a:cubicBezTo>
                  <a:lnTo>
                    <a:pt x="3205" y="428"/>
                  </a:lnTo>
                  <a:cubicBezTo>
                    <a:pt x="3488" y="428"/>
                    <a:pt x="3488" y="1"/>
                    <a:pt x="3205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27" name="Google Shape;8427;p69"/>
            <p:cNvSpPr/>
            <p:nvPr/>
          </p:nvSpPr>
          <p:spPr>
            <a:xfrm>
              <a:off x="985190" y="4154373"/>
              <a:ext cx="91342" cy="11231"/>
            </a:xfrm>
            <a:custGeom>
              <a:avLst/>
              <a:gdLst/>
              <a:ahLst/>
              <a:cxnLst/>
              <a:rect l="l" t="t" r="r" b="b"/>
              <a:pathLst>
                <a:path w="3489" h="429" extrusionOk="0">
                  <a:moveTo>
                    <a:pt x="284" y="1"/>
                  </a:moveTo>
                  <a:cubicBezTo>
                    <a:pt x="1" y="1"/>
                    <a:pt x="1" y="428"/>
                    <a:pt x="284" y="428"/>
                  </a:cubicBezTo>
                  <a:lnTo>
                    <a:pt x="3205" y="428"/>
                  </a:lnTo>
                  <a:cubicBezTo>
                    <a:pt x="3488" y="428"/>
                    <a:pt x="3488" y="1"/>
                    <a:pt x="3205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428" name="Google Shape;8428;p69"/>
          <p:cNvGrpSpPr/>
          <p:nvPr/>
        </p:nvGrpSpPr>
        <p:grpSpPr>
          <a:xfrm>
            <a:off x="2925603" y="1803876"/>
            <a:ext cx="308663" cy="253311"/>
            <a:chOff x="3900804" y="1547918"/>
            <a:chExt cx="411550" cy="337748"/>
          </a:xfrm>
        </p:grpSpPr>
        <p:sp>
          <p:nvSpPr>
            <p:cNvPr id="8429" name="Google Shape;8429;p69"/>
            <p:cNvSpPr/>
            <p:nvPr/>
          </p:nvSpPr>
          <p:spPr>
            <a:xfrm>
              <a:off x="3906956" y="1582266"/>
              <a:ext cx="399350" cy="267298"/>
            </a:xfrm>
            <a:custGeom>
              <a:avLst/>
              <a:gdLst/>
              <a:ahLst/>
              <a:cxnLst/>
              <a:rect l="l" t="t" r="r" b="b"/>
              <a:pathLst>
                <a:path w="15254" h="10210" extrusionOk="0">
                  <a:moveTo>
                    <a:pt x="299" y="1"/>
                  </a:moveTo>
                  <a:cubicBezTo>
                    <a:pt x="130" y="1"/>
                    <a:pt x="1" y="135"/>
                    <a:pt x="1" y="299"/>
                  </a:cubicBezTo>
                  <a:lnTo>
                    <a:pt x="1" y="9907"/>
                  </a:lnTo>
                  <a:cubicBezTo>
                    <a:pt x="1" y="10075"/>
                    <a:pt x="130" y="10209"/>
                    <a:pt x="299" y="10209"/>
                  </a:cubicBezTo>
                  <a:lnTo>
                    <a:pt x="14951" y="10209"/>
                  </a:lnTo>
                  <a:cubicBezTo>
                    <a:pt x="15119" y="10209"/>
                    <a:pt x="15254" y="10075"/>
                    <a:pt x="15254" y="9907"/>
                  </a:cubicBezTo>
                  <a:lnTo>
                    <a:pt x="15254" y="9330"/>
                  </a:lnTo>
                  <a:lnTo>
                    <a:pt x="15254" y="299"/>
                  </a:lnTo>
                  <a:cubicBezTo>
                    <a:pt x="15254" y="135"/>
                    <a:pt x="15119" y="1"/>
                    <a:pt x="14951" y="1"/>
                  </a:cubicBezTo>
                  <a:close/>
                </a:path>
              </a:pathLst>
            </a:custGeom>
            <a:solidFill>
              <a:srgbClr val="B4C3C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30" name="Google Shape;8430;p69"/>
            <p:cNvSpPr/>
            <p:nvPr/>
          </p:nvSpPr>
          <p:spPr>
            <a:xfrm>
              <a:off x="3934629" y="1582266"/>
              <a:ext cx="371677" cy="244286"/>
            </a:xfrm>
            <a:custGeom>
              <a:avLst/>
              <a:gdLst/>
              <a:ahLst/>
              <a:cxnLst/>
              <a:rect l="l" t="t" r="r" b="b"/>
              <a:pathLst>
                <a:path w="14197" h="9331" extrusionOk="0">
                  <a:moveTo>
                    <a:pt x="1" y="1"/>
                  </a:moveTo>
                  <a:lnTo>
                    <a:pt x="1" y="9032"/>
                  </a:lnTo>
                  <a:cubicBezTo>
                    <a:pt x="1" y="9196"/>
                    <a:pt x="135" y="9330"/>
                    <a:pt x="299" y="9330"/>
                  </a:cubicBezTo>
                  <a:lnTo>
                    <a:pt x="14197" y="9330"/>
                  </a:lnTo>
                  <a:lnTo>
                    <a:pt x="14197" y="299"/>
                  </a:lnTo>
                  <a:cubicBezTo>
                    <a:pt x="14197" y="135"/>
                    <a:pt x="14062" y="1"/>
                    <a:pt x="13894" y="1"/>
                  </a:cubicBezTo>
                  <a:close/>
                </a:path>
              </a:pathLst>
            </a:custGeom>
            <a:solidFill>
              <a:srgbClr val="C6D2D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31" name="Google Shape;8431;p69"/>
            <p:cNvSpPr/>
            <p:nvPr/>
          </p:nvSpPr>
          <p:spPr>
            <a:xfrm>
              <a:off x="3947719" y="1553965"/>
              <a:ext cx="317590" cy="271330"/>
            </a:xfrm>
            <a:custGeom>
              <a:avLst/>
              <a:gdLst/>
              <a:ahLst/>
              <a:cxnLst/>
              <a:rect l="l" t="t" r="r" b="b"/>
              <a:pathLst>
                <a:path w="12131" h="10364" extrusionOk="0">
                  <a:moveTo>
                    <a:pt x="3020" y="0"/>
                  </a:moveTo>
                  <a:cubicBezTo>
                    <a:pt x="2134" y="0"/>
                    <a:pt x="1115" y="161"/>
                    <a:pt x="48" y="640"/>
                  </a:cubicBezTo>
                  <a:cubicBezTo>
                    <a:pt x="19" y="654"/>
                    <a:pt x="0" y="678"/>
                    <a:pt x="0" y="707"/>
                  </a:cubicBezTo>
                  <a:lnTo>
                    <a:pt x="0" y="10248"/>
                  </a:lnTo>
                  <a:cubicBezTo>
                    <a:pt x="0" y="10291"/>
                    <a:pt x="39" y="10325"/>
                    <a:pt x="80" y="10325"/>
                  </a:cubicBezTo>
                  <a:cubicBezTo>
                    <a:pt x="88" y="10325"/>
                    <a:pt x="97" y="10323"/>
                    <a:pt x="106" y="10320"/>
                  </a:cubicBezTo>
                  <a:cubicBezTo>
                    <a:pt x="1153" y="9860"/>
                    <a:pt x="2151" y="9705"/>
                    <a:pt x="3021" y="9705"/>
                  </a:cubicBezTo>
                  <a:cubicBezTo>
                    <a:pt x="4815" y="9705"/>
                    <a:pt x="6063" y="10363"/>
                    <a:pt x="6063" y="10363"/>
                  </a:cubicBezTo>
                  <a:cubicBezTo>
                    <a:pt x="6063" y="10363"/>
                    <a:pt x="7313" y="9705"/>
                    <a:pt x="9108" y="9705"/>
                  </a:cubicBezTo>
                  <a:cubicBezTo>
                    <a:pt x="9979" y="9705"/>
                    <a:pt x="10978" y="9860"/>
                    <a:pt x="12025" y="10320"/>
                  </a:cubicBezTo>
                  <a:cubicBezTo>
                    <a:pt x="12033" y="10323"/>
                    <a:pt x="12042" y="10325"/>
                    <a:pt x="12051" y="10325"/>
                  </a:cubicBezTo>
                  <a:cubicBezTo>
                    <a:pt x="12092" y="10325"/>
                    <a:pt x="12131" y="10291"/>
                    <a:pt x="12131" y="10248"/>
                  </a:cubicBezTo>
                  <a:lnTo>
                    <a:pt x="12131" y="707"/>
                  </a:lnTo>
                  <a:cubicBezTo>
                    <a:pt x="12131" y="678"/>
                    <a:pt x="12111" y="654"/>
                    <a:pt x="12087" y="640"/>
                  </a:cubicBezTo>
                  <a:cubicBezTo>
                    <a:pt x="11021" y="161"/>
                    <a:pt x="10002" y="0"/>
                    <a:pt x="9115" y="0"/>
                  </a:cubicBezTo>
                  <a:cubicBezTo>
                    <a:pt x="7319" y="0"/>
                    <a:pt x="6068" y="659"/>
                    <a:pt x="6068" y="659"/>
                  </a:cubicBezTo>
                  <a:cubicBezTo>
                    <a:pt x="6068" y="659"/>
                    <a:pt x="4816" y="0"/>
                    <a:pt x="3020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32" name="Google Shape;8432;p69"/>
            <p:cNvSpPr/>
            <p:nvPr/>
          </p:nvSpPr>
          <p:spPr>
            <a:xfrm>
              <a:off x="3961673" y="1553887"/>
              <a:ext cx="303636" cy="248631"/>
            </a:xfrm>
            <a:custGeom>
              <a:avLst/>
              <a:gdLst/>
              <a:ahLst/>
              <a:cxnLst/>
              <a:rect l="l" t="t" r="r" b="b"/>
              <a:pathLst>
                <a:path w="11598" h="9497" extrusionOk="0">
                  <a:moveTo>
                    <a:pt x="8582" y="1"/>
                  </a:moveTo>
                  <a:cubicBezTo>
                    <a:pt x="6786" y="1"/>
                    <a:pt x="5535" y="662"/>
                    <a:pt x="5535" y="662"/>
                  </a:cubicBezTo>
                  <a:cubicBezTo>
                    <a:pt x="5535" y="662"/>
                    <a:pt x="4284" y="2"/>
                    <a:pt x="2487" y="2"/>
                  </a:cubicBezTo>
                  <a:cubicBezTo>
                    <a:pt x="1741" y="2"/>
                    <a:pt x="902" y="115"/>
                    <a:pt x="20" y="436"/>
                  </a:cubicBezTo>
                  <a:lnTo>
                    <a:pt x="1" y="446"/>
                  </a:lnTo>
                  <a:lnTo>
                    <a:pt x="1" y="9377"/>
                  </a:lnTo>
                  <a:cubicBezTo>
                    <a:pt x="1" y="9420"/>
                    <a:pt x="36" y="9454"/>
                    <a:pt x="78" y="9454"/>
                  </a:cubicBezTo>
                  <a:cubicBezTo>
                    <a:pt x="87" y="9454"/>
                    <a:pt x="97" y="9452"/>
                    <a:pt x="106" y="9449"/>
                  </a:cubicBezTo>
                  <a:cubicBezTo>
                    <a:pt x="1151" y="8990"/>
                    <a:pt x="2091" y="8835"/>
                    <a:pt x="2884" y="8835"/>
                  </a:cubicBezTo>
                  <a:cubicBezTo>
                    <a:pt x="4524" y="8835"/>
                    <a:pt x="5535" y="9497"/>
                    <a:pt x="5535" y="9497"/>
                  </a:cubicBezTo>
                  <a:cubicBezTo>
                    <a:pt x="6630" y="9060"/>
                    <a:pt x="7802" y="8834"/>
                    <a:pt x="8979" y="8834"/>
                  </a:cubicBezTo>
                  <a:cubicBezTo>
                    <a:pt x="8993" y="8834"/>
                    <a:pt x="9007" y="8834"/>
                    <a:pt x="9021" y="8834"/>
                  </a:cubicBezTo>
                  <a:cubicBezTo>
                    <a:pt x="9900" y="8834"/>
                    <a:pt x="10770" y="8983"/>
                    <a:pt x="11598" y="9276"/>
                  </a:cubicBezTo>
                  <a:lnTo>
                    <a:pt x="11598" y="710"/>
                  </a:lnTo>
                  <a:cubicBezTo>
                    <a:pt x="11598" y="681"/>
                    <a:pt x="11583" y="653"/>
                    <a:pt x="11554" y="643"/>
                  </a:cubicBezTo>
                  <a:cubicBezTo>
                    <a:pt x="10488" y="162"/>
                    <a:pt x="9469" y="1"/>
                    <a:pt x="8582" y="1"/>
                  </a:cubicBezTo>
                  <a:close/>
                </a:path>
              </a:pathLst>
            </a:custGeom>
            <a:solidFill>
              <a:srgbClr val="B8C6D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33" name="Google Shape;8433;p69"/>
            <p:cNvSpPr/>
            <p:nvPr/>
          </p:nvSpPr>
          <p:spPr>
            <a:xfrm>
              <a:off x="4106553" y="1553965"/>
              <a:ext cx="158756" cy="248553"/>
            </a:xfrm>
            <a:custGeom>
              <a:avLst/>
              <a:gdLst/>
              <a:ahLst/>
              <a:cxnLst/>
              <a:rect l="l" t="t" r="r" b="b"/>
              <a:pathLst>
                <a:path w="6064" h="9494" extrusionOk="0">
                  <a:moveTo>
                    <a:pt x="3048" y="0"/>
                  </a:moveTo>
                  <a:cubicBezTo>
                    <a:pt x="1252" y="0"/>
                    <a:pt x="1" y="659"/>
                    <a:pt x="1" y="659"/>
                  </a:cubicBezTo>
                  <a:lnTo>
                    <a:pt x="1" y="9494"/>
                  </a:lnTo>
                  <a:cubicBezTo>
                    <a:pt x="1096" y="9057"/>
                    <a:pt x="2268" y="8831"/>
                    <a:pt x="3445" y="8831"/>
                  </a:cubicBezTo>
                  <a:cubicBezTo>
                    <a:pt x="3459" y="8831"/>
                    <a:pt x="3473" y="8831"/>
                    <a:pt x="3487" y="8831"/>
                  </a:cubicBezTo>
                  <a:cubicBezTo>
                    <a:pt x="4366" y="8831"/>
                    <a:pt x="5236" y="8980"/>
                    <a:pt x="6064" y="9273"/>
                  </a:cubicBezTo>
                  <a:lnTo>
                    <a:pt x="6064" y="707"/>
                  </a:lnTo>
                  <a:cubicBezTo>
                    <a:pt x="6064" y="678"/>
                    <a:pt x="6049" y="650"/>
                    <a:pt x="6020" y="640"/>
                  </a:cubicBezTo>
                  <a:cubicBezTo>
                    <a:pt x="4954" y="161"/>
                    <a:pt x="3935" y="0"/>
                    <a:pt x="3048" y="0"/>
                  </a:cubicBezTo>
                  <a:close/>
                </a:path>
              </a:pathLst>
            </a:custGeom>
            <a:solidFill>
              <a:srgbClr val="CDD7D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34" name="Google Shape;8434;p69"/>
            <p:cNvSpPr/>
            <p:nvPr/>
          </p:nvSpPr>
          <p:spPr>
            <a:xfrm>
              <a:off x="4106422" y="1815085"/>
              <a:ext cx="27829" cy="62439"/>
            </a:xfrm>
            <a:custGeom>
              <a:avLst/>
              <a:gdLst/>
              <a:ahLst/>
              <a:cxnLst/>
              <a:rect l="l" t="t" r="r" b="b"/>
              <a:pathLst>
                <a:path w="1063" h="2385" extrusionOk="0">
                  <a:moveTo>
                    <a:pt x="1063" y="0"/>
                  </a:moveTo>
                  <a:cubicBezTo>
                    <a:pt x="698" y="96"/>
                    <a:pt x="342" y="226"/>
                    <a:pt x="1" y="389"/>
                  </a:cubicBezTo>
                  <a:lnTo>
                    <a:pt x="1" y="2311"/>
                  </a:lnTo>
                  <a:cubicBezTo>
                    <a:pt x="1" y="2355"/>
                    <a:pt x="37" y="2385"/>
                    <a:pt x="75" y="2385"/>
                  </a:cubicBezTo>
                  <a:cubicBezTo>
                    <a:pt x="91" y="2385"/>
                    <a:pt x="107" y="2380"/>
                    <a:pt x="121" y="2368"/>
                  </a:cubicBezTo>
                  <a:lnTo>
                    <a:pt x="496" y="2066"/>
                  </a:lnTo>
                  <a:cubicBezTo>
                    <a:pt x="510" y="2056"/>
                    <a:pt x="527" y="2051"/>
                    <a:pt x="544" y="2051"/>
                  </a:cubicBezTo>
                  <a:cubicBezTo>
                    <a:pt x="561" y="2051"/>
                    <a:pt x="577" y="2056"/>
                    <a:pt x="592" y="2066"/>
                  </a:cubicBezTo>
                  <a:lnTo>
                    <a:pt x="943" y="2364"/>
                  </a:lnTo>
                  <a:cubicBezTo>
                    <a:pt x="957" y="2375"/>
                    <a:pt x="973" y="2380"/>
                    <a:pt x="988" y="2380"/>
                  </a:cubicBezTo>
                  <a:cubicBezTo>
                    <a:pt x="1027" y="2380"/>
                    <a:pt x="1063" y="2350"/>
                    <a:pt x="1063" y="2306"/>
                  </a:cubicBezTo>
                  <a:lnTo>
                    <a:pt x="1063" y="0"/>
                  </a:lnTo>
                  <a:close/>
                </a:path>
              </a:pathLst>
            </a:custGeom>
            <a:solidFill>
              <a:srgbClr val="DEE5E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35" name="Google Shape;8435;p69"/>
            <p:cNvSpPr/>
            <p:nvPr/>
          </p:nvSpPr>
          <p:spPr>
            <a:xfrm>
              <a:off x="3900804" y="1547918"/>
              <a:ext cx="411550" cy="337748"/>
            </a:xfrm>
            <a:custGeom>
              <a:avLst/>
              <a:gdLst/>
              <a:ahLst/>
              <a:cxnLst/>
              <a:rect l="l" t="t" r="r" b="b"/>
              <a:pathLst>
                <a:path w="15720" h="12901" extrusionOk="0">
                  <a:moveTo>
                    <a:pt x="10912" y="464"/>
                  </a:moveTo>
                  <a:cubicBezTo>
                    <a:pt x="11744" y="464"/>
                    <a:pt x="12697" y="609"/>
                    <a:pt x="13692" y="1039"/>
                  </a:cubicBezTo>
                  <a:lnTo>
                    <a:pt x="13692" y="10244"/>
                  </a:lnTo>
                  <a:cubicBezTo>
                    <a:pt x="12790" y="9885"/>
                    <a:pt x="11837" y="9706"/>
                    <a:pt x="10885" y="9706"/>
                  </a:cubicBezTo>
                  <a:cubicBezTo>
                    <a:pt x="9936" y="9706"/>
                    <a:pt x="8987" y="9884"/>
                    <a:pt x="8090" y="10239"/>
                  </a:cubicBezTo>
                  <a:lnTo>
                    <a:pt x="8090" y="1034"/>
                  </a:lnTo>
                  <a:cubicBezTo>
                    <a:pt x="8438" y="880"/>
                    <a:pt x="9503" y="464"/>
                    <a:pt x="10912" y="464"/>
                  </a:cubicBezTo>
                  <a:close/>
                  <a:moveTo>
                    <a:pt x="4848" y="460"/>
                  </a:moveTo>
                  <a:cubicBezTo>
                    <a:pt x="5840" y="460"/>
                    <a:pt x="6799" y="664"/>
                    <a:pt x="7629" y="1034"/>
                  </a:cubicBezTo>
                  <a:cubicBezTo>
                    <a:pt x="7629" y="2187"/>
                    <a:pt x="7629" y="8894"/>
                    <a:pt x="7629" y="10239"/>
                  </a:cubicBezTo>
                  <a:cubicBezTo>
                    <a:pt x="6731" y="9883"/>
                    <a:pt x="5775" y="9705"/>
                    <a:pt x="4809" y="9705"/>
                  </a:cubicBezTo>
                  <a:cubicBezTo>
                    <a:pt x="3858" y="9705"/>
                    <a:pt x="2912" y="9888"/>
                    <a:pt x="2023" y="10244"/>
                  </a:cubicBezTo>
                  <a:lnTo>
                    <a:pt x="2023" y="5050"/>
                  </a:lnTo>
                  <a:cubicBezTo>
                    <a:pt x="2023" y="4897"/>
                    <a:pt x="1908" y="4820"/>
                    <a:pt x="1792" y="4820"/>
                  </a:cubicBezTo>
                  <a:cubicBezTo>
                    <a:pt x="1677" y="4820"/>
                    <a:pt x="1562" y="4897"/>
                    <a:pt x="1562" y="5050"/>
                  </a:cubicBezTo>
                  <a:lnTo>
                    <a:pt x="1562" y="10479"/>
                  </a:lnTo>
                  <a:cubicBezTo>
                    <a:pt x="1562" y="10647"/>
                    <a:pt x="1701" y="10786"/>
                    <a:pt x="1869" y="10786"/>
                  </a:cubicBezTo>
                  <a:cubicBezTo>
                    <a:pt x="1912" y="10786"/>
                    <a:pt x="1951" y="10777"/>
                    <a:pt x="1989" y="10762"/>
                  </a:cubicBezTo>
                  <a:cubicBezTo>
                    <a:pt x="2878" y="10368"/>
                    <a:pt x="3839" y="10167"/>
                    <a:pt x="4809" y="10167"/>
                  </a:cubicBezTo>
                  <a:cubicBezTo>
                    <a:pt x="5775" y="10167"/>
                    <a:pt x="6736" y="10364"/>
                    <a:pt x="7624" y="10743"/>
                  </a:cubicBezTo>
                  <a:lnTo>
                    <a:pt x="7624" y="11291"/>
                  </a:lnTo>
                  <a:lnTo>
                    <a:pt x="534" y="11291"/>
                  </a:lnTo>
                  <a:cubicBezTo>
                    <a:pt x="495" y="11291"/>
                    <a:pt x="462" y="11262"/>
                    <a:pt x="462" y="11219"/>
                  </a:cubicBezTo>
                  <a:lnTo>
                    <a:pt x="462" y="1611"/>
                  </a:lnTo>
                  <a:cubicBezTo>
                    <a:pt x="462" y="1572"/>
                    <a:pt x="495" y="1543"/>
                    <a:pt x="534" y="1543"/>
                  </a:cubicBezTo>
                  <a:lnTo>
                    <a:pt x="1562" y="1543"/>
                  </a:lnTo>
                  <a:lnTo>
                    <a:pt x="1562" y="4123"/>
                  </a:lnTo>
                  <a:cubicBezTo>
                    <a:pt x="1562" y="4277"/>
                    <a:pt x="1677" y="4354"/>
                    <a:pt x="1792" y="4354"/>
                  </a:cubicBezTo>
                  <a:cubicBezTo>
                    <a:pt x="1908" y="4354"/>
                    <a:pt x="2023" y="4277"/>
                    <a:pt x="2023" y="4123"/>
                  </a:cubicBezTo>
                  <a:lnTo>
                    <a:pt x="2023" y="1039"/>
                  </a:lnTo>
                  <a:cubicBezTo>
                    <a:pt x="2940" y="642"/>
                    <a:pt x="3909" y="460"/>
                    <a:pt x="4848" y="460"/>
                  </a:cubicBezTo>
                  <a:close/>
                  <a:moveTo>
                    <a:pt x="8686" y="10517"/>
                  </a:moveTo>
                  <a:lnTo>
                    <a:pt x="8686" y="12175"/>
                  </a:lnTo>
                  <a:lnTo>
                    <a:pt x="8542" y="12059"/>
                  </a:lnTo>
                  <a:cubicBezTo>
                    <a:pt x="8500" y="12023"/>
                    <a:pt x="8449" y="12005"/>
                    <a:pt x="8397" y="12005"/>
                  </a:cubicBezTo>
                  <a:cubicBezTo>
                    <a:pt x="8347" y="12005"/>
                    <a:pt x="8296" y="12022"/>
                    <a:pt x="8254" y="12055"/>
                  </a:cubicBezTo>
                  <a:lnTo>
                    <a:pt x="8086" y="12184"/>
                  </a:lnTo>
                  <a:lnTo>
                    <a:pt x="8086" y="10743"/>
                  </a:lnTo>
                  <a:cubicBezTo>
                    <a:pt x="8283" y="10657"/>
                    <a:pt x="8480" y="10585"/>
                    <a:pt x="8686" y="10517"/>
                  </a:cubicBezTo>
                  <a:close/>
                  <a:moveTo>
                    <a:pt x="4831" y="1"/>
                  </a:moveTo>
                  <a:cubicBezTo>
                    <a:pt x="3779" y="1"/>
                    <a:pt x="2727" y="221"/>
                    <a:pt x="1744" y="660"/>
                  </a:cubicBezTo>
                  <a:cubicBezTo>
                    <a:pt x="1509" y="765"/>
                    <a:pt x="1571" y="1034"/>
                    <a:pt x="1566" y="1082"/>
                  </a:cubicBezTo>
                  <a:lnTo>
                    <a:pt x="538" y="1082"/>
                  </a:lnTo>
                  <a:cubicBezTo>
                    <a:pt x="241" y="1082"/>
                    <a:pt x="5" y="1322"/>
                    <a:pt x="0" y="1616"/>
                  </a:cubicBezTo>
                  <a:lnTo>
                    <a:pt x="0" y="11224"/>
                  </a:lnTo>
                  <a:cubicBezTo>
                    <a:pt x="5" y="11517"/>
                    <a:pt x="241" y="11757"/>
                    <a:pt x="538" y="11757"/>
                  </a:cubicBezTo>
                  <a:lnTo>
                    <a:pt x="7629" y="11757"/>
                  </a:lnTo>
                  <a:lnTo>
                    <a:pt x="7629" y="12670"/>
                  </a:lnTo>
                  <a:cubicBezTo>
                    <a:pt x="7629" y="12806"/>
                    <a:pt x="7742" y="12898"/>
                    <a:pt x="7861" y="12898"/>
                  </a:cubicBezTo>
                  <a:cubicBezTo>
                    <a:pt x="7910" y="12898"/>
                    <a:pt x="7960" y="12882"/>
                    <a:pt x="8004" y="12847"/>
                  </a:cubicBezTo>
                  <a:lnTo>
                    <a:pt x="8398" y="12535"/>
                  </a:lnTo>
                  <a:cubicBezTo>
                    <a:pt x="8749" y="12804"/>
                    <a:pt x="8777" y="12900"/>
                    <a:pt x="8921" y="12900"/>
                  </a:cubicBezTo>
                  <a:cubicBezTo>
                    <a:pt x="9046" y="12900"/>
                    <a:pt x="9152" y="12794"/>
                    <a:pt x="9152" y="12670"/>
                  </a:cubicBezTo>
                  <a:lnTo>
                    <a:pt x="9152" y="11757"/>
                  </a:lnTo>
                  <a:lnTo>
                    <a:pt x="12275" y="11757"/>
                  </a:lnTo>
                  <a:cubicBezTo>
                    <a:pt x="12582" y="11757"/>
                    <a:pt x="12582" y="11291"/>
                    <a:pt x="12275" y="11291"/>
                  </a:cubicBezTo>
                  <a:lnTo>
                    <a:pt x="9152" y="11291"/>
                  </a:lnTo>
                  <a:lnTo>
                    <a:pt x="9152" y="10383"/>
                  </a:lnTo>
                  <a:cubicBezTo>
                    <a:pt x="9721" y="10239"/>
                    <a:pt x="10302" y="10168"/>
                    <a:pt x="10882" y="10168"/>
                  </a:cubicBezTo>
                  <a:cubicBezTo>
                    <a:pt x="11854" y="10168"/>
                    <a:pt x="12823" y="10368"/>
                    <a:pt x="13726" y="10762"/>
                  </a:cubicBezTo>
                  <a:cubicBezTo>
                    <a:pt x="13766" y="10779"/>
                    <a:pt x="13808" y="10787"/>
                    <a:pt x="13848" y="10787"/>
                  </a:cubicBezTo>
                  <a:cubicBezTo>
                    <a:pt x="14012" y="10787"/>
                    <a:pt x="14158" y="10656"/>
                    <a:pt x="14158" y="10479"/>
                  </a:cubicBezTo>
                  <a:lnTo>
                    <a:pt x="14158" y="1543"/>
                  </a:lnTo>
                  <a:lnTo>
                    <a:pt x="15186" y="1543"/>
                  </a:lnTo>
                  <a:cubicBezTo>
                    <a:pt x="15224" y="1543"/>
                    <a:pt x="15258" y="1577"/>
                    <a:pt x="15258" y="1616"/>
                  </a:cubicBezTo>
                  <a:lnTo>
                    <a:pt x="15258" y="11224"/>
                  </a:lnTo>
                  <a:cubicBezTo>
                    <a:pt x="15258" y="11262"/>
                    <a:pt x="15224" y="11296"/>
                    <a:pt x="15186" y="11296"/>
                  </a:cubicBezTo>
                  <a:lnTo>
                    <a:pt x="13197" y="11296"/>
                  </a:lnTo>
                  <a:cubicBezTo>
                    <a:pt x="12890" y="11296"/>
                    <a:pt x="12890" y="11757"/>
                    <a:pt x="13197" y="11757"/>
                  </a:cubicBezTo>
                  <a:lnTo>
                    <a:pt x="15186" y="11757"/>
                  </a:lnTo>
                  <a:cubicBezTo>
                    <a:pt x="15479" y="11757"/>
                    <a:pt x="15719" y="11517"/>
                    <a:pt x="15719" y="11224"/>
                  </a:cubicBezTo>
                  <a:lnTo>
                    <a:pt x="15719" y="1616"/>
                  </a:lnTo>
                  <a:cubicBezTo>
                    <a:pt x="15719" y="1318"/>
                    <a:pt x="15479" y="1082"/>
                    <a:pt x="15181" y="1082"/>
                  </a:cubicBezTo>
                  <a:lnTo>
                    <a:pt x="14153" y="1082"/>
                  </a:lnTo>
                  <a:cubicBezTo>
                    <a:pt x="14144" y="1029"/>
                    <a:pt x="14211" y="765"/>
                    <a:pt x="13975" y="660"/>
                  </a:cubicBezTo>
                  <a:cubicBezTo>
                    <a:pt x="12964" y="206"/>
                    <a:pt x="11891" y="4"/>
                    <a:pt x="10863" y="4"/>
                  </a:cubicBezTo>
                  <a:cubicBezTo>
                    <a:pt x="9767" y="4"/>
                    <a:pt x="8723" y="234"/>
                    <a:pt x="7860" y="636"/>
                  </a:cubicBezTo>
                  <a:cubicBezTo>
                    <a:pt x="6894" y="212"/>
                    <a:pt x="5862" y="1"/>
                    <a:pt x="4831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436" name="Google Shape;8436;p69"/>
          <p:cNvGrpSpPr/>
          <p:nvPr/>
        </p:nvGrpSpPr>
        <p:grpSpPr>
          <a:xfrm>
            <a:off x="2631491" y="3501774"/>
            <a:ext cx="272907" cy="273005"/>
            <a:chOff x="3508654" y="3811781"/>
            <a:chExt cx="363876" cy="364007"/>
          </a:xfrm>
        </p:grpSpPr>
        <p:sp>
          <p:nvSpPr>
            <p:cNvPr id="8437" name="Google Shape;8437;p69"/>
            <p:cNvSpPr/>
            <p:nvPr/>
          </p:nvSpPr>
          <p:spPr>
            <a:xfrm>
              <a:off x="3514047" y="3817069"/>
              <a:ext cx="133727" cy="64534"/>
            </a:xfrm>
            <a:custGeom>
              <a:avLst/>
              <a:gdLst/>
              <a:ahLst/>
              <a:cxnLst/>
              <a:rect l="l" t="t" r="r" b="b"/>
              <a:pathLst>
                <a:path w="5108" h="2465" extrusionOk="0">
                  <a:moveTo>
                    <a:pt x="1437" y="0"/>
                  </a:moveTo>
                  <a:cubicBezTo>
                    <a:pt x="645" y="0"/>
                    <a:pt x="1" y="639"/>
                    <a:pt x="1" y="1437"/>
                  </a:cubicBezTo>
                  <a:cubicBezTo>
                    <a:pt x="1" y="2004"/>
                    <a:pt x="467" y="2465"/>
                    <a:pt x="1034" y="2465"/>
                  </a:cubicBezTo>
                  <a:cubicBezTo>
                    <a:pt x="1605" y="2465"/>
                    <a:pt x="4132" y="2004"/>
                    <a:pt x="4132" y="1437"/>
                  </a:cubicBezTo>
                  <a:lnTo>
                    <a:pt x="4939" y="1437"/>
                  </a:lnTo>
                  <a:cubicBezTo>
                    <a:pt x="4939" y="1038"/>
                    <a:pt x="5108" y="678"/>
                    <a:pt x="4848" y="418"/>
                  </a:cubicBezTo>
                  <a:cubicBezTo>
                    <a:pt x="4589" y="159"/>
                    <a:pt x="1836" y="0"/>
                    <a:pt x="1437" y="0"/>
                  </a:cubicBez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38" name="Google Shape;8438;p69"/>
            <p:cNvSpPr/>
            <p:nvPr/>
          </p:nvSpPr>
          <p:spPr>
            <a:xfrm>
              <a:off x="3541222" y="3854664"/>
              <a:ext cx="58879" cy="27070"/>
            </a:xfrm>
            <a:custGeom>
              <a:avLst/>
              <a:gdLst/>
              <a:ahLst/>
              <a:cxnLst/>
              <a:rect l="l" t="t" r="r" b="b"/>
              <a:pathLst>
                <a:path w="2249" h="1034" extrusionOk="0">
                  <a:moveTo>
                    <a:pt x="1029" y="1"/>
                  </a:moveTo>
                  <a:cubicBezTo>
                    <a:pt x="1029" y="573"/>
                    <a:pt x="567" y="1034"/>
                    <a:pt x="1" y="1034"/>
                  </a:cubicBezTo>
                  <a:lnTo>
                    <a:pt x="2249" y="1034"/>
                  </a:lnTo>
                  <a:lnTo>
                    <a:pt x="2249" y="1"/>
                  </a:lnTo>
                  <a:close/>
                </a:path>
              </a:pathLst>
            </a:custGeom>
            <a:solidFill>
              <a:srgbClr val="F5F7F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39" name="Google Shape;8439;p69"/>
            <p:cNvSpPr/>
            <p:nvPr/>
          </p:nvSpPr>
          <p:spPr>
            <a:xfrm>
              <a:off x="3551668" y="3816939"/>
              <a:ext cx="240359" cy="353430"/>
            </a:xfrm>
            <a:custGeom>
              <a:avLst/>
              <a:gdLst/>
              <a:ahLst/>
              <a:cxnLst/>
              <a:rect l="l" t="t" r="r" b="b"/>
              <a:pathLst>
                <a:path w="9181" h="13500" extrusionOk="0">
                  <a:moveTo>
                    <a:pt x="0" y="1"/>
                  </a:moveTo>
                  <a:cubicBezTo>
                    <a:pt x="380" y="1"/>
                    <a:pt x="745" y="154"/>
                    <a:pt x="1014" y="423"/>
                  </a:cubicBezTo>
                  <a:cubicBezTo>
                    <a:pt x="1067" y="476"/>
                    <a:pt x="1115" y="534"/>
                    <a:pt x="1163" y="596"/>
                  </a:cubicBezTo>
                  <a:cubicBezTo>
                    <a:pt x="1341" y="841"/>
                    <a:pt x="1437" y="1134"/>
                    <a:pt x="1437" y="1437"/>
                  </a:cubicBezTo>
                  <a:lnTo>
                    <a:pt x="1437" y="12064"/>
                  </a:lnTo>
                  <a:cubicBezTo>
                    <a:pt x="1437" y="12856"/>
                    <a:pt x="2076" y="13500"/>
                    <a:pt x="2873" y="13500"/>
                  </a:cubicBezTo>
                  <a:lnTo>
                    <a:pt x="5035" y="13500"/>
                  </a:lnTo>
                  <a:cubicBezTo>
                    <a:pt x="5294" y="13241"/>
                    <a:pt x="6505" y="13341"/>
                    <a:pt x="6505" y="12943"/>
                  </a:cubicBezTo>
                  <a:lnTo>
                    <a:pt x="9181" y="11036"/>
                  </a:lnTo>
                  <a:lnTo>
                    <a:pt x="9181" y="1442"/>
                  </a:lnTo>
                  <a:lnTo>
                    <a:pt x="9181" y="1437"/>
                  </a:lnTo>
                  <a:cubicBezTo>
                    <a:pt x="9181" y="644"/>
                    <a:pt x="8537" y="1"/>
                    <a:pt x="7744" y="1"/>
                  </a:cubicBezTo>
                  <a:close/>
                </a:path>
              </a:pathLst>
            </a:custGeom>
            <a:solidFill>
              <a:srgbClr val="FCFCF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40" name="Google Shape;8440;p69"/>
            <p:cNvSpPr/>
            <p:nvPr/>
          </p:nvSpPr>
          <p:spPr>
            <a:xfrm>
              <a:off x="3589262" y="4089996"/>
              <a:ext cx="202764" cy="80373"/>
            </a:xfrm>
            <a:custGeom>
              <a:avLst/>
              <a:gdLst/>
              <a:ahLst/>
              <a:cxnLst/>
              <a:rect l="l" t="t" r="r" b="b"/>
              <a:pathLst>
                <a:path w="7745" h="3070" extrusionOk="0">
                  <a:moveTo>
                    <a:pt x="1" y="0"/>
                  </a:moveTo>
                  <a:lnTo>
                    <a:pt x="1" y="1634"/>
                  </a:lnTo>
                  <a:cubicBezTo>
                    <a:pt x="1" y="2426"/>
                    <a:pt x="640" y="3070"/>
                    <a:pt x="1437" y="3070"/>
                  </a:cubicBezTo>
                  <a:lnTo>
                    <a:pt x="3599" y="3070"/>
                  </a:lnTo>
                  <a:cubicBezTo>
                    <a:pt x="3858" y="2811"/>
                    <a:pt x="5069" y="2911"/>
                    <a:pt x="5069" y="2513"/>
                  </a:cubicBezTo>
                  <a:lnTo>
                    <a:pt x="7745" y="601"/>
                  </a:lnTo>
                  <a:lnTo>
                    <a:pt x="7745" y="0"/>
                  </a:ln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41" name="Google Shape;8441;p69"/>
            <p:cNvSpPr/>
            <p:nvPr/>
          </p:nvSpPr>
          <p:spPr>
            <a:xfrm>
              <a:off x="3551668" y="3817069"/>
              <a:ext cx="233211" cy="15499"/>
            </a:xfrm>
            <a:custGeom>
              <a:avLst/>
              <a:gdLst/>
              <a:ahLst/>
              <a:cxnLst/>
              <a:rect l="l" t="t" r="r" b="b"/>
              <a:pathLst>
                <a:path w="8908" h="592" extrusionOk="0">
                  <a:moveTo>
                    <a:pt x="0" y="0"/>
                  </a:moveTo>
                  <a:cubicBezTo>
                    <a:pt x="385" y="0"/>
                    <a:pt x="750" y="149"/>
                    <a:pt x="1019" y="418"/>
                  </a:cubicBezTo>
                  <a:cubicBezTo>
                    <a:pt x="1072" y="471"/>
                    <a:pt x="1120" y="529"/>
                    <a:pt x="1163" y="591"/>
                  </a:cubicBezTo>
                  <a:lnTo>
                    <a:pt x="8907" y="591"/>
                  </a:lnTo>
                  <a:cubicBezTo>
                    <a:pt x="8638" y="221"/>
                    <a:pt x="8206" y="0"/>
                    <a:pt x="7744" y="0"/>
                  </a:cubicBez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42" name="Google Shape;8442;p69"/>
            <p:cNvSpPr/>
            <p:nvPr/>
          </p:nvSpPr>
          <p:spPr>
            <a:xfrm>
              <a:off x="3626883" y="4105835"/>
              <a:ext cx="240359" cy="64665"/>
            </a:xfrm>
            <a:custGeom>
              <a:avLst/>
              <a:gdLst/>
              <a:ahLst/>
              <a:cxnLst/>
              <a:rect l="l" t="t" r="r" b="b"/>
              <a:pathLst>
                <a:path w="9181" h="2470" extrusionOk="0">
                  <a:moveTo>
                    <a:pt x="404" y="1"/>
                  </a:moveTo>
                  <a:cubicBezTo>
                    <a:pt x="975" y="1"/>
                    <a:pt x="1437" y="462"/>
                    <a:pt x="1437" y="1033"/>
                  </a:cubicBezTo>
                  <a:cubicBezTo>
                    <a:pt x="1437" y="1350"/>
                    <a:pt x="1331" y="1658"/>
                    <a:pt x="1139" y="1913"/>
                  </a:cubicBezTo>
                  <a:cubicBezTo>
                    <a:pt x="1100" y="1961"/>
                    <a:pt x="1062" y="2004"/>
                    <a:pt x="1019" y="2047"/>
                  </a:cubicBezTo>
                  <a:cubicBezTo>
                    <a:pt x="750" y="2316"/>
                    <a:pt x="384" y="2470"/>
                    <a:pt x="0" y="2470"/>
                  </a:cubicBezTo>
                  <a:lnTo>
                    <a:pt x="7744" y="2470"/>
                  </a:lnTo>
                  <a:cubicBezTo>
                    <a:pt x="8124" y="2470"/>
                    <a:pt x="8489" y="2316"/>
                    <a:pt x="8758" y="2047"/>
                  </a:cubicBezTo>
                  <a:cubicBezTo>
                    <a:pt x="8801" y="2004"/>
                    <a:pt x="8840" y="1961"/>
                    <a:pt x="8878" y="1913"/>
                  </a:cubicBezTo>
                  <a:cubicBezTo>
                    <a:pt x="9075" y="1658"/>
                    <a:pt x="9181" y="1350"/>
                    <a:pt x="9181" y="1033"/>
                  </a:cubicBezTo>
                  <a:cubicBezTo>
                    <a:pt x="9181" y="462"/>
                    <a:pt x="8719" y="1"/>
                    <a:pt x="8148" y="1"/>
                  </a:cubicBezTo>
                  <a:close/>
                </a:path>
              </a:pathLst>
            </a:custGeom>
            <a:solidFill>
              <a:srgbClr val="FCFCF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43" name="Google Shape;8443;p69"/>
            <p:cNvSpPr/>
            <p:nvPr/>
          </p:nvSpPr>
          <p:spPr>
            <a:xfrm>
              <a:off x="3626883" y="4155891"/>
              <a:ext cx="232452" cy="14608"/>
            </a:xfrm>
            <a:custGeom>
              <a:avLst/>
              <a:gdLst/>
              <a:ahLst/>
              <a:cxnLst/>
              <a:rect l="l" t="t" r="r" b="b"/>
              <a:pathLst>
                <a:path w="8879" h="558" extrusionOk="0">
                  <a:moveTo>
                    <a:pt x="1139" y="1"/>
                  </a:moveTo>
                  <a:cubicBezTo>
                    <a:pt x="1100" y="49"/>
                    <a:pt x="1062" y="92"/>
                    <a:pt x="1019" y="135"/>
                  </a:cubicBezTo>
                  <a:cubicBezTo>
                    <a:pt x="750" y="404"/>
                    <a:pt x="384" y="558"/>
                    <a:pt x="0" y="558"/>
                  </a:cubicBezTo>
                  <a:lnTo>
                    <a:pt x="7744" y="558"/>
                  </a:lnTo>
                  <a:cubicBezTo>
                    <a:pt x="8124" y="558"/>
                    <a:pt x="8489" y="404"/>
                    <a:pt x="8758" y="135"/>
                  </a:cubicBezTo>
                  <a:cubicBezTo>
                    <a:pt x="8801" y="92"/>
                    <a:pt x="8840" y="49"/>
                    <a:pt x="8878" y="1"/>
                  </a:cubicBez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44" name="Google Shape;8444;p69"/>
            <p:cNvSpPr/>
            <p:nvPr/>
          </p:nvSpPr>
          <p:spPr>
            <a:xfrm>
              <a:off x="3610389" y="4105835"/>
              <a:ext cx="54114" cy="27070"/>
            </a:xfrm>
            <a:custGeom>
              <a:avLst/>
              <a:gdLst/>
              <a:ahLst/>
              <a:cxnLst/>
              <a:rect l="l" t="t" r="r" b="b"/>
              <a:pathLst>
                <a:path w="2067" h="1034" extrusionOk="0">
                  <a:moveTo>
                    <a:pt x="1034" y="1"/>
                  </a:moveTo>
                  <a:cubicBezTo>
                    <a:pt x="467" y="1"/>
                    <a:pt x="1" y="462"/>
                    <a:pt x="1" y="1033"/>
                  </a:cubicBezTo>
                  <a:lnTo>
                    <a:pt x="2067" y="1033"/>
                  </a:lnTo>
                  <a:cubicBezTo>
                    <a:pt x="2067" y="462"/>
                    <a:pt x="1605" y="1"/>
                    <a:pt x="1034" y="1"/>
                  </a:cubicBezTo>
                  <a:close/>
                </a:path>
              </a:pathLst>
            </a:custGeom>
            <a:solidFill>
              <a:srgbClr val="F5F7F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45" name="Google Shape;8445;p69"/>
            <p:cNvSpPr/>
            <p:nvPr/>
          </p:nvSpPr>
          <p:spPr>
            <a:xfrm>
              <a:off x="3718303" y="3889379"/>
              <a:ext cx="147943" cy="148074"/>
            </a:xfrm>
            <a:custGeom>
              <a:avLst/>
              <a:gdLst/>
              <a:ahLst/>
              <a:cxnLst/>
              <a:rect l="l" t="t" r="r" b="b"/>
              <a:pathLst>
                <a:path w="5651" h="5656" extrusionOk="0">
                  <a:moveTo>
                    <a:pt x="5650" y="1"/>
                  </a:moveTo>
                  <a:cubicBezTo>
                    <a:pt x="3834" y="106"/>
                    <a:pt x="2278" y="707"/>
                    <a:pt x="1139" y="1846"/>
                  </a:cubicBezTo>
                  <a:cubicBezTo>
                    <a:pt x="1" y="2984"/>
                    <a:pt x="250" y="3690"/>
                    <a:pt x="145" y="5511"/>
                  </a:cubicBezTo>
                  <a:cubicBezTo>
                    <a:pt x="1961" y="5401"/>
                    <a:pt x="2667" y="5655"/>
                    <a:pt x="3805" y="4512"/>
                  </a:cubicBezTo>
                  <a:cubicBezTo>
                    <a:pt x="4084" y="4233"/>
                    <a:pt x="4339" y="3926"/>
                    <a:pt x="4555" y="3594"/>
                  </a:cubicBezTo>
                  <a:lnTo>
                    <a:pt x="3560" y="3421"/>
                  </a:lnTo>
                  <a:lnTo>
                    <a:pt x="3585" y="3407"/>
                  </a:lnTo>
                  <a:cubicBezTo>
                    <a:pt x="4790" y="2691"/>
                    <a:pt x="5559" y="1428"/>
                    <a:pt x="5650" y="30"/>
                  </a:cubicBezTo>
                  <a:lnTo>
                    <a:pt x="5650" y="1"/>
                  </a:lnTo>
                  <a:close/>
                </a:path>
              </a:pathLst>
            </a:custGeom>
            <a:solidFill>
              <a:srgbClr val="A6B4C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46" name="Google Shape;8446;p69"/>
            <p:cNvSpPr/>
            <p:nvPr/>
          </p:nvSpPr>
          <p:spPr>
            <a:xfrm>
              <a:off x="3689767" y="3938178"/>
              <a:ext cx="127680" cy="127680"/>
            </a:xfrm>
            <a:custGeom>
              <a:avLst/>
              <a:gdLst/>
              <a:ahLst/>
              <a:cxnLst/>
              <a:rect l="l" t="t" r="r" b="b"/>
              <a:pathLst>
                <a:path w="4877" h="4877" extrusionOk="0">
                  <a:moveTo>
                    <a:pt x="4876" y="1"/>
                  </a:moveTo>
                  <a:lnTo>
                    <a:pt x="4876" y="1"/>
                  </a:lnTo>
                  <a:cubicBezTo>
                    <a:pt x="2863" y="1183"/>
                    <a:pt x="1187" y="2864"/>
                    <a:pt x="0" y="4877"/>
                  </a:cubicBezTo>
                  <a:cubicBezTo>
                    <a:pt x="2013" y="3690"/>
                    <a:pt x="3690" y="2014"/>
                    <a:pt x="4876" y="1"/>
                  </a:cubicBezTo>
                  <a:close/>
                </a:path>
              </a:pathLst>
            </a:custGeom>
            <a:solidFill>
              <a:srgbClr val="8699A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47" name="Google Shape;8447;p69"/>
            <p:cNvSpPr/>
            <p:nvPr/>
          </p:nvSpPr>
          <p:spPr>
            <a:xfrm>
              <a:off x="3508654" y="3811781"/>
              <a:ext cx="363876" cy="364007"/>
            </a:xfrm>
            <a:custGeom>
              <a:avLst/>
              <a:gdLst/>
              <a:ahLst/>
              <a:cxnLst/>
              <a:rect l="l" t="t" r="r" b="b"/>
              <a:pathLst>
                <a:path w="13899" h="13904" extrusionOk="0">
                  <a:moveTo>
                    <a:pt x="1645" y="405"/>
                  </a:moveTo>
                  <a:cubicBezTo>
                    <a:pt x="2237" y="405"/>
                    <a:pt x="2754" y="833"/>
                    <a:pt x="2859" y="1432"/>
                  </a:cubicBezTo>
                  <a:lnTo>
                    <a:pt x="2277" y="1432"/>
                  </a:lnTo>
                  <a:cubicBezTo>
                    <a:pt x="2162" y="1432"/>
                    <a:pt x="2071" y="1524"/>
                    <a:pt x="2071" y="1639"/>
                  </a:cubicBezTo>
                  <a:cubicBezTo>
                    <a:pt x="2071" y="2090"/>
                    <a:pt x="1701" y="2460"/>
                    <a:pt x="1245" y="2460"/>
                  </a:cubicBezTo>
                  <a:cubicBezTo>
                    <a:pt x="788" y="2460"/>
                    <a:pt x="418" y="2090"/>
                    <a:pt x="418" y="1639"/>
                  </a:cubicBezTo>
                  <a:cubicBezTo>
                    <a:pt x="418" y="1000"/>
                    <a:pt x="903" y="467"/>
                    <a:pt x="1542" y="409"/>
                  </a:cubicBezTo>
                  <a:cubicBezTo>
                    <a:pt x="1577" y="406"/>
                    <a:pt x="1611" y="405"/>
                    <a:pt x="1645" y="405"/>
                  </a:cubicBezTo>
                  <a:close/>
                  <a:moveTo>
                    <a:pt x="2878" y="1845"/>
                  </a:moveTo>
                  <a:lnTo>
                    <a:pt x="2878" y="2460"/>
                  </a:lnTo>
                  <a:lnTo>
                    <a:pt x="2167" y="2460"/>
                  </a:lnTo>
                  <a:cubicBezTo>
                    <a:pt x="2321" y="2287"/>
                    <a:pt x="2426" y="2076"/>
                    <a:pt x="2465" y="1845"/>
                  </a:cubicBezTo>
                  <a:close/>
                  <a:moveTo>
                    <a:pt x="11141" y="5477"/>
                  </a:moveTo>
                  <a:cubicBezTo>
                    <a:pt x="10180" y="6880"/>
                    <a:pt x="8969" y="8091"/>
                    <a:pt x="7572" y="9051"/>
                  </a:cubicBezTo>
                  <a:cubicBezTo>
                    <a:pt x="8047" y="8350"/>
                    <a:pt x="8590" y="7697"/>
                    <a:pt x="9190" y="7101"/>
                  </a:cubicBezTo>
                  <a:cubicBezTo>
                    <a:pt x="9786" y="6501"/>
                    <a:pt x="10440" y="5958"/>
                    <a:pt x="11141" y="5477"/>
                  </a:cubicBezTo>
                  <a:close/>
                  <a:moveTo>
                    <a:pt x="4920" y="11439"/>
                  </a:moveTo>
                  <a:cubicBezTo>
                    <a:pt x="5266" y="11439"/>
                    <a:pt x="5611" y="11646"/>
                    <a:pt x="5717" y="12059"/>
                  </a:cubicBezTo>
                  <a:lnTo>
                    <a:pt x="4122" y="12059"/>
                  </a:lnTo>
                  <a:cubicBezTo>
                    <a:pt x="4228" y="11646"/>
                    <a:pt x="4574" y="11439"/>
                    <a:pt x="4920" y="11439"/>
                  </a:cubicBezTo>
                  <a:close/>
                  <a:moveTo>
                    <a:pt x="12664" y="11439"/>
                  </a:moveTo>
                  <a:cubicBezTo>
                    <a:pt x="13120" y="11439"/>
                    <a:pt x="13490" y="11809"/>
                    <a:pt x="13490" y="12265"/>
                  </a:cubicBezTo>
                  <a:cubicBezTo>
                    <a:pt x="13490" y="12943"/>
                    <a:pt x="12938" y="13490"/>
                    <a:pt x="12260" y="13495"/>
                  </a:cubicBezTo>
                  <a:lnTo>
                    <a:pt x="5607" y="13495"/>
                  </a:lnTo>
                  <a:cubicBezTo>
                    <a:pt x="5957" y="13183"/>
                    <a:pt x="6159" y="12736"/>
                    <a:pt x="6159" y="12265"/>
                  </a:cubicBezTo>
                  <a:cubicBezTo>
                    <a:pt x="6159" y="11958"/>
                    <a:pt x="6049" y="11665"/>
                    <a:pt x="5842" y="11439"/>
                  </a:cubicBezTo>
                  <a:close/>
                  <a:moveTo>
                    <a:pt x="1638" y="1"/>
                  </a:moveTo>
                  <a:cubicBezTo>
                    <a:pt x="731" y="1"/>
                    <a:pt x="0" y="736"/>
                    <a:pt x="0" y="1644"/>
                  </a:cubicBezTo>
                  <a:cubicBezTo>
                    <a:pt x="0" y="2326"/>
                    <a:pt x="553" y="2878"/>
                    <a:pt x="1235" y="2883"/>
                  </a:cubicBezTo>
                  <a:lnTo>
                    <a:pt x="2868" y="2883"/>
                  </a:lnTo>
                  <a:lnTo>
                    <a:pt x="2868" y="9200"/>
                  </a:lnTo>
                  <a:cubicBezTo>
                    <a:pt x="2868" y="9337"/>
                    <a:pt x="2972" y="9406"/>
                    <a:pt x="3075" y="9406"/>
                  </a:cubicBezTo>
                  <a:cubicBezTo>
                    <a:pt x="3178" y="9406"/>
                    <a:pt x="3281" y="9337"/>
                    <a:pt x="3281" y="9200"/>
                  </a:cubicBezTo>
                  <a:lnTo>
                    <a:pt x="3281" y="1639"/>
                  </a:lnTo>
                  <a:cubicBezTo>
                    <a:pt x="3281" y="1168"/>
                    <a:pt x="3080" y="717"/>
                    <a:pt x="2729" y="409"/>
                  </a:cubicBezTo>
                  <a:lnTo>
                    <a:pt x="9383" y="409"/>
                  </a:lnTo>
                  <a:cubicBezTo>
                    <a:pt x="10065" y="409"/>
                    <a:pt x="10612" y="957"/>
                    <a:pt x="10612" y="1639"/>
                  </a:cubicBezTo>
                  <a:lnTo>
                    <a:pt x="10612" y="3508"/>
                  </a:lnTo>
                  <a:cubicBezTo>
                    <a:pt x="10012" y="3801"/>
                    <a:pt x="9469" y="4190"/>
                    <a:pt x="8994" y="4661"/>
                  </a:cubicBezTo>
                  <a:cubicBezTo>
                    <a:pt x="8018" y="5636"/>
                    <a:pt x="8004" y="6347"/>
                    <a:pt x="7975" y="7524"/>
                  </a:cubicBezTo>
                  <a:cubicBezTo>
                    <a:pt x="7975" y="7625"/>
                    <a:pt x="7970" y="7726"/>
                    <a:pt x="7965" y="7831"/>
                  </a:cubicBezTo>
                  <a:cubicBezTo>
                    <a:pt x="7509" y="8384"/>
                    <a:pt x="7096" y="8975"/>
                    <a:pt x="6736" y="9599"/>
                  </a:cubicBezTo>
                  <a:cubicBezTo>
                    <a:pt x="6650" y="9747"/>
                    <a:pt x="6770" y="9911"/>
                    <a:pt x="6916" y="9911"/>
                  </a:cubicBezTo>
                  <a:cubicBezTo>
                    <a:pt x="6949" y="9911"/>
                    <a:pt x="6985" y="9902"/>
                    <a:pt x="7019" y="9883"/>
                  </a:cubicBezTo>
                  <a:cubicBezTo>
                    <a:pt x="7644" y="9522"/>
                    <a:pt x="8234" y="9109"/>
                    <a:pt x="8787" y="8648"/>
                  </a:cubicBezTo>
                  <a:lnTo>
                    <a:pt x="9090" y="8643"/>
                  </a:lnTo>
                  <a:cubicBezTo>
                    <a:pt x="9685" y="8629"/>
                    <a:pt x="10161" y="8614"/>
                    <a:pt x="10612" y="8480"/>
                  </a:cubicBezTo>
                  <a:lnTo>
                    <a:pt x="10612" y="11026"/>
                  </a:lnTo>
                  <a:lnTo>
                    <a:pt x="4915" y="11026"/>
                  </a:lnTo>
                  <a:cubicBezTo>
                    <a:pt x="4233" y="11026"/>
                    <a:pt x="3675" y="11578"/>
                    <a:pt x="3675" y="12261"/>
                  </a:cubicBezTo>
                  <a:cubicBezTo>
                    <a:pt x="3675" y="12376"/>
                    <a:pt x="3767" y="12467"/>
                    <a:pt x="3882" y="12467"/>
                  </a:cubicBezTo>
                  <a:lnTo>
                    <a:pt x="5722" y="12467"/>
                  </a:lnTo>
                  <a:cubicBezTo>
                    <a:pt x="5622" y="13062"/>
                    <a:pt x="5105" y="13490"/>
                    <a:pt x="4513" y="13490"/>
                  </a:cubicBezTo>
                  <a:cubicBezTo>
                    <a:pt x="4479" y="13490"/>
                    <a:pt x="4445" y="13488"/>
                    <a:pt x="4410" y="13486"/>
                  </a:cubicBezTo>
                  <a:cubicBezTo>
                    <a:pt x="3771" y="13433"/>
                    <a:pt x="3286" y="12899"/>
                    <a:pt x="3281" y="12261"/>
                  </a:cubicBezTo>
                  <a:lnTo>
                    <a:pt x="3281" y="10017"/>
                  </a:lnTo>
                  <a:cubicBezTo>
                    <a:pt x="3281" y="9880"/>
                    <a:pt x="3178" y="9812"/>
                    <a:pt x="3075" y="9812"/>
                  </a:cubicBezTo>
                  <a:cubicBezTo>
                    <a:pt x="2972" y="9812"/>
                    <a:pt x="2868" y="9880"/>
                    <a:pt x="2868" y="10017"/>
                  </a:cubicBezTo>
                  <a:lnTo>
                    <a:pt x="2868" y="12261"/>
                  </a:lnTo>
                  <a:cubicBezTo>
                    <a:pt x="2868" y="13169"/>
                    <a:pt x="3603" y="13904"/>
                    <a:pt x="4511" y="13904"/>
                  </a:cubicBezTo>
                  <a:lnTo>
                    <a:pt x="12255" y="13904"/>
                  </a:lnTo>
                  <a:cubicBezTo>
                    <a:pt x="13163" y="13904"/>
                    <a:pt x="13898" y="13169"/>
                    <a:pt x="13898" y="12261"/>
                  </a:cubicBezTo>
                  <a:cubicBezTo>
                    <a:pt x="13898" y="11578"/>
                    <a:pt x="13346" y="11026"/>
                    <a:pt x="12664" y="11026"/>
                  </a:cubicBezTo>
                  <a:lnTo>
                    <a:pt x="11030" y="11026"/>
                  </a:lnTo>
                  <a:lnTo>
                    <a:pt x="11030" y="8321"/>
                  </a:lnTo>
                  <a:cubicBezTo>
                    <a:pt x="11376" y="8139"/>
                    <a:pt x="11689" y="7903"/>
                    <a:pt x="11958" y="7625"/>
                  </a:cubicBezTo>
                  <a:cubicBezTo>
                    <a:pt x="12251" y="7332"/>
                    <a:pt x="12510" y="7015"/>
                    <a:pt x="12731" y="6673"/>
                  </a:cubicBezTo>
                  <a:cubicBezTo>
                    <a:pt x="12813" y="6549"/>
                    <a:pt x="12741" y="6380"/>
                    <a:pt x="12597" y="6356"/>
                  </a:cubicBezTo>
                  <a:lnTo>
                    <a:pt x="12111" y="6270"/>
                  </a:lnTo>
                  <a:cubicBezTo>
                    <a:pt x="13139" y="5487"/>
                    <a:pt x="13778" y="4296"/>
                    <a:pt x="13860" y="3008"/>
                  </a:cubicBezTo>
                  <a:lnTo>
                    <a:pt x="13860" y="2998"/>
                  </a:lnTo>
                  <a:lnTo>
                    <a:pt x="13860" y="2974"/>
                  </a:lnTo>
                  <a:cubicBezTo>
                    <a:pt x="13865" y="2852"/>
                    <a:pt x="13769" y="2758"/>
                    <a:pt x="13652" y="2758"/>
                  </a:cubicBezTo>
                  <a:cubicBezTo>
                    <a:pt x="13650" y="2758"/>
                    <a:pt x="13647" y="2758"/>
                    <a:pt x="13644" y="2758"/>
                  </a:cubicBezTo>
                  <a:cubicBezTo>
                    <a:pt x="13183" y="2787"/>
                    <a:pt x="12726" y="2849"/>
                    <a:pt x="12275" y="2946"/>
                  </a:cubicBezTo>
                  <a:cubicBezTo>
                    <a:pt x="12024" y="2999"/>
                    <a:pt x="12082" y="3355"/>
                    <a:pt x="12310" y="3355"/>
                  </a:cubicBezTo>
                  <a:cubicBezTo>
                    <a:pt x="12326" y="3355"/>
                    <a:pt x="12343" y="3353"/>
                    <a:pt x="12361" y="3349"/>
                  </a:cubicBezTo>
                  <a:cubicBezTo>
                    <a:pt x="12712" y="3272"/>
                    <a:pt x="13072" y="3219"/>
                    <a:pt x="13428" y="3191"/>
                  </a:cubicBezTo>
                  <a:lnTo>
                    <a:pt x="13428" y="3191"/>
                  </a:lnTo>
                  <a:cubicBezTo>
                    <a:pt x="13284" y="4440"/>
                    <a:pt x="12563" y="5549"/>
                    <a:pt x="11482" y="6193"/>
                  </a:cubicBezTo>
                  <a:lnTo>
                    <a:pt x="11463" y="6208"/>
                  </a:lnTo>
                  <a:cubicBezTo>
                    <a:pt x="11295" y="6304"/>
                    <a:pt x="11343" y="6553"/>
                    <a:pt x="11530" y="6587"/>
                  </a:cubicBezTo>
                  <a:lnTo>
                    <a:pt x="12203" y="6707"/>
                  </a:lnTo>
                  <a:cubicBezTo>
                    <a:pt x="12039" y="6928"/>
                    <a:pt x="11857" y="7135"/>
                    <a:pt x="11665" y="7332"/>
                  </a:cubicBezTo>
                  <a:cubicBezTo>
                    <a:pt x="10853" y="8139"/>
                    <a:pt x="10295" y="8201"/>
                    <a:pt x="9282" y="8230"/>
                  </a:cubicBezTo>
                  <a:cubicBezTo>
                    <a:pt x="9460" y="8067"/>
                    <a:pt x="9632" y="7899"/>
                    <a:pt x="9810" y="7726"/>
                  </a:cubicBezTo>
                  <a:cubicBezTo>
                    <a:pt x="10651" y="6894"/>
                    <a:pt x="11376" y="5958"/>
                    <a:pt x="11972" y="4934"/>
                  </a:cubicBezTo>
                  <a:cubicBezTo>
                    <a:pt x="12058" y="4786"/>
                    <a:pt x="11938" y="4622"/>
                    <a:pt x="11792" y="4622"/>
                  </a:cubicBezTo>
                  <a:cubicBezTo>
                    <a:pt x="11758" y="4622"/>
                    <a:pt x="11723" y="4631"/>
                    <a:pt x="11689" y="4651"/>
                  </a:cubicBezTo>
                  <a:cubicBezTo>
                    <a:pt x="10665" y="5247"/>
                    <a:pt x="9729" y="5972"/>
                    <a:pt x="8897" y="6813"/>
                  </a:cubicBezTo>
                  <a:cubicBezTo>
                    <a:pt x="8724" y="6986"/>
                    <a:pt x="8556" y="7164"/>
                    <a:pt x="8393" y="7341"/>
                  </a:cubicBezTo>
                  <a:cubicBezTo>
                    <a:pt x="8422" y="6323"/>
                    <a:pt x="8479" y="5766"/>
                    <a:pt x="9291" y="4958"/>
                  </a:cubicBezTo>
                  <a:cubicBezTo>
                    <a:pt x="9935" y="4320"/>
                    <a:pt x="10723" y="3844"/>
                    <a:pt x="11588" y="3560"/>
                  </a:cubicBezTo>
                  <a:cubicBezTo>
                    <a:pt x="11814" y="3478"/>
                    <a:pt x="11733" y="3160"/>
                    <a:pt x="11524" y="3160"/>
                  </a:cubicBezTo>
                  <a:cubicBezTo>
                    <a:pt x="11502" y="3160"/>
                    <a:pt x="11478" y="3164"/>
                    <a:pt x="11453" y="3171"/>
                  </a:cubicBezTo>
                  <a:cubicBezTo>
                    <a:pt x="11309" y="3219"/>
                    <a:pt x="11165" y="3272"/>
                    <a:pt x="11030" y="3330"/>
                  </a:cubicBezTo>
                  <a:lnTo>
                    <a:pt x="11030" y="1644"/>
                  </a:lnTo>
                  <a:cubicBezTo>
                    <a:pt x="11026" y="736"/>
                    <a:pt x="10291" y="1"/>
                    <a:pt x="9387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48" name="Google Shape;8448;p69"/>
            <p:cNvSpPr/>
            <p:nvPr/>
          </p:nvSpPr>
          <p:spPr>
            <a:xfrm>
              <a:off x="3612274" y="3916553"/>
              <a:ext cx="130952" cy="25185"/>
            </a:xfrm>
            <a:custGeom>
              <a:avLst/>
              <a:gdLst/>
              <a:ahLst/>
              <a:cxnLst/>
              <a:rect l="l" t="t" r="r" b="b"/>
              <a:pathLst>
                <a:path w="5002" h="962" extrusionOk="0">
                  <a:moveTo>
                    <a:pt x="279" y="0"/>
                  </a:moveTo>
                  <a:cubicBezTo>
                    <a:pt x="1" y="0"/>
                    <a:pt x="1" y="414"/>
                    <a:pt x="279" y="414"/>
                  </a:cubicBezTo>
                  <a:cubicBezTo>
                    <a:pt x="472" y="414"/>
                    <a:pt x="558" y="495"/>
                    <a:pt x="688" y="625"/>
                  </a:cubicBezTo>
                  <a:cubicBezTo>
                    <a:pt x="837" y="779"/>
                    <a:pt x="1029" y="961"/>
                    <a:pt x="1389" y="961"/>
                  </a:cubicBezTo>
                  <a:cubicBezTo>
                    <a:pt x="1754" y="961"/>
                    <a:pt x="1942" y="779"/>
                    <a:pt x="2091" y="625"/>
                  </a:cubicBezTo>
                  <a:cubicBezTo>
                    <a:pt x="2220" y="495"/>
                    <a:pt x="2312" y="414"/>
                    <a:pt x="2504" y="414"/>
                  </a:cubicBezTo>
                  <a:cubicBezTo>
                    <a:pt x="2696" y="414"/>
                    <a:pt x="2782" y="495"/>
                    <a:pt x="2912" y="625"/>
                  </a:cubicBezTo>
                  <a:cubicBezTo>
                    <a:pt x="3066" y="779"/>
                    <a:pt x="3253" y="961"/>
                    <a:pt x="3614" y="961"/>
                  </a:cubicBezTo>
                  <a:cubicBezTo>
                    <a:pt x="3979" y="961"/>
                    <a:pt x="4166" y="779"/>
                    <a:pt x="4315" y="625"/>
                  </a:cubicBezTo>
                  <a:cubicBezTo>
                    <a:pt x="4449" y="495"/>
                    <a:pt x="4536" y="414"/>
                    <a:pt x="4728" y="414"/>
                  </a:cubicBezTo>
                  <a:cubicBezTo>
                    <a:pt x="5002" y="414"/>
                    <a:pt x="5002" y="0"/>
                    <a:pt x="4728" y="0"/>
                  </a:cubicBezTo>
                  <a:cubicBezTo>
                    <a:pt x="4368" y="0"/>
                    <a:pt x="4176" y="183"/>
                    <a:pt x="4027" y="332"/>
                  </a:cubicBezTo>
                  <a:cubicBezTo>
                    <a:pt x="3897" y="462"/>
                    <a:pt x="3806" y="548"/>
                    <a:pt x="3614" y="548"/>
                  </a:cubicBezTo>
                  <a:cubicBezTo>
                    <a:pt x="3421" y="548"/>
                    <a:pt x="3335" y="462"/>
                    <a:pt x="3205" y="332"/>
                  </a:cubicBezTo>
                  <a:cubicBezTo>
                    <a:pt x="3051" y="183"/>
                    <a:pt x="2864" y="0"/>
                    <a:pt x="2504" y="0"/>
                  </a:cubicBezTo>
                  <a:cubicBezTo>
                    <a:pt x="2139" y="0"/>
                    <a:pt x="1951" y="183"/>
                    <a:pt x="1802" y="332"/>
                  </a:cubicBezTo>
                  <a:cubicBezTo>
                    <a:pt x="1668" y="462"/>
                    <a:pt x="1581" y="548"/>
                    <a:pt x="1389" y="548"/>
                  </a:cubicBezTo>
                  <a:cubicBezTo>
                    <a:pt x="1197" y="548"/>
                    <a:pt x="1111" y="462"/>
                    <a:pt x="981" y="332"/>
                  </a:cubicBezTo>
                  <a:cubicBezTo>
                    <a:pt x="827" y="183"/>
                    <a:pt x="640" y="0"/>
                    <a:pt x="279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49" name="Google Shape;8449;p69"/>
            <p:cNvSpPr/>
            <p:nvPr/>
          </p:nvSpPr>
          <p:spPr>
            <a:xfrm>
              <a:off x="3612274" y="3958572"/>
              <a:ext cx="101919" cy="25290"/>
            </a:xfrm>
            <a:custGeom>
              <a:avLst/>
              <a:gdLst/>
              <a:ahLst/>
              <a:cxnLst/>
              <a:rect l="l" t="t" r="r" b="b"/>
              <a:pathLst>
                <a:path w="3893" h="966" extrusionOk="0">
                  <a:moveTo>
                    <a:pt x="275" y="0"/>
                  </a:moveTo>
                  <a:cubicBezTo>
                    <a:pt x="1" y="0"/>
                    <a:pt x="1" y="413"/>
                    <a:pt x="275" y="413"/>
                  </a:cubicBezTo>
                  <a:cubicBezTo>
                    <a:pt x="472" y="413"/>
                    <a:pt x="558" y="500"/>
                    <a:pt x="688" y="629"/>
                  </a:cubicBezTo>
                  <a:cubicBezTo>
                    <a:pt x="837" y="778"/>
                    <a:pt x="1029" y="966"/>
                    <a:pt x="1389" y="966"/>
                  </a:cubicBezTo>
                  <a:cubicBezTo>
                    <a:pt x="1754" y="966"/>
                    <a:pt x="1942" y="778"/>
                    <a:pt x="2091" y="629"/>
                  </a:cubicBezTo>
                  <a:cubicBezTo>
                    <a:pt x="2220" y="500"/>
                    <a:pt x="2312" y="413"/>
                    <a:pt x="2504" y="413"/>
                  </a:cubicBezTo>
                  <a:cubicBezTo>
                    <a:pt x="2696" y="413"/>
                    <a:pt x="2782" y="500"/>
                    <a:pt x="2912" y="629"/>
                  </a:cubicBezTo>
                  <a:cubicBezTo>
                    <a:pt x="3066" y="778"/>
                    <a:pt x="3253" y="966"/>
                    <a:pt x="3614" y="966"/>
                  </a:cubicBezTo>
                  <a:cubicBezTo>
                    <a:pt x="3892" y="966"/>
                    <a:pt x="3892" y="552"/>
                    <a:pt x="3614" y="552"/>
                  </a:cubicBezTo>
                  <a:cubicBezTo>
                    <a:pt x="3421" y="552"/>
                    <a:pt x="3335" y="466"/>
                    <a:pt x="3205" y="336"/>
                  </a:cubicBezTo>
                  <a:cubicBezTo>
                    <a:pt x="3056" y="187"/>
                    <a:pt x="2864" y="0"/>
                    <a:pt x="2504" y="0"/>
                  </a:cubicBezTo>
                  <a:cubicBezTo>
                    <a:pt x="2139" y="0"/>
                    <a:pt x="1951" y="187"/>
                    <a:pt x="1802" y="336"/>
                  </a:cubicBezTo>
                  <a:cubicBezTo>
                    <a:pt x="1668" y="466"/>
                    <a:pt x="1581" y="552"/>
                    <a:pt x="1389" y="552"/>
                  </a:cubicBezTo>
                  <a:cubicBezTo>
                    <a:pt x="1197" y="552"/>
                    <a:pt x="1111" y="466"/>
                    <a:pt x="981" y="336"/>
                  </a:cubicBezTo>
                  <a:cubicBezTo>
                    <a:pt x="827" y="187"/>
                    <a:pt x="640" y="0"/>
                    <a:pt x="275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50" name="Google Shape;8450;p69"/>
            <p:cNvSpPr/>
            <p:nvPr/>
          </p:nvSpPr>
          <p:spPr>
            <a:xfrm>
              <a:off x="3612274" y="3874430"/>
              <a:ext cx="160143" cy="25290"/>
            </a:xfrm>
            <a:custGeom>
              <a:avLst/>
              <a:gdLst/>
              <a:ahLst/>
              <a:cxnLst/>
              <a:rect l="l" t="t" r="r" b="b"/>
              <a:pathLst>
                <a:path w="6117" h="966" extrusionOk="0">
                  <a:moveTo>
                    <a:pt x="279" y="0"/>
                  </a:moveTo>
                  <a:cubicBezTo>
                    <a:pt x="1" y="0"/>
                    <a:pt x="1" y="413"/>
                    <a:pt x="279" y="413"/>
                  </a:cubicBezTo>
                  <a:cubicBezTo>
                    <a:pt x="472" y="413"/>
                    <a:pt x="558" y="500"/>
                    <a:pt x="688" y="629"/>
                  </a:cubicBezTo>
                  <a:cubicBezTo>
                    <a:pt x="837" y="778"/>
                    <a:pt x="1029" y="966"/>
                    <a:pt x="1389" y="966"/>
                  </a:cubicBezTo>
                  <a:cubicBezTo>
                    <a:pt x="1754" y="966"/>
                    <a:pt x="1942" y="778"/>
                    <a:pt x="2091" y="629"/>
                  </a:cubicBezTo>
                  <a:cubicBezTo>
                    <a:pt x="2220" y="500"/>
                    <a:pt x="2312" y="413"/>
                    <a:pt x="2504" y="413"/>
                  </a:cubicBezTo>
                  <a:cubicBezTo>
                    <a:pt x="2696" y="413"/>
                    <a:pt x="2782" y="500"/>
                    <a:pt x="2912" y="629"/>
                  </a:cubicBezTo>
                  <a:cubicBezTo>
                    <a:pt x="3066" y="778"/>
                    <a:pt x="3253" y="966"/>
                    <a:pt x="3614" y="966"/>
                  </a:cubicBezTo>
                  <a:cubicBezTo>
                    <a:pt x="3979" y="966"/>
                    <a:pt x="4166" y="778"/>
                    <a:pt x="4315" y="629"/>
                  </a:cubicBezTo>
                  <a:cubicBezTo>
                    <a:pt x="4449" y="500"/>
                    <a:pt x="4536" y="413"/>
                    <a:pt x="4728" y="413"/>
                  </a:cubicBezTo>
                  <a:cubicBezTo>
                    <a:pt x="4920" y="413"/>
                    <a:pt x="5007" y="500"/>
                    <a:pt x="5141" y="629"/>
                  </a:cubicBezTo>
                  <a:cubicBezTo>
                    <a:pt x="5290" y="778"/>
                    <a:pt x="5477" y="966"/>
                    <a:pt x="5843" y="966"/>
                  </a:cubicBezTo>
                  <a:cubicBezTo>
                    <a:pt x="6116" y="966"/>
                    <a:pt x="6116" y="553"/>
                    <a:pt x="5843" y="553"/>
                  </a:cubicBezTo>
                  <a:cubicBezTo>
                    <a:pt x="5646" y="553"/>
                    <a:pt x="5559" y="466"/>
                    <a:pt x="5429" y="336"/>
                  </a:cubicBezTo>
                  <a:cubicBezTo>
                    <a:pt x="5281" y="187"/>
                    <a:pt x="5093" y="0"/>
                    <a:pt x="4728" y="0"/>
                  </a:cubicBezTo>
                  <a:cubicBezTo>
                    <a:pt x="4363" y="0"/>
                    <a:pt x="4176" y="187"/>
                    <a:pt x="4027" y="336"/>
                  </a:cubicBezTo>
                  <a:cubicBezTo>
                    <a:pt x="3897" y="466"/>
                    <a:pt x="3806" y="553"/>
                    <a:pt x="3614" y="553"/>
                  </a:cubicBezTo>
                  <a:cubicBezTo>
                    <a:pt x="3421" y="553"/>
                    <a:pt x="3335" y="466"/>
                    <a:pt x="3205" y="336"/>
                  </a:cubicBezTo>
                  <a:cubicBezTo>
                    <a:pt x="3051" y="187"/>
                    <a:pt x="2864" y="0"/>
                    <a:pt x="2504" y="0"/>
                  </a:cubicBezTo>
                  <a:cubicBezTo>
                    <a:pt x="2139" y="0"/>
                    <a:pt x="1951" y="187"/>
                    <a:pt x="1802" y="336"/>
                  </a:cubicBezTo>
                  <a:cubicBezTo>
                    <a:pt x="1668" y="466"/>
                    <a:pt x="1581" y="553"/>
                    <a:pt x="1389" y="553"/>
                  </a:cubicBezTo>
                  <a:cubicBezTo>
                    <a:pt x="1197" y="553"/>
                    <a:pt x="1111" y="466"/>
                    <a:pt x="981" y="336"/>
                  </a:cubicBezTo>
                  <a:cubicBezTo>
                    <a:pt x="827" y="187"/>
                    <a:pt x="640" y="0"/>
                    <a:pt x="279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451" name="Google Shape;8451;p69"/>
          <p:cNvGrpSpPr/>
          <p:nvPr/>
        </p:nvGrpSpPr>
        <p:grpSpPr>
          <a:xfrm>
            <a:off x="1320991" y="3504130"/>
            <a:ext cx="232538" cy="281016"/>
            <a:chOff x="1761322" y="3814923"/>
            <a:chExt cx="310050" cy="374688"/>
          </a:xfrm>
        </p:grpSpPr>
        <p:sp>
          <p:nvSpPr>
            <p:cNvPr id="8452" name="Google Shape;8452;p69"/>
            <p:cNvSpPr/>
            <p:nvPr/>
          </p:nvSpPr>
          <p:spPr>
            <a:xfrm>
              <a:off x="1786979" y="3829767"/>
              <a:ext cx="257978" cy="333455"/>
            </a:xfrm>
            <a:custGeom>
              <a:avLst/>
              <a:gdLst/>
              <a:ahLst/>
              <a:cxnLst/>
              <a:rect l="l" t="t" r="r" b="b"/>
              <a:pathLst>
                <a:path w="9854" h="12737" extrusionOk="0">
                  <a:moveTo>
                    <a:pt x="1" y="1"/>
                  </a:moveTo>
                  <a:lnTo>
                    <a:pt x="1" y="12736"/>
                  </a:lnTo>
                  <a:lnTo>
                    <a:pt x="9854" y="12736"/>
                  </a:lnTo>
                  <a:lnTo>
                    <a:pt x="9854" y="1"/>
                  </a:lnTo>
                  <a:close/>
                </a:path>
              </a:pathLst>
            </a:custGeom>
            <a:solidFill>
              <a:srgbClr val="FBFCF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53" name="Google Shape;8453;p69"/>
            <p:cNvSpPr/>
            <p:nvPr/>
          </p:nvSpPr>
          <p:spPr>
            <a:xfrm>
              <a:off x="1786979" y="3829767"/>
              <a:ext cx="57622" cy="333455"/>
            </a:xfrm>
            <a:custGeom>
              <a:avLst/>
              <a:gdLst/>
              <a:ahLst/>
              <a:cxnLst/>
              <a:rect l="l" t="t" r="r" b="b"/>
              <a:pathLst>
                <a:path w="2201" h="12737" extrusionOk="0">
                  <a:moveTo>
                    <a:pt x="1" y="1"/>
                  </a:moveTo>
                  <a:lnTo>
                    <a:pt x="1" y="12736"/>
                  </a:lnTo>
                  <a:lnTo>
                    <a:pt x="2201" y="12736"/>
                  </a:lnTo>
                  <a:lnTo>
                    <a:pt x="2201" y="1"/>
                  </a:lnTo>
                  <a:close/>
                </a:path>
              </a:pathLst>
            </a:custGeom>
            <a:solidFill>
              <a:srgbClr val="F9FAF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54" name="Google Shape;8454;p69"/>
            <p:cNvSpPr/>
            <p:nvPr/>
          </p:nvSpPr>
          <p:spPr>
            <a:xfrm>
              <a:off x="1766846" y="4149215"/>
              <a:ext cx="299002" cy="34872"/>
            </a:xfrm>
            <a:custGeom>
              <a:avLst/>
              <a:gdLst/>
              <a:ahLst/>
              <a:cxnLst/>
              <a:rect l="l" t="t" r="r" b="b"/>
              <a:pathLst>
                <a:path w="11421" h="1332" extrusionOk="0">
                  <a:moveTo>
                    <a:pt x="414" y="1"/>
                  </a:moveTo>
                  <a:cubicBezTo>
                    <a:pt x="184" y="1"/>
                    <a:pt x="1" y="183"/>
                    <a:pt x="1" y="414"/>
                  </a:cubicBezTo>
                  <a:lnTo>
                    <a:pt x="1" y="1039"/>
                  </a:lnTo>
                  <a:cubicBezTo>
                    <a:pt x="1" y="1202"/>
                    <a:pt x="131" y="1332"/>
                    <a:pt x="294" y="1332"/>
                  </a:cubicBezTo>
                  <a:lnTo>
                    <a:pt x="11127" y="1332"/>
                  </a:lnTo>
                  <a:cubicBezTo>
                    <a:pt x="11290" y="1332"/>
                    <a:pt x="11420" y="1202"/>
                    <a:pt x="11420" y="1039"/>
                  </a:cubicBezTo>
                  <a:lnTo>
                    <a:pt x="11420" y="414"/>
                  </a:lnTo>
                  <a:cubicBezTo>
                    <a:pt x="11420" y="183"/>
                    <a:pt x="11238" y="1"/>
                    <a:pt x="11012" y="1"/>
                  </a:cubicBez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55" name="Google Shape;8455;p69"/>
            <p:cNvSpPr/>
            <p:nvPr/>
          </p:nvSpPr>
          <p:spPr>
            <a:xfrm>
              <a:off x="1927330" y="3864979"/>
              <a:ext cx="95636" cy="262271"/>
            </a:xfrm>
            <a:custGeom>
              <a:avLst/>
              <a:gdLst/>
              <a:ahLst/>
              <a:cxnLst/>
              <a:rect l="l" t="t" r="r" b="b"/>
              <a:pathLst>
                <a:path w="3653" h="10018" extrusionOk="0">
                  <a:moveTo>
                    <a:pt x="97" y="1"/>
                  </a:moveTo>
                  <a:cubicBezTo>
                    <a:pt x="44" y="1"/>
                    <a:pt x="1" y="44"/>
                    <a:pt x="1" y="97"/>
                  </a:cubicBezTo>
                  <a:lnTo>
                    <a:pt x="1" y="9921"/>
                  </a:lnTo>
                  <a:cubicBezTo>
                    <a:pt x="1" y="9974"/>
                    <a:pt x="44" y="10017"/>
                    <a:pt x="97" y="10017"/>
                  </a:cubicBezTo>
                  <a:lnTo>
                    <a:pt x="3556" y="10017"/>
                  </a:lnTo>
                  <a:cubicBezTo>
                    <a:pt x="3609" y="10017"/>
                    <a:pt x="3652" y="9974"/>
                    <a:pt x="3652" y="9921"/>
                  </a:cubicBezTo>
                  <a:lnTo>
                    <a:pt x="3652" y="97"/>
                  </a:lnTo>
                  <a:cubicBezTo>
                    <a:pt x="3652" y="44"/>
                    <a:pt x="3609" y="1"/>
                    <a:pt x="3556" y="1"/>
                  </a:cubicBezTo>
                  <a:close/>
                </a:path>
              </a:pathLst>
            </a:custGeom>
            <a:solidFill>
              <a:srgbClr val="F4F6F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56" name="Google Shape;8456;p69"/>
            <p:cNvSpPr/>
            <p:nvPr/>
          </p:nvSpPr>
          <p:spPr>
            <a:xfrm>
              <a:off x="1809127" y="3864874"/>
              <a:ext cx="96238" cy="156216"/>
            </a:xfrm>
            <a:custGeom>
              <a:avLst/>
              <a:gdLst/>
              <a:ahLst/>
              <a:cxnLst/>
              <a:rect l="l" t="t" r="r" b="b"/>
              <a:pathLst>
                <a:path w="3676" h="5967" extrusionOk="0">
                  <a:moveTo>
                    <a:pt x="96" y="0"/>
                  </a:moveTo>
                  <a:cubicBezTo>
                    <a:pt x="43" y="0"/>
                    <a:pt x="0" y="43"/>
                    <a:pt x="0" y="96"/>
                  </a:cubicBezTo>
                  <a:lnTo>
                    <a:pt x="0" y="5871"/>
                  </a:lnTo>
                  <a:cubicBezTo>
                    <a:pt x="0" y="5923"/>
                    <a:pt x="43" y="5967"/>
                    <a:pt x="96" y="5967"/>
                  </a:cubicBezTo>
                  <a:lnTo>
                    <a:pt x="3579" y="5967"/>
                  </a:lnTo>
                  <a:cubicBezTo>
                    <a:pt x="3632" y="5967"/>
                    <a:pt x="3675" y="5923"/>
                    <a:pt x="3675" y="5871"/>
                  </a:cubicBezTo>
                  <a:lnTo>
                    <a:pt x="3675" y="101"/>
                  </a:lnTo>
                  <a:lnTo>
                    <a:pt x="3675" y="96"/>
                  </a:lnTo>
                  <a:cubicBezTo>
                    <a:pt x="3675" y="43"/>
                    <a:pt x="3632" y="0"/>
                    <a:pt x="3579" y="0"/>
                  </a:cubicBezTo>
                  <a:close/>
                </a:path>
              </a:pathLst>
            </a:custGeom>
            <a:solidFill>
              <a:srgbClr val="F9FAF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57" name="Google Shape;8457;p69"/>
            <p:cNvSpPr/>
            <p:nvPr/>
          </p:nvSpPr>
          <p:spPr>
            <a:xfrm>
              <a:off x="1808996" y="3864979"/>
              <a:ext cx="35605" cy="156111"/>
            </a:xfrm>
            <a:custGeom>
              <a:avLst/>
              <a:gdLst/>
              <a:ahLst/>
              <a:cxnLst/>
              <a:rect l="l" t="t" r="r" b="b"/>
              <a:pathLst>
                <a:path w="1360" h="5963" extrusionOk="0">
                  <a:moveTo>
                    <a:pt x="96" y="1"/>
                  </a:moveTo>
                  <a:cubicBezTo>
                    <a:pt x="44" y="1"/>
                    <a:pt x="0" y="44"/>
                    <a:pt x="0" y="97"/>
                  </a:cubicBezTo>
                  <a:lnTo>
                    <a:pt x="0" y="5867"/>
                  </a:lnTo>
                  <a:cubicBezTo>
                    <a:pt x="0" y="5919"/>
                    <a:pt x="44" y="5963"/>
                    <a:pt x="96" y="5963"/>
                  </a:cubicBezTo>
                  <a:lnTo>
                    <a:pt x="1360" y="5963"/>
                  </a:lnTo>
                  <a:lnTo>
                    <a:pt x="1360" y="1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58" name="Google Shape;8458;p69"/>
            <p:cNvSpPr/>
            <p:nvPr/>
          </p:nvSpPr>
          <p:spPr>
            <a:xfrm>
              <a:off x="1808996" y="4049626"/>
              <a:ext cx="23667" cy="62020"/>
            </a:xfrm>
            <a:custGeom>
              <a:avLst/>
              <a:gdLst/>
              <a:ahLst/>
              <a:cxnLst/>
              <a:rect l="l" t="t" r="r" b="b"/>
              <a:pathLst>
                <a:path w="904" h="2369" extrusionOk="0">
                  <a:moveTo>
                    <a:pt x="0" y="0"/>
                  </a:moveTo>
                  <a:lnTo>
                    <a:pt x="0" y="2368"/>
                  </a:lnTo>
                  <a:lnTo>
                    <a:pt x="510" y="2368"/>
                  </a:lnTo>
                  <a:cubicBezTo>
                    <a:pt x="726" y="2368"/>
                    <a:pt x="903" y="2191"/>
                    <a:pt x="903" y="1975"/>
                  </a:cubicBezTo>
                  <a:lnTo>
                    <a:pt x="903" y="389"/>
                  </a:lnTo>
                  <a:cubicBezTo>
                    <a:pt x="903" y="173"/>
                    <a:pt x="726" y="0"/>
                    <a:pt x="510" y="0"/>
                  </a:cubicBezTo>
                  <a:close/>
                </a:path>
              </a:pathLst>
            </a:custGeom>
            <a:solidFill>
              <a:srgbClr val="F4F6F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59" name="Google Shape;8459;p69"/>
            <p:cNvSpPr/>
            <p:nvPr/>
          </p:nvSpPr>
          <p:spPr>
            <a:xfrm>
              <a:off x="1858424" y="4068109"/>
              <a:ext cx="21284" cy="21284"/>
            </a:xfrm>
            <a:custGeom>
              <a:avLst/>
              <a:gdLst/>
              <a:ahLst/>
              <a:cxnLst/>
              <a:rect l="l" t="t" r="r" b="b"/>
              <a:pathLst>
                <a:path w="813" h="813" extrusionOk="0">
                  <a:moveTo>
                    <a:pt x="409" y="0"/>
                  </a:moveTo>
                  <a:cubicBezTo>
                    <a:pt x="183" y="0"/>
                    <a:pt x="0" y="183"/>
                    <a:pt x="0" y="404"/>
                  </a:cubicBezTo>
                  <a:cubicBezTo>
                    <a:pt x="0" y="630"/>
                    <a:pt x="183" y="812"/>
                    <a:pt x="409" y="812"/>
                  </a:cubicBezTo>
                  <a:cubicBezTo>
                    <a:pt x="630" y="812"/>
                    <a:pt x="812" y="630"/>
                    <a:pt x="812" y="404"/>
                  </a:cubicBezTo>
                  <a:cubicBezTo>
                    <a:pt x="812" y="183"/>
                    <a:pt x="630" y="0"/>
                    <a:pt x="409" y="0"/>
                  </a:cubicBezTo>
                  <a:close/>
                </a:path>
              </a:pathLst>
            </a:custGeom>
            <a:solidFill>
              <a:srgbClr val="F4F6F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60" name="Google Shape;8460;p69"/>
            <p:cNvSpPr/>
            <p:nvPr/>
          </p:nvSpPr>
          <p:spPr>
            <a:xfrm>
              <a:off x="1803446" y="4036589"/>
              <a:ext cx="11100" cy="88253"/>
            </a:xfrm>
            <a:custGeom>
              <a:avLst/>
              <a:gdLst/>
              <a:ahLst/>
              <a:cxnLst/>
              <a:rect l="l" t="t" r="r" b="b"/>
              <a:pathLst>
                <a:path w="424" h="3371" extrusionOk="0">
                  <a:moveTo>
                    <a:pt x="212" y="1"/>
                  </a:moveTo>
                  <a:cubicBezTo>
                    <a:pt x="107" y="1"/>
                    <a:pt x="1" y="71"/>
                    <a:pt x="1" y="210"/>
                  </a:cubicBezTo>
                  <a:lnTo>
                    <a:pt x="1" y="3160"/>
                  </a:lnTo>
                  <a:cubicBezTo>
                    <a:pt x="1" y="3280"/>
                    <a:pt x="97" y="3371"/>
                    <a:pt x="212" y="3371"/>
                  </a:cubicBezTo>
                  <a:cubicBezTo>
                    <a:pt x="328" y="3371"/>
                    <a:pt x="424" y="3275"/>
                    <a:pt x="424" y="3160"/>
                  </a:cubicBezTo>
                  <a:lnTo>
                    <a:pt x="424" y="210"/>
                  </a:lnTo>
                  <a:cubicBezTo>
                    <a:pt x="424" y="71"/>
                    <a:pt x="318" y="1"/>
                    <a:pt x="212" y="1"/>
                  </a:cubicBez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61" name="Google Shape;8461;p69"/>
            <p:cNvSpPr/>
            <p:nvPr/>
          </p:nvSpPr>
          <p:spPr>
            <a:xfrm>
              <a:off x="1927330" y="3992135"/>
              <a:ext cx="95636" cy="22044"/>
            </a:xfrm>
            <a:custGeom>
              <a:avLst/>
              <a:gdLst/>
              <a:ahLst/>
              <a:cxnLst/>
              <a:rect l="l" t="t" r="r" b="b"/>
              <a:pathLst>
                <a:path w="3653" h="842" extrusionOk="0">
                  <a:moveTo>
                    <a:pt x="1" y="1"/>
                  </a:moveTo>
                  <a:lnTo>
                    <a:pt x="1" y="841"/>
                  </a:lnTo>
                  <a:lnTo>
                    <a:pt x="3652" y="841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rgbClr val="FBFCF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62" name="Google Shape;8462;p69"/>
            <p:cNvSpPr/>
            <p:nvPr/>
          </p:nvSpPr>
          <p:spPr>
            <a:xfrm>
              <a:off x="1993382" y="3909014"/>
              <a:ext cx="29583" cy="83148"/>
            </a:xfrm>
            <a:custGeom>
              <a:avLst/>
              <a:gdLst/>
              <a:ahLst/>
              <a:cxnLst/>
              <a:rect l="l" t="t" r="r" b="b"/>
              <a:pathLst>
                <a:path w="1130" h="3176" extrusionOk="0">
                  <a:moveTo>
                    <a:pt x="207" y="0"/>
                  </a:moveTo>
                  <a:cubicBezTo>
                    <a:pt x="91" y="0"/>
                    <a:pt x="0" y="91"/>
                    <a:pt x="0" y="207"/>
                  </a:cubicBezTo>
                  <a:lnTo>
                    <a:pt x="0" y="3176"/>
                  </a:lnTo>
                  <a:lnTo>
                    <a:pt x="1129" y="3176"/>
                  </a:lnTo>
                  <a:lnTo>
                    <a:pt x="1129" y="207"/>
                  </a:lnTo>
                  <a:cubicBezTo>
                    <a:pt x="1129" y="91"/>
                    <a:pt x="1038" y="0"/>
                    <a:pt x="927" y="0"/>
                  </a:cubicBezTo>
                  <a:close/>
                </a:path>
              </a:pathLst>
            </a:custGeom>
            <a:solidFill>
              <a:srgbClr val="D9E1E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63" name="Google Shape;8463;p69"/>
            <p:cNvSpPr/>
            <p:nvPr/>
          </p:nvSpPr>
          <p:spPr>
            <a:xfrm>
              <a:off x="1971364" y="3934670"/>
              <a:ext cx="22044" cy="57491"/>
            </a:xfrm>
            <a:custGeom>
              <a:avLst/>
              <a:gdLst/>
              <a:ahLst/>
              <a:cxnLst/>
              <a:rect l="l" t="t" r="r" b="b"/>
              <a:pathLst>
                <a:path w="842" h="2196" extrusionOk="0">
                  <a:moveTo>
                    <a:pt x="207" y="0"/>
                  </a:moveTo>
                  <a:cubicBezTo>
                    <a:pt x="92" y="0"/>
                    <a:pt x="0" y="92"/>
                    <a:pt x="0" y="202"/>
                  </a:cubicBezTo>
                  <a:lnTo>
                    <a:pt x="0" y="2196"/>
                  </a:lnTo>
                  <a:lnTo>
                    <a:pt x="841" y="2196"/>
                  </a:lnTo>
                  <a:lnTo>
                    <a:pt x="841" y="202"/>
                  </a:lnTo>
                  <a:cubicBezTo>
                    <a:pt x="841" y="92"/>
                    <a:pt x="750" y="0"/>
                    <a:pt x="639" y="0"/>
                  </a:cubicBezTo>
                  <a:close/>
                </a:path>
              </a:pathLst>
            </a:custGeom>
            <a:solidFill>
              <a:srgbClr val="C3CDD4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64" name="Google Shape;8464;p69"/>
            <p:cNvSpPr/>
            <p:nvPr/>
          </p:nvSpPr>
          <p:spPr>
            <a:xfrm>
              <a:off x="1927330" y="3909773"/>
              <a:ext cx="22044" cy="82388"/>
            </a:xfrm>
            <a:custGeom>
              <a:avLst/>
              <a:gdLst/>
              <a:ahLst/>
              <a:cxnLst/>
              <a:rect l="l" t="t" r="r" b="b"/>
              <a:pathLst>
                <a:path w="842" h="3147" extrusionOk="0">
                  <a:moveTo>
                    <a:pt x="208" y="0"/>
                  </a:moveTo>
                  <a:cubicBezTo>
                    <a:pt x="92" y="0"/>
                    <a:pt x="1" y="91"/>
                    <a:pt x="1" y="207"/>
                  </a:cubicBezTo>
                  <a:lnTo>
                    <a:pt x="1" y="3147"/>
                  </a:lnTo>
                  <a:lnTo>
                    <a:pt x="842" y="3147"/>
                  </a:lnTo>
                  <a:lnTo>
                    <a:pt x="842" y="1475"/>
                  </a:lnTo>
                  <a:lnTo>
                    <a:pt x="842" y="207"/>
                  </a:lnTo>
                  <a:cubicBezTo>
                    <a:pt x="842" y="91"/>
                    <a:pt x="750" y="0"/>
                    <a:pt x="640" y="0"/>
                  </a:cubicBezTo>
                  <a:close/>
                </a:path>
              </a:pathLst>
            </a:custGeom>
            <a:solidFill>
              <a:srgbClr val="E4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65" name="Google Shape;8465;p69"/>
            <p:cNvSpPr/>
            <p:nvPr/>
          </p:nvSpPr>
          <p:spPr>
            <a:xfrm>
              <a:off x="1949347" y="3942969"/>
              <a:ext cx="22044" cy="49192"/>
            </a:xfrm>
            <a:custGeom>
              <a:avLst/>
              <a:gdLst/>
              <a:ahLst/>
              <a:cxnLst/>
              <a:rect l="l" t="t" r="r" b="b"/>
              <a:pathLst>
                <a:path w="842" h="1879" extrusionOk="0">
                  <a:moveTo>
                    <a:pt x="207" y="0"/>
                  </a:moveTo>
                  <a:cubicBezTo>
                    <a:pt x="92" y="0"/>
                    <a:pt x="1" y="92"/>
                    <a:pt x="1" y="207"/>
                  </a:cubicBezTo>
                  <a:lnTo>
                    <a:pt x="1" y="1879"/>
                  </a:lnTo>
                  <a:lnTo>
                    <a:pt x="841" y="1879"/>
                  </a:lnTo>
                  <a:lnTo>
                    <a:pt x="841" y="207"/>
                  </a:lnTo>
                  <a:cubicBezTo>
                    <a:pt x="841" y="92"/>
                    <a:pt x="750" y="0"/>
                    <a:pt x="640" y="0"/>
                  </a:cubicBezTo>
                  <a:close/>
                </a:path>
              </a:pathLst>
            </a:custGeom>
            <a:solidFill>
              <a:srgbClr val="EDF1F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66" name="Google Shape;8466;p69"/>
            <p:cNvSpPr/>
            <p:nvPr/>
          </p:nvSpPr>
          <p:spPr>
            <a:xfrm>
              <a:off x="1974139" y="4054182"/>
              <a:ext cx="46679" cy="72545"/>
            </a:xfrm>
            <a:custGeom>
              <a:avLst/>
              <a:gdLst/>
              <a:ahLst/>
              <a:cxnLst/>
              <a:rect l="l" t="t" r="r" b="b"/>
              <a:pathLst>
                <a:path w="1783" h="2771" extrusionOk="0">
                  <a:moveTo>
                    <a:pt x="638" y="0"/>
                  </a:moveTo>
                  <a:cubicBezTo>
                    <a:pt x="615" y="0"/>
                    <a:pt x="591" y="4"/>
                    <a:pt x="567" y="13"/>
                  </a:cubicBezTo>
                  <a:lnTo>
                    <a:pt x="149" y="191"/>
                  </a:lnTo>
                  <a:cubicBezTo>
                    <a:pt x="48" y="230"/>
                    <a:pt x="0" y="345"/>
                    <a:pt x="43" y="441"/>
                  </a:cubicBezTo>
                  <a:lnTo>
                    <a:pt x="990" y="2723"/>
                  </a:lnTo>
                  <a:cubicBezTo>
                    <a:pt x="1005" y="2753"/>
                    <a:pt x="1034" y="2771"/>
                    <a:pt x="1064" y="2771"/>
                  </a:cubicBezTo>
                  <a:cubicBezTo>
                    <a:pt x="1073" y="2771"/>
                    <a:pt x="1082" y="2769"/>
                    <a:pt x="1091" y="2766"/>
                  </a:cubicBezTo>
                  <a:lnTo>
                    <a:pt x="1725" y="2497"/>
                  </a:lnTo>
                  <a:cubicBezTo>
                    <a:pt x="1763" y="2478"/>
                    <a:pt x="1782" y="2435"/>
                    <a:pt x="1763" y="2401"/>
                  </a:cubicBezTo>
                  <a:lnTo>
                    <a:pt x="817" y="119"/>
                  </a:lnTo>
                  <a:lnTo>
                    <a:pt x="822" y="119"/>
                  </a:lnTo>
                  <a:cubicBezTo>
                    <a:pt x="788" y="46"/>
                    <a:pt x="716" y="0"/>
                    <a:pt x="638" y="0"/>
                  </a:cubicBezTo>
                  <a:close/>
                </a:path>
              </a:pathLst>
            </a:custGeom>
            <a:solidFill>
              <a:srgbClr val="EDF1F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67" name="Google Shape;8467;p69"/>
            <p:cNvSpPr/>
            <p:nvPr/>
          </p:nvSpPr>
          <p:spPr>
            <a:xfrm>
              <a:off x="1927330" y="4044966"/>
              <a:ext cx="22044" cy="82284"/>
            </a:xfrm>
            <a:custGeom>
              <a:avLst/>
              <a:gdLst/>
              <a:ahLst/>
              <a:cxnLst/>
              <a:rect l="l" t="t" r="r" b="b"/>
              <a:pathLst>
                <a:path w="842" h="3143" extrusionOk="0">
                  <a:moveTo>
                    <a:pt x="208" y="0"/>
                  </a:moveTo>
                  <a:cubicBezTo>
                    <a:pt x="92" y="0"/>
                    <a:pt x="1" y="92"/>
                    <a:pt x="1" y="202"/>
                  </a:cubicBezTo>
                  <a:lnTo>
                    <a:pt x="1" y="2955"/>
                  </a:lnTo>
                  <a:cubicBezTo>
                    <a:pt x="1" y="3061"/>
                    <a:pt x="87" y="3142"/>
                    <a:pt x="188" y="3142"/>
                  </a:cubicBezTo>
                  <a:lnTo>
                    <a:pt x="842" y="3142"/>
                  </a:lnTo>
                  <a:lnTo>
                    <a:pt x="842" y="1288"/>
                  </a:lnTo>
                  <a:lnTo>
                    <a:pt x="842" y="202"/>
                  </a:lnTo>
                  <a:cubicBezTo>
                    <a:pt x="842" y="92"/>
                    <a:pt x="750" y="0"/>
                    <a:pt x="640" y="0"/>
                  </a:cubicBezTo>
                  <a:close/>
                </a:path>
              </a:pathLst>
            </a:custGeom>
            <a:solidFill>
              <a:srgbClr val="C3CDD4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68" name="Google Shape;8468;p69"/>
            <p:cNvSpPr/>
            <p:nvPr/>
          </p:nvSpPr>
          <p:spPr>
            <a:xfrm>
              <a:off x="1949347" y="4073633"/>
              <a:ext cx="22044" cy="53617"/>
            </a:xfrm>
            <a:custGeom>
              <a:avLst/>
              <a:gdLst/>
              <a:ahLst/>
              <a:cxnLst/>
              <a:rect l="l" t="t" r="r" b="b"/>
              <a:pathLst>
                <a:path w="842" h="2048" extrusionOk="0">
                  <a:moveTo>
                    <a:pt x="193" y="1"/>
                  </a:moveTo>
                  <a:cubicBezTo>
                    <a:pt x="87" y="1"/>
                    <a:pt x="1" y="87"/>
                    <a:pt x="1" y="193"/>
                  </a:cubicBezTo>
                  <a:lnTo>
                    <a:pt x="1" y="2047"/>
                  </a:lnTo>
                  <a:lnTo>
                    <a:pt x="841" y="2047"/>
                  </a:lnTo>
                  <a:lnTo>
                    <a:pt x="841" y="193"/>
                  </a:lnTo>
                  <a:cubicBezTo>
                    <a:pt x="841" y="87"/>
                    <a:pt x="755" y="1"/>
                    <a:pt x="649" y="1"/>
                  </a:cubicBezTo>
                  <a:close/>
                </a:path>
              </a:pathLst>
            </a:custGeom>
            <a:solidFill>
              <a:srgbClr val="E4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69" name="Google Shape;8469;p69"/>
            <p:cNvSpPr/>
            <p:nvPr/>
          </p:nvSpPr>
          <p:spPr>
            <a:xfrm>
              <a:off x="1777685" y="3820473"/>
              <a:ext cx="277351" cy="22541"/>
            </a:xfrm>
            <a:custGeom>
              <a:avLst/>
              <a:gdLst/>
              <a:ahLst/>
              <a:cxnLst/>
              <a:rect l="l" t="t" r="r" b="b"/>
              <a:pathLst>
                <a:path w="10594" h="861" extrusionOk="0">
                  <a:moveTo>
                    <a:pt x="284" y="0"/>
                  </a:moveTo>
                  <a:cubicBezTo>
                    <a:pt x="130" y="0"/>
                    <a:pt x="0" y="125"/>
                    <a:pt x="0" y="284"/>
                  </a:cubicBezTo>
                  <a:lnTo>
                    <a:pt x="0" y="572"/>
                  </a:lnTo>
                  <a:cubicBezTo>
                    <a:pt x="0" y="730"/>
                    <a:pt x="130" y="860"/>
                    <a:pt x="284" y="860"/>
                  </a:cubicBezTo>
                  <a:lnTo>
                    <a:pt x="10310" y="860"/>
                  </a:lnTo>
                  <a:cubicBezTo>
                    <a:pt x="10468" y="860"/>
                    <a:pt x="10593" y="730"/>
                    <a:pt x="10593" y="572"/>
                  </a:cubicBezTo>
                  <a:lnTo>
                    <a:pt x="10593" y="284"/>
                  </a:lnTo>
                  <a:cubicBezTo>
                    <a:pt x="10593" y="125"/>
                    <a:pt x="10468" y="0"/>
                    <a:pt x="10310" y="0"/>
                  </a:cubicBez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70" name="Google Shape;8470;p69"/>
            <p:cNvSpPr/>
            <p:nvPr/>
          </p:nvSpPr>
          <p:spPr>
            <a:xfrm>
              <a:off x="1761322" y="3814923"/>
              <a:ext cx="310050" cy="374688"/>
            </a:xfrm>
            <a:custGeom>
              <a:avLst/>
              <a:gdLst/>
              <a:ahLst/>
              <a:cxnLst/>
              <a:rect l="l" t="t" r="r" b="b"/>
              <a:pathLst>
                <a:path w="11843" h="14312" extrusionOk="0">
                  <a:moveTo>
                    <a:pt x="10935" y="419"/>
                  </a:moveTo>
                  <a:cubicBezTo>
                    <a:pt x="10973" y="419"/>
                    <a:pt x="11007" y="452"/>
                    <a:pt x="11007" y="496"/>
                  </a:cubicBezTo>
                  <a:lnTo>
                    <a:pt x="11007" y="784"/>
                  </a:lnTo>
                  <a:cubicBezTo>
                    <a:pt x="11007" y="827"/>
                    <a:pt x="10973" y="861"/>
                    <a:pt x="10935" y="861"/>
                  </a:cubicBezTo>
                  <a:lnTo>
                    <a:pt x="9791" y="861"/>
                  </a:lnTo>
                  <a:cubicBezTo>
                    <a:pt x="9513" y="861"/>
                    <a:pt x="9513" y="1279"/>
                    <a:pt x="9791" y="1279"/>
                  </a:cubicBezTo>
                  <a:lnTo>
                    <a:pt x="10627" y="1279"/>
                  </a:lnTo>
                  <a:lnTo>
                    <a:pt x="10627" y="12563"/>
                  </a:lnTo>
                  <a:lnTo>
                    <a:pt x="8893" y="12563"/>
                  </a:lnTo>
                  <a:cubicBezTo>
                    <a:pt x="8609" y="12563"/>
                    <a:pt x="8609" y="12981"/>
                    <a:pt x="8893" y="12981"/>
                  </a:cubicBezTo>
                  <a:lnTo>
                    <a:pt x="11223" y="12981"/>
                  </a:lnTo>
                  <a:cubicBezTo>
                    <a:pt x="11333" y="12981"/>
                    <a:pt x="11420" y="13073"/>
                    <a:pt x="11420" y="13183"/>
                  </a:cubicBezTo>
                  <a:lnTo>
                    <a:pt x="11420" y="13894"/>
                  </a:lnTo>
                  <a:lnTo>
                    <a:pt x="423" y="13894"/>
                  </a:lnTo>
                  <a:lnTo>
                    <a:pt x="423" y="13183"/>
                  </a:lnTo>
                  <a:cubicBezTo>
                    <a:pt x="423" y="13073"/>
                    <a:pt x="515" y="12981"/>
                    <a:pt x="625" y="12981"/>
                  </a:cubicBezTo>
                  <a:lnTo>
                    <a:pt x="7995" y="12981"/>
                  </a:lnTo>
                  <a:cubicBezTo>
                    <a:pt x="8278" y="12981"/>
                    <a:pt x="8278" y="12559"/>
                    <a:pt x="7995" y="12559"/>
                  </a:cubicBezTo>
                  <a:lnTo>
                    <a:pt x="1192" y="12559"/>
                  </a:lnTo>
                  <a:lnTo>
                    <a:pt x="1192" y="1279"/>
                  </a:lnTo>
                  <a:lnTo>
                    <a:pt x="8893" y="1279"/>
                  </a:lnTo>
                  <a:cubicBezTo>
                    <a:pt x="9172" y="1279"/>
                    <a:pt x="9172" y="861"/>
                    <a:pt x="8893" y="861"/>
                  </a:cubicBezTo>
                  <a:lnTo>
                    <a:pt x="909" y="861"/>
                  </a:lnTo>
                  <a:cubicBezTo>
                    <a:pt x="870" y="861"/>
                    <a:pt x="836" y="827"/>
                    <a:pt x="836" y="784"/>
                  </a:cubicBezTo>
                  <a:lnTo>
                    <a:pt x="836" y="496"/>
                  </a:lnTo>
                  <a:cubicBezTo>
                    <a:pt x="836" y="452"/>
                    <a:pt x="870" y="419"/>
                    <a:pt x="909" y="419"/>
                  </a:cubicBezTo>
                  <a:close/>
                  <a:moveTo>
                    <a:pt x="909" y="1"/>
                  </a:moveTo>
                  <a:cubicBezTo>
                    <a:pt x="640" y="1"/>
                    <a:pt x="414" y="227"/>
                    <a:pt x="414" y="500"/>
                  </a:cubicBezTo>
                  <a:lnTo>
                    <a:pt x="414" y="789"/>
                  </a:lnTo>
                  <a:cubicBezTo>
                    <a:pt x="414" y="1005"/>
                    <a:pt x="558" y="1202"/>
                    <a:pt x="769" y="1264"/>
                  </a:cubicBezTo>
                  <a:lnTo>
                    <a:pt x="769" y="12563"/>
                  </a:lnTo>
                  <a:lnTo>
                    <a:pt x="620" y="12563"/>
                  </a:lnTo>
                  <a:cubicBezTo>
                    <a:pt x="279" y="12563"/>
                    <a:pt x="5" y="12837"/>
                    <a:pt x="1" y="13183"/>
                  </a:cubicBezTo>
                  <a:lnTo>
                    <a:pt x="1" y="14101"/>
                  </a:lnTo>
                  <a:cubicBezTo>
                    <a:pt x="1" y="14216"/>
                    <a:pt x="97" y="14312"/>
                    <a:pt x="212" y="14312"/>
                  </a:cubicBezTo>
                  <a:lnTo>
                    <a:pt x="11631" y="14312"/>
                  </a:lnTo>
                  <a:cubicBezTo>
                    <a:pt x="11746" y="14312"/>
                    <a:pt x="11843" y="14216"/>
                    <a:pt x="11843" y="14101"/>
                  </a:cubicBezTo>
                  <a:lnTo>
                    <a:pt x="11843" y="13183"/>
                  </a:lnTo>
                  <a:cubicBezTo>
                    <a:pt x="11843" y="12837"/>
                    <a:pt x="11564" y="12559"/>
                    <a:pt x="11223" y="12559"/>
                  </a:cubicBezTo>
                  <a:lnTo>
                    <a:pt x="11223" y="12563"/>
                  </a:lnTo>
                  <a:lnTo>
                    <a:pt x="11045" y="12563"/>
                  </a:lnTo>
                  <a:lnTo>
                    <a:pt x="11045" y="1269"/>
                  </a:lnTo>
                  <a:cubicBezTo>
                    <a:pt x="11271" y="1216"/>
                    <a:pt x="11429" y="1014"/>
                    <a:pt x="11429" y="789"/>
                  </a:cubicBezTo>
                  <a:lnTo>
                    <a:pt x="11429" y="500"/>
                  </a:lnTo>
                  <a:cubicBezTo>
                    <a:pt x="11429" y="227"/>
                    <a:pt x="11208" y="1"/>
                    <a:pt x="10935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71" name="Google Shape;8471;p69"/>
            <p:cNvSpPr/>
            <p:nvPr/>
          </p:nvSpPr>
          <p:spPr>
            <a:xfrm>
              <a:off x="1921806" y="3859455"/>
              <a:ext cx="106683" cy="273319"/>
            </a:xfrm>
            <a:custGeom>
              <a:avLst/>
              <a:gdLst/>
              <a:ahLst/>
              <a:cxnLst/>
              <a:rect l="l" t="t" r="r" b="b"/>
              <a:pathLst>
                <a:path w="4075" h="10440" extrusionOk="0">
                  <a:moveTo>
                    <a:pt x="3656" y="418"/>
                  </a:moveTo>
                  <a:lnTo>
                    <a:pt x="3656" y="1687"/>
                  </a:lnTo>
                  <a:lnTo>
                    <a:pt x="2941" y="1687"/>
                  </a:lnTo>
                  <a:cubicBezTo>
                    <a:pt x="2710" y="1687"/>
                    <a:pt x="2523" y="1869"/>
                    <a:pt x="2523" y="2100"/>
                  </a:cubicBezTo>
                  <a:lnTo>
                    <a:pt x="2523" y="2662"/>
                  </a:lnTo>
                  <a:lnTo>
                    <a:pt x="2100" y="2662"/>
                  </a:lnTo>
                  <a:cubicBezTo>
                    <a:pt x="1903" y="2662"/>
                    <a:pt x="1740" y="2796"/>
                    <a:pt x="1696" y="2984"/>
                  </a:cubicBezTo>
                  <a:lnTo>
                    <a:pt x="1264" y="2984"/>
                  </a:lnTo>
                  <a:lnTo>
                    <a:pt x="1264" y="2129"/>
                  </a:lnTo>
                  <a:cubicBezTo>
                    <a:pt x="1264" y="1898"/>
                    <a:pt x="1077" y="1715"/>
                    <a:pt x="851" y="1715"/>
                  </a:cubicBezTo>
                  <a:lnTo>
                    <a:pt x="423" y="1715"/>
                  </a:lnTo>
                  <a:lnTo>
                    <a:pt x="423" y="418"/>
                  </a:lnTo>
                  <a:close/>
                  <a:moveTo>
                    <a:pt x="841" y="2133"/>
                  </a:moveTo>
                  <a:lnTo>
                    <a:pt x="841" y="4857"/>
                  </a:lnTo>
                  <a:lnTo>
                    <a:pt x="423" y="4857"/>
                  </a:lnTo>
                  <a:lnTo>
                    <a:pt x="423" y="2133"/>
                  </a:lnTo>
                  <a:close/>
                  <a:moveTo>
                    <a:pt x="1682" y="3402"/>
                  </a:moveTo>
                  <a:lnTo>
                    <a:pt x="1682" y="4857"/>
                  </a:lnTo>
                  <a:lnTo>
                    <a:pt x="1264" y="4857"/>
                  </a:lnTo>
                  <a:lnTo>
                    <a:pt x="1264" y="3402"/>
                  </a:lnTo>
                  <a:close/>
                  <a:moveTo>
                    <a:pt x="2523" y="3080"/>
                  </a:moveTo>
                  <a:lnTo>
                    <a:pt x="2523" y="4857"/>
                  </a:lnTo>
                  <a:lnTo>
                    <a:pt x="2105" y="4857"/>
                  </a:lnTo>
                  <a:lnTo>
                    <a:pt x="2105" y="3080"/>
                  </a:lnTo>
                  <a:close/>
                  <a:moveTo>
                    <a:pt x="3656" y="2105"/>
                  </a:moveTo>
                  <a:lnTo>
                    <a:pt x="3656" y="4857"/>
                  </a:lnTo>
                  <a:lnTo>
                    <a:pt x="2945" y="4857"/>
                  </a:lnTo>
                  <a:lnTo>
                    <a:pt x="2945" y="2105"/>
                  </a:lnTo>
                  <a:close/>
                  <a:moveTo>
                    <a:pt x="3656" y="5280"/>
                  </a:moveTo>
                  <a:lnTo>
                    <a:pt x="3656" y="5698"/>
                  </a:lnTo>
                  <a:lnTo>
                    <a:pt x="423" y="5698"/>
                  </a:lnTo>
                  <a:lnTo>
                    <a:pt x="423" y="5280"/>
                  </a:lnTo>
                  <a:close/>
                  <a:moveTo>
                    <a:pt x="3656" y="6121"/>
                  </a:moveTo>
                  <a:lnTo>
                    <a:pt x="3656" y="9027"/>
                  </a:lnTo>
                  <a:lnTo>
                    <a:pt x="3013" y="7475"/>
                  </a:lnTo>
                  <a:cubicBezTo>
                    <a:pt x="2947" y="7319"/>
                    <a:pt x="2796" y="7225"/>
                    <a:pt x="2636" y="7225"/>
                  </a:cubicBezTo>
                  <a:cubicBezTo>
                    <a:pt x="2585" y="7225"/>
                    <a:pt x="2534" y="7235"/>
                    <a:pt x="2484" y="7255"/>
                  </a:cubicBezTo>
                  <a:lnTo>
                    <a:pt x="2066" y="7432"/>
                  </a:lnTo>
                  <a:cubicBezTo>
                    <a:pt x="1965" y="7471"/>
                    <a:pt x="1889" y="7548"/>
                    <a:pt x="1845" y="7648"/>
                  </a:cubicBezTo>
                  <a:cubicBezTo>
                    <a:pt x="1807" y="7749"/>
                    <a:pt x="1807" y="7860"/>
                    <a:pt x="1845" y="7956"/>
                  </a:cubicBezTo>
                  <a:lnTo>
                    <a:pt x="1869" y="8009"/>
                  </a:lnTo>
                  <a:cubicBezTo>
                    <a:pt x="1816" y="7985"/>
                    <a:pt x="1759" y="7970"/>
                    <a:pt x="1701" y="7970"/>
                  </a:cubicBezTo>
                  <a:lnTo>
                    <a:pt x="1264" y="7970"/>
                  </a:lnTo>
                  <a:lnTo>
                    <a:pt x="1264" y="7288"/>
                  </a:lnTo>
                  <a:cubicBezTo>
                    <a:pt x="1264" y="7062"/>
                    <a:pt x="1077" y="6875"/>
                    <a:pt x="851" y="6875"/>
                  </a:cubicBezTo>
                  <a:lnTo>
                    <a:pt x="423" y="6875"/>
                  </a:lnTo>
                  <a:lnTo>
                    <a:pt x="423" y="6121"/>
                  </a:lnTo>
                  <a:close/>
                  <a:moveTo>
                    <a:pt x="2628" y="7653"/>
                  </a:moveTo>
                  <a:lnTo>
                    <a:pt x="3517" y="9796"/>
                  </a:lnTo>
                  <a:lnTo>
                    <a:pt x="3128" y="9954"/>
                  </a:lnTo>
                  <a:lnTo>
                    <a:pt x="2239" y="7812"/>
                  </a:lnTo>
                  <a:lnTo>
                    <a:pt x="2628" y="7653"/>
                  </a:lnTo>
                  <a:close/>
                  <a:moveTo>
                    <a:pt x="841" y="7298"/>
                  </a:moveTo>
                  <a:lnTo>
                    <a:pt x="841" y="8374"/>
                  </a:lnTo>
                  <a:lnTo>
                    <a:pt x="841" y="10022"/>
                  </a:lnTo>
                  <a:lnTo>
                    <a:pt x="423" y="10022"/>
                  </a:lnTo>
                  <a:lnTo>
                    <a:pt x="423" y="7298"/>
                  </a:lnTo>
                  <a:close/>
                  <a:moveTo>
                    <a:pt x="1682" y="8393"/>
                  </a:moveTo>
                  <a:lnTo>
                    <a:pt x="1682" y="10022"/>
                  </a:lnTo>
                  <a:lnTo>
                    <a:pt x="1264" y="10022"/>
                  </a:lnTo>
                  <a:lnTo>
                    <a:pt x="1264" y="8393"/>
                  </a:lnTo>
                  <a:close/>
                  <a:moveTo>
                    <a:pt x="2105" y="8580"/>
                  </a:moveTo>
                  <a:lnTo>
                    <a:pt x="2700" y="10022"/>
                  </a:lnTo>
                  <a:lnTo>
                    <a:pt x="2105" y="10022"/>
                  </a:lnTo>
                  <a:lnTo>
                    <a:pt x="2105" y="8580"/>
                  </a:lnTo>
                  <a:close/>
                  <a:moveTo>
                    <a:pt x="308" y="0"/>
                  </a:moveTo>
                  <a:cubicBezTo>
                    <a:pt x="140" y="0"/>
                    <a:pt x="1" y="140"/>
                    <a:pt x="1" y="308"/>
                  </a:cubicBezTo>
                  <a:lnTo>
                    <a:pt x="1" y="10132"/>
                  </a:lnTo>
                  <a:cubicBezTo>
                    <a:pt x="1" y="10300"/>
                    <a:pt x="140" y="10440"/>
                    <a:pt x="308" y="10440"/>
                  </a:cubicBezTo>
                  <a:lnTo>
                    <a:pt x="3767" y="10440"/>
                  </a:lnTo>
                  <a:cubicBezTo>
                    <a:pt x="3935" y="10440"/>
                    <a:pt x="4074" y="10300"/>
                    <a:pt x="4074" y="10132"/>
                  </a:cubicBezTo>
                  <a:lnTo>
                    <a:pt x="4074" y="308"/>
                  </a:lnTo>
                  <a:cubicBezTo>
                    <a:pt x="4074" y="140"/>
                    <a:pt x="3935" y="0"/>
                    <a:pt x="3767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72" name="Google Shape;8472;p69"/>
            <p:cNvSpPr/>
            <p:nvPr/>
          </p:nvSpPr>
          <p:spPr>
            <a:xfrm>
              <a:off x="1803446" y="3859324"/>
              <a:ext cx="107443" cy="167290"/>
            </a:xfrm>
            <a:custGeom>
              <a:avLst/>
              <a:gdLst/>
              <a:ahLst/>
              <a:cxnLst/>
              <a:rect l="l" t="t" r="r" b="b"/>
              <a:pathLst>
                <a:path w="4104" h="6390" extrusionOk="0">
                  <a:moveTo>
                    <a:pt x="3796" y="1"/>
                  </a:moveTo>
                  <a:lnTo>
                    <a:pt x="3796" y="5"/>
                  </a:lnTo>
                  <a:lnTo>
                    <a:pt x="308" y="5"/>
                  </a:lnTo>
                  <a:cubicBezTo>
                    <a:pt x="140" y="5"/>
                    <a:pt x="1" y="145"/>
                    <a:pt x="1" y="313"/>
                  </a:cubicBezTo>
                  <a:lnTo>
                    <a:pt x="1" y="6083"/>
                  </a:lnTo>
                  <a:cubicBezTo>
                    <a:pt x="1" y="6251"/>
                    <a:pt x="140" y="6390"/>
                    <a:pt x="308" y="6390"/>
                  </a:cubicBezTo>
                  <a:lnTo>
                    <a:pt x="875" y="6390"/>
                  </a:lnTo>
                  <a:cubicBezTo>
                    <a:pt x="1154" y="6390"/>
                    <a:pt x="1154" y="5967"/>
                    <a:pt x="875" y="5967"/>
                  </a:cubicBezTo>
                  <a:lnTo>
                    <a:pt x="424" y="5967"/>
                  </a:lnTo>
                  <a:lnTo>
                    <a:pt x="424" y="423"/>
                  </a:lnTo>
                  <a:lnTo>
                    <a:pt x="3681" y="423"/>
                  </a:lnTo>
                  <a:lnTo>
                    <a:pt x="3681" y="5967"/>
                  </a:lnTo>
                  <a:lnTo>
                    <a:pt x="1769" y="5967"/>
                  </a:lnTo>
                  <a:cubicBezTo>
                    <a:pt x="1490" y="5967"/>
                    <a:pt x="1490" y="6390"/>
                    <a:pt x="1769" y="6390"/>
                  </a:cubicBezTo>
                  <a:lnTo>
                    <a:pt x="3796" y="6390"/>
                  </a:lnTo>
                  <a:cubicBezTo>
                    <a:pt x="3964" y="6390"/>
                    <a:pt x="4104" y="6251"/>
                    <a:pt x="4104" y="6083"/>
                  </a:cubicBezTo>
                  <a:lnTo>
                    <a:pt x="4104" y="308"/>
                  </a:lnTo>
                  <a:cubicBezTo>
                    <a:pt x="4104" y="140"/>
                    <a:pt x="3964" y="1"/>
                    <a:pt x="3796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73" name="Google Shape;8473;p69"/>
            <p:cNvSpPr/>
            <p:nvPr/>
          </p:nvSpPr>
          <p:spPr>
            <a:xfrm>
              <a:off x="1822688" y="3937550"/>
              <a:ext cx="67335" cy="10969"/>
            </a:xfrm>
            <a:custGeom>
              <a:avLst/>
              <a:gdLst/>
              <a:ahLst/>
              <a:cxnLst/>
              <a:rect l="l" t="t" r="r" b="b"/>
              <a:pathLst>
                <a:path w="2572" h="419" extrusionOk="0">
                  <a:moveTo>
                    <a:pt x="280" y="1"/>
                  </a:moveTo>
                  <a:cubicBezTo>
                    <a:pt x="1" y="1"/>
                    <a:pt x="1" y="419"/>
                    <a:pt x="280" y="419"/>
                  </a:cubicBezTo>
                  <a:lnTo>
                    <a:pt x="2292" y="419"/>
                  </a:lnTo>
                  <a:cubicBezTo>
                    <a:pt x="2571" y="419"/>
                    <a:pt x="2571" y="1"/>
                    <a:pt x="2292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74" name="Google Shape;8474;p69"/>
            <p:cNvSpPr/>
            <p:nvPr/>
          </p:nvSpPr>
          <p:spPr>
            <a:xfrm>
              <a:off x="1822688" y="3962709"/>
              <a:ext cx="67335" cy="11100"/>
            </a:xfrm>
            <a:custGeom>
              <a:avLst/>
              <a:gdLst/>
              <a:ahLst/>
              <a:cxnLst/>
              <a:rect l="l" t="t" r="r" b="b"/>
              <a:pathLst>
                <a:path w="2572" h="424" extrusionOk="0">
                  <a:moveTo>
                    <a:pt x="280" y="1"/>
                  </a:moveTo>
                  <a:cubicBezTo>
                    <a:pt x="1" y="1"/>
                    <a:pt x="1" y="423"/>
                    <a:pt x="280" y="423"/>
                  </a:cubicBezTo>
                  <a:lnTo>
                    <a:pt x="2292" y="423"/>
                  </a:lnTo>
                  <a:cubicBezTo>
                    <a:pt x="2571" y="423"/>
                    <a:pt x="2571" y="1"/>
                    <a:pt x="2292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75" name="Google Shape;8475;p69"/>
            <p:cNvSpPr/>
            <p:nvPr/>
          </p:nvSpPr>
          <p:spPr>
            <a:xfrm>
              <a:off x="1822688" y="3987999"/>
              <a:ext cx="67335" cy="10969"/>
            </a:xfrm>
            <a:custGeom>
              <a:avLst/>
              <a:gdLst/>
              <a:ahLst/>
              <a:cxnLst/>
              <a:rect l="l" t="t" r="r" b="b"/>
              <a:pathLst>
                <a:path w="2572" h="419" extrusionOk="0">
                  <a:moveTo>
                    <a:pt x="280" y="0"/>
                  </a:moveTo>
                  <a:cubicBezTo>
                    <a:pt x="1" y="0"/>
                    <a:pt x="1" y="418"/>
                    <a:pt x="280" y="418"/>
                  </a:cubicBezTo>
                  <a:lnTo>
                    <a:pt x="2292" y="418"/>
                  </a:lnTo>
                  <a:cubicBezTo>
                    <a:pt x="2571" y="418"/>
                    <a:pt x="2571" y="0"/>
                    <a:pt x="2292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76" name="Google Shape;8476;p69"/>
            <p:cNvSpPr/>
            <p:nvPr/>
          </p:nvSpPr>
          <p:spPr>
            <a:xfrm>
              <a:off x="1847611" y="4062690"/>
              <a:ext cx="37621" cy="32149"/>
            </a:xfrm>
            <a:custGeom>
              <a:avLst/>
              <a:gdLst/>
              <a:ahLst/>
              <a:cxnLst/>
              <a:rect l="l" t="t" r="r" b="b"/>
              <a:pathLst>
                <a:path w="1437" h="1228" extrusionOk="0">
                  <a:moveTo>
                    <a:pt x="818" y="421"/>
                  </a:moveTo>
                  <a:cubicBezTo>
                    <a:pt x="918" y="421"/>
                    <a:pt x="1014" y="498"/>
                    <a:pt x="1014" y="616"/>
                  </a:cubicBezTo>
                  <a:cubicBezTo>
                    <a:pt x="1014" y="721"/>
                    <a:pt x="927" y="808"/>
                    <a:pt x="822" y="808"/>
                  </a:cubicBezTo>
                  <a:cubicBezTo>
                    <a:pt x="649" y="808"/>
                    <a:pt x="562" y="596"/>
                    <a:pt x="682" y="476"/>
                  </a:cubicBezTo>
                  <a:cubicBezTo>
                    <a:pt x="722" y="438"/>
                    <a:pt x="771" y="421"/>
                    <a:pt x="818" y="421"/>
                  </a:cubicBezTo>
                  <a:close/>
                  <a:moveTo>
                    <a:pt x="822" y="1"/>
                  </a:moveTo>
                  <a:cubicBezTo>
                    <a:pt x="274" y="1"/>
                    <a:pt x="0" y="659"/>
                    <a:pt x="384" y="1048"/>
                  </a:cubicBezTo>
                  <a:cubicBezTo>
                    <a:pt x="510" y="1172"/>
                    <a:pt x="664" y="1228"/>
                    <a:pt x="815" y="1228"/>
                  </a:cubicBezTo>
                  <a:cubicBezTo>
                    <a:pt x="1133" y="1228"/>
                    <a:pt x="1437" y="983"/>
                    <a:pt x="1437" y="616"/>
                  </a:cubicBezTo>
                  <a:cubicBezTo>
                    <a:pt x="1432" y="275"/>
                    <a:pt x="1158" y="1"/>
                    <a:pt x="822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77" name="Google Shape;8477;p69"/>
            <p:cNvSpPr/>
            <p:nvPr/>
          </p:nvSpPr>
          <p:spPr>
            <a:xfrm>
              <a:off x="1803446" y="4036589"/>
              <a:ext cx="34636" cy="88305"/>
            </a:xfrm>
            <a:custGeom>
              <a:avLst/>
              <a:gdLst/>
              <a:ahLst/>
              <a:cxnLst/>
              <a:rect l="l" t="t" r="r" b="b"/>
              <a:pathLst>
                <a:path w="1323" h="3373" extrusionOk="0">
                  <a:moveTo>
                    <a:pt x="722" y="705"/>
                  </a:moveTo>
                  <a:cubicBezTo>
                    <a:pt x="822" y="705"/>
                    <a:pt x="904" y="786"/>
                    <a:pt x="904" y="887"/>
                  </a:cubicBezTo>
                  <a:lnTo>
                    <a:pt x="904" y="2473"/>
                  </a:lnTo>
                  <a:cubicBezTo>
                    <a:pt x="904" y="2573"/>
                    <a:pt x="822" y="2655"/>
                    <a:pt x="722" y="2655"/>
                  </a:cubicBezTo>
                  <a:lnTo>
                    <a:pt x="424" y="2655"/>
                  </a:lnTo>
                  <a:lnTo>
                    <a:pt x="424" y="705"/>
                  </a:lnTo>
                  <a:close/>
                  <a:moveTo>
                    <a:pt x="212" y="1"/>
                  </a:moveTo>
                  <a:cubicBezTo>
                    <a:pt x="107" y="1"/>
                    <a:pt x="1" y="71"/>
                    <a:pt x="1" y="210"/>
                  </a:cubicBezTo>
                  <a:lnTo>
                    <a:pt x="1" y="3160"/>
                  </a:lnTo>
                  <a:cubicBezTo>
                    <a:pt x="1" y="3301"/>
                    <a:pt x="107" y="3372"/>
                    <a:pt x="212" y="3372"/>
                  </a:cubicBezTo>
                  <a:cubicBezTo>
                    <a:pt x="318" y="3372"/>
                    <a:pt x="424" y="3301"/>
                    <a:pt x="424" y="3160"/>
                  </a:cubicBezTo>
                  <a:lnTo>
                    <a:pt x="424" y="3078"/>
                  </a:lnTo>
                  <a:lnTo>
                    <a:pt x="722" y="3078"/>
                  </a:lnTo>
                  <a:cubicBezTo>
                    <a:pt x="1053" y="3078"/>
                    <a:pt x="1322" y="2809"/>
                    <a:pt x="1322" y="2477"/>
                  </a:cubicBezTo>
                  <a:lnTo>
                    <a:pt x="1322" y="892"/>
                  </a:lnTo>
                  <a:cubicBezTo>
                    <a:pt x="1322" y="556"/>
                    <a:pt x="1053" y="287"/>
                    <a:pt x="722" y="287"/>
                  </a:cubicBezTo>
                  <a:lnTo>
                    <a:pt x="424" y="287"/>
                  </a:lnTo>
                  <a:lnTo>
                    <a:pt x="424" y="210"/>
                  </a:lnTo>
                  <a:cubicBezTo>
                    <a:pt x="424" y="71"/>
                    <a:pt x="318" y="1"/>
                    <a:pt x="212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78" name="Google Shape;8478;p69"/>
            <p:cNvSpPr/>
            <p:nvPr/>
          </p:nvSpPr>
          <p:spPr>
            <a:xfrm>
              <a:off x="1822688" y="3912286"/>
              <a:ext cx="67335" cy="11074"/>
            </a:xfrm>
            <a:custGeom>
              <a:avLst/>
              <a:gdLst/>
              <a:ahLst/>
              <a:cxnLst/>
              <a:rect l="l" t="t" r="r" b="b"/>
              <a:pathLst>
                <a:path w="2572" h="423" extrusionOk="0">
                  <a:moveTo>
                    <a:pt x="280" y="0"/>
                  </a:moveTo>
                  <a:cubicBezTo>
                    <a:pt x="1" y="0"/>
                    <a:pt x="1" y="423"/>
                    <a:pt x="280" y="423"/>
                  </a:cubicBezTo>
                  <a:lnTo>
                    <a:pt x="2292" y="423"/>
                  </a:lnTo>
                  <a:cubicBezTo>
                    <a:pt x="2571" y="423"/>
                    <a:pt x="2571" y="0"/>
                    <a:pt x="2292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79" name="Google Shape;8479;p69"/>
            <p:cNvSpPr/>
            <p:nvPr/>
          </p:nvSpPr>
          <p:spPr>
            <a:xfrm>
              <a:off x="1822688" y="3887127"/>
              <a:ext cx="67335" cy="10969"/>
            </a:xfrm>
            <a:custGeom>
              <a:avLst/>
              <a:gdLst/>
              <a:ahLst/>
              <a:cxnLst/>
              <a:rect l="l" t="t" r="r" b="b"/>
              <a:pathLst>
                <a:path w="2572" h="419" extrusionOk="0">
                  <a:moveTo>
                    <a:pt x="280" y="0"/>
                  </a:moveTo>
                  <a:cubicBezTo>
                    <a:pt x="1" y="0"/>
                    <a:pt x="1" y="418"/>
                    <a:pt x="280" y="418"/>
                  </a:cubicBezTo>
                  <a:lnTo>
                    <a:pt x="2292" y="418"/>
                  </a:lnTo>
                  <a:cubicBezTo>
                    <a:pt x="2571" y="418"/>
                    <a:pt x="2571" y="0"/>
                    <a:pt x="2292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480" name="Google Shape;8480;p69"/>
          <p:cNvGrpSpPr/>
          <p:nvPr/>
        </p:nvGrpSpPr>
        <p:grpSpPr>
          <a:xfrm>
            <a:off x="1953082" y="2472409"/>
            <a:ext cx="299316" cy="279858"/>
            <a:chOff x="2604109" y="2439295"/>
            <a:chExt cx="399088" cy="373144"/>
          </a:xfrm>
        </p:grpSpPr>
        <p:sp>
          <p:nvSpPr>
            <p:cNvPr id="8481" name="Google Shape;8481;p69"/>
            <p:cNvSpPr/>
            <p:nvPr/>
          </p:nvSpPr>
          <p:spPr>
            <a:xfrm>
              <a:off x="2619712" y="2611559"/>
              <a:ext cx="95845" cy="194989"/>
            </a:xfrm>
            <a:custGeom>
              <a:avLst/>
              <a:gdLst/>
              <a:ahLst/>
              <a:cxnLst/>
              <a:rect l="l" t="t" r="r" b="b"/>
              <a:pathLst>
                <a:path w="3661" h="7448" extrusionOk="0">
                  <a:moveTo>
                    <a:pt x="0" y="1"/>
                  </a:moveTo>
                  <a:lnTo>
                    <a:pt x="0" y="7447"/>
                  </a:lnTo>
                  <a:lnTo>
                    <a:pt x="3661" y="7447"/>
                  </a:lnTo>
                  <a:lnTo>
                    <a:pt x="3661" y="1"/>
                  </a:lnTo>
                  <a:close/>
                </a:path>
              </a:pathLst>
            </a:custGeom>
            <a:solidFill>
              <a:srgbClr val="E0E5E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82" name="Google Shape;8482;p69"/>
            <p:cNvSpPr/>
            <p:nvPr/>
          </p:nvSpPr>
          <p:spPr>
            <a:xfrm>
              <a:off x="2695922" y="2611559"/>
              <a:ext cx="19635" cy="154095"/>
            </a:xfrm>
            <a:custGeom>
              <a:avLst/>
              <a:gdLst/>
              <a:ahLst/>
              <a:cxnLst/>
              <a:rect l="l" t="t" r="r" b="b"/>
              <a:pathLst>
                <a:path w="750" h="5886" extrusionOk="0">
                  <a:moveTo>
                    <a:pt x="298" y="1"/>
                  </a:moveTo>
                  <a:lnTo>
                    <a:pt x="298" y="3710"/>
                  </a:lnTo>
                  <a:cubicBezTo>
                    <a:pt x="298" y="3791"/>
                    <a:pt x="270" y="3868"/>
                    <a:pt x="212" y="3921"/>
                  </a:cubicBezTo>
                  <a:lnTo>
                    <a:pt x="87" y="4046"/>
                  </a:lnTo>
                  <a:cubicBezTo>
                    <a:pt x="34" y="4104"/>
                    <a:pt x="1" y="4180"/>
                    <a:pt x="1" y="4262"/>
                  </a:cubicBezTo>
                  <a:lnTo>
                    <a:pt x="1" y="5886"/>
                  </a:lnTo>
                  <a:lnTo>
                    <a:pt x="750" y="5886"/>
                  </a:lnTo>
                  <a:lnTo>
                    <a:pt x="750" y="1"/>
                  </a:lnTo>
                  <a:close/>
                </a:path>
              </a:pathLst>
            </a:custGeom>
            <a:solidFill>
              <a:srgbClr val="D1D8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83" name="Google Shape;8483;p69"/>
            <p:cNvSpPr/>
            <p:nvPr/>
          </p:nvSpPr>
          <p:spPr>
            <a:xfrm>
              <a:off x="2619712" y="2778221"/>
              <a:ext cx="56627" cy="28327"/>
            </a:xfrm>
            <a:custGeom>
              <a:avLst/>
              <a:gdLst/>
              <a:ahLst/>
              <a:cxnLst/>
              <a:rect l="l" t="t" r="r" b="b"/>
              <a:pathLst>
                <a:path w="2163" h="1082" extrusionOk="0">
                  <a:moveTo>
                    <a:pt x="0" y="0"/>
                  </a:moveTo>
                  <a:lnTo>
                    <a:pt x="0" y="1081"/>
                  </a:lnTo>
                  <a:lnTo>
                    <a:pt x="2162" y="1081"/>
                  </a:lnTo>
                  <a:lnTo>
                    <a:pt x="2162" y="0"/>
                  </a:lnTo>
                  <a:close/>
                </a:path>
              </a:pathLst>
            </a:custGeom>
            <a:solidFill>
              <a:srgbClr val="EAEFF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84" name="Google Shape;8484;p69"/>
            <p:cNvSpPr/>
            <p:nvPr/>
          </p:nvSpPr>
          <p:spPr>
            <a:xfrm>
              <a:off x="2610156" y="2554984"/>
              <a:ext cx="105401" cy="56601"/>
            </a:xfrm>
            <a:custGeom>
              <a:avLst/>
              <a:gdLst/>
              <a:ahLst/>
              <a:cxnLst/>
              <a:rect l="l" t="t" r="r" b="b"/>
              <a:pathLst>
                <a:path w="4026" h="2162" extrusionOk="0">
                  <a:moveTo>
                    <a:pt x="485" y="0"/>
                  </a:moveTo>
                  <a:cubicBezTo>
                    <a:pt x="332" y="0"/>
                    <a:pt x="197" y="115"/>
                    <a:pt x="183" y="274"/>
                  </a:cubicBezTo>
                  <a:lnTo>
                    <a:pt x="0" y="2162"/>
                  </a:lnTo>
                  <a:lnTo>
                    <a:pt x="4026" y="2162"/>
                  </a:lnTo>
                  <a:lnTo>
                    <a:pt x="4026" y="0"/>
                  </a:lnTo>
                  <a:close/>
                </a:path>
              </a:pathLst>
            </a:custGeom>
            <a:solidFill>
              <a:srgbClr val="E9EEF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85" name="Google Shape;8485;p69"/>
            <p:cNvSpPr/>
            <p:nvPr/>
          </p:nvSpPr>
          <p:spPr>
            <a:xfrm>
              <a:off x="2610261" y="2554984"/>
              <a:ext cx="105427" cy="56601"/>
            </a:xfrm>
            <a:custGeom>
              <a:avLst/>
              <a:gdLst/>
              <a:ahLst/>
              <a:cxnLst/>
              <a:rect l="l" t="t" r="r" b="b"/>
              <a:pathLst>
                <a:path w="4027" h="2162" extrusionOk="0">
                  <a:moveTo>
                    <a:pt x="3244" y="0"/>
                  </a:moveTo>
                  <a:lnTo>
                    <a:pt x="3244" y="1028"/>
                  </a:lnTo>
                  <a:cubicBezTo>
                    <a:pt x="3244" y="1105"/>
                    <a:pt x="3273" y="1182"/>
                    <a:pt x="3330" y="1240"/>
                  </a:cubicBezTo>
                  <a:lnTo>
                    <a:pt x="3455" y="1364"/>
                  </a:lnTo>
                  <a:cubicBezTo>
                    <a:pt x="3503" y="1408"/>
                    <a:pt x="3532" y="1470"/>
                    <a:pt x="3542" y="1533"/>
                  </a:cubicBezTo>
                  <a:lnTo>
                    <a:pt x="63" y="1533"/>
                  </a:lnTo>
                  <a:lnTo>
                    <a:pt x="1" y="2162"/>
                  </a:lnTo>
                  <a:lnTo>
                    <a:pt x="4027" y="2162"/>
                  </a:lnTo>
                  <a:lnTo>
                    <a:pt x="4027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86" name="Google Shape;8486;p69"/>
            <p:cNvSpPr/>
            <p:nvPr/>
          </p:nvSpPr>
          <p:spPr>
            <a:xfrm>
              <a:off x="2646363" y="2639860"/>
              <a:ext cx="42542" cy="60659"/>
            </a:xfrm>
            <a:custGeom>
              <a:avLst/>
              <a:gdLst/>
              <a:ahLst/>
              <a:cxnLst/>
              <a:rect l="l" t="t" r="r" b="b"/>
              <a:pathLst>
                <a:path w="1625" h="2317" extrusionOk="0">
                  <a:moveTo>
                    <a:pt x="813" y="1"/>
                  </a:moveTo>
                  <a:cubicBezTo>
                    <a:pt x="366" y="1"/>
                    <a:pt x="1" y="366"/>
                    <a:pt x="1" y="813"/>
                  </a:cubicBezTo>
                  <a:lnTo>
                    <a:pt x="1" y="2316"/>
                  </a:lnTo>
                  <a:lnTo>
                    <a:pt x="1624" y="2316"/>
                  </a:lnTo>
                  <a:lnTo>
                    <a:pt x="1624" y="813"/>
                  </a:lnTo>
                  <a:cubicBezTo>
                    <a:pt x="1624" y="366"/>
                    <a:pt x="1259" y="1"/>
                    <a:pt x="813" y="1"/>
                  </a:cubicBezTo>
                  <a:close/>
                </a:path>
              </a:pathLst>
            </a:custGeom>
            <a:solidFill>
              <a:srgbClr val="F4F6F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87" name="Google Shape;8487;p69"/>
            <p:cNvSpPr/>
            <p:nvPr/>
          </p:nvSpPr>
          <p:spPr>
            <a:xfrm>
              <a:off x="2662464" y="2639860"/>
              <a:ext cx="26442" cy="60659"/>
            </a:xfrm>
            <a:custGeom>
              <a:avLst/>
              <a:gdLst/>
              <a:ahLst/>
              <a:cxnLst/>
              <a:rect l="l" t="t" r="r" b="b"/>
              <a:pathLst>
                <a:path w="1010" h="2317" extrusionOk="0">
                  <a:moveTo>
                    <a:pt x="198" y="1"/>
                  </a:moveTo>
                  <a:cubicBezTo>
                    <a:pt x="130" y="1"/>
                    <a:pt x="68" y="10"/>
                    <a:pt x="1" y="25"/>
                  </a:cubicBezTo>
                  <a:cubicBezTo>
                    <a:pt x="366" y="116"/>
                    <a:pt x="616" y="438"/>
                    <a:pt x="620" y="813"/>
                  </a:cubicBezTo>
                  <a:lnTo>
                    <a:pt x="620" y="2316"/>
                  </a:lnTo>
                  <a:lnTo>
                    <a:pt x="1009" y="2316"/>
                  </a:lnTo>
                  <a:lnTo>
                    <a:pt x="1009" y="813"/>
                  </a:lnTo>
                  <a:cubicBezTo>
                    <a:pt x="1009" y="366"/>
                    <a:pt x="644" y="1"/>
                    <a:pt x="198" y="1"/>
                  </a:cubicBezTo>
                  <a:close/>
                </a:path>
              </a:pathLst>
            </a:custGeom>
            <a:solidFill>
              <a:srgbClr val="EAEDF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88" name="Google Shape;8488;p69"/>
            <p:cNvSpPr/>
            <p:nvPr/>
          </p:nvSpPr>
          <p:spPr>
            <a:xfrm>
              <a:off x="2891748" y="2611559"/>
              <a:ext cx="95871" cy="194989"/>
            </a:xfrm>
            <a:custGeom>
              <a:avLst/>
              <a:gdLst/>
              <a:ahLst/>
              <a:cxnLst/>
              <a:rect l="l" t="t" r="r" b="b"/>
              <a:pathLst>
                <a:path w="3662" h="7448" extrusionOk="0">
                  <a:moveTo>
                    <a:pt x="0" y="1"/>
                  </a:moveTo>
                  <a:lnTo>
                    <a:pt x="0" y="7447"/>
                  </a:lnTo>
                  <a:lnTo>
                    <a:pt x="3661" y="7447"/>
                  </a:lnTo>
                  <a:lnTo>
                    <a:pt x="3661" y="1"/>
                  </a:lnTo>
                  <a:close/>
                </a:path>
              </a:pathLst>
            </a:custGeom>
            <a:solidFill>
              <a:srgbClr val="E0E5E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89" name="Google Shape;8489;p69"/>
            <p:cNvSpPr/>
            <p:nvPr/>
          </p:nvSpPr>
          <p:spPr>
            <a:xfrm>
              <a:off x="2971859" y="2611559"/>
              <a:ext cx="15760" cy="194989"/>
            </a:xfrm>
            <a:custGeom>
              <a:avLst/>
              <a:gdLst/>
              <a:ahLst/>
              <a:cxnLst/>
              <a:rect l="l" t="t" r="r" b="b"/>
              <a:pathLst>
                <a:path w="602" h="7448" extrusionOk="0">
                  <a:moveTo>
                    <a:pt x="1" y="1"/>
                  </a:moveTo>
                  <a:lnTo>
                    <a:pt x="1" y="7447"/>
                  </a:lnTo>
                  <a:lnTo>
                    <a:pt x="601" y="7447"/>
                  </a:lnTo>
                  <a:lnTo>
                    <a:pt x="601" y="1"/>
                  </a:lnTo>
                  <a:close/>
                </a:path>
              </a:pathLst>
            </a:custGeom>
            <a:solidFill>
              <a:srgbClr val="D1D8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90" name="Google Shape;8490;p69"/>
            <p:cNvSpPr/>
            <p:nvPr/>
          </p:nvSpPr>
          <p:spPr>
            <a:xfrm>
              <a:off x="2891748" y="2611559"/>
              <a:ext cx="20394" cy="154095"/>
            </a:xfrm>
            <a:custGeom>
              <a:avLst/>
              <a:gdLst/>
              <a:ahLst/>
              <a:cxnLst/>
              <a:rect l="l" t="t" r="r" b="b"/>
              <a:pathLst>
                <a:path w="779" h="5886" extrusionOk="0">
                  <a:moveTo>
                    <a:pt x="0" y="1"/>
                  </a:moveTo>
                  <a:lnTo>
                    <a:pt x="0" y="5886"/>
                  </a:lnTo>
                  <a:lnTo>
                    <a:pt x="779" y="5886"/>
                  </a:lnTo>
                  <a:lnTo>
                    <a:pt x="779" y="4262"/>
                  </a:lnTo>
                  <a:cubicBezTo>
                    <a:pt x="779" y="4180"/>
                    <a:pt x="745" y="4104"/>
                    <a:pt x="692" y="4046"/>
                  </a:cubicBezTo>
                  <a:lnTo>
                    <a:pt x="567" y="3921"/>
                  </a:lnTo>
                  <a:cubicBezTo>
                    <a:pt x="510" y="3868"/>
                    <a:pt x="481" y="3791"/>
                    <a:pt x="481" y="3710"/>
                  </a:cubicBezTo>
                  <a:lnTo>
                    <a:pt x="481" y="1"/>
                  </a:lnTo>
                  <a:close/>
                </a:path>
              </a:pathLst>
            </a:custGeom>
            <a:solidFill>
              <a:srgbClr val="D1D8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91" name="Google Shape;8491;p69"/>
            <p:cNvSpPr/>
            <p:nvPr/>
          </p:nvSpPr>
          <p:spPr>
            <a:xfrm>
              <a:off x="2930992" y="2778221"/>
              <a:ext cx="56627" cy="28327"/>
            </a:xfrm>
            <a:custGeom>
              <a:avLst/>
              <a:gdLst/>
              <a:ahLst/>
              <a:cxnLst/>
              <a:rect l="l" t="t" r="r" b="b"/>
              <a:pathLst>
                <a:path w="2163" h="1082" extrusionOk="0">
                  <a:moveTo>
                    <a:pt x="0" y="0"/>
                  </a:moveTo>
                  <a:lnTo>
                    <a:pt x="0" y="1081"/>
                  </a:lnTo>
                  <a:lnTo>
                    <a:pt x="2162" y="1081"/>
                  </a:lnTo>
                  <a:lnTo>
                    <a:pt x="2162" y="0"/>
                  </a:lnTo>
                  <a:close/>
                </a:path>
              </a:pathLst>
            </a:custGeom>
            <a:solidFill>
              <a:srgbClr val="EAEFF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92" name="Google Shape;8492;p69"/>
            <p:cNvSpPr/>
            <p:nvPr/>
          </p:nvSpPr>
          <p:spPr>
            <a:xfrm>
              <a:off x="2971859" y="2778221"/>
              <a:ext cx="15760" cy="28327"/>
            </a:xfrm>
            <a:custGeom>
              <a:avLst/>
              <a:gdLst/>
              <a:ahLst/>
              <a:cxnLst/>
              <a:rect l="l" t="t" r="r" b="b"/>
              <a:pathLst>
                <a:path w="602" h="1082" extrusionOk="0">
                  <a:moveTo>
                    <a:pt x="1" y="0"/>
                  </a:moveTo>
                  <a:lnTo>
                    <a:pt x="1" y="1081"/>
                  </a:lnTo>
                  <a:lnTo>
                    <a:pt x="601" y="1081"/>
                  </a:lnTo>
                  <a:lnTo>
                    <a:pt x="601" y="0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93" name="Google Shape;8493;p69"/>
            <p:cNvSpPr/>
            <p:nvPr/>
          </p:nvSpPr>
          <p:spPr>
            <a:xfrm>
              <a:off x="2891748" y="2554984"/>
              <a:ext cx="105427" cy="56601"/>
            </a:xfrm>
            <a:custGeom>
              <a:avLst/>
              <a:gdLst/>
              <a:ahLst/>
              <a:cxnLst/>
              <a:rect l="l" t="t" r="r" b="b"/>
              <a:pathLst>
                <a:path w="4027" h="2162" extrusionOk="0">
                  <a:moveTo>
                    <a:pt x="0" y="0"/>
                  </a:moveTo>
                  <a:lnTo>
                    <a:pt x="0" y="2162"/>
                  </a:lnTo>
                  <a:lnTo>
                    <a:pt x="4026" y="2162"/>
                  </a:lnTo>
                  <a:lnTo>
                    <a:pt x="3844" y="274"/>
                  </a:lnTo>
                  <a:cubicBezTo>
                    <a:pt x="3824" y="115"/>
                    <a:pt x="3695" y="0"/>
                    <a:pt x="3541" y="0"/>
                  </a:cubicBezTo>
                  <a:close/>
                </a:path>
              </a:pathLst>
            </a:custGeom>
            <a:solidFill>
              <a:srgbClr val="E9EEF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94" name="Google Shape;8494;p69"/>
            <p:cNvSpPr/>
            <p:nvPr/>
          </p:nvSpPr>
          <p:spPr>
            <a:xfrm>
              <a:off x="2891617" y="2554984"/>
              <a:ext cx="105427" cy="56601"/>
            </a:xfrm>
            <a:custGeom>
              <a:avLst/>
              <a:gdLst/>
              <a:ahLst/>
              <a:cxnLst/>
              <a:rect l="l" t="t" r="r" b="b"/>
              <a:pathLst>
                <a:path w="4027" h="2162" extrusionOk="0">
                  <a:moveTo>
                    <a:pt x="3186" y="0"/>
                  </a:moveTo>
                  <a:lnTo>
                    <a:pt x="3306" y="1201"/>
                  </a:lnTo>
                  <a:cubicBezTo>
                    <a:pt x="3320" y="1379"/>
                    <a:pt x="3181" y="1533"/>
                    <a:pt x="3003" y="1533"/>
                  </a:cubicBezTo>
                  <a:lnTo>
                    <a:pt x="1" y="1533"/>
                  </a:lnTo>
                  <a:lnTo>
                    <a:pt x="1" y="2162"/>
                  </a:lnTo>
                  <a:lnTo>
                    <a:pt x="4026" y="2162"/>
                  </a:lnTo>
                  <a:lnTo>
                    <a:pt x="3839" y="269"/>
                  </a:lnTo>
                  <a:cubicBezTo>
                    <a:pt x="3825" y="120"/>
                    <a:pt x="3695" y="0"/>
                    <a:pt x="3546" y="0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95" name="Google Shape;8495;p69"/>
            <p:cNvSpPr/>
            <p:nvPr/>
          </p:nvSpPr>
          <p:spPr>
            <a:xfrm>
              <a:off x="2692021" y="2749920"/>
              <a:ext cx="223263" cy="28327"/>
            </a:xfrm>
            <a:custGeom>
              <a:avLst/>
              <a:gdLst/>
              <a:ahLst/>
              <a:cxnLst/>
              <a:rect l="l" t="t" r="r" b="b"/>
              <a:pathLst>
                <a:path w="8528" h="1082" extrusionOk="0">
                  <a:moveTo>
                    <a:pt x="1" y="0"/>
                  </a:moveTo>
                  <a:lnTo>
                    <a:pt x="1" y="1081"/>
                  </a:lnTo>
                  <a:lnTo>
                    <a:pt x="8528" y="1081"/>
                  </a:lnTo>
                  <a:lnTo>
                    <a:pt x="8528" y="0"/>
                  </a:lnTo>
                  <a:close/>
                </a:path>
              </a:pathLst>
            </a:custGeom>
            <a:solidFill>
              <a:srgbClr val="E0E5E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96" name="Google Shape;8496;p69"/>
            <p:cNvSpPr/>
            <p:nvPr/>
          </p:nvSpPr>
          <p:spPr>
            <a:xfrm>
              <a:off x="2692021" y="2749920"/>
              <a:ext cx="223263" cy="28327"/>
            </a:xfrm>
            <a:custGeom>
              <a:avLst/>
              <a:gdLst/>
              <a:ahLst/>
              <a:cxnLst/>
              <a:rect l="l" t="t" r="r" b="b"/>
              <a:pathLst>
                <a:path w="8528" h="1082" extrusionOk="0">
                  <a:moveTo>
                    <a:pt x="8167" y="0"/>
                  </a:moveTo>
                  <a:lnTo>
                    <a:pt x="8167" y="423"/>
                  </a:lnTo>
                  <a:cubicBezTo>
                    <a:pt x="8167" y="586"/>
                    <a:pt x="8033" y="721"/>
                    <a:pt x="7870" y="721"/>
                  </a:cubicBezTo>
                  <a:lnTo>
                    <a:pt x="1" y="721"/>
                  </a:lnTo>
                  <a:lnTo>
                    <a:pt x="1" y="1081"/>
                  </a:lnTo>
                  <a:lnTo>
                    <a:pt x="8528" y="1081"/>
                  </a:lnTo>
                  <a:lnTo>
                    <a:pt x="8528" y="0"/>
                  </a:lnTo>
                  <a:close/>
                </a:path>
              </a:pathLst>
            </a:custGeom>
            <a:solidFill>
              <a:srgbClr val="D1D8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97" name="Google Shape;8497;p69"/>
            <p:cNvSpPr/>
            <p:nvPr/>
          </p:nvSpPr>
          <p:spPr>
            <a:xfrm>
              <a:off x="2676313" y="2778221"/>
              <a:ext cx="254705" cy="28327"/>
            </a:xfrm>
            <a:custGeom>
              <a:avLst/>
              <a:gdLst/>
              <a:ahLst/>
              <a:cxnLst/>
              <a:rect l="l" t="t" r="r" b="b"/>
              <a:pathLst>
                <a:path w="9729" h="1082" extrusionOk="0">
                  <a:moveTo>
                    <a:pt x="0" y="0"/>
                  </a:moveTo>
                  <a:lnTo>
                    <a:pt x="0" y="1081"/>
                  </a:lnTo>
                  <a:lnTo>
                    <a:pt x="9728" y="1081"/>
                  </a:lnTo>
                  <a:lnTo>
                    <a:pt x="9728" y="0"/>
                  </a:lnTo>
                  <a:close/>
                </a:path>
              </a:pathLst>
            </a:custGeom>
            <a:solidFill>
              <a:srgbClr val="E0E5E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98" name="Google Shape;8498;p69"/>
            <p:cNvSpPr/>
            <p:nvPr/>
          </p:nvSpPr>
          <p:spPr>
            <a:xfrm>
              <a:off x="2676313" y="2778221"/>
              <a:ext cx="254705" cy="28327"/>
            </a:xfrm>
            <a:custGeom>
              <a:avLst/>
              <a:gdLst/>
              <a:ahLst/>
              <a:cxnLst/>
              <a:rect l="l" t="t" r="r" b="b"/>
              <a:pathLst>
                <a:path w="9729" h="1082" extrusionOk="0">
                  <a:moveTo>
                    <a:pt x="9368" y="0"/>
                  </a:moveTo>
                  <a:lnTo>
                    <a:pt x="9368" y="423"/>
                  </a:lnTo>
                  <a:cubicBezTo>
                    <a:pt x="9368" y="586"/>
                    <a:pt x="9233" y="721"/>
                    <a:pt x="9070" y="721"/>
                  </a:cubicBezTo>
                  <a:lnTo>
                    <a:pt x="0" y="721"/>
                  </a:lnTo>
                  <a:lnTo>
                    <a:pt x="0" y="1081"/>
                  </a:lnTo>
                  <a:lnTo>
                    <a:pt x="9728" y="1081"/>
                  </a:lnTo>
                  <a:lnTo>
                    <a:pt x="9728" y="0"/>
                  </a:lnTo>
                  <a:close/>
                </a:path>
              </a:pathLst>
            </a:custGeom>
            <a:solidFill>
              <a:srgbClr val="D1D8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99" name="Google Shape;8499;p69"/>
            <p:cNvSpPr/>
            <p:nvPr/>
          </p:nvSpPr>
          <p:spPr>
            <a:xfrm>
              <a:off x="2731265" y="2554984"/>
              <a:ext cx="145535" cy="194962"/>
            </a:xfrm>
            <a:custGeom>
              <a:avLst/>
              <a:gdLst/>
              <a:ahLst/>
              <a:cxnLst/>
              <a:rect l="l" t="t" r="r" b="b"/>
              <a:pathLst>
                <a:path w="5559" h="7447" extrusionOk="0">
                  <a:moveTo>
                    <a:pt x="5" y="0"/>
                  </a:moveTo>
                  <a:lnTo>
                    <a:pt x="0" y="7446"/>
                  </a:lnTo>
                  <a:lnTo>
                    <a:pt x="5559" y="7446"/>
                  </a:lnTo>
                  <a:lnTo>
                    <a:pt x="5559" y="0"/>
                  </a:lnTo>
                  <a:close/>
                </a:path>
              </a:pathLst>
            </a:custGeom>
            <a:solidFill>
              <a:srgbClr val="D1D8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00" name="Google Shape;8500;p69"/>
            <p:cNvSpPr/>
            <p:nvPr/>
          </p:nvSpPr>
          <p:spPr>
            <a:xfrm>
              <a:off x="2777682" y="2655725"/>
              <a:ext cx="51967" cy="94222"/>
            </a:xfrm>
            <a:custGeom>
              <a:avLst/>
              <a:gdLst/>
              <a:ahLst/>
              <a:cxnLst/>
              <a:rect l="l" t="t" r="r" b="b"/>
              <a:pathLst>
                <a:path w="1985" h="3599" extrusionOk="0">
                  <a:moveTo>
                    <a:pt x="992" y="0"/>
                  </a:moveTo>
                  <a:cubicBezTo>
                    <a:pt x="874" y="0"/>
                    <a:pt x="757" y="34"/>
                    <a:pt x="653" y="101"/>
                  </a:cubicBezTo>
                  <a:lnTo>
                    <a:pt x="269" y="360"/>
                  </a:lnTo>
                  <a:cubicBezTo>
                    <a:pt x="101" y="471"/>
                    <a:pt x="0" y="658"/>
                    <a:pt x="0" y="860"/>
                  </a:cubicBezTo>
                  <a:lnTo>
                    <a:pt x="0" y="3598"/>
                  </a:lnTo>
                  <a:lnTo>
                    <a:pt x="1984" y="3598"/>
                  </a:lnTo>
                  <a:lnTo>
                    <a:pt x="1984" y="865"/>
                  </a:lnTo>
                  <a:cubicBezTo>
                    <a:pt x="1979" y="663"/>
                    <a:pt x="1883" y="476"/>
                    <a:pt x="1715" y="365"/>
                  </a:cubicBezTo>
                  <a:lnTo>
                    <a:pt x="1326" y="101"/>
                  </a:lnTo>
                  <a:cubicBezTo>
                    <a:pt x="1225" y="34"/>
                    <a:pt x="1109" y="0"/>
                    <a:pt x="992" y="0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01" name="Google Shape;8501;p69"/>
            <p:cNvSpPr/>
            <p:nvPr/>
          </p:nvSpPr>
          <p:spPr>
            <a:xfrm>
              <a:off x="2797657" y="2655672"/>
              <a:ext cx="31992" cy="94274"/>
            </a:xfrm>
            <a:custGeom>
              <a:avLst/>
              <a:gdLst/>
              <a:ahLst/>
              <a:cxnLst/>
              <a:rect l="l" t="t" r="r" b="b"/>
              <a:pathLst>
                <a:path w="1222" h="3601" extrusionOk="0">
                  <a:moveTo>
                    <a:pt x="228" y="1"/>
                  </a:moveTo>
                  <a:cubicBezTo>
                    <a:pt x="152" y="1"/>
                    <a:pt x="74" y="15"/>
                    <a:pt x="1" y="45"/>
                  </a:cubicBezTo>
                  <a:cubicBezTo>
                    <a:pt x="39" y="60"/>
                    <a:pt x="78" y="79"/>
                    <a:pt x="111" y="103"/>
                  </a:cubicBezTo>
                  <a:lnTo>
                    <a:pt x="505" y="367"/>
                  </a:lnTo>
                  <a:cubicBezTo>
                    <a:pt x="669" y="478"/>
                    <a:pt x="770" y="665"/>
                    <a:pt x="770" y="867"/>
                  </a:cubicBezTo>
                  <a:lnTo>
                    <a:pt x="770" y="3600"/>
                  </a:lnTo>
                  <a:lnTo>
                    <a:pt x="1221" y="3600"/>
                  </a:lnTo>
                  <a:lnTo>
                    <a:pt x="1221" y="867"/>
                  </a:lnTo>
                  <a:cubicBezTo>
                    <a:pt x="1221" y="665"/>
                    <a:pt x="1120" y="478"/>
                    <a:pt x="957" y="367"/>
                  </a:cubicBezTo>
                  <a:lnTo>
                    <a:pt x="563" y="103"/>
                  </a:lnTo>
                  <a:cubicBezTo>
                    <a:pt x="464" y="36"/>
                    <a:pt x="347" y="1"/>
                    <a:pt x="228" y="1"/>
                  </a:cubicBezTo>
                  <a:close/>
                </a:path>
              </a:pathLst>
            </a:custGeom>
            <a:solidFill>
              <a:srgbClr val="D9E1E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02" name="Google Shape;8502;p69"/>
            <p:cNvSpPr/>
            <p:nvPr/>
          </p:nvSpPr>
          <p:spPr>
            <a:xfrm>
              <a:off x="2707755" y="2554984"/>
              <a:ext cx="47176" cy="31468"/>
            </a:xfrm>
            <a:custGeom>
              <a:avLst/>
              <a:gdLst/>
              <a:ahLst/>
              <a:cxnLst/>
              <a:rect l="l" t="t" r="r" b="b"/>
              <a:pathLst>
                <a:path w="1802" h="1202" extrusionOk="0">
                  <a:moveTo>
                    <a:pt x="0" y="0"/>
                  </a:moveTo>
                  <a:lnTo>
                    <a:pt x="0" y="903"/>
                  </a:lnTo>
                  <a:lnTo>
                    <a:pt x="303" y="1201"/>
                  </a:lnTo>
                  <a:lnTo>
                    <a:pt x="1504" y="1201"/>
                  </a:lnTo>
                  <a:lnTo>
                    <a:pt x="1802" y="903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03" name="Google Shape;8503;p69"/>
            <p:cNvSpPr/>
            <p:nvPr/>
          </p:nvSpPr>
          <p:spPr>
            <a:xfrm>
              <a:off x="2734537" y="2554984"/>
              <a:ext cx="20394" cy="31468"/>
            </a:xfrm>
            <a:custGeom>
              <a:avLst/>
              <a:gdLst/>
              <a:ahLst/>
              <a:cxnLst/>
              <a:rect l="l" t="t" r="r" b="b"/>
              <a:pathLst>
                <a:path w="779" h="1202" extrusionOk="0">
                  <a:moveTo>
                    <a:pt x="298" y="0"/>
                  </a:moveTo>
                  <a:lnTo>
                    <a:pt x="298" y="903"/>
                  </a:lnTo>
                  <a:lnTo>
                    <a:pt x="0" y="1201"/>
                  </a:lnTo>
                  <a:lnTo>
                    <a:pt x="481" y="1201"/>
                  </a:lnTo>
                  <a:lnTo>
                    <a:pt x="779" y="903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rgbClr val="D9E1E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04" name="Google Shape;8504;p69"/>
            <p:cNvSpPr/>
            <p:nvPr/>
          </p:nvSpPr>
          <p:spPr>
            <a:xfrm>
              <a:off x="2707755" y="2718478"/>
              <a:ext cx="47176" cy="31468"/>
            </a:xfrm>
            <a:custGeom>
              <a:avLst/>
              <a:gdLst/>
              <a:ahLst/>
              <a:cxnLst/>
              <a:rect l="l" t="t" r="r" b="b"/>
              <a:pathLst>
                <a:path w="1802" h="1202" extrusionOk="0">
                  <a:moveTo>
                    <a:pt x="298" y="0"/>
                  </a:moveTo>
                  <a:lnTo>
                    <a:pt x="0" y="303"/>
                  </a:lnTo>
                  <a:lnTo>
                    <a:pt x="0" y="1201"/>
                  </a:lnTo>
                  <a:lnTo>
                    <a:pt x="1802" y="1201"/>
                  </a:lnTo>
                  <a:lnTo>
                    <a:pt x="1802" y="303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05" name="Google Shape;8505;p69"/>
            <p:cNvSpPr/>
            <p:nvPr/>
          </p:nvSpPr>
          <p:spPr>
            <a:xfrm>
              <a:off x="2734537" y="2718478"/>
              <a:ext cx="20394" cy="31468"/>
            </a:xfrm>
            <a:custGeom>
              <a:avLst/>
              <a:gdLst/>
              <a:ahLst/>
              <a:cxnLst/>
              <a:rect l="l" t="t" r="r" b="b"/>
              <a:pathLst>
                <a:path w="779" h="1202" extrusionOk="0">
                  <a:moveTo>
                    <a:pt x="0" y="0"/>
                  </a:moveTo>
                  <a:lnTo>
                    <a:pt x="298" y="303"/>
                  </a:lnTo>
                  <a:lnTo>
                    <a:pt x="298" y="1201"/>
                  </a:lnTo>
                  <a:lnTo>
                    <a:pt x="779" y="1201"/>
                  </a:lnTo>
                  <a:lnTo>
                    <a:pt x="779" y="303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D9E1E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06" name="Google Shape;8506;p69"/>
            <p:cNvSpPr/>
            <p:nvPr/>
          </p:nvSpPr>
          <p:spPr>
            <a:xfrm>
              <a:off x="2715531" y="2586426"/>
              <a:ext cx="31468" cy="132078"/>
            </a:xfrm>
            <a:custGeom>
              <a:avLst/>
              <a:gdLst/>
              <a:ahLst/>
              <a:cxnLst/>
              <a:rect l="l" t="t" r="r" b="b"/>
              <a:pathLst>
                <a:path w="1202" h="5045" extrusionOk="0">
                  <a:moveTo>
                    <a:pt x="1" y="0"/>
                  </a:moveTo>
                  <a:lnTo>
                    <a:pt x="1" y="5044"/>
                  </a:lnTo>
                  <a:lnTo>
                    <a:pt x="1202" y="5044"/>
                  </a:lnTo>
                  <a:lnTo>
                    <a:pt x="1202" y="0"/>
                  </a:lnTo>
                  <a:close/>
                </a:path>
              </a:pathLst>
            </a:custGeom>
            <a:solidFill>
              <a:srgbClr val="E0E5E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07" name="Google Shape;8507;p69"/>
            <p:cNvSpPr/>
            <p:nvPr/>
          </p:nvSpPr>
          <p:spPr>
            <a:xfrm>
              <a:off x="2852374" y="2554984"/>
              <a:ext cx="47203" cy="31468"/>
            </a:xfrm>
            <a:custGeom>
              <a:avLst/>
              <a:gdLst/>
              <a:ahLst/>
              <a:cxnLst/>
              <a:rect l="l" t="t" r="r" b="b"/>
              <a:pathLst>
                <a:path w="1803" h="1202" extrusionOk="0">
                  <a:moveTo>
                    <a:pt x="1" y="0"/>
                  </a:moveTo>
                  <a:lnTo>
                    <a:pt x="1" y="903"/>
                  </a:lnTo>
                  <a:lnTo>
                    <a:pt x="303" y="1201"/>
                  </a:lnTo>
                  <a:lnTo>
                    <a:pt x="1504" y="1201"/>
                  </a:lnTo>
                  <a:lnTo>
                    <a:pt x="1802" y="903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08" name="Google Shape;8508;p69"/>
            <p:cNvSpPr/>
            <p:nvPr/>
          </p:nvSpPr>
          <p:spPr>
            <a:xfrm>
              <a:off x="2852374" y="2718478"/>
              <a:ext cx="47203" cy="31468"/>
            </a:xfrm>
            <a:custGeom>
              <a:avLst/>
              <a:gdLst/>
              <a:ahLst/>
              <a:cxnLst/>
              <a:rect l="l" t="t" r="r" b="b"/>
              <a:pathLst>
                <a:path w="1803" h="1202" extrusionOk="0">
                  <a:moveTo>
                    <a:pt x="303" y="0"/>
                  </a:moveTo>
                  <a:lnTo>
                    <a:pt x="1" y="303"/>
                  </a:lnTo>
                  <a:lnTo>
                    <a:pt x="1" y="1201"/>
                  </a:lnTo>
                  <a:lnTo>
                    <a:pt x="1802" y="1201"/>
                  </a:lnTo>
                  <a:lnTo>
                    <a:pt x="1802" y="303"/>
                  </a:lnTo>
                  <a:lnTo>
                    <a:pt x="1504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09" name="Google Shape;8509;p69"/>
            <p:cNvSpPr/>
            <p:nvPr/>
          </p:nvSpPr>
          <p:spPr>
            <a:xfrm>
              <a:off x="2879182" y="2554984"/>
              <a:ext cx="20394" cy="31468"/>
            </a:xfrm>
            <a:custGeom>
              <a:avLst/>
              <a:gdLst/>
              <a:ahLst/>
              <a:cxnLst/>
              <a:rect l="l" t="t" r="r" b="b"/>
              <a:pathLst>
                <a:path w="779" h="1202" extrusionOk="0">
                  <a:moveTo>
                    <a:pt x="298" y="0"/>
                  </a:moveTo>
                  <a:lnTo>
                    <a:pt x="298" y="903"/>
                  </a:lnTo>
                  <a:lnTo>
                    <a:pt x="0" y="1201"/>
                  </a:lnTo>
                  <a:lnTo>
                    <a:pt x="480" y="1201"/>
                  </a:lnTo>
                  <a:lnTo>
                    <a:pt x="778" y="903"/>
                  </a:lnTo>
                  <a:lnTo>
                    <a:pt x="778" y="0"/>
                  </a:lnTo>
                  <a:close/>
                </a:path>
              </a:pathLst>
            </a:custGeom>
            <a:solidFill>
              <a:srgbClr val="D9E1E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10" name="Google Shape;8510;p69"/>
            <p:cNvSpPr/>
            <p:nvPr/>
          </p:nvSpPr>
          <p:spPr>
            <a:xfrm>
              <a:off x="2879182" y="2718478"/>
              <a:ext cx="20394" cy="31468"/>
            </a:xfrm>
            <a:custGeom>
              <a:avLst/>
              <a:gdLst/>
              <a:ahLst/>
              <a:cxnLst/>
              <a:rect l="l" t="t" r="r" b="b"/>
              <a:pathLst>
                <a:path w="779" h="1202" extrusionOk="0">
                  <a:moveTo>
                    <a:pt x="0" y="0"/>
                  </a:moveTo>
                  <a:lnTo>
                    <a:pt x="298" y="303"/>
                  </a:lnTo>
                  <a:lnTo>
                    <a:pt x="298" y="1201"/>
                  </a:lnTo>
                  <a:lnTo>
                    <a:pt x="778" y="1201"/>
                  </a:lnTo>
                  <a:lnTo>
                    <a:pt x="778" y="303"/>
                  </a:lnTo>
                  <a:lnTo>
                    <a:pt x="480" y="0"/>
                  </a:lnTo>
                  <a:close/>
                </a:path>
              </a:pathLst>
            </a:custGeom>
            <a:solidFill>
              <a:srgbClr val="D9E1E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11" name="Google Shape;8511;p69"/>
            <p:cNvSpPr/>
            <p:nvPr/>
          </p:nvSpPr>
          <p:spPr>
            <a:xfrm>
              <a:off x="2860306" y="2586426"/>
              <a:ext cx="31468" cy="132078"/>
            </a:xfrm>
            <a:custGeom>
              <a:avLst/>
              <a:gdLst/>
              <a:ahLst/>
              <a:cxnLst/>
              <a:rect l="l" t="t" r="r" b="b"/>
              <a:pathLst>
                <a:path w="1202" h="5045" extrusionOk="0">
                  <a:moveTo>
                    <a:pt x="0" y="0"/>
                  </a:moveTo>
                  <a:lnTo>
                    <a:pt x="0" y="5044"/>
                  </a:lnTo>
                  <a:lnTo>
                    <a:pt x="1201" y="5044"/>
                  </a:lnTo>
                  <a:lnTo>
                    <a:pt x="1201" y="0"/>
                  </a:lnTo>
                  <a:close/>
                </a:path>
              </a:pathLst>
            </a:custGeom>
            <a:solidFill>
              <a:srgbClr val="E0E5E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12" name="Google Shape;8512;p69"/>
            <p:cNvSpPr/>
            <p:nvPr/>
          </p:nvSpPr>
          <p:spPr>
            <a:xfrm>
              <a:off x="2699064" y="2445185"/>
              <a:ext cx="209178" cy="81525"/>
            </a:xfrm>
            <a:custGeom>
              <a:avLst/>
              <a:gdLst/>
              <a:ahLst/>
              <a:cxnLst/>
              <a:rect l="l" t="t" r="r" b="b"/>
              <a:pathLst>
                <a:path w="7990" h="3114" extrusionOk="0">
                  <a:moveTo>
                    <a:pt x="3998" y="0"/>
                  </a:moveTo>
                  <a:lnTo>
                    <a:pt x="1" y="3113"/>
                  </a:lnTo>
                  <a:lnTo>
                    <a:pt x="7990" y="3113"/>
                  </a:lnTo>
                  <a:lnTo>
                    <a:pt x="3998" y="0"/>
                  </a:lnTo>
                  <a:close/>
                </a:path>
              </a:pathLst>
            </a:custGeom>
            <a:solidFill>
              <a:srgbClr val="E9EEF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13" name="Google Shape;8513;p69"/>
            <p:cNvSpPr/>
            <p:nvPr/>
          </p:nvSpPr>
          <p:spPr>
            <a:xfrm>
              <a:off x="2699064" y="2445185"/>
              <a:ext cx="209178" cy="81525"/>
            </a:xfrm>
            <a:custGeom>
              <a:avLst/>
              <a:gdLst/>
              <a:ahLst/>
              <a:cxnLst/>
              <a:rect l="l" t="t" r="r" b="b"/>
              <a:pathLst>
                <a:path w="7990" h="3114" extrusionOk="0">
                  <a:moveTo>
                    <a:pt x="3998" y="0"/>
                  </a:moveTo>
                  <a:lnTo>
                    <a:pt x="3656" y="260"/>
                  </a:lnTo>
                  <a:lnTo>
                    <a:pt x="6035" y="2124"/>
                  </a:lnTo>
                  <a:cubicBezTo>
                    <a:pt x="6264" y="2295"/>
                    <a:pt x="6142" y="2662"/>
                    <a:pt x="5853" y="2662"/>
                  </a:cubicBezTo>
                  <a:cubicBezTo>
                    <a:pt x="5851" y="2662"/>
                    <a:pt x="5849" y="2662"/>
                    <a:pt x="5847" y="2662"/>
                  </a:cubicBezTo>
                  <a:lnTo>
                    <a:pt x="582" y="2662"/>
                  </a:lnTo>
                  <a:lnTo>
                    <a:pt x="1" y="3113"/>
                  </a:lnTo>
                  <a:lnTo>
                    <a:pt x="7990" y="3113"/>
                  </a:lnTo>
                  <a:lnTo>
                    <a:pt x="3998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14" name="Google Shape;8514;p69"/>
            <p:cNvSpPr/>
            <p:nvPr/>
          </p:nvSpPr>
          <p:spPr>
            <a:xfrm>
              <a:off x="2684220" y="2526683"/>
              <a:ext cx="238997" cy="28327"/>
            </a:xfrm>
            <a:custGeom>
              <a:avLst/>
              <a:gdLst/>
              <a:ahLst/>
              <a:cxnLst/>
              <a:rect l="l" t="t" r="r" b="b"/>
              <a:pathLst>
                <a:path w="9129" h="1082" extrusionOk="0">
                  <a:moveTo>
                    <a:pt x="299" y="0"/>
                  </a:moveTo>
                  <a:cubicBezTo>
                    <a:pt x="130" y="0"/>
                    <a:pt x="1" y="135"/>
                    <a:pt x="1" y="303"/>
                  </a:cubicBezTo>
                  <a:lnTo>
                    <a:pt x="1" y="783"/>
                  </a:lnTo>
                  <a:cubicBezTo>
                    <a:pt x="1" y="947"/>
                    <a:pt x="130" y="1081"/>
                    <a:pt x="299" y="1081"/>
                  </a:cubicBezTo>
                  <a:lnTo>
                    <a:pt x="8826" y="1081"/>
                  </a:lnTo>
                  <a:cubicBezTo>
                    <a:pt x="8994" y="1081"/>
                    <a:pt x="9128" y="947"/>
                    <a:pt x="9128" y="783"/>
                  </a:cubicBezTo>
                  <a:lnTo>
                    <a:pt x="9128" y="303"/>
                  </a:lnTo>
                  <a:cubicBezTo>
                    <a:pt x="9128" y="135"/>
                    <a:pt x="8994" y="0"/>
                    <a:pt x="8826" y="0"/>
                  </a:cubicBezTo>
                  <a:close/>
                </a:path>
              </a:pathLst>
            </a:custGeom>
            <a:solidFill>
              <a:srgbClr val="E0E5E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15" name="Google Shape;8515;p69"/>
            <p:cNvSpPr/>
            <p:nvPr/>
          </p:nvSpPr>
          <p:spPr>
            <a:xfrm>
              <a:off x="2684220" y="2526683"/>
              <a:ext cx="238997" cy="28327"/>
            </a:xfrm>
            <a:custGeom>
              <a:avLst/>
              <a:gdLst/>
              <a:ahLst/>
              <a:cxnLst/>
              <a:rect l="l" t="t" r="r" b="b"/>
              <a:pathLst>
                <a:path w="9129" h="1082" extrusionOk="0">
                  <a:moveTo>
                    <a:pt x="8768" y="0"/>
                  </a:moveTo>
                  <a:lnTo>
                    <a:pt x="8768" y="423"/>
                  </a:lnTo>
                  <a:cubicBezTo>
                    <a:pt x="8768" y="586"/>
                    <a:pt x="8634" y="721"/>
                    <a:pt x="8465" y="721"/>
                  </a:cubicBezTo>
                  <a:lnTo>
                    <a:pt x="1" y="721"/>
                  </a:lnTo>
                  <a:lnTo>
                    <a:pt x="1" y="783"/>
                  </a:lnTo>
                  <a:cubicBezTo>
                    <a:pt x="1" y="947"/>
                    <a:pt x="130" y="1081"/>
                    <a:pt x="299" y="1081"/>
                  </a:cubicBezTo>
                  <a:lnTo>
                    <a:pt x="8826" y="1081"/>
                  </a:lnTo>
                  <a:cubicBezTo>
                    <a:pt x="8994" y="1081"/>
                    <a:pt x="9128" y="947"/>
                    <a:pt x="9128" y="783"/>
                  </a:cubicBezTo>
                  <a:lnTo>
                    <a:pt x="9128" y="303"/>
                  </a:lnTo>
                  <a:cubicBezTo>
                    <a:pt x="9128" y="135"/>
                    <a:pt x="8994" y="0"/>
                    <a:pt x="8826" y="0"/>
                  </a:cubicBezTo>
                  <a:close/>
                </a:path>
              </a:pathLst>
            </a:custGeom>
            <a:solidFill>
              <a:srgbClr val="D1D8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16" name="Google Shape;8516;p69"/>
            <p:cNvSpPr/>
            <p:nvPr/>
          </p:nvSpPr>
          <p:spPr>
            <a:xfrm>
              <a:off x="2918400" y="2639860"/>
              <a:ext cx="42542" cy="60659"/>
            </a:xfrm>
            <a:custGeom>
              <a:avLst/>
              <a:gdLst/>
              <a:ahLst/>
              <a:cxnLst/>
              <a:rect l="l" t="t" r="r" b="b"/>
              <a:pathLst>
                <a:path w="1625" h="2317" extrusionOk="0">
                  <a:moveTo>
                    <a:pt x="813" y="1"/>
                  </a:moveTo>
                  <a:cubicBezTo>
                    <a:pt x="366" y="1"/>
                    <a:pt x="1" y="366"/>
                    <a:pt x="1" y="813"/>
                  </a:cubicBezTo>
                  <a:lnTo>
                    <a:pt x="1" y="2316"/>
                  </a:lnTo>
                  <a:lnTo>
                    <a:pt x="1625" y="2316"/>
                  </a:lnTo>
                  <a:lnTo>
                    <a:pt x="1625" y="813"/>
                  </a:lnTo>
                  <a:cubicBezTo>
                    <a:pt x="1625" y="366"/>
                    <a:pt x="1260" y="1"/>
                    <a:pt x="813" y="1"/>
                  </a:cubicBezTo>
                  <a:close/>
                </a:path>
              </a:pathLst>
            </a:custGeom>
            <a:solidFill>
              <a:srgbClr val="F4F6F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17" name="Google Shape;8517;p69"/>
            <p:cNvSpPr/>
            <p:nvPr/>
          </p:nvSpPr>
          <p:spPr>
            <a:xfrm>
              <a:off x="2934500" y="2639860"/>
              <a:ext cx="26311" cy="60659"/>
            </a:xfrm>
            <a:custGeom>
              <a:avLst/>
              <a:gdLst/>
              <a:ahLst/>
              <a:cxnLst/>
              <a:rect l="l" t="t" r="r" b="b"/>
              <a:pathLst>
                <a:path w="1005" h="2317" extrusionOk="0">
                  <a:moveTo>
                    <a:pt x="198" y="1"/>
                  </a:moveTo>
                  <a:cubicBezTo>
                    <a:pt x="131" y="1"/>
                    <a:pt x="63" y="10"/>
                    <a:pt x="1" y="25"/>
                  </a:cubicBezTo>
                  <a:cubicBezTo>
                    <a:pt x="361" y="116"/>
                    <a:pt x="616" y="438"/>
                    <a:pt x="616" y="813"/>
                  </a:cubicBezTo>
                  <a:lnTo>
                    <a:pt x="616" y="2316"/>
                  </a:lnTo>
                  <a:lnTo>
                    <a:pt x="1005" y="2316"/>
                  </a:lnTo>
                  <a:lnTo>
                    <a:pt x="1005" y="813"/>
                  </a:lnTo>
                  <a:cubicBezTo>
                    <a:pt x="1005" y="366"/>
                    <a:pt x="645" y="1"/>
                    <a:pt x="198" y="1"/>
                  </a:cubicBezTo>
                  <a:close/>
                </a:path>
              </a:pathLst>
            </a:custGeom>
            <a:solidFill>
              <a:srgbClr val="EAEDF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18" name="Google Shape;8518;p69"/>
            <p:cNvSpPr/>
            <p:nvPr/>
          </p:nvSpPr>
          <p:spPr>
            <a:xfrm>
              <a:off x="2773520" y="2580117"/>
              <a:ext cx="53355" cy="45736"/>
            </a:xfrm>
            <a:custGeom>
              <a:avLst/>
              <a:gdLst/>
              <a:ahLst/>
              <a:cxnLst/>
              <a:rect l="l" t="t" r="r" b="b"/>
              <a:pathLst>
                <a:path w="2038" h="1747" extrusionOk="0">
                  <a:moveTo>
                    <a:pt x="1168" y="1"/>
                  </a:moveTo>
                  <a:cubicBezTo>
                    <a:pt x="390" y="1"/>
                    <a:pt x="1" y="938"/>
                    <a:pt x="548" y="1490"/>
                  </a:cubicBezTo>
                  <a:cubicBezTo>
                    <a:pt x="727" y="1667"/>
                    <a:pt x="945" y="1746"/>
                    <a:pt x="1159" y="1746"/>
                  </a:cubicBezTo>
                  <a:cubicBezTo>
                    <a:pt x="1608" y="1746"/>
                    <a:pt x="2038" y="1398"/>
                    <a:pt x="2038" y="870"/>
                  </a:cubicBezTo>
                  <a:cubicBezTo>
                    <a:pt x="2038" y="390"/>
                    <a:pt x="1648" y="1"/>
                    <a:pt x="1168" y="1"/>
                  </a:cubicBezTo>
                  <a:close/>
                </a:path>
              </a:pathLst>
            </a:custGeom>
            <a:solidFill>
              <a:srgbClr val="F4F6F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19" name="Google Shape;8519;p69"/>
            <p:cNvSpPr/>
            <p:nvPr/>
          </p:nvSpPr>
          <p:spPr>
            <a:xfrm>
              <a:off x="2784594" y="2583520"/>
              <a:ext cx="46051" cy="42281"/>
            </a:xfrm>
            <a:custGeom>
              <a:avLst/>
              <a:gdLst/>
              <a:ahLst/>
              <a:cxnLst/>
              <a:rect l="l" t="t" r="r" b="b"/>
              <a:pathLst>
                <a:path w="1759" h="1615" extrusionOk="0">
                  <a:moveTo>
                    <a:pt x="1197" y="1"/>
                  </a:moveTo>
                  <a:lnTo>
                    <a:pt x="1197" y="1"/>
                  </a:lnTo>
                  <a:cubicBezTo>
                    <a:pt x="1576" y="628"/>
                    <a:pt x="1071" y="1328"/>
                    <a:pt x="454" y="1328"/>
                  </a:cubicBezTo>
                  <a:cubicBezTo>
                    <a:pt x="305" y="1328"/>
                    <a:pt x="151" y="1288"/>
                    <a:pt x="0" y="1197"/>
                  </a:cubicBezTo>
                  <a:lnTo>
                    <a:pt x="0" y="1197"/>
                  </a:lnTo>
                  <a:cubicBezTo>
                    <a:pt x="167" y="1470"/>
                    <a:pt x="455" y="1615"/>
                    <a:pt x="746" y="1615"/>
                  </a:cubicBezTo>
                  <a:cubicBezTo>
                    <a:pt x="966" y="1615"/>
                    <a:pt x="1188" y="1532"/>
                    <a:pt x="1360" y="1360"/>
                  </a:cubicBezTo>
                  <a:cubicBezTo>
                    <a:pt x="1759" y="957"/>
                    <a:pt x="1677" y="289"/>
                    <a:pt x="1197" y="1"/>
                  </a:cubicBezTo>
                  <a:close/>
                </a:path>
              </a:pathLst>
            </a:custGeom>
            <a:solidFill>
              <a:srgbClr val="EAEDF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20" name="Google Shape;8520;p69"/>
            <p:cNvSpPr/>
            <p:nvPr/>
          </p:nvSpPr>
          <p:spPr>
            <a:xfrm>
              <a:off x="2604109" y="2439295"/>
              <a:ext cx="399088" cy="373144"/>
            </a:xfrm>
            <a:custGeom>
              <a:avLst/>
              <a:gdLst/>
              <a:ahLst/>
              <a:cxnLst/>
              <a:rect l="l" t="t" r="r" b="b"/>
              <a:pathLst>
                <a:path w="15244" h="14253" extrusionOk="0">
                  <a:moveTo>
                    <a:pt x="11886" y="3564"/>
                  </a:moveTo>
                  <a:cubicBezTo>
                    <a:pt x="11924" y="3564"/>
                    <a:pt x="11958" y="3598"/>
                    <a:pt x="11958" y="3641"/>
                  </a:cubicBezTo>
                  <a:lnTo>
                    <a:pt x="11958" y="4121"/>
                  </a:lnTo>
                  <a:cubicBezTo>
                    <a:pt x="11958" y="4160"/>
                    <a:pt x="11924" y="4193"/>
                    <a:pt x="11886" y="4193"/>
                  </a:cubicBezTo>
                  <a:lnTo>
                    <a:pt x="3359" y="4193"/>
                  </a:lnTo>
                  <a:cubicBezTo>
                    <a:pt x="3315" y="4193"/>
                    <a:pt x="3282" y="4160"/>
                    <a:pt x="3282" y="4121"/>
                  </a:cubicBezTo>
                  <a:lnTo>
                    <a:pt x="3282" y="3641"/>
                  </a:lnTo>
                  <a:cubicBezTo>
                    <a:pt x="3282" y="3598"/>
                    <a:pt x="3315" y="3564"/>
                    <a:pt x="3359" y="3564"/>
                  </a:cubicBezTo>
                  <a:close/>
                  <a:moveTo>
                    <a:pt x="5535" y="4645"/>
                  </a:moveTo>
                  <a:lnTo>
                    <a:pt x="5535" y="5226"/>
                  </a:lnTo>
                  <a:lnTo>
                    <a:pt x="5367" y="5394"/>
                  </a:lnTo>
                  <a:lnTo>
                    <a:pt x="4353" y="5394"/>
                  </a:lnTo>
                  <a:lnTo>
                    <a:pt x="4185" y="5226"/>
                  </a:lnTo>
                  <a:lnTo>
                    <a:pt x="4185" y="4645"/>
                  </a:lnTo>
                  <a:close/>
                  <a:moveTo>
                    <a:pt x="11059" y="4645"/>
                  </a:moveTo>
                  <a:lnTo>
                    <a:pt x="11059" y="5226"/>
                  </a:lnTo>
                  <a:lnTo>
                    <a:pt x="10891" y="5394"/>
                  </a:lnTo>
                  <a:lnTo>
                    <a:pt x="9878" y="5394"/>
                  </a:lnTo>
                  <a:lnTo>
                    <a:pt x="9710" y="5226"/>
                  </a:lnTo>
                  <a:lnTo>
                    <a:pt x="9710" y="4645"/>
                  </a:lnTo>
                  <a:close/>
                  <a:moveTo>
                    <a:pt x="3733" y="4645"/>
                  </a:moveTo>
                  <a:lnTo>
                    <a:pt x="3733" y="5322"/>
                  </a:lnTo>
                  <a:cubicBezTo>
                    <a:pt x="3733" y="5380"/>
                    <a:pt x="3757" y="5438"/>
                    <a:pt x="3801" y="5481"/>
                  </a:cubicBezTo>
                  <a:lnTo>
                    <a:pt x="4031" y="5716"/>
                  </a:lnTo>
                  <a:lnTo>
                    <a:pt x="4031" y="6355"/>
                  </a:lnTo>
                  <a:lnTo>
                    <a:pt x="481" y="6355"/>
                  </a:lnTo>
                  <a:lnTo>
                    <a:pt x="644" y="4712"/>
                  </a:lnTo>
                  <a:cubicBezTo>
                    <a:pt x="644" y="4674"/>
                    <a:pt x="678" y="4645"/>
                    <a:pt x="716" y="4645"/>
                  </a:cubicBezTo>
                  <a:close/>
                  <a:moveTo>
                    <a:pt x="14523" y="4645"/>
                  </a:moveTo>
                  <a:cubicBezTo>
                    <a:pt x="14562" y="4645"/>
                    <a:pt x="14595" y="4674"/>
                    <a:pt x="14600" y="4712"/>
                  </a:cubicBezTo>
                  <a:lnTo>
                    <a:pt x="14759" y="6355"/>
                  </a:lnTo>
                  <a:lnTo>
                    <a:pt x="11208" y="6355"/>
                  </a:lnTo>
                  <a:lnTo>
                    <a:pt x="11208" y="5716"/>
                  </a:lnTo>
                  <a:lnTo>
                    <a:pt x="11444" y="5481"/>
                  </a:lnTo>
                  <a:cubicBezTo>
                    <a:pt x="11487" y="5438"/>
                    <a:pt x="11511" y="5380"/>
                    <a:pt x="11511" y="5322"/>
                  </a:cubicBezTo>
                  <a:lnTo>
                    <a:pt x="11511" y="4645"/>
                  </a:lnTo>
                  <a:close/>
                  <a:moveTo>
                    <a:pt x="5232" y="5846"/>
                  </a:moveTo>
                  <a:lnTo>
                    <a:pt x="5232" y="10439"/>
                  </a:lnTo>
                  <a:lnTo>
                    <a:pt x="4483" y="10439"/>
                  </a:lnTo>
                  <a:lnTo>
                    <a:pt x="4483" y="5846"/>
                  </a:lnTo>
                  <a:close/>
                  <a:moveTo>
                    <a:pt x="10757" y="5846"/>
                  </a:moveTo>
                  <a:lnTo>
                    <a:pt x="10757" y="10439"/>
                  </a:lnTo>
                  <a:lnTo>
                    <a:pt x="10007" y="10439"/>
                  </a:lnTo>
                  <a:lnTo>
                    <a:pt x="10007" y="5846"/>
                  </a:lnTo>
                  <a:close/>
                  <a:moveTo>
                    <a:pt x="5371" y="10890"/>
                  </a:moveTo>
                  <a:lnTo>
                    <a:pt x="5540" y="11058"/>
                  </a:lnTo>
                  <a:lnTo>
                    <a:pt x="5540" y="11640"/>
                  </a:lnTo>
                  <a:lnTo>
                    <a:pt x="4185" y="11640"/>
                  </a:lnTo>
                  <a:lnTo>
                    <a:pt x="4185" y="11058"/>
                  </a:lnTo>
                  <a:lnTo>
                    <a:pt x="4353" y="10890"/>
                  </a:lnTo>
                  <a:close/>
                  <a:moveTo>
                    <a:pt x="7622" y="8491"/>
                  </a:moveTo>
                  <a:cubicBezTo>
                    <a:pt x="7695" y="8491"/>
                    <a:pt x="7769" y="8512"/>
                    <a:pt x="7831" y="8555"/>
                  </a:cubicBezTo>
                  <a:lnTo>
                    <a:pt x="8225" y="8820"/>
                  </a:lnTo>
                  <a:cubicBezTo>
                    <a:pt x="8326" y="8887"/>
                    <a:pt x="8388" y="9002"/>
                    <a:pt x="8388" y="9127"/>
                  </a:cubicBezTo>
                  <a:lnTo>
                    <a:pt x="8388" y="11640"/>
                  </a:lnTo>
                  <a:lnTo>
                    <a:pt x="6856" y="11640"/>
                  </a:lnTo>
                  <a:lnTo>
                    <a:pt x="6856" y="9127"/>
                  </a:lnTo>
                  <a:cubicBezTo>
                    <a:pt x="6856" y="8997"/>
                    <a:pt x="6918" y="8882"/>
                    <a:pt x="7024" y="8815"/>
                  </a:cubicBezTo>
                  <a:lnTo>
                    <a:pt x="7413" y="8555"/>
                  </a:lnTo>
                  <a:cubicBezTo>
                    <a:pt x="7476" y="8512"/>
                    <a:pt x="7549" y="8491"/>
                    <a:pt x="7622" y="8491"/>
                  </a:cubicBezTo>
                  <a:close/>
                  <a:moveTo>
                    <a:pt x="10896" y="10890"/>
                  </a:moveTo>
                  <a:lnTo>
                    <a:pt x="11064" y="11058"/>
                  </a:lnTo>
                  <a:lnTo>
                    <a:pt x="11064" y="11640"/>
                  </a:lnTo>
                  <a:lnTo>
                    <a:pt x="9710" y="11640"/>
                  </a:lnTo>
                  <a:lnTo>
                    <a:pt x="9710" y="11058"/>
                  </a:lnTo>
                  <a:lnTo>
                    <a:pt x="9878" y="10890"/>
                  </a:lnTo>
                  <a:close/>
                  <a:moveTo>
                    <a:pt x="9258" y="4645"/>
                  </a:moveTo>
                  <a:lnTo>
                    <a:pt x="9258" y="5322"/>
                  </a:lnTo>
                  <a:cubicBezTo>
                    <a:pt x="9258" y="5380"/>
                    <a:pt x="9282" y="5438"/>
                    <a:pt x="9325" y="5481"/>
                  </a:cubicBezTo>
                  <a:lnTo>
                    <a:pt x="9561" y="5716"/>
                  </a:lnTo>
                  <a:lnTo>
                    <a:pt x="9561" y="10573"/>
                  </a:lnTo>
                  <a:lnTo>
                    <a:pt x="9325" y="10804"/>
                  </a:lnTo>
                  <a:cubicBezTo>
                    <a:pt x="9282" y="10847"/>
                    <a:pt x="9258" y="10905"/>
                    <a:pt x="9258" y="10967"/>
                  </a:cubicBezTo>
                  <a:lnTo>
                    <a:pt x="9258" y="11640"/>
                  </a:lnTo>
                  <a:lnTo>
                    <a:pt x="8835" y="11640"/>
                  </a:lnTo>
                  <a:lnTo>
                    <a:pt x="8835" y="9132"/>
                  </a:lnTo>
                  <a:cubicBezTo>
                    <a:pt x="8835" y="8858"/>
                    <a:pt x="8701" y="8599"/>
                    <a:pt x="8475" y="8445"/>
                  </a:cubicBezTo>
                  <a:lnTo>
                    <a:pt x="8081" y="8181"/>
                  </a:lnTo>
                  <a:cubicBezTo>
                    <a:pt x="7942" y="8087"/>
                    <a:pt x="7781" y="8040"/>
                    <a:pt x="7620" y="8040"/>
                  </a:cubicBezTo>
                  <a:cubicBezTo>
                    <a:pt x="7460" y="8040"/>
                    <a:pt x="7300" y="8087"/>
                    <a:pt x="7163" y="8181"/>
                  </a:cubicBezTo>
                  <a:lnTo>
                    <a:pt x="6774" y="8440"/>
                  </a:lnTo>
                  <a:cubicBezTo>
                    <a:pt x="6544" y="8594"/>
                    <a:pt x="6404" y="8853"/>
                    <a:pt x="6404" y="9127"/>
                  </a:cubicBezTo>
                  <a:lnTo>
                    <a:pt x="6404" y="11644"/>
                  </a:lnTo>
                  <a:lnTo>
                    <a:pt x="5986" y="11644"/>
                  </a:lnTo>
                  <a:lnTo>
                    <a:pt x="5986" y="10967"/>
                  </a:lnTo>
                  <a:cubicBezTo>
                    <a:pt x="5986" y="10905"/>
                    <a:pt x="5962" y="10847"/>
                    <a:pt x="5919" y="10809"/>
                  </a:cubicBezTo>
                  <a:lnTo>
                    <a:pt x="5684" y="10573"/>
                  </a:lnTo>
                  <a:lnTo>
                    <a:pt x="5684" y="5716"/>
                  </a:lnTo>
                  <a:lnTo>
                    <a:pt x="5919" y="5481"/>
                  </a:lnTo>
                  <a:cubicBezTo>
                    <a:pt x="5962" y="5438"/>
                    <a:pt x="5986" y="5380"/>
                    <a:pt x="5986" y="5322"/>
                  </a:cubicBezTo>
                  <a:lnTo>
                    <a:pt x="5986" y="4645"/>
                  </a:lnTo>
                  <a:close/>
                  <a:moveTo>
                    <a:pt x="11660" y="12091"/>
                  </a:moveTo>
                  <a:lnTo>
                    <a:pt x="11660" y="12720"/>
                  </a:lnTo>
                  <a:lnTo>
                    <a:pt x="3584" y="12720"/>
                  </a:lnTo>
                  <a:lnTo>
                    <a:pt x="3584" y="12091"/>
                  </a:lnTo>
                  <a:close/>
                  <a:moveTo>
                    <a:pt x="2532" y="13172"/>
                  </a:moveTo>
                  <a:lnTo>
                    <a:pt x="2532" y="13801"/>
                  </a:lnTo>
                  <a:lnTo>
                    <a:pt x="822" y="13801"/>
                  </a:lnTo>
                  <a:lnTo>
                    <a:pt x="822" y="13172"/>
                  </a:lnTo>
                  <a:close/>
                  <a:moveTo>
                    <a:pt x="12261" y="13172"/>
                  </a:moveTo>
                  <a:lnTo>
                    <a:pt x="12261" y="13801"/>
                  </a:lnTo>
                  <a:lnTo>
                    <a:pt x="2984" y="13801"/>
                  </a:lnTo>
                  <a:lnTo>
                    <a:pt x="2984" y="13172"/>
                  </a:lnTo>
                  <a:close/>
                  <a:moveTo>
                    <a:pt x="14422" y="13172"/>
                  </a:moveTo>
                  <a:lnTo>
                    <a:pt x="14422" y="13801"/>
                  </a:lnTo>
                  <a:lnTo>
                    <a:pt x="12712" y="13801"/>
                  </a:lnTo>
                  <a:lnTo>
                    <a:pt x="12712" y="13172"/>
                  </a:lnTo>
                  <a:close/>
                  <a:moveTo>
                    <a:pt x="7622" y="1"/>
                  </a:moveTo>
                  <a:cubicBezTo>
                    <a:pt x="7574" y="1"/>
                    <a:pt x="7526" y="16"/>
                    <a:pt x="7485" y="48"/>
                  </a:cubicBezTo>
                  <a:lnTo>
                    <a:pt x="6058" y="1157"/>
                  </a:lnTo>
                  <a:cubicBezTo>
                    <a:pt x="5879" y="1309"/>
                    <a:pt x="6019" y="1558"/>
                    <a:pt x="6203" y="1558"/>
                  </a:cubicBezTo>
                  <a:cubicBezTo>
                    <a:pt x="6247" y="1558"/>
                    <a:pt x="6292" y="1545"/>
                    <a:pt x="6337" y="1513"/>
                  </a:cubicBezTo>
                  <a:lnTo>
                    <a:pt x="7625" y="513"/>
                  </a:lnTo>
                  <a:lnTo>
                    <a:pt x="10959" y="3117"/>
                  </a:lnTo>
                  <a:lnTo>
                    <a:pt x="4286" y="3117"/>
                  </a:lnTo>
                  <a:lnTo>
                    <a:pt x="5516" y="2156"/>
                  </a:lnTo>
                  <a:cubicBezTo>
                    <a:pt x="5704" y="2006"/>
                    <a:pt x="5566" y="1748"/>
                    <a:pt x="5380" y="1748"/>
                  </a:cubicBezTo>
                  <a:cubicBezTo>
                    <a:pt x="5334" y="1748"/>
                    <a:pt x="5285" y="1764"/>
                    <a:pt x="5237" y="1801"/>
                  </a:cubicBezTo>
                  <a:lnTo>
                    <a:pt x="3551" y="3112"/>
                  </a:lnTo>
                  <a:lnTo>
                    <a:pt x="3359" y="3112"/>
                  </a:lnTo>
                  <a:cubicBezTo>
                    <a:pt x="3070" y="3112"/>
                    <a:pt x="2835" y="3348"/>
                    <a:pt x="2835" y="3641"/>
                  </a:cubicBezTo>
                  <a:lnTo>
                    <a:pt x="2835" y="4121"/>
                  </a:lnTo>
                  <a:cubicBezTo>
                    <a:pt x="2835" y="4145"/>
                    <a:pt x="2835" y="4169"/>
                    <a:pt x="2840" y="4193"/>
                  </a:cubicBezTo>
                  <a:lnTo>
                    <a:pt x="721" y="4193"/>
                  </a:lnTo>
                  <a:cubicBezTo>
                    <a:pt x="447" y="4193"/>
                    <a:pt x="222" y="4400"/>
                    <a:pt x="198" y="4669"/>
                  </a:cubicBezTo>
                  <a:lnTo>
                    <a:pt x="10" y="6562"/>
                  </a:lnTo>
                  <a:cubicBezTo>
                    <a:pt x="1" y="6691"/>
                    <a:pt x="101" y="6807"/>
                    <a:pt x="236" y="6807"/>
                  </a:cubicBezTo>
                  <a:lnTo>
                    <a:pt x="370" y="6807"/>
                  </a:lnTo>
                  <a:lnTo>
                    <a:pt x="370" y="7921"/>
                  </a:lnTo>
                  <a:cubicBezTo>
                    <a:pt x="370" y="8073"/>
                    <a:pt x="483" y="8148"/>
                    <a:pt x="596" y="8148"/>
                  </a:cubicBezTo>
                  <a:cubicBezTo>
                    <a:pt x="709" y="8148"/>
                    <a:pt x="822" y="8073"/>
                    <a:pt x="822" y="7921"/>
                  </a:cubicBezTo>
                  <a:lnTo>
                    <a:pt x="822" y="6807"/>
                  </a:lnTo>
                  <a:lnTo>
                    <a:pt x="4036" y="6807"/>
                  </a:lnTo>
                  <a:lnTo>
                    <a:pt x="4036" y="10573"/>
                  </a:lnTo>
                  <a:lnTo>
                    <a:pt x="3801" y="10809"/>
                  </a:lnTo>
                  <a:cubicBezTo>
                    <a:pt x="3757" y="10847"/>
                    <a:pt x="3733" y="10905"/>
                    <a:pt x="3733" y="10967"/>
                  </a:cubicBezTo>
                  <a:lnTo>
                    <a:pt x="3733" y="11640"/>
                  </a:lnTo>
                  <a:lnTo>
                    <a:pt x="3359" y="11640"/>
                  </a:lnTo>
                  <a:cubicBezTo>
                    <a:pt x="3234" y="11640"/>
                    <a:pt x="3133" y="11740"/>
                    <a:pt x="3133" y="11865"/>
                  </a:cubicBezTo>
                  <a:lnTo>
                    <a:pt x="3133" y="12720"/>
                  </a:lnTo>
                  <a:lnTo>
                    <a:pt x="822" y="12720"/>
                  </a:lnTo>
                  <a:lnTo>
                    <a:pt x="822" y="8973"/>
                  </a:lnTo>
                  <a:cubicBezTo>
                    <a:pt x="822" y="8824"/>
                    <a:pt x="709" y="8750"/>
                    <a:pt x="596" y="8750"/>
                  </a:cubicBezTo>
                  <a:cubicBezTo>
                    <a:pt x="483" y="8750"/>
                    <a:pt x="370" y="8824"/>
                    <a:pt x="370" y="8973"/>
                  </a:cubicBezTo>
                  <a:lnTo>
                    <a:pt x="370" y="14027"/>
                  </a:lnTo>
                  <a:cubicBezTo>
                    <a:pt x="370" y="14152"/>
                    <a:pt x="471" y="14253"/>
                    <a:pt x="596" y="14253"/>
                  </a:cubicBezTo>
                  <a:lnTo>
                    <a:pt x="14648" y="14253"/>
                  </a:lnTo>
                  <a:cubicBezTo>
                    <a:pt x="14773" y="14253"/>
                    <a:pt x="14874" y="14152"/>
                    <a:pt x="14874" y="14027"/>
                  </a:cubicBezTo>
                  <a:lnTo>
                    <a:pt x="14874" y="11375"/>
                  </a:lnTo>
                  <a:cubicBezTo>
                    <a:pt x="14874" y="11226"/>
                    <a:pt x="14761" y="11152"/>
                    <a:pt x="14648" y="11152"/>
                  </a:cubicBezTo>
                  <a:cubicBezTo>
                    <a:pt x="14535" y="11152"/>
                    <a:pt x="14422" y="11226"/>
                    <a:pt x="14422" y="11375"/>
                  </a:cubicBezTo>
                  <a:lnTo>
                    <a:pt x="14422" y="12720"/>
                  </a:lnTo>
                  <a:lnTo>
                    <a:pt x="12112" y="12720"/>
                  </a:lnTo>
                  <a:lnTo>
                    <a:pt x="12112" y="11865"/>
                  </a:lnTo>
                  <a:cubicBezTo>
                    <a:pt x="12112" y="11740"/>
                    <a:pt x="12011" y="11640"/>
                    <a:pt x="11886" y="11640"/>
                  </a:cubicBezTo>
                  <a:lnTo>
                    <a:pt x="11511" y="11640"/>
                  </a:lnTo>
                  <a:lnTo>
                    <a:pt x="11511" y="10967"/>
                  </a:lnTo>
                  <a:cubicBezTo>
                    <a:pt x="11511" y="10905"/>
                    <a:pt x="11487" y="10847"/>
                    <a:pt x="11444" y="10809"/>
                  </a:cubicBezTo>
                  <a:lnTo>
                    <a:pt x="11208" y="10573"/>
                  </a:lnTo>
                  <a:lnTo>
                    <a:pt x="11208" y="6807"/>
                  </a:lnTo>
                  <a:lnTo>
                    <a:pt x="14422" y="6807"/>
                  </a:lnTo>
                  <a:lnTo>
                    <a:pt x="14422" y="10328"/>
                  </a:lnTo>
                  <a:cubicBezTo>
                    <a:pt x="14422" y="10477"/>
                    <a:pt x="14535" y="10551"/>
                    <a:pt x="14648" y="10551"/>
                  </a:cubicBezTo>
                  <a:cubicBezTo>
                    <a:pt x="14761" y="10551"/>
                    <a:pt x="14874" y="10477"/>
                    <a:pt x="14874" y="10328"/>
                  </a:cubicBezTo>
                  <a:lnTo>
                    <a:pt x="14874" y="6807"/>
                  </a:lnTo>
                  <a:lnTo>
                    <a:pt x="15008" y="6807"/>
                  </a:lnTo>
                  <a:cubicBezTo>
                    <a:pt x="15143" y="6807"/>
                    <a:pt x="15244" y="6691"/>
                    <a:pt x="15234" y="6562"/>
                  </a:cubicBezTo>
                  <a:lnTo>
                    <a:pt x="15047" y="4669"/>
                  </a:lnTo>
                  <a:cubicBezTo>
                    <a:pt x="15023" y="4400"/>
                    <a:pt x="14797" y="4193"/>
                    <a:pt x="14528" y="4193"/>
                  </a:cubicBezTo>
                  <a:lnTo>
                    <a:pt x="12405" y="4193"/>
                  </a:lnTo>
                  <a:cubicBezTo>
                    <a:pt x="12409" y="4169"/>
                    <a:pt x="12409" y="4145"/>
                    <a:pt x="12409" y="4121"/>
                  </a:cubicBezTo>
                  <a:lnTo>
                    <a:pt x="12409" y="3641"/>
                  </a:lnTo>
                  <a:cubicBezTo>
                    <a:pt x="12409" y="3348"/>
                    <a:pt x="12174" y="3112"/>
                    <a:pt x="11886" y="3112"/>
                  </a:cubicBezTo>
                  <a:lnTo>
                    <a:pt x="11694" y="3112"/>
                  </a:lnTo>
                  <a:lnTo>
                    <a:pt x="7759" y="48"/>
                  </a:lnTo>
                  <a:cubicBezTo>
                    <a:pt x="7718" y="16"/>
                    <a:pt x="7670" y="1"/>
                    <a:pt x="7622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21" name="Google Shape;8521;p69"/>
            <p:cNvSpPr/>
            <p:nvPr/>
          </p:nvSpPr>
          <p:spPr>
            <a:xfrm>
              <a:off x="2912509" y="2633969"/>
              <a:ext cx="54219" cy="72335"/>
            </a:xfrm>
            <a:custGeom>
              <a:avLst/>
              <a:gdLst/>
              <a:ahLst/>
              <a:cxnLst/>
              <a:rect l="l" t="t" r="r" b="b"/>
              <a:pathLst>
                <a:path w="2071" h="2763" extrusionOk="0">
                  <a:moveTo>
                    <a:pt x="1038" y="452"/>
                  </a:moveTo>
                  <a:cubicBezTo>
                    <a:pt x="1360" y="452"/>
                    <a:pt x="1624" y="716"/>
                    <a:pt x="1624" y="1038"/>
                  </a:cubicBezTo>
                  <a:lnTo>
                    <a:pt x="1624" y="2316"/>
                  </a:lnTo>
                  <a:lnTo>
                    <a:pt x="452" y="2316"/>
                  </a:lnTo>
                  <a:lnTo>
                    <a:pt x="452" y="1038"/>
                  </a:lnTo>
                  <a:cubicBezTo>
                    <a:pt x="452" y="716"/>
                    <a:pt x="711" y="452"/>
                    <a:pt x="1038" y="452"/>
                  </a:cubicBezTo>
                  <a:close/>
                  <a:moveTo>
                    <a:pt x="1038" y="0"/>
                  </a:moveTo>
                  <a:cubicBezTo>
                    <a:pt x="466" y="0"/>
                    <a:pt x="0" y="466"/>
                    <a:pt x="0" y="1038"/>
                  </a:cubicBezTo>
                  <a:lnTo>
                    <a:pt x="0" y="2541"/>
                  </a:lnTo>
                  <a:cubicBezTo>
                    <a:pt x="0" y="2662"/>
                    <a:pt x="101" y="2762"/>
                    <a:pt x="226" y="2762"/>
                  </a:cubicBezTo>
                  <a:lnTo>
                    <a:pt x="1850" y="2762"/>
                  </a:lnTo>
                  <a:cubicBezTo>
                    <a:pt x="1970" y="2762"/>
                    <a:pt x="2071" y="2662"/>
                    <a:pt x="2071" y="2541"/>
                  </a:cubicBezTo>
                  <a:lnTo>
                    <a:pt x="2071" y="1038"/>
                  </a:lnTo>
                  <a:cubicBezTo>
                    <a:pt x="2071" y="466"/>
                    <a:pt x="1609" y="0"/>
                    <a:pt x="1038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22" name="Google Shape;8522;p69"/>
            <p:cNvSpPr/>
            <p:nvPr/>
          </p:nvSpPr>
          <p:spPr>
            <a:xfrm>
              <a:off x="2765587" y="2574226"/>
              <a:ext cx="67204" cy="57491"/>
            </a:xfrm>
            <a:custGeom>
              <a:avLst/>
              <a:gdLst/>
              <a:ahLst/>
              <a:cxnLst/>
              <a:rect l="l" t="t" r="r" b="b"/>
              <a:pathLst>
                <a:path w="2567" h="2196" extrusionOk="0">
                  <a:moveTo>
                    <a:pt x="1463" y="451"/>
                  </a:moveTo>
                  <a:cubicBezTo>
                    <a:pt x="1795" y="451"/>
                    <a:pt x="2115" y="708"/>
                    <a:pt x="2115" y="1095"/>
                  </a:cubicBezTo>
                  <a:cubicBezTo>
                    <a:pt x="2115" y="1456"/>
                    <a:pt x="1826" y="1744"/>
                    <a:pt x="1471" y="1744"/>
                  </a:cubicBezTo>
                  <a:cubicBezTo>
                    <a:pt x="895" y="1744"/>
                    <a:pt x="606" y="1047"/>
                    <a:pt x="1015" y="639"/>
                  </a:cubicBezTo>
                  <a:cubicBezTo>
                    <a:pt x="1145" y="509"/>
                    <a:pt x="1305" y="451"/>
                    <a:pt x="1463" y="451"/>
                  </a:cubicBezTo>
                  <a:close/>
                  <a:moveTo>
                    <a:pt x="1471" y="0"/>
                  </a:moveTo>
                  <a:cubicBezTo>
                    <a:pt x="491" y="0"/>
                    <a:pt x="1" y="1182"/>
                    <a:pt x="693" y="1874"/>
                  </a:cubicBezTo>
                  <a:cubicBezTo>
                    <a:pt x="916" y="2096"/>
                    <a:pt x="1191" y="2195"/>
                    <a:pt x="1460" y="2195"/>
                  </a:cubicBezTo>
                  <a:cubicBezTo>
                    <a:pt x="2023" y="2195"/>
                    <a:pt x="2563" y="1759"/>
                    <a:pt x="2566" y="1095"/>
                  </a:cubicBezTo>
                  <a:cubicBezTo>
                    <a:pt x="2562" y="495"/>
                    <a:pt x="2072" y="5"/>
                    <a:pt x="1471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23" name="Google Shape;8523;p69"/>
            <p:cNvSpPr/>
            <p:nvPr/>
          </p:nvSpPr>
          <p:spPr>
            <a:xfrm>
              <a:off x="2640577" y="2633969"/>
              <a:ext cx="54245" cy="72335"/>
            </a:xfrm>
            <a:custGeom>
              <a:avLst/>
              <a:gdLst/>
              <a:ahLst/>
              <a:cxnLst/>
              <a:rect l="l" t="t" r="r" b="b"/>
              <a:pathLst>
                <a:path w="2072" h="2763" extrusionOk="0">
                  <a:moveTo>
                    <a:pt x="1034" y="452"/>
                  </a:moveTo>
                  <a:cubicBezTo>
                    <a:pt x="1355" y="452"/>
                    <a:pt x="1620" y="716"/>
                    <a:pt x="1620" y="1038"/>
                  </a:cubicBezTo>
                  <a:lnTo>
                    <a:pt x="1620" y="2316"/>
                  </a:lnTo>
                  <a:lnTo>
                    <a:pt x="448" y="2316"/>
                  </a:lnTo>
                  <a:lnTo>
                    <a:pt x="448" y="1038"/>
                  </a:lnTo>
                  <a:cubicBezTo>
                    <a:pt x="448" y="716"/>
                    <a:pt x="712" y="452"/>
                    <a:pt x="1034" y="452"/>
                  </a:cubicBezTo>
                  <a:close/>
                  <a:moveTo>
                    <a:pt x="1034" y="0"/>
                  </a:moveTo>
                  <a:cubicBezTo>
                    <a:pt x="462" y="0"/>
                    <a:pt x="1" y="466"/>
                    <a:pt x="1" y="1038"/>
                  </a:cubicBezTo>
                  <a:lnTo>
                    <a:pt x="1" y="2541"/>
                  </a:lnTo>
                  <a:cubicBezTo>
                    <a:pt x="1" y="2662"/>
                    <a:pt x="97" y="2762"/>
                    <a:pt x="222" y="2762"/>
                  </a:cubicBezTo>
                  <a:lnTo>
                    <a:pt x="1845" y="2762"/>
                  </a:lnTo>
                  <a:cubicBezTo>
                    <a:pt x="1970" y="2762"/>
                    <a:pt x="2071" y="2662"/>
                    <a:pt x="2071" y="2541"/>
                  </a:cubicBezTo>
                  <a:lnTo>
                    <a:pt x="2071" y="1038"/>
                  </a:lnTo>
                  <a:cubicBezTo>
                    <a:pt x="2071" y="466"/>
                    <a:pt x="1605" y="0"/>
                    <a:pt x="1034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524" name="Google Shape;8524;p69"/>
          <p:cNvGrpSpPr/>
          <p:nvPr/>
        </p:nvGrpSpPr>
        <p:grpSpPr>
          <a:xfrm>
            <a:off x="5314731" y="2489078"/>
            <a:ext cx="276402" cy="265269"/>
            <a:chOff x="7086308" y="2461521"/>
            <a:chExt cx="368536" cy="353692"/>
          </a:xfrm>
        </p:grpSpPr>
        <p:sp>
          <p:nvSpPr>
            <p:cNvPr id="8525" name="Google Shape;8525;p69"/>
            <p:cNvSpPr/>
            <p:nvPr/>
          </p:nvSpPr>
          <p:spPr>
            <a:xfrm>
              <a:off x="7181629" y="2468695"/>
              <a:ext cx="177762" cy="98515"/>
            </a:xfrm>
            <a:custGeom>
              <a:avLst/>
              <a:gdLst/>
              <a:ahLst/>
              <a:cxnLst/>
              <a:rect l="l" t="t" r="r" b="b"/>
              <a:pathLst>
                <a:path w="6790" h="3763" extrusionOk="0">
                  <a:moveTo>
                    <a:pt x="1836" y="1"/>
                  </a:moveTo>
                  <a:cubicBezTo>
                    <a:pt x="822" y="1"/>
                    <a:pt x="1" y="822"/>
                    <a:pt x="1" y="1836"/>
                  </a:cubicBezTo>
                  <a:lnTo>
                    <a:pt x="1" y="2729"/>
                  </a:lnTo>
                  <a:lnTo>
                    <a:pt x="1" y="3757"/>
                  </a:lnTo>
                  <a:lnTo>
                    <a:pt x="1019" y="3757"/>
                  </a:lnTo>
                  <a:lnTo>
                    <a:pt x="1019" y="1836"/>
                  </a:lnTo>
                  <a:cubicBezTo>
                    <a:pt x="1019" y="1384"/>
                    <a:pt x="1385" y="1019"/>
                    <a:pt x="1836" y="1019"/>
                  </a:cubicBezTo>
                  <a:lnTo>
                    <a:pt x="4959" y="1019"/>
                  </a:lnTo>
                  <a:cubicBezTo>
                    <a:pt x="5410" y="1019"/>
                    <a:pt x="5771" y="1384"/>
                    <a:pt x="5771" y="1836"/>
                  </a:cubicBezTo>
                  <a:lnTo>
                    <a:pt x="5771" y="3762"/>
                  </a:lnTo>
                  <a:lnTo>
                    <a:pt x="6789" y="3762"/>
                  </a:lnTo>
                  <a:lnTo>
                    <a:pt x="6789" y="1836"/>
                  </a:lnTo>
                  <a:cubicBezTo>
                    <a:pt x="6789" y="822"/>
                    <a:pt x="5968" y="1"/>
                    <a:pt x="4959" y="1"/>
                  </a:cubicBezTo>
                  <a:close/>
                </a:path>
              </a:pathLst>
            </a:custGeom>
            <a:solidFill>
              <a:srgbClr val="87A0B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26" name="Google Shape;8526;p69"/>
            <p:cNvSpPr/>
            <p:nvPr/>
          </p:nvSpPr>
          <p:spPr>
            <a:xfrm>
              <a:off x="7181525" y="2540140"/>
              <a:ext cx="26808" cy="26939"/>
            </a:xfrm>
            <a:custGeom>
              <a:avLst/>
              <a:gdLst/>
              <a:ahLst/>
              <a:cxnLst/>
              <a:rect l="l" t="t" r="r" b="b"/>
              <a:pathLst>
                <a:path w="1024" h="1029" extrusionOk="0">
                  <a:moveTo>
                    <a:pt x="260" y="0"/>
                  </a:moveTo>
                  <a:cubicBezTo>
                    <a:pt x="173" y="0"/>
                    <a:pt x="87" y="0"/>
                    <a:pt x="0" y="10"/>
                  </a:cubicBezTo>
                  <a:lnTo>
                    <a:pt x="0" y="1028"/>
                  </a:lnTo>
                  <a:lnTo>
                    <a:pt x="1019" y="1028"/>
                  </a:lnTo>
                  <a:lnTo>
                    <a:pt x="1023" y="0"/>
                  </a:ln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27" name="Google Shape;8527;p69"/>
            <p:cNvSpPr/>
            <p:nvPr/>
          </p:nvSpPr>
          <p:spPr>
            <a:xfrm>
              <a:off x="7332688" y="2540140"/>
              <a:ext cx="26808" cy="27175"/>
            </a:xfrm>
            <a:custGeom>
              <a:avLst/>
              <a:gdLst/>
              <a:ahLst/>
              <a:cxnLst/>
              <a:rect l="l" t="t" r="r" b="b"/>
              <a:pathLst>
                <a:path w="1024" h="1038" extrusionOk="0">
                  <a:moveTo>
                    <a:pt x="1" y="0"/>
                  </a:moveTo>
                  <a:lnTo>
                    <a:pt x="5" y="1038"/>
                  </a:lnTo>
                  <a:lnTo>
                    <a:pt x="1024" y="1038"/>
                  </a:lnTo>
                  <a:lnTo>
                    <a:pt x="1024" y="10"/>
                  </a:lnTo>
                  <a:cubicBezTo>
                    <a:pt x="937" y="0"/>
                    <a:pt x="851" y="0"/>
                    <a:pt x="764" y="0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28" name="Google Shape;8528;p69"/>
            <p:cNvSpPr/>
            <p:nvPr/>
          </p:nvSpPr>
          <p:spPr>
            <a:xfrm>
              <a:off x="7093481" y="2567053"/>
              <a:ext cx="354189" cy="241118"/>
            </a:xfrm>
            <a:custGeom>
              <a:avLst/>
              <a:gdLst/>
              <a:ahLst/>
              <a:cxnLst/>
              <a:rect l="l" t="t" r="r" b="b"/>
              <a:pathLst>
                <a:path w="13529" h="9210" extrusionOk="0">
                  <a:moveTo>
                    <a:pt x="3627" y="0"/>
                  </a:moveTo>
                  <a:cubicBezTo>
                    <a:pt x="1624" y="0"/>
                    <a:pt x="0" y="1624"/>
                    <a:pt x="0" y="3623"/>
                  </a:cubicBezTo>
                  <a:lnTo>
                    <a:pt x="0" y="8422"/>
                  </a:lnTo>
                  <a:cubicBezTo>
                    <a:pt x="0" y="8859"/>
                    <a:pt x="356" y="9210"/>
                    <a:pt x="793" y="9210"/>
                  </a:cubicBezTo>
                  <a:lnTo>
                    <a:pt x="12741" y="9210"/>
                  </a:lnTo>
                  <a:cubicBezTo>
                    <a:pt x="13178" y="9210"/>
                    <a:pt x="13529" y="8859"/>
                    <a:pt x="13524" y="8422"/>
                  </a:cubicBezTo>
                  <a:lnTo>
                    <a:pt x="13524" y="3623"/>
                  </a:lnTo>
                  <a:cubicBezTo>
                    <a:pt x="13529" y="1624"/>
                    <a:pt x="11905" y="0"/>
                    <a:pt x="9901" y="0"/>
                  </a:cubicBez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29" name="Google Shape;8529;p69"/>
            <p:cNvSpPr/>
            <p:nvPr/>
          </p:nvSpPr>
          <p:spPr>
            <a:xfrm>
              <a:off x="7310932" y="2567053"/>
              <a:ext cx="136738" cy="241118"/>
            </a:xfrm>
            <a:custGeom>
              <a:avLst/>
              <a:gdLst/>
              <a:ahLst/>
              <a:cxnLst/>
              <a:rect l="l" t="t" r="r" b="b"/>
              <a:pathLst>
                <a:path w="5223" h="9210" extrusionOk="0">
                  <a:moveTo>
                    <a:pt x="1" y="0"/>
                  </a:moveTo>
                  <a:cubicBezTo>
                    <a:pt x="1999" y="0"/>
                    <a:pt x="3623" y="1624"/>
                    <a:pt x="3623" y="3623"/>
                  </a:cubicBezTo>
                  <a:lnTo>
                    <a:pt x="3623" y="8422"/>
                  </a:lnTo>
                  <a:cubicBezTo>
                    <a:pt x="3623" y="8859"/>
                    <a:pt x="3272" y="9210"/>
                    <a:pt x="2835" y="9210"/>
                  </a:cubicBezTo>
                  <a:lnTo>
                    <a:pt x="4435" y="9210"/>
                  </a:lnTo>
                  <a:cubicBezTo>
                    <a:pt x="4867" y="9210"/>
                    <a:pt x="5223" y="8859"/>
                    <a:pt x="5218" y="8422"/>
                  </a:cubicBezTo>
                  <a:lnTo>
                    <a:pt x="5218" y="3623"/>
                  </a:lnTo>
                  <a:cubicBezTo>
                    <a:pt x="5223" y="1624"/>
                    <a:pt x="3599" y="0"/>
                    <a:pt x="1595" y="0"/>
                  </a:cubicBezTo>
                  <a:close/>
                </a:path>
              </a:pathLst>
            </a:custGeom>
            <a:solidFill>
              <a:srgbClr val="F0F3F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30" name="Google Shape;8530;p69"/>
            <p:cNvSpPr/>
            <p:nvPr/>
          </p:nvSpPr>
          <p:spPr>
            <a:xfrm>
              <a:off x="7093481" y="2761361"/>
              <a:ext cx="354189" cy="46810"/>
            </a:xfrm>
            <a:custGeom>
              <a:avLst/>
              <a:gdLst/>
              <a:ahLst/>
              <a:cxnLst/>
              <a:rect l="l" t="t" r="r" b="b"/>
              <a:pathLst>
                <a:path w="13529" h="1788" extrusionOk="0">
                  <a:moveTo>
                    <a:pt x="0" y="1"/>
                  </a:moveTo>
                  <a:lnTo>
                    <a:pt x="0" y="1000"/>
                  </a:lnTo>
                  <a:cubicBezTo>
                    <a:pt x="0" y="1437"/>
                    <a:pt x="351" y="1788"/>
                    <a:pt x="788" y="1788"/>
                  </a:cubicBezTo>
                  <a:lnTo>
                    <a:pt x="12736" y="1788"/>
                  </a:lnTo>
                  <a:cubicBezTo>
                    <a:pt x="13173" y="1788"/>
                    <a:pt x="13529" y="1437"/>
                    <a:pt x="13524" y="1000"/>
                  </a:cubicBezTo>
                  <a:lnTo>
                    <a:pt x="13524" y="1"/>
                  </a:lnTo>
                  <a:close/>
                </a:path>
              </a:pathLst>
            </a:custGeom>
            <a:solidFill>
              <a:srgbClr val="8195A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31" name="Google Shape;8531;p69"/>
            <p:cNvSpPr/>
            <p:nvPr/>
          </p:nvSpPr>
          <p:spPr>
            <a:xfrm>
              <a:off x="7385257" y="2761492"/>
              <a:ext cx="62413" cy="46810"/>
            </a:xfrm>
            <a:custGeom>
              <a:avLst/>
              <a:gdLst/>
              <a:ahLst/>
              <a:cxnLst/>
              <a:rect l="l" t="t" r="r" b="b"/>
              <a:pathLst>
                <a:path w="2384" h="1788" extrusionOk="0">
                  <a:moveTo>
                    <a:pt x="789" y="0"/>
                  </a:moveTo>
                  <a:lnTo>
                    <a:pt x="789" y="1000"/>
                  </a:lnTo>
                  <a:cubicBezTo>
                    <a:pt x="789" y="1432"/>
                    <a:pt x="438" y="1787"/>
                    <a:pt x="1" y="1787"/>
                  </a:cubicBezTo>
                  <a:lnTo>
                    <a:pt x="1596" y="1787"/>
                  </a:lnTo>
                  <a:cubicBezTo>
                    <a:pt x="2033" y="1787"/>
                    <a:pt x="2384" y="1432"/>
                    <a:pt x="2384" y="1000"/>
                  </a:cubicBezTo>
                  <a:lnTo>
                    <a:pt x="2384" y="0"/>
                  </a:lnTo>
                  <a:close/>
                </a:path>
              </a:pathLst>
            </a:custGeom>
            <a:solidFill>
              <a:srgbClr val="6E869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32" name="Google Shape;8532;p69"/>
            <p:cNvSpPr/>
            <p:nvPr/>
          </p:nvSpPr>
          <p:spPr>
            <a:xfrm>
              <a:off x="7214093" y="2614596"/>
              <a:ext cx="112967" cy="113098"/>
            </a:xfrm>
            <a:custGeom>
              <a:avLst/>
              <a:gdLst/>
              <a:ahLst/>
              <a:cxnLst/>
              <a:rect l="l" t="t" r="r" b="b"/>
              <a:pathLst>
                <a:path w="4315" h="4320" extrusionOk="0">
                  <a:moveTo>
                    <a:pt x="1360" y="0"/>
                  </a:moveTo>
                  <a:lnTo>
                    <a:pt x="1360" y="1360"/>
                  </a:lnTo>
                  <a:lnTo>
                    <a:pt x="0" y="1360"/>
                  </a:lnTo>
                  <a:lnTo>
                    <a:pt x="0" y="2955"/>
                  </a:lnTo>
                  <a:lnTo>
                    <a:pt x="1360" y="2955"/>
                  </a:lnTo>
                  <a:lnTo>
                    <a:pt x="1360" y="4319"/>
                  </a:lnTo>
                  <a:lnTo>
                    <a:pt x="2955" y="4319"/>
                  </a:lnTo>
                  <a:lnTo>
                    <a:pt x="2955" y="2960"/>
                  </a:lnTo>
                  <a:lnTo>
                    <a:pt x="4314" y="2960"/>
                  </a:lnTo>
                  <a:lnTo>
                    <a:pt x="4314" y="1360"/>
                  </a:lnTo>
                  <a:lnTo>
                    <a:pt x="2955" y="1360"/>
                  </a:lnTo>
                  <a:lnTo>
                    <a:pt x="2955" y="0"/>
                  </a:lnTo>
                  <a:close/>
                </a:path>
              </a:pathLst>
            </a:custGeom>
            <a:solidFill>
              <a:srgbClr val="8195A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33" name="Google Shape;8533;p69"/>
            <p:cNvSpPr/>
            <p:nvPr/>
          </p:nvSpPr>
          <p:spPr>
            <a:xfrm>
              <a:off x="7270563" y="2614596"/>
              <a:ext cx="56496" cy="113098"/>
            </a:xfrm>
            <a:custGeom>
              <a:avLst/>
              <a:gdLst/>
              <a:ahLst/>
              <a:cxnLst/>
              <a:rect l="l" t="t" r="r" b="b"/>
              <a:pathLst>
                <a:path w="2158" h="4320" extrusionOk="0">
                  <a:moveTo>
                    <a:pt x="0" y="0"/>
                  </a:moveTo>
                  <a:lnTo>
                    <a:pt x="0" y="4319"/>
                  </a:lnTo>
                  <a:lnTo>
                    <a:pt x="798" y="4319"/>
                  </a:lnTo>
                  <a:lnTo>
                    <a:pt x="798" y="2960"/>
                  </a:lnTo>
                  <a:lnTo>
                    <a:pt x="2157" y="2960"/>
                  </a:lnTo>
                  <a:lnTo>
                    <a:pt x="2157" y="1360"/>
                  </a:lnTo>
                  <a:lnTo>
                    <a:pt x="798" y="1360"/>
                  </a:lnTo>
                  <a:lnTo>
                    <a:pt x="798" y="0"/>
                  </a:lnTo>
                  <a:close/>
                </a:path>
              </a:pathLst>
            </a:custGeom>
            <a:solidFill>
              <a:srgbClr val="6E869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34" name="Google Shape;8534;p69"/>
            <p:cNvSpPr/>
            <p:nvPr/>
          </p:nvSpPr>
          <p:spPr>
            <a:xfrm>
              <a:off x="7086308" y="2461521"/>
              <a:ext cx="368536" cy="353692"/>
            </a:xfrm>
            <a:custGeom>
              <a:avLst/>
              <a:gdLst/>
              <a:ahLst/>
              <a:cxnLst/>
              <a:rect l="l" t="t" r="r" b="b"/>
              <a:pathLst>
                <a:path w="14077" h="13510" extrusionOk="0">
                  <a:moveTo>
                    <a:pt x="8619" y="414"/>
                  </a:moveTo>
                  <a:cubicBezTo>
                    <a:pt x="9527" y="414"/>
                    <a:pt x="10262" y="1154"/>
                    <a:pt x="10262" y="2062"/>
                  </a:cubicBezTo>
                  <a:lnTo>
                    <a:pt x="10262" y="3796"/>
                  </a:lnTo>
                  <a:lnTo>
                    <a:pt x="9647" y="3796"/>
                  </a:lnTo>
                  <a:lnTo>
                    <a:pt x="9647" y="2062"/>
                  </a:lnTo>
                  <a:cubicBezTo>
                    <a:pt x="9647" y="1490"/>
                    <a:pt x="9186" y="1029"/>
                    <a:pt x="8619" y="1029"/>
                  </a:cubicBezTo>
                  <a:lnTo>
                    <a:pt x="5463" y="1029"/>
                  </a:lnTo>
                  <a:cubicBezTo>
                    <a:pt x="4891" y="1029"/>
                    <a:pt x="4430" y="1490"/>
                    <a:pt x="4430" y="2062"/>
                  </a:cubicBezTo>
                  <a:lnTo>
                    <a:pt x="4430" y="2960"/>
                  </a:lnTo>
                  <a:cubicBezTo>
                    <a:pt x="4430" y="3097"/>
                    <a:pt x="4533" y="3165"/>
                    <a:pt x="4636" y="3165"/>
                  </a:cubicBezTo>
                  <a:cubicBezTo>
                    <a:pt x="4740" y="3165"/>
                    <a:pt x="4843" y="3097"/>
                    <a:pt x="4843" y="2960"/>
                  </a:cubicBezTo>
                  <a:lnTo>
                    <a:pt x="4843" y="2062"/>
                  </a:lnTo>
                  <a:cubicBezTo>
                    <a:pt x="4843" y="1721"/>
                    <a:pt x="5117" y="1442"/>
                    <a:pt x="5458" y="1442"/>
                  </a:cubicBezTo>
                  <a:lnTo>
                    <a:pt x="8614" y="1442"/>
                  </a:lnTo>
                  <a:cubicBezTo>
                    <a:pt x="8955" y="1442"/>
                    <a:pt x="9229" y="1721"/>
                    <a:pt x="9229" y="2062"/>
                  </a:cubicBezTo>
                  <a:lnTo>
                    <a:pt x="9229" y="3796"/>
                  </a:lnTo>
                  <a:lnTo>
                    <a:pt x="3810" y="3796"/>
                  </a:lnTo>
                  <a:lnTo>
                    <a:pt x="3815" y="2062"/>
                  </a:lnTo>
                  <a:cubicBezTo>
                    <a:pt x="3820" y="1154"/>
                    <a:pt x="4555" y="414"/>
                    <a:pt x="5463" y="414"/>
                  </a:cubicBezTo>
                  <a:close/>
                  <a:moveTo>
                    <a:pt x="10248" y="4209"/>
                  </a:moveTo>
                  <a:cubicBezTo>
                    <a:pt x="12131" y="4214"/>
                    <a:pt x="13663" y="5742"/>
                    <a:pt x="13663" y="7630"/>
                  </a:cubicBezTo>
                  <a:lnTo>
                    <a:pt x="13663" y="11300"/>
                  </a:lnTo>
                  <a:lnTo>
                    <a:pt x="3555" y="11300"/>
                  </a:lnTo>
                  <a:cubicBezTo>
                    <a:pt x="3286" y="11300"/>
                    <a:pt x="3286" y="11708"/>
                    <a:pt x="3555" y="11708"/>
                  </a:cubicBezTo>
                  <a:lnTo>
                    <a:pt x="13663" y="11708"/>
                  </a:lnTo>
                  <a:cubicBezTo>
                    <a:pt x="13663" y="12587"/>
                    <a:pt x="13663" y="12515"/>
                    <a:pt x="13663" y="12554"/>
                  </a:cubicBezTo>
                  <a:cubicBezTo>
                    <a:pt x="13639" y="12856"/>
                    <a:pt x="13394" y="13092"/>
                    <a:pt x="13092" y="13101"/>
                  </a:cubicBezTo>
                  <a:lnTo>
                    <a:pt x="956" y="13101"/>
                  </a:lnTo>
                  <a:cubicBezTo>
                    <a:pt x="649" y="13077"/>
                    <a:pt x="414" y="12823"/>
                    <a:pt x="414" y="12515"/>
                  </a:cubicBezTo>
                  <a:lnTo>
                    <a:pt x="414" y="11708"/>
                  </a:lnTo>
                  <a:lnTo>
                    <a:pt x="2542" y="11708"/>
                  </a:lnTo>
                  <a:cubicBezTo>
                    <a:pt x="2816" y="11708"/>
                    <a:pt x="2816" y="11300"/>
                    <a:pt x="2542" y="11300"/>
                  </a:cubicBezTo>
                  <a:lnTo>
                    <a:pt x="414" y="11300"/>
                  </a:lnTo>
                  <a:lnTo>
                    <a:pt x="414" y="7630"/>
                  </a:lnTo>
                  <a:cubicBezTo>
                    <a:pt x="414" y="5742"/>
                    <a:pt x="1941" y="4214"/>
                    <a:pt x="3829" y="4209"/>
                  </a:cubicBezTo>
                  <a:close/>
                  <a:moveTo>
                    <a:pt x="5458" y="1"/>
                  </a:moveTo>
                  <a:cubicBezTo>
                    <a:pt x="4324" y="1"/>
                    <a:pt x="3402" y="923"/>
                    <a:pt x="3402" y="2062"/>
                  </a:cubicBezTo>
                  <a:lnTo>
                    <a:pt x="3402" y="3820"/>
                  </a:lnTo>
                  <a:cubicBezTo>
                    <a:pt x="1466" y="4041"/>
                    <a:pt x="0" y="5679"/>
                    <a:pt x="0" y="7625"/>
                  </a:cubicBezTo>
                  <a:lnTo>
                    <a:pt x="0" y="12520"/>
                  </a:lnTo>
                  <a:cubicBezTo>
                    <a:pt x="0" y="13068"/>
                    <a:pt x="442" y="13510"/>
                    <a:pt x="990" y="13510"/>
                  </a:cubicBezTo>
                  <a:lnTo>
                    <a:pt x="13082" y="13510"/>
                  </a:lnTo>
                  <a:cubicBezTo>
                    <a:pt x="13630" y="13510"/>
                    <a:pt x="14072" y="13068"/>
                    <a:pt x="14076" y="12520"/>
                  </a:cubicBezTo>
                  <a:lnTo>
                    <a:pt x="14076" y="7630"/>
                  </a:lnTo>
                  <a:cubicBezTo>
                    <a:pt x="14072" y="5679"/>
                    <a:pt x="12611" y="4041"/>
                    <a:pt x="10675" y="3820"/>
                  </a:cubicBezTo>
                  <a:lnTo>
                    <a:pt x="10675" y="2062"/>
                  </a:lnTo>
                  <a:cubicBezTo>
                    <a:pt x="10670" y="923"/>
                    <a:pt x="9753" y="1"/>
                    <a:pt x="8614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35" name="Google Shape;8535;p69"/>
            <p:cNvSpPr/>
            <p:nvPr/>
          </p:nvSpPr>
          <p:spPr>
            <a:xfrm>
              <a:off x="7208176" y="2609046"/>
              <a:ext cx="124800" cy="124800"/>
            </a:xfrm>
            <a:custGeom>
              <a:avLst/>
              <a:gdLst/>
              <a:ahLst/>
              <a:cxnLst/>
              <a:rect l="l" t="t" r="r" b="b"/>
              <a:pathLst>
                <a:path w="4767" h="4767" extrusionOk="0">
                  <a:moveTo>
                    <a:pt x="2984" y="409"/>
                  </a:moveTo>
                  <a:lnTo>
                    <a:pt x="2984" y="1581"/>
                  </a:lnTo>
                  <a:cubicBezTo>
                    <a:pt x="2984" y="1692"/>
                    <a:pt x="3075" y="1783"/>
                    <a:pt x="3190" y="1783"/>
                  </a:cubicBezTo>
                  <a:lnTo>
                    <a:pt x="4358" y="1783"/>
                  </a:lnTo>
                  <a:lnTo>
                    <a:pt x="4358" y="2984"/>
                  </a:lnTo>
                  <a:lnTo>
                    <a:pt x="3190" y="2984"/>
                  </a:lnTo>
                  <a:cubicBezTo>
                    <a:pt x="3075" y="2984"/>
                    <a:pt x="2984" y="3075"/>
                    <a:pt x="2984" y="3191"/>
                  </a:cubicBezTo>
                  <a:lnTo>
                    <a:pt x="2984" y="4358"/>
                  </a:lnTo>
                  <a:lnTo>
                    <a:pt x="1783" y="4358"/>
                  </a:lnTo>
                  <a:lnTo>
                    <a:pt x="1783" y="3191"/>
                  </a:lnTo>
                  <a:cubicBezTo>
                    <a:pt x="1783" y="3075"/>
                    <a:pt x="1692" y="2984"/>
                    <a:pt x="1576" y="2984"/>
                  </a:cubicBezTo>
                  <a:lnTo>
                    <a:pt x="414" y="2984"/>
                  </a:lnTo>
                  <a:lnTo>
                    <a:pt x="409" y="1783"/>
                  </a:lnTo>
                  <a:lnTo>
                    <a:pt x="1576" y="1783"/>
                  </a:lnTo>
                  <a:cubicBezTo>
                    <a:pt x="1692" y="1783"/>
                    <a:pt x="1783" y="1692"/>
                    <a:pt x="1783" y="1577"/>
                  </a:cubicBezTo>
                  <a:lnTo>
                    <a:pt x="1783" y="409"/>
                  </a:lnTo>
                  <a:close/>
                  <a:moveTo>
                    <a:pt x="1576" y="1"/>
                  </a:moveTo>
                  <a:cubicBezTo>
                    <a:pt x="1466" y="1"/>
                    <a:pt x="1370" y="92"/>
                    <a:pt x="1375" y="207"/>
                  </a:cubicBezTo>
                  <a:lnTo>
                    <a:pt x="1375" y="1375"/>
                  </a:lnTo>
                  <a:lnTo>
                    <a:pt x="202" y="1375"/>
                  </a:lnTo>
                  <a:cubicBezTo>
                    <a:pt x="92" y="1375"/>
                    <a:pt x="1" y="1466"/>
                    <a:pt x="1" y="1581"/>
                  </a:cubicBezTo>
                  <a:lnTo>
                    <a:pt x="1" y="3191"/>
                  </a:lnTo>
                  <a:cubicBezTo>
                    <a:pt x="1" y="3306"/>
                    <a:pt x="92" y="3397"/>
                    <a:pt x="207" y="3397"/>
                  </a:cubicBezTo>
                  <a:lnTo>
                    <a:pt x="1375" y="3397"/>
                  </a:lnTo>
                  <a:lnTo>
                    <a:pt x="1375" y="4565"/>
                  </a:lnTo>
                  <a:cubicBezTo>
                    <a:pt x="1370" y="4675"/>
                    <a:pt x="1466" y="4766"/>
                    <a:pt x="1576" y="4766"/>
                  </a:cubicBezTo>
                  <a:lnTo>
                    <a:pt x="3190" y="4766"/>
                  </a:lnTo>
                  <a:cubicBezTo>
                    <a:pt x="3301" y="4766"/>
                    <a:pt x="3392" y="4675"/>
                    <a:pt x="3392" y="4565"/>
                  </a:cubicBezTo>
                  <a:lnTo>
                    <a:pt x="3392" y="3397"/>
                  </a:lnTo>
                  <a:lnTo>
                    <a:pt x="4564" y="3397"/>
                  </a:lnTo>
                  <a:cubicBezTo>
                    <a:pt x="4675" y="3397"/>
                    <a:pt x="4766" y="3301"/>
                    <a:pt x="4766" y="3191"/>
                  </a:cubicBezTo>
                  <a:lnTo>
                    <a:pt x="4766" y="1581"/>
                  </a:lnTo>
                  <a:cubicBezTo>
                    <a:pt x="4766" y="1466"/>
                    <a:pt x="4675" y="1375"/>
                    <a:pt x="4564" y="1375"/>
                  </a:cubicBezTo>
                  <a:lnTo>
                    <a:pt x="3392" y="1375"/>
                  </a:lnTo>
                  <a:lnTo>
                    <a:pt x="3392" y="207"/>
                  </a:lnTo>
                  <a:cubicBezTo>
                    <a:pt x="3392" y="92"/>
                    <a:pt x="3301" y="1"/>
                    <a:pt x="3190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536" name="Google Shape;8536;p69"/>
          <p:cNvGrpSpPr/>
          <p:nvPr/>
        </p:nvGrpSpPr>
        <p:grpSpPr>
          <a:xfrm>
            <a:off x="4983744" y="2483620"/>
            <a:ext cx="281664" cy="276304"/>
            <a:chOff x="6644992" y="2454243"/>
            <a:chExt cx="375552" cy="368405"/>
          </a:xfrm>
        </p:grpSpPr>
        <p:sp>
          <p:nvSpPr>
            <p:cNvPr id="8537" name="Google Shape;8537;p69"/>
            <p:cNvSpPr/>
            <p:nvPr/>
          </p:nvSpPr>
          <p:spPr>
            <a:xfrm>
              <a:off x="6652139" y="2461390"/>
              <a:ext cx="178129" cy="354085"/>
            </a:xfrm>
            <a:custGeom>
              <a:avLst/>
              <a:gdLst/>
              <a:ahLst/>
              <a:cxnLst/>
              <a:rect l="l" t="t" r="r" b="b"/>
              <a:pathLst>
                <a:path w="6804" h="13525" extrusionOk="0">
                  <a:moveTo>
                    <a:pt x="3402" y="1"/>
                  </a:moveTo>
                  <a:cubicBezTo>
                    <a:pt x="1524" y="1"/>
                    <a:pt x="1" y="1524"/>
                    <a:pt x="1" y="3402"/>
                  </a:cubicBezTo>
                  <a:lnTo>
                    <a:pt x="1" y="10128"/>
                  </a:lnTo>
                  <a:cubicBezTo>
                    <a:pt x="1" y="12001"/>
                    <a:pt x="1524" y="13524"/>
                    <a:pt x="3402" y="13524"/>
                  </a:cubicBezTo>
                  <a:cubicBezTo>
                    <a:pt x="3405" y="13524"/>
                    <a:pt x="3408" y="13524"/>
                    <a:pt x="3411" y="13524"/>
                  </a:cubicBezTo>
                  <a:cubicBezTo>
                    <a:pt x="5285" y="13524"/>
                    <a:pt x="6803" y="12003"/>
                    <a:pt x="6799" y="10128"/>
                  </a:cubicBezTo>
                  <a:lnTo>
                    <a:pt x="6799" y="3402"/>
                  </a:lnTo>
                  <a:cubicBezTo>
                    <a:pt x="6799" y="1524"/>
                    <a:pt x="5276" y="1"/>
                    <a:pt x="3402" y="1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38" name="Google Shape;8538;p69"/>
            <p:cNvSpPr/>
            <p:nvPr/>
          </p:nvSpPr>
          <p:spPr>
            <a:xfrm>
              <a:off x="6675413" y="2466443"/>
              <a:ext cx="154855" cy="349163"/>
            </a:xfrm>
            <a:custGeom>
              <a:avLst/>
              <a:gdLst/>
              <a:ahLst/>
              <a:cxnLst/>
              <a:rect l="l" t="t" r="r" b="b"/>
              <a:pathLst>
                <a:path w="5915" h="13337" extrusionOk="0">
                  <a:moveTo>
                    <a:pt x="3647" y="0"/>
                  </a:moveTo>
                  <a:cubicBezTo>
                    <a:pt x="4223" y="629"/>
                    <a:pt x="4540" y="1446"/>
                    <a:pt x="4540" y="2296"/>
                  </a:cubicBezTo>
                  <a:lnTo>
                    <a:pt x="4540" y="9022"/>
                  </a:lnTo>
                  <a:cubicBezTo>
                    <a:pt x="4540" y="10900"/>
                    <a:pt x="3018" y="12423"/>
                    <a:pt x="1139" y="12423"/>
                  </a:cubicBezTo>
                  <a:cubicBezTo>
                    <a:pt x="750" y="12423"/>
                    <a:pt x="366" y="12356"/>
                    <a:pt x="1" y="12231"/>
                  </a:cubicBezTo>
                  <a:lnTo>
                    <a:pt x="1" y="12231"/>
                  </a:lnTo>
                  <a:cubicBezTo>
                    <a:pt x="658" y="12948"/>
                    <a:pt x="1574" y="13336"/>
                    <a:pt x="2512" y="13336"/>
                  </a:cubicBezTo>
                  <a:cubicBezTo>
                    <a:pt x="2925" y="13336"/>
                    <a:pt x="3342" y="13261"/>
                    <a:pt x="3743" y="13105"/>
                  </a:cubicBezTo>
                  <a:cubicBezTo>
                    <a:pt x="5050" y="12596"/>
                    <a:pt x="5910" y="11338"/>
                    <a:pt x="5910" y="9935"/>
                  </a:cubicBezTo>
                  <a:lnTo>
                    <a:pt x="5910" y="3209"/>
                  </a:lnTo>
                  <a:cubicBezTo>
                    <a:pt x="5914" y="1768"/>
                    <a:pt x="5006" y="481"/>
                    <a:pt x="3647" y="0"/>
                  </a:cubicBezTo>
                  <a:close/>
                </a:path>
              </a:pathLst>
            </a:custGeom>
            <a:solidFill>
              <a:srgbClr val="4E677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39" name="Google Shape;8539;p69"/>
            <p:cNvSpPr/>
            <p:nvPr/>
          </p:nvSpPr>
          <p:spPr>
            <a:xfrm>
              <a:off x="6652139" y="2638498"/>
              <a:ext cx="178129" cy="176977"/>
            </a:xfrm>
            <a:custGeom>
              <a:avLst/>
              <a:gdLst/>
              <a:ahLst/>
              <a:cxnLst/>
              <a:rect l="l" t="t" r="r" b="b"/>
              <a:pathLst>
                <a:path w="6804" h="6760" extrusionOk="0">
                  <a:moveTo>
                    <a:pt x="1" y="0"/>
                  </a:moveTo>
                  <a:lnTo>
                    <a:pt x="1" y="3358"/>
                  </a:lnTo>
                  <a:cubicBezTo>
                    <a:pt x="1" y="5236"/>
                    <a:pt x="1524" y="6759"/>
                    <a:pt x="3402" y="6759"/>
                  </a:cubicBezTo>
                  <a:cubicBezTo>
                    <a:pt x="5281" y="6759"/>
                    <a:pt x="6803" y="5236"/>
                    <a:pt x="6803" y="3358"/>
                  </a:cubicBezTo>
                  <a:lnTo>
                    <a:pt x="6803" y="0"/>
                  </a:lnTo>
                  <a:close/>
                </a:path>
              </a:pathLst>
            </a:custGeom>
            <a:solidFill>
              <a:srgbClr val="8195A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40" name="Google Shape;8540;p69"/>
            <p:cNvSpPr/>
            <p:nvPr/>
          </p:nvSpPr>
          <p:spPr>
            <a:xfrm>
              <a:off x="6675413" y="2638498"/>
              <a:ext cx="154724" cy="177108"/>
            </a:xfrm>
            <a:custGeom>
              <a:avLst/>
              <a:gdLst/>
              <a:ahLst/>
              <a:cxnLst/>
              <a:rect l="l" t="t" r="r" b="b"/>
              <a:pathLst>
                <a:path w="5910" h="6765" extrusionOk="0">
                  <a:moveTo>
                    <a:pt x="4540" y="0"/>
                  </a:moveTo>
                  <a:lnTo>
                    <a:pt x="4540" y="2450"/>
                  </a:lnTo>
                  <a:cubicBezTo>
                    <a:pt x="4540" y="4328"/>
                    <a:pt x="3018" y="5851"/>
                    <a:pt x="1139" y="5851"/>
                  </a:cubicBezTo>
                  <a:cubicBezTo>
                    <a:pt x="750" y="5851"/>
                    <a:pt x="366" y="5784"/>
                    <a:pt x="1" y="5659"/>
                  </a:cubicBezTo>
                  <a:lnTo>
                    <a:pt x="1" y="5659"/>
                  </a:lnTo>
                  <a:cubicBezTo>
                    <a:pt x="658" y="6376"/>
                    <a:pt x="1574" y="6764"/>
                    <a:pt x="2512" y="6764"/>
                  </a:cubicBezTo>
                  <a:cubicBezTo>
                    <a:pt x="2925" y="6764"/>
                    <a:pt x="3342" y="6689"/>
                    <a:pt x="3743" y="6533"/>
                  </a:cubicBezTo>
                  <a:cubicBezTo>
                    <a:pt x="5050" y="6024"/>
                    <a:pt x="5910" y="4766"/>
                    <a:pt x="5910" y="3363"/>
                  </a:cubicBezTo>
                  <a:lnTo>
                    <a:pt x="5910" y="0"/>
                  </a:lnTo>
                  <a:close/>
                </a:path>
              </a:pathLst>
            </a:custGeom>
            <a:solidFill>
              <a:srgbClr val="6E869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41" name="Google Shape;8541;p69"/>
            <p:cNvSpPr/>
            <p:nvPr/>
          </p:nvSpPr>
          <p:spPr>
            <a:xfrm>
              <a:off x="6856029" y="2491890"/>
              <a:ext cx="157604" cy="150168"/>
            </a:xfrm>
            <a:custGeom>
              <a:avLst/>
              <a:gdLst/>
              <a:ahLst/>
              <a:cxnLst/>
              <a:rect l="l" t="t" r="r" b="b"/>
              <a:pathLst>
                <a:path w="6020" h="5736" extrusionOk="0">
                  <a:moveTo>
                    <a:pt x="2869" y="0"/>
                  </a:moveTo>
                  <a:cubicBezTo>
                    <a:pt x="2500" y="0"/>
                    <a:pt x="2127" y="72"/>
                    <a:pt x="1773" y="220"/>
                  </a:cubicBezTo>
                  <a:cubicBezTo>
                    <a:pt x="702" y="661"/>
                    <a:pt x="0" y="1709"/>
                    <a:pt x="0" y="2867"/>
                  </a:cubicBezTo>
                  <a:cubicBezTo>
                    <a:pt x="0" y="4029"/>
                    <a:pt x="702" y="5072"/>
                    <a:pt x="1773" y="5518"/>
                  </a:cubicBezTo>
                  <a:cubicBezTo>
                    <a:pt x="2127" y="5664"/>
                    <a:pt x="2499" y="5735"/>
                    <a:pt x="2868" y="5735"/>
                  </a:cubicBezTo>
                  <a:cubicBezTo>
                    <a:pt x="3615" y="5735"/>
                    <a:pt x="4349" y="5444"/>
                    <a:pt x="4896" y="4894"/>
                  </a:cubicBezTo>
                  <a:cubicBezTo>
                    <a:pt x="6020" y="3774"/>
                    <a:pt x="6020" y="1959"/>
                    <a:pt x="4896" y="839"/>
                  </a:cubicBezTo>
                  <a:cubicBezTo>
                    <a:pt x="4349" y="293"/>
                    <a:pt x="3616" y="0"/>
                    <a:pt x="2869" y="0"/>
                  </a:cubicBezTo>
                  <a:close/>
                </a:path>
              </a:pathLst>
            </a:custGeom>
            <a:solidFill>
              <a:srgbClr val="C0CDD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42" name="Google Shape;8542;p69"/>
            <p:cNvSpPr/>
            <p:nvPr/>
          </p:nvSpPr>
          <p:spPr>
            <a:xfrm>
              <a:off x="6866448" y="2502284"/>
              <a:ext cx="147053" cy="139854"/>
            </a:xfrm>
            <a:custGeom>
              <a:avLst/>
              <a:gdLst/>
              <a:ahLst/>
              <a:cxnLst/>
              <a:rect l="l" t="t" r="r" b="b"/>
              <a:pathLst>
                <a:path w="5617" h="5342" extrusionOk="0">
                  <a:moveTo>
                    <a:pt x="3931" y="0"/>
                  </a:moveTo>
                  <a:lnTo>
                    <a:pt x="3931" y="0"/>
                  </a:lnTo>
                  <a:cubicBezTo>
                    <a:pt x="4594" y="1129"/>
                    <a:pt x="4411" y="2561"/>
                    <a:pt x="3484" y="3488"/>
                  </a:cubicBezTo>
                  <a:cubicBezTo>
                    <a:pt x="2932" y="4039"/>
                    <a:pt x="2197" y="4326"/>
                    <a:pt x="1455" y="4326"/>
                  </a:cubicBezTo>
                  <a:cubicBezTo>
                    <a:pt x="956" y="4326"/>
                    <a:pt x="453" y="4197"/>
                    <a:pt x="1" y="3930"/>
                  </a:cubicBezTo>
                  <a:lnTo>
                    <a:pt x="1" y="3930"/>
                  </a:lnTo>
                  <a:cubicBezTo>
                    <a:pt x="121" y="4137"/>
                    <a:pt x="270" y="4329"/>
                    <a:pt x="443" y="4502"/>
                  </a:cubicBezTo>
                  <a:cubicBezTo>
                    <a:pt x="1003" y="5061"/>
                    <a:pt x="1736" y="5341"/>
                    <a:pt x="2470" y="5341"/>
                  </a:cubicBezTo>
                  <a:cubicBezTo>
                    <a:pt x="3204" y="5341"/>
                    <a:pt x="3938" y="5061"/>
                    <a:pt x="4498" y="4502"/>
                  </a:cubicBezTo>
                  <a:cubicBezTo>
                    <a:pt x="5617" y="3382"/>
                    <a:pt x="5617" y="1566"/>
                    <a:pt x="4498" y="447"/>
                  </a:cubicBezTo>
                  <a:lnTo>
                    <a:pt x="4498" y="442"/>
                  </a:lnTo>
                  <a:cubicBezTo>
                    <a:pt x="4329" y="274"/>
                    <a:pt x="4137" y="125"/>
                    <a:pt x="3931" y="0"/>
                  </a:cubicBezTo>
                  <a:close/>
                </a:path>
              </a:pathLst>
            </a:custGeom>
            <a:solidFill>
              <a:srgbClr val="A9BBC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43" name="Google Shape;8543;p69"/>
            <p:cNvSpPr/>
            <p:nvPr/>
          </p:nvSpPr>
          <p:spPr>
            <a:xfrm>
              <a:off x="6856029" y="2657191"/>
              <a:ext cx="157604" cy="150142"/>
            </a:xfrm>
            <a:custGeom>
              <a:avLst/>
              <a:gdLst/>
              <a:ahLst/>
              <a:cxnLst/>
              <a:rect l="l" t="t" r="r" b="b"/>
              <a:pathLst>
                <a:path w="6020" h="5735" extrusionOk="0">
                  <a:moveTo>
                    <a:pt x="2869" y="1"/>
                  </a:moveTo>
                  <a:cubicBezTo>
                    <a:pt x="2500" y="1"/>
                    <a:pt x="2127" y="72"/>
                    <a:pt x="1773" y="218"/>
                  </a:cubicBezTo>
                  <a:cubicBezTo>
                    <a:pt x="702" y="660"/>
                    <a:pt x="0" y="1707"/>
                    <a:pt x="0" y="2865"/>
                  </a:cubicBezTo>
                  <a:cubicBezTo>
                    <a:pt x="0" y="4028"/>
                    <a:pt x="702" y="5070"/>
                    <a:pt x="1773" y="5517"/>
                  </a:cubicBezTo>
                  <a:cubicBezTo>
                    <a:pt x="2127" y="5663"/>
                    <a:pt x="2500" y="5734"/>
                    <a:pt x="2869" y="5734"/>
                  </a:cubicBezTo>
                  <a:cubicBezTo>
                    <a:pt x="3615" y="5734"/>
                    <a:pt x="4349" y="5444"/>
                    <a:pt x="4896" y="4897"/>
                  </a:cubicBezTo>
                  <a:cubicBezTo>
                    <a:pt x="6020" y="3773"/>
                    <a:pt x="6020" y="1957"/>
                    <a:pt x="4896" y="838"/>
                  </a:cubicBezTo>
                  <a:cubicBezTo>
                    <a:pt x="4349" y="291"/>
                    <a:pt x="3615" y="1"/>
                    <a:pt x="2869" y="1"/>
                  </a:cubicBezTo>
                  <a:close/>
                </a:path>
              </a:pathLst>
            </a:custGeom>
            <a:solidFill>
              <a:srgbClr val="C0CDD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44" name="Google Shape;8544;p69"/>
            <p:cNvSpPr/>
            <p:nvPr/>
          </p:nvSpPr>
          <p:spPr>
            <a:xfrm>
              <a:off x="6866448" y="2667663"/>
              <a:ext cx="147184" cy="139827"/>
            </a:xfrm>
            <a:custGeom>
              <a:avLst/>
              <a:gdLst/>
              <a:ahLst/>
              <a:cxnLst/>
              <a:rect l="l" t="t" r="r" b="b"/>
              <a:pathLst>
                <a:path w="5622" h="5341" extrusionOk="0">
                  <a:moveTo>
                    <a:pt x="3936" y="1"/>
                  </a:moveTo>
                  <a:lnTo>
                    <a:pt x="3936" y="1"/>
                  </a:lnTo>
                  <a:cubicBezTo>
                    <a:pt x="4603" y="1130"/>
                    <a:pt x="4421" y="2566"/>
                    <a:pt x="3494" y="3493"/>
                  </a:cubicBezTo>
                  <a:cubicBezTo>
                    <a:pt x="2940" y="4047"/>
                    <a:pt x="2204" y="4335"/>
                    <a:pt x="1461" y="4335"/>
                  </a:cubicBezTo>
                  <a:cubicBezTo>
                    <a:pt x="960" y="4335"/>
                    <a:pt x="456" y="4204"/>
                    <a:pt x="1" y="3935"/>
                  </a:cubicBezTo>
                  <a:lnTo>
                    <a:pt x="1" y="3935"/>
                  </a:lnTo>
                  <a:cubicBezTo>
                    <a:pt x="121" y="4142"/>
                    <a:pt x="270" y="4329"/>
                    <a:pt x="443" y="4497"/>
                  </a:cubicBezTo>
                  <a:cubicBezTo>
                    <a:pt x="1003" y="5059"/>
                    <a:pt x="1736" y="5340"/>
                    <a:pt x="2470" y="5340"/>
                  </a:cubicBezTo>
                  <a:cubicBezTo>
                    <a:pt x="3204" y="5340"/>
                    <a:pt x="3938" y="5059"/>
                    <a:pt x="4498" y="4497"/>
                  </a:cubicBezTo>
                  <a:cubicBezTo>
                    <a:pt x="5622" y="3378"/>
                    <a:pt x="5622" y="1562"/>
                    <a:pt x="4498" y="438"/>
                  </a:cubicBezTo>
                  <a:cubicBezTo>
                    <a:pt x="4329" y="270"/>
                    <a:pt x="4142" y="121"/>
                    <a:pt x="3936" y="1"/>
                  </a:cubicBezTo>
                  <a:close/>
                </a:path>
              </a:pathLst>
            </a:custGeom>
            <a:solidFill>
              <a:srgbClr val="A9BBC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45" name="Google Shape;8545;p69"/>
            <p:cNvSpPr/>
            <p:nvPr/>
          </p:nvSpPr>
          <p:spPr>
            <a:xfrm>
              <a:off x="6644992" y="2454243"/>
              <a:ext cx="190800" cy="368405"/>
            </a:xfrm>
            <a:custGeom>
              <a:avLst/>
              <a:gdLst/>
              <a:ahLst/>
              <a:cxnLst/>
              <a:rect l="l" t="t" r="r" b="b"/>
              <a:pathLst>
                <a:path w="7288" h="14072" extrusionOk="0">
                  <a:moveTo>
                    <a:pt x="3675" y="413"/>
                  </a:moveTo>
                  <a:cubicBezTo>
                    <a:pt x="5443" y="413"/>
                    <a:pt x="6870" y="1845"/>
                    <a:pt x="6875" y="3608"/>
                  </a:cubicBezTo>
                  <a:lnTo>
                    <a:pt x="6870" y="6831"/>
                  </a:lnTo>
                  <a:lnTo>
                    <a:pt x="3622" y="6831"/>
                  </a:lnTo>
                  <a:cubicBezTo>
                    <a:pt x="3348" y="6831"/>
                    <a:pt x="3348" y="7245"/>
                    <a:pt x="3622" y="7245"/>
                  </a:cubicBezTo>
                  <a:lnTo>
                    <a:pt x="6870" y="7245"/>
                  </a:lnTo>
                  <a:lnTo>
                    <a:pt x="6870" y="10468"/>
                  </a:lnTo>
                  <a:cubicBezTo>
                    <a:pt x="6870" y="12231"/>
                    <a:pt x="5438" y="13658"/>
                    <a:pt x="3675" y="13663"/>
                  </a:cubicBezTo>
                  <a:lnTo>
                    <a:pt x="3608" y="13663"/>
                  </a:lnTo>
                  <a:cubicBezTo>
                    <a:pt x="1845" y="13658"/>
                    <a:pt x="413" y="12231"/>
                    <a:pt x="413" y="10468"/>
                  </a:cubicBezTo>
                  <a:lnTo>
                    <a:pt x="413" y="7240"/>
                  </a:lnTo>
                  <a:lnTo>
                    <a:pt x="2565" y="7240"/>
                  </a:lnTo>
                  <a:cubicBezTo>
                    <a:pt x="2839" y="7240"/>
                    <a:pt x="2839" y="6831"/>
                    <a:pt x="2565" y="6831"/>
                  </a:cubicBezTo>
                  <a:lnTo>
                    <a:pt x="413" y="6831"/>
                  </a:lnTo>
                  <a:lnTo>
                    <a:pt x="413" y="3608"/>
                  </a:lnTo>
                  <a:cubicBezTo>
                    <a:pt x="413" y="1845"/>
                    <a:pt x="1845" y="413"/>
                    <a:pt x="3608" y="413"/>
                  </a:cubicBezTo>
                  <a:close/>
                  <a:moveTo>
                    <a:pt x="3608" y="0"/>
                  </a:moveTo>
                  <a:cubicBezTo>
                    <a:pt x="1614" y="0"/>
                    <a:pt x="0" y="1614"/>
                    <a:pt x="0" y="3608"/>
                  </a:cubicBezTo>
                  <a:lnTo>
                    <a:pt x="0" y="10468"/>
                  </a:lnTo>
                  <a:cubicBezTo>
                    <a:pt x="0" y="12457"/>
                    <a:pt x="1614" y="14071"/>
                    <a:pt x="3608" y="14071"/>
                  </a:cubicBezTo>
                  <a:lnTo>
                    <a:pt x="3675" y="14071"/>
                  </a:lnTo>
                  <a:cubicBezTo>
                    <a:pt x="5669" y="14071"/>
                    <a:pt x="7283" y="12457"/>
                    <a:pt x="7288" y="10463"/>
                  </a:cubicBezTo>
                  <a:lnTo>
                    <a:pt x="7288" y="3608"/>
                  </a:lnTo>
                  <a:cubicBezTo>
                    <a:pt x="7283" y="1614"/>
                    <a:pt x="5669" y="5"/>
                    <a:pt x="3675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46" name="Google Shape;8546;p69"/>
            <p:cNvSpPr/>
            <p:nvPr/>
          </p:nvSpPr>
          <p:spPr>
            <a:xfrm>
              <a:off x="6844457" y="2485162"/>
              <a:ext cx="175354" cy="162525"/>
            </a:xfrm>
            <a:custGeom>
              <a:avLst/>
              <a:gdLst/>
              <a:ahLst/>
              <a:cxnLst/>
              <a:rect l="l" t="t" r="r" b="b"/>
              <a:pathLst>
                <a:path w="6698" h="6208" extrusionOk="0">
                  <a:moveTo>
                    <a:pt x="3346" y="413"/>
                  </a:moveTo>
                  <a:cubicBezTo>
                    <a:pt x="4037" y="413"/>
                    <a:pt x="4727" y="678"/>
                    <a:pt x="5251" y="1202"/>
                  </a:cubicBezTo>
                  <a:cubicBezTo>
                    <a:pt x="6246" y="2192"/>
                    <a:pt x="6308" y="3786"/>
                    <a:pt x="5395" y="4853"/>
                  </a:cubicBezTo>
                  <a:lnTo>
                    <a:pt x="4127" y="3585"/>
                  </a:lnTo>
                  <a:cubicBezTo>
                    <a:pt x="4081" y="3539"/>
                    <a:pt x="4030" y="3519"/>
                    <a:pt x="3981" y="3519"/>
                  </a:cubicBezTo>
                  <a:cubicBezTo>
                    <a:pt x="3820" y="3519"/>
                    <a:pt x="3683" y="3727"/>
                    <a:pt x="3834" y="3878"/>
                  </a:cubicBezTo>
                  <a:lnTo>
                    <a:pt x="5102" y="5146"/>
                  </a:lnTo>
                  <a:cubicBezTo>
                    <a:pt x="4598" y="5578"/>
                    <a:pt x="3976" y="5791"/>
                    <a:pt x="3356" y="5791"/>
                  </a:cubicBezTo>
                  <a:cubicBezTo>
                    <a:pt x="2665" y="5791"/>
                    <a:pt x="1975" y="5526"/>
                    <a:pt x="1451" y="5002"/>
                  </a:cubicBezTo>
                  <a:cubicBezTo>
                    <a:pt x="457" y="4007"/>
                    <a:pt x="394" y="2417"/>
                    <a:pt x="1307" y="1351"/>
                  </a:cubicBezTo>
                  <a:lnTo>
                    <a:pt x="1307" y="1351"/>
                  </a:lnTo>
                  <a:lnTo>
                    <a:pt x="3205" y="3248"/>
                  </a:lnTo>
                  <a:cubicBezTo>
                    <a:pt x="3251" y="3294"/>
                    <a:pt x="3302" y="3314"/>
                    <a:pt x="3351" y="3314"/>
                  </a:cubicBezTo>
                  <a:cubicBezTo>
                    <a:pt x="3512" y="3314"/>
                    <a:pt x="3649" y="3106"/>
                    <a:pt x="3498" y="2955"/>
                  </a:cubicBezTo>
                  <a:lnTo>
                    <a:pt x="1600" y="1058"/>
                  </a:lnTo>
                  <a:cubicBezTo>
                    <a:pt x="2104" y="626"/>
                    <a:pt x="2726" y="413"/>
                    <a:pt x="3346" y="413"/>
                  </a:cubicBezTo>
                  <a:close/>
                  <a:moveTo>
                    <a:pt x="3349" y="1"/>
                  </a:moveTo>
                  <a:cubicBezTo>
                    <a:pt x="2095" y="1"/>
                    <a:pt x="961" y="755"/>
                    <a:pt x="481" y="1918"/>
                  </a:cubicBezTo>
                  <a:cubicBezTo>
                    <a:pt x="0" y="3075"/>
                    <a:pt x="269" y="4411"/>
                    <a:pt x="1153" y="5300"/>
                  </a:cubicBezTo>
                  <a:cubicBezTo>
                    <a:pt x="1761" y="5905"/>
                    <a:pt x="2556" y="6208"/>
                    <a:pt x="3351" y="6208"/>
                  </a:cubicBezTo>
                  <a:cubicBezTo>
                    <a:pt x="4145" y="6208"/>
                    <a:pt x="4939" y="5905"/>
                    <a:pt x="5544" y="5300"/>
                  </a:cubicBezTo>
                  <a:cubicBezTo>
                    <a:pt x="6433" y="4411"/>
                    <a:pt x="6697" y="3075"/>
                    <a:pt x="6217" y="1918"/>
                  </a:cubicBezTo>
                  <a:cubicBezTo>
                    <a:pt x="5736" y="755"/>
                    <a:pt x="4603" y="1"/>
                    <a:pt x="3349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47" name="Google Shape;8547;p69"/>
            <p:cNvSpPr/>
            <p:nvPr/>
          </p:nvSpPr>
          <p:spPr>
            <a:xfrm>
              <a:off x="6850871" y="2651902"/>
              <a:ext cx="169673" cy="162473"/>
            </a:xfrm>
            <a:custGeom>
              <a:avLst/>
              <a:gdLst/>
              <a:ahLst/>
              <a:cxnLst/>
              <a:rect l="l" t="t" r="r" b="b"/>
              <a:pathLst>
                <a:path w="6481" h="6206" extrusionOk="0">
                  <a:moveTo>
                    <a:pt x="3109" y="414"/>
                  </a:moveTo>
                  <a:cubicBezTo>
                    <a:pt x="3730" y="414"/>
                    <a:pt x="4353" y="627"/>
                    <a:pt x="4857" y="1059"/>
                  </a:cubicBezTo>
                  <a:lnTo>
                    <a:pt x="1067" y="4854"/>
                  </a:lnTo>
                  <a:cubicBezTo>
                    <a:pt x="144" y="3788"/>
                    <a:pt x="207" y="2197"/>
                    <a:pt x="1201" y="1203"/>
                  </a:cubicBezTo>
                  <a:cubicBezTo>
                    <a:pt x="1725" y="679"/>
                    <a:pt x="2416" y="414"/>
                    <a:pt x="3109" y="414"/>
                  </a:cubicBezTo>
                  <a:close/>
                  <a:moveTo>
                    <a:pt x="3104" y="1"/>
                  </a:moveTo>
                  <a:cubicBezTo>
                    <a:pt x="2704" y="1"/>
                    <a:pt x="2301" y="78"/>
                    <a:pt x="1917" y="237"/>
                  </a:cubicBezTo>
                  <a:cubicBezTo>
                    <a:pt x="759" y="718"/>
                    <a:pt x="0" y="1847"/>
                    <a:pt x="0" y="3105"/>
                  </a:cubicBezTo>
                  <a:cubicBezTo>
                    <a:pt x="0" y="4359"/>
                    <a:pt x="759" y="5488"/>
                    <a:pt x="1917" y="5969"/>
                  </a:cubicBezTo>
                  <a:cubicBezTo>
                    <a:pt x="2301" y="6128"/>
                    <a:pt x="2704" y="6205"/>
                    <a:pt x="3104" y="6205"/>
                  </a:cubicBezTo>
                  <a:cubicBezTo>
                    <a:pt x="3911" y="6205"/>
                    <a:pt x="4705" y="5890"/>
                    <a:pt x="5299" y="5296"/>
                  </a:cubicBezTo>
                  <a:cubicBezTo>
                    <a:pt x="5451" y="5148"/>
                    <a:pt x="5312" y="4940"/>
                    <a:pt x="5150" y="4940"/>
                  </a:cubicBezTo>
                  <a:cubicBezTo>
                    <a:pt x="5102" y="4940"/>
                    <a:pt x="5051" y="4959"/>
                    <a:pt x="5006" y="5003"/>
                  </a:cubicBezTo>
                  <a:cubicBezTo>
                    <a:pt x="4483" y="5529"/>
                    <a:pt x="3793" y="5794"/>
                    <a:pt x="3101" y="5794"/>
                  </a:cubicBezTo>
                  <a:cubicBezTo>
                    <a:pt x="2479" y="5794"/>
                    <a:pt x="1855" y="5579"/>
                    <a:pt x="1350" y="5147"/>
                  </a:cubicBezTo>
                  <a:lnTo>
                    <a:pt x="2618" y="3879"/>
                  </a:lnTo>
                  <a:lnTo>
                    <a:pt x="5145" y="1352"/>
                  </a:lnTo>
                  <a:cubicBezTo>
                    <a:pt x="5866" y="2183"/>
                    <a:pt x="6001" y="3374"/>
                    <a:pt x="5487" y="4345"/>
                  </a:cubicBezTo>
                  <a:cubicBezTo>
                    <a:pt x="5402" y="4510"/>
                    <a:pt x="5540" y="4648"/>
                    <a:pt x="5677" y="4648"/>
                  </a:cubicBezTo>
                  <a:cubicBezTo>
                    <a:pt x="5744" y="4648"/>
                    <a:pt x="5811" y="4616"/>
                    <a:pt x="5852" y="4537"/>
                  </a:cubicBezTo>
                  <a:cubicBezTo>
                    <a:pt x="6481" y="3336"/>
                    <a:pt x="6260" y="1866"/>
                    <a:pt x="5299" y="910"/>
                  </a:cubicBezTo>
                  <a:cubicBezTo>
                    <a:pt x="4705" y="316"/>
                    <a:pt x="3911" y="1"/>
                    <a:pt x="3104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548" name="Google Shape;8548;p69"/>
          <p:cNvGrpSpPr/>
          <p:nvPr/>
        </p:nvGrpSpPr>
        <p:grpSpPr>
          <a:xfrm>
            <a:off x="4640092" y="2485937"/>
            <a:ext cx="278287" cy="271572"/>
            <a:chOff x="6186789" y="2457333"/>
            <a:chExt cx="371049" cy="362096"/>
          </a:xfrm>
        </p:grpSpPr>
        <p:sp>
          <p:nvSpPr>
            <p:cNvPr id="8549" name="Google Shape;8549;p69"/>
            <p:cNvSpPr/>
            <p:nvPr/>
          </p:nvSpPr>
          <p:spPr>
            <a:xfrm>
              <a:off x="6189067" y="2629178"/>
              <a:ext cx="193837" cy="186480"/>
            </a:xfrm>
            <a:custGeom>
              <a:avLst/>
              <a:gdLst/>
              <a:ahLst/>
              <a:cxnLst/>
              <a:rect l="l" t="t" r="r" b="b"/>
              <a:pathLst>
                <a:path w="7404" h="7123" extrusionOk="0">
                  <a:moveTo>
                    <a:pt x="3844" y="1"/>
                  </a:moveTo>
                  <a:cubicBezTo>
                    <a:pt x="2402" y="1"/>
                    <a:pt x="1105" y="870"/>
                    <a:pt x="553" y="2201"/>
                  </a:cubicBezTo>
                  <a:cubicBezTo>
                    <a:pt x="0" y="3531"/>
                    <a:pt x="308" y="5059"/>
                    <a:pt x="1326" y="6078"/>
                  </a:cubicBezTo>
                  <a:cubicBezTo>
                    <a:pt x="2008" y="6759"/>
                    <a:pt x="2920" y="7122"/>
                    <a:pt x="3847" y="7122"/>
                  </a:cubicBezTo>
                  <a:cubicBezTo>
                    <a:pt x="4306" y="7122"/>
                    <a:pt x="4768" y="7034"/>
                    <a:pt x="5208" y="6851"/>
                  </a:cubicBezTo>
                  <a:cubicBezTo>
                    <a:pt x="6539" y="6299"/>
                    <a:pt x="7403" y="5002"/>
                    <a:pt x="7403" y="3560"/>
                  </a:cubicBezTo>
                  <a:cubicBezTo>
                    <a:pt x="7403" y="1595"/>
                    <a:pt x="5808" y="1"/>
                    <a:pt x="3844" y="1"/>
                  </a:cubicBezTo>
                  <a:close/>
                </a:path>
              </a:pathLst>
            </a:custGeom>
            <a:solidFill>
              <a:srgbClr val="87A0B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50" name="Google Shape;8550;p69"/>
            <p:cNvSpPr/>
            <p:nvPr/>
          </p:nvSpPr>
          <p:spPr>
            <a:xfrm>
              <a:off x="6234332" y="2680988"/>
              <a:ext cx="96761" cy="82807"/>
            </a:xfrm>
            <a:custGeom>
              <a:avLst/>
              <a:gdLst/>
              <a:ahLst/>
              <a:cxnLst/>
              <a:rect l="l" t="t" r="r" b="b"/>
              <a:pathLst>
                <a:path w="3696" h="3163" extrusionOk="0">
                  <a:moveTo>
                    <a:pt x="2115" y="1"/>
                  </a:moveTo>
                  <a:cubicBezTo>
                    <a:pt x="707" y="1"/>
                    <a:pt x="1" y="1706"/>
                    <a:pt x="995" y="2701"/>
                  </a:cubicBezTo>
                  <a:cubicBezTo>
                    <a:pt x="1297" y="3002"/>
                    <a:pt x="1702" y="3163"/>
                    <a:pt x="2113" y="3163"/>
                  </a:cubicBezTo>
                  <a:cubicBezTo>
                    <a:pt x="2318" y="3163"/>
                    <a:pt x="2524" y="3123"/>
                    <a:pt x="2720" y="3042"/>
                  </a:cubicBezTo>
                  <a:cubicBezTo>
                    <a:pt x="3311" y="2797"/>
                    <a:pt x="3695" y="2220"/>
                    <a:pt x="3695" y="1581"/>
                  </a:cubicBezTo>
                  <a:cubicBezTo>
                    <a:pt x="3695" y="712"/>
                    <a:pt x="2989" y="1"/>
                    <a:pt x="2115" y="1"/>
                  </a:cubicBezTo>
                  <a:close/>
                </a:path>
              </a:pathLst>
            </a:custGeom>
            <a:solidFill>
              <a:srgbClr val="EEF1F4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51" name="Google Shape;8551;p69"/>
            <p:cNvSpPr/>
            <p:nvPr/>
          </p:nvSpPr>
          <p:spPr>
            <a:xfrm>
              <a:off x="6265774" y="2680988"/>
              <a:ext cx="71943" cy="82886"/>
            </a:xfrm>
            <a:custGeom>
              <a:avLst/>
              <a:gdLst/>
              <a:ahLst/>
              <a:cxnLst/>
              <a:rect l="l" t="t" r="r" b="b"/>
              <a:pathLst>
                <a:path w="2748" h="3166" extrusionOk="0">
                  <a:moveTo>
                    <a:pt x="921" y="1"/>
                  </a:moveTo>
                  <a:cubicBezTo>
                    <a:pt x="919" y="1"/>
                    <a:pt x="916" y="1"/>
                    <a:pt x="914" y="1"/>
                  </a:cubicBezTo>
                  <a:lnTo>
                    <a:pt x="904" y="1"/>
                  </a:lnTo>
                  <a:cubicBezTo>
                    <a:pt x="1461" y="395"/>
                    <a:pt x="1701" y="1111"/>
                    <a:pt x="1500" y="1764"/>
                  </a:cubicBezTo>
                  <a:cubicBezTo>
                    <a:pt x="1293" y="2417"/>
                    <a:pt x="688" y="2864"/>
                    <a:pt x="1" y="2874"/>
                  </a:cubicBezTo>
                  <a:cubicBezTo>
                    <a:pt x="282" y="3073"/>
                    <a:pt x="599" y="3165"/>
                    <a:pt x="911" y="3165"/>
                  </a:cubicBezTo>
                  <a:cubicBezTo>
                    <a:pt x="1570" y="3165"/>
                    <a:pt x="2205" y="2753"/>
                    <a:pt x="2427" y="2062"/>
                  </a:cubicBezTo>
                  <a:cubicBezTo>
                    <a:pt x="2748" y="1041"/>
                    <a:pt x="1988" y="1"/>
                    <a:pt x="921" y="1"/>
                  </a:cubicBezTo>
                  <a:close/>
                </a:path>
              </a:pathLst>
            </a:custGeom>
            <a:solidFill>
              <a:srgbClr val="DFE6E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52" name="Google Shape;8552;p69"/>
            <p:cNvSpPr/>
            <p:nvPr/>
          </p:nvSpPr>
          <p:spPr>
            <a:xfrm>
              <a:off x="6275330" y="2629178"/>
              <a:ext cx="107574" cy="186533"/>
            </a:xfrm>
            <a:custGeom>
              <a:avLst/>
              <a:gdLst/>
              <a:ahLst/>
              <a:cxnLst/>
              <a:rect l="l" t="t" r="r" b="b"/>
              <a:pathLst>
                <a:path w="4109" h="7125" extrusionOk="0">
                  <a:moveTo>
                    <a:pt x="549" y="1"/>
                  </a:moveTo>
                  <a:cubicBezTo>
                    <a:pt x="366" y="1"/>
                    <a:pt x="179" y="15"/>
                    <a:pt x="1" y="44"/>
                  </a:cubicBezTo>
                  <a:cubicBezTo>
                    <a:pt x="1730" y="318"/>
                    <a:pt x="3008" y="1807"/>
                    <a:pt x="3008" y="3560"/>
                  </a:cubicBezTo>
                  <a:cubicBezTo>
                    <a:pt x="3008" y="5314"/>
                    <a:pt x="1730" y="6808"/>
                    <a:pt x="1" y="7082"/>
                  </a:cubicBezTo>
                  <a:cubicBezTo>
                    <a:pt x="179" y="7110"/>
                    <a:pt x="366" y="7125"/>
                    <a:pt x="549" y="7125"/>
                  </a:cubicBezTo>
                  <a:cubicBezTo>
                    <a:pt x="2513" y="7125"/>
                    <a:pt x="4108" y="5530"/>
                    <a:pt x="4108" y="3560"/>
                  </a:cubicBezTo>
                  <a:cubicBezTo>
                    <a:pt x="4108" y="1595"/>
                    <a:pt x="2513" y="1"/>
                    <a:pt x="549" y="1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53" name="Google Shape;8553;p69"/>
            <p:cNvSpPr/>
            <p:nvPr/>
          </p:nvSpPr>
          <p:spPr>
            <a:xfrm>
              <a:off x="6428405" y="2736595"/>
              <a:ext cx="92337" cy="79090"/>
            </a:xfrm>
            <a:custGeom>
              <a:avLst/>
              <a:gdLst/>
              <a:ahLst/>
              <a:cxnLst/>
              <a:rect l="l" t="t" r="r" b="b"/>
              <a:pathLst>
                <a:path w="3527" h="3021" extrusionOk="0">
                  <a:moveTo>
                    <a:pt x="2018" y="0"/>
                  </a:moveTo>
                  <a:cubicBezTo>
                    <a:pt x="673" y="0"/>
                    <a:pt x="0" y="1624"/>
                    <a:pt x="952" y="2575"/>
                  </a:cubicBezTo>
                  <a:cubicBezTo>
                    <a:pt x="1259" y="2883"/>
                    <a:pt x="1638" y="3021"/>
                    <a:pt x="2008" y="3021"/>
                  </a:cubicBezTo>
                  <a:cubicBezTo>
                    <a:pt x="2784" y="3021"/>
                    <a:pt x="3527" y="2419"/>
                    <a:pt x="3527" y="1509"/>
                  </a:cubicBezTo>
                  <a:cubicBezTo>
                    <a:pt x="3527" y="678"/>
                    <a:pt x="2854" y="0"/>
                    <a:pt x="2018" y="0"/>
                  </a:cubicBezTo>
                  <a:close/>
                </a:path>
              </a:pathLst>
            </a:custGeom>
            <a:solidFill>
              <a:srgbClr val="87A0B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54" name="Google Shape;8554;p69"/>
            <p:cNvSpPr/>
            <p:nvPr/>
          </p:nvSpPr>
          <p:spPr>
            <a:xfrm>
              <a:off x="6467779" y="2736699"/>
              <a:ext cx="53721" cy="79037"/>
            </a:xfrm>
            <a:custGeom>
              <a:avLst/>
              <a:gdLst/>
              <a:ahLst/>
              <a:cxnLst/>
              <a:rect l="l" t="t" r="r" b="b"/>
              <a:pathLst>
                <a:path w="2052" h="3019" extrusionOk="0">
                  <a:moveTo>
                    <a:pt x="549" y="1"/>
                  </a:moveTo>
                  <a:cubicBezTo>
                    <a:pt x="537" y="1"/>
                    <a:pt x="526" y="1"/>
                    <a:pt x="514" y="1"/>
                  </a:cubicBezTo>
                  <a:cubicBezTo>
                    <a:pt x="341" y="1"/>
                    <a:pt x="163" y="30"/>
                    <a:pt x="0" y="92"/>
                  </a:cubicBezTo>
                  <a:cubicBezTo>
                    <a:pt x="596" y="308"/>
                    <a:pt x="995" y="875"/>
                    <a:pt x="995" y="1509"/>
                  </a:cubicBezTo>
                  <a:cubicBezTo>
                    <a:pt x="995" y="2144"/>
                    <a:pt x="596" y="2710"/>
                    <a:pt x="0" y="2927"/>
                  </a:cubicBezTo>
                  <a:cubicBezTo>
                    <a:pt x="163" y="2984"/>
                    <a:pt x="341" y="3018"/>
                    <a:pt x="514" y="3018"/>
                  </a:cubicBezTo>
                  <a:cubicBezTo>
                    <a:pt x="523" y="3018"/>
                    <a:pt x="532" y="3018"/>
                    <a:pt x="541" y="3018"/>
                  </a:cubicBezTo>
                  <a:cubicBezTo>
                    <a:pt x="1374" y="3018"/>
                    <a:pt x="2051" y="2346"/>
                    <a:pt x="2051" y="1509"/>
                  </a:cubicBezTo>
                  <a:cubicBezTo>
                    <a:pt x="2051" y="676"/>
                    <a:pt x="1379" y="1"/>
                    <a:pt x="549" y="1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55" name="Google Shape;8555;p69"/>
            <p:cNvSpPr/>
            <p:nvPr/>
          </p:nvSpPr>
          <p:spPr>
            <a:xfrm>
              <a:off x="6194591" y="2467412"/>
              <a:ext cx="42412" cy="38040"/>
            </a:xfrm>
            <a:custGeom>
              <a:avLst/>
              <a:gdLst/>
              <a:ahLst/>
              <a:cxnLst/>
              <a:rect l="l" t="t" r="r" b="b"/>
              <a:pathLst>
                <a:path w="1620" h="1453" extrusionOk="0">
                  <a:moveTo>
                    <a:pt x="545" y="1"/>
                  </a:moveTo>
                  <a:cubicBezTo>
                    <a:pt x="391" y="1"/>
                    <a:pt x="238" y="75"/>
                    <a:pt x="145" y="213"/>
                  </a:cubicBezTo>
                  <a:cubicBezTo>
                    <a:pt x="1" y="434"/>
                    <a:pt x="63" y="732"/>
                    <a:pt x="284" y="881"/>
                  </a:cubicBezTo>
                  <a:lnTo>
                    <a:pt x="1091" y="1452"/>
                  </a:lnTo>
                  <a:lnTo>
                    <a:pt x="1620" y="655"/>
                  </a:lnTo>
                  <a:lnTo>
                    <a:pt x="813" y="83"/>
                  </a:lnTo>
                  <a:cubicBezTo>
                    <a:pt x="731" y="27"/>
                    <a:pt x="638" y="1"/>
                    <a:pt x="545" y="1"/>
                  </a:cubicBezTo>
                  <a:close/>
                </a:path>
              </a:pathLst>
            </a:custGeom>
            <a:solidFill>
              <a:srgbClr val="EBF0F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56" name="Google Shape;8556;p69"/>
            <p:cNvSpPr/>
            <p:nvPr/>
          </p:nvSpPr>
          <p:spPr>
            <a:xfrm>
              <a:off x="6249176" y="2586793"/>
              <a:ext cx="232086" cy="117993"/>
            </a:xfrm>
            <a:custGeom>
              <a:avLst/>
              <a:gdLst/>
              <a:ahLst/>
              <a:cxnLst/>
              <a:rect l="l" t="t" r="r" b="b"/>
              <a:pathLst>
                <a:path w="8865" h="4507" extrusionOk="0">
                  <a:moveTo>
                    <a:pt x="1" y="1"/>
                  </a:moveTo>
                  <a:lnTo>
                    <a:pt x="1" y="1975"/>
                  </a:lnTo>
                  <a:cubicBezTo>
                    <a:pt x="504" y="1733"/>
                    <a:pt x="1029" y="1620"/>
                    <a:pt x="1543" y="1620"/>
                  </a:cubicBezTo>
                  <a:cubicBezTo>
                    <a:pt x="3180" y="1620"/>
                    <a:pt x="4704" y="2763"/>
                    <a:pt x="5040" y="4507"/>
                  </a:cubicBezTo>
                  <a:lnTo>
                    <a:pt x="8864" y="4507"/>
                  </a:lnTo>
                  <a:lnTo>
                    <a:pt x="8864" y="3647"/>
                  </a:lnTo>
                  <a:lnTo>
                    <a:pt x="8859" y="2724"/>
                  </a:lnTo>
                  <a:cubicBezTo>
                    <a:pt x="8778" y="1197"/>
                    <a:pt x="7514" y="1"/>
                    <a:pt x="5982" y="1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57" name="Google Shape;8557;p69"/>
            <p:cNvSpPr/>
            <p:nvPr/>
          </p:nvSpPr>
          <p:spPr>
            <a:xfrm>
              <a:off x="6249176" y="2605747"/>
              <a:ext cx="155850" cy="99039"/>
            </a:xfrm>
            <a:custGeom>
              <a:avLst/>
              <a:gdLst/>
              <a:ahLst/>
              <a:cxnLst/>
              <a:rect l="l" t="t" r="r" b="b"/>
              <a:pathLst>
                <a:path w="5953" h="3783" extrusionOk="0">
                  <a:moveTo>
                    <a:pt x="1552" y="0"/>
                  </a:moveTo>
                  <a:cubicBezTo>
                    <a:pt x="1040" y="0"/>
                    <a:pt x="516" y="90"/>
                    <a:pt x="1" y="281"/>
                  </a:cubicBezTo>
                  <a:lnTo>
                    <a:pt x="1" y="1251"/>
                  </a:lnTo>
                  <a:cubicBezTo>
                    <a:pt x="504" y="1009"/>
                    <a:pt x="1029" y="896"/>
                    <a:pt x="1543" y="896"/>
                  </a:cubicBezTo>
                  <a:cubicBezTo>
                    <a:pt x="3180" y="896"/>
                    <a:pt x="4704" y="2039"/>
                    <a:pt x="5040" y="3783"/>
                  </a:cubicBezTo>
                  <a:lnTo>
                    <a:pt x="5953" y="3783"/>
                  </a:lnTo>
                  <a:cubicBezTo>
                    <a:pt x="5609" y="1535"/>
                    <a:pt x="3675" y="0"/>
                    <a:pt x="1552" y="0"/>
                  </a:cubicBezTo>
                  <a:close/>
                </a:path>
              </a:pathLst>
            </a:custGeom>
            <a:solidFill>
              <a:srgbClr val="4E677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58" name="Google Shape;8558;p69"/>
            <p:cNvSpPr/>
            <p:nvPr/>
          </p:nvSpPr>
          <p:spPr>
            <a:xfrm>
              <a:off x="6430551" y="2532469"/>
              <a:ext cx="63905" cy="28327"/>
            </a:xfrm>
            <a:custGeom>
              <a:avLst/>
              <a:gdLst/>
              <a:ahLst/>
              <a:cxnLst/>
              <a:rect l="l" t="t" r="r" b="b"/>
              <a:pathLst>
                <a:path w="2441" h="1082" extrusionOk="0">
                  <a:moveTo>
                    <a:pt x="0" y="0"/>
                  </a:moveTo>
                  <a:lnTo>
                    <a:pt x="0" y="1081"/>
                  </a:lnTo>
                  <a:lnTo>
                    <a:pt x="1898" y="1081"/>
                  </a:lnTo>
                  <a:cubicBezTo>
                    <a:pt x="2196" y="1081"/>
                    <a:pt x="2441" y="836"/>
                    <a:pt x="2441" y="538"/>
                  </a:cubicBezTo>
                  <a:cubicBezTo>
                    <a:pt x="2441" y="240"/>
                    <a:pt x="2196" y="0"/>
                    <a:pt x="1898" y="0"/>
                  </a:cubicBezTo>
                  <a:close/>
                </a:path>
              </a:pathLst>
            </a:custGeom>
            <a:solidFill>
              <a:srgbClr val="EBF0F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59" name="Google Shape;8559;p69"/>
            <p:cNvSpPr/>
            <p:nvPr/>
          </p:nvSpPr>
          <p:spPr>
            <a:xfrm>
              <a:off x="6186789" y="2457333"/>
              <a:ext cx="371049" cy="362096"/>
            </a:xfrm>
            <a:custGeom>
              <a:avLst/>
              <a:gdLst/>
              <a:ahLst/>
              <a:cxnLst/>
              <a:rect l="l" t="t" r="r" b="b"/>
              <a:pathLst>
                <a:path w="14173" h="13831" extrusionOk="0">
                  <a:moveTo>
                    <a:pt x="800" y="426"/>
                  </a:moveTo>
                  <a:cubicBezTo>
                    <a:pt x="844" y="426"/>
                    <a:pt x="890" y="437"/>
                    <a:pt x="938" y="463"/>
                  </a:cubicBezTo>
                  <a:lnTo>
                    <a:pt x="1586" y="920"/>
                  </a:lnTo>
                  <a:cubicBezTo>
                    <a:pt x="1538" y="992"/>
                    <a:pt x="1346" y="1270"/>
                    <a:pt x="1284" y="1376"/>
                  </a:cubicBezTo>
                  <a:cubicBezTo>
                    <a:pt x="703" y="970"/>
                    <a:pt x="633" y="921"/>
                    <a:pt x="634" y="921"/>
                  </a:cubicBezTo>
                  <a:lnTo>
                    <a:pt x="634" y="921"/>
                  </a:lnTo>
                  <a:cubicBezTo>
                    <a:pt x="635" y="921"/>
                    <a:pt x="642" y="926"/>
                    <a:pt x="643" y="926"/>
                  </a:cubicBezTo>
                  <a:cubicBezTo>
                    <a:pt x="643" y="926"/>
                    <a:pt x="641" y="924"/>
                    <a:pt x="635" y="920"/>
                  </a:cubicBezTo>
                  <a:cubicBezTo>
                    <a:pt x="409" y="746"/>
                    <a:pt x="567" y="426"/>
                    <a:pt x="800" y="426"/>
                  </a:cubicBezTo>
                  <a:close/>
                  <a:moveTo>
                    <a:pt x="11252" y="3072"/>
                  </a:moveTo>
                  <a:cubicBezTo>
                    <a:pt x="11439" y="3072"/>
                    <a:pt x="11588" y="3221"/>
                    <a:pt x="11588" y="3403"/>
                  </a:cubicBezTo>
                  <a:lnTo>
                    <a:pt x="11588" y="3413"/>
                  </a:lnTo>
                  <a:cubicBezTo>
                    <a:pt x="11588" y="3600"/>
                    <a:pt x="11439" y="3749"/>
                    <a:pt x="11252" y="3749"/>
                  </a:cubicBezTo>
                  <a:lnTo>
                    <a:pt x="9537" y="3749"/>
                  </a:lnTo>
                  <a:lnTo>
                    <a:pt x="9537" y="3072"/>
                  </a:lnTo>
                  <a:close/>
                  <a:moveTo>
                    <a:pt x="7966" y="3615"/>
                  </a:moveTo>
                  <a:lnTo>
                    <a:pt x="7966" y="4604"/>
                  </a:lnTo>
                  <a:lnTo>
                    <a:pt x="2547" y="4604"/>
                  </a:lnTo>
                  <a:lnTo>
                    <a:pt x="2547" y="3615"/>
                  </a:lnTo>
                  <a:close/>
                  <a:moveTo>
                    <a:pt x="3902" y="6644"/>
                  </a:moveTo>
                  <a:cubicBezTo>
                    <a:pt x="4337" y="6644"/>
                    <a:pt x="4776" y="6728"/>
                    <a:pt x="5194" y="6901"/>
                  </a:cubicBezTo>
                  <a:cubicBezTo>
                    <a:pt x="6458" y="7424"/>
                    <a:pt x="7284" y="8659"/>
                    <a:pt x="7289" y="10033"/>
                  </a:cubicBezTo>
                  <a:cubicBezTo>
                    <a:pt x="7284" y="11902"/>
                    <a:pt x="5771" y="13420"/>
                    <a:pt x="3897" y="13420"/>
                  </a:cubicBezTo>
                  <a:cubicBezTo>
                    <a:pt x="2528" y="13420"/>
                    <a:pt x="1293" y="12598"/>
                    <a:pt x="770" y="11330"/>
                  </a:cubicBezTo>
                  <a:cubicBezTo>
                    <a:pt x="246" y="10067"/>
                    <a:pt x="534" y="8606"/>
                    <a:pt x="1500" y="7641"/>
                  </a:cubicBezTo>
                  <a:cubicBezTo>
                    <a:pt x="2150" y="6990"/>
                    <a:pt x="3018" y="6644"/>
                    <a:pt x="3902" y="6644"/>
                  </a:cubicBezTo>
                  <a:close/>
                  <a:moveTo>
                    <a:pt x="11278" y="10787"/>
                  </a:moveTo>
                  <a:cubicBezTo>
                    <a:pt x="11954" y="10787"/>
                    <a:pt x="12602" y="11311"/>
                    <a:pt x="12602" y="12104"/>
                  </a:cubicBezTo>
                  <a:cubicBezTo>
                    <a:pt x="12597" y="12829"/>
                    <a:pt x="12011" y="13415"/>
                    <a:pt x="11286" y="13420"/>
                  </a:cubicBezTo>
                  <a:cubicBezTo>
                    <a:pt x="10113" y="13420"/>
                    <a:pt x="9527" y="12003"/>
                    <a:pt x="10354" y="11176"/>
                  </a:cubicBezTo>
                  <a:cubicBezTo>
                    <a:pt x="10623" y="10907"/>
                    <a:pt x="10954" y="10787"/>
                    <a:pt x="11278" y="10787"/>
                  </a:cubicBezTo>
                  <a:close/>
                  <a:moveTo>
                    <a:pt x="783" y="0"/>
                  </a:moveTo>
                  <a:cubicBezTo>
                    <a:pt x="561" y="0"/>
                    <a:pt x="344" y="107"/>
                    <a:pt x="212" y="305"/>
                  </a:cubicBezTo>
                  <a:cubicBezTo>
                    <a:pt x="1" y="622"/>
                    <a:pt x="87" y="1045"/>
                    <a:pt x="400" y="1256"/>
                  </a:cubicBezTo>
                  <a:cubicBezTo>
                    <a:pt x="1122" y="1746"/>
                    <a:pt x="1209" y="1871"/>
                    <a:pt x="1327" y="1871"/>
                  </a:cubicBezTo>
                  <a:cubicBezTo>
                    <a:pt x="1340" y="1871"/>
                    <a:pt x="1354" y="1869"/>
                    <a:pt x="1370" y="1866"/>
                  </a:cubicBezTo>
                  <a:cubicBezTo>
                    <a:pt x="1500" y="1842"/>
                    <a:pt x="1524" y="1727"/>
                    <a:pt x="1625" y="1597"/>
                  </a:cubicBezTo>
                  <a:lnTo>
                    <a:pt x="2129" y="1933"/>
                  </a:lnTo>
                  <a:lnTo>
                    <a:pt x="2129" y="6670"/>
                  </a:lnTo>
                  <a:cubicBezTo>
                    <a:pt x="875" y="7324"/>
                    <a:pt x="92" y="8625"/>
                    <a:pt x="92" y="10038"/>
                  </a:cubicBezTo>
                  <a:cubicBezTo>
                    <a:pt x="97" y="11450"/>
                    <a:pt x="885" y="12747"/>
                    <a:pt x="2139" y="13401"/>
                  </a:cubicBezTo>
                  <a:cubicBezTo>
                    <a:pt x="2691" y="13688"/>
                    <a:pt x="3293" y="13831"/>
                    <a:pt x="3893" y="13831"/>
                  </a:cubicBezTo>
                  <a:cubicBezTo>
                    <a:pt x="4657" y="13831"/>
                    <a:pt x="5418" y="13600"/>
                    <a:pt x="6068" y="13146"/>
                  </a:cubicBezTo>
                  <a:cubicBezTo>
                    <a:pt x="7226" y="12339"/>
                    <a:pt x="7841" y="10955"/>
                    <a:pt x="7663" y="9553"/>
                  </a:cubicBezTo>
                  <a:lnTo>
                    <a:pt x="11074" y="9553"/>
                  </a:lnTo>
                  <a:lnTo>
                    <a:pt x="11074" y="10384"/>
                  </a:lnTo>
                  <a:cubicBezTo>
                    <a:pt x="9638" y="10557"/>
                    <a:pt x="9032" y="12305"/>
                    <a:pt x="10056" y="13324"/>
                  </a:cubicBezTo>
                  <a:cubicBezTo>
                    <a:pt x="10404" y="13672"/>
                    <a:pt x="10839" y="13831"/>
                    <a:pt x="11266" y="13831"/>
                  </a:cubicBezTo>
                  <a:cubicBezTo>
                    <a:pt x="12087" y="13831"/>
                    <a:pt x="12882" y="13247"/>
                    <a:pt x="12996" y="12305"/>
                  </a:cubicBezTo>
                  <a:lnTo>
                    <a:pt x="13966" y="12305"/>
                  </a:lnTo>
                  <a:cubicBezTo>
                    <a:pt x="14077" y="12305"/>
                    <a:pt x="14173" y="12214"/>
                    <a:pt x="14173" y="12099"/>
                  </a:cubicBezTo>
                  <a:cubicBezTo>
                    <a:pt x="14168" y="11988"/>
                    <a:pt x="14077" y="11897"/>
                    <a:pt x="13966" y="11897"/>
                  </a:cubicBezTo>
                  <a:lnTo>
                    <a:pt x="13005" y="11897"/>
                  </a:lnTo>
                  <a:cubicBezTo>
                    <a:pt x="12905" y="11109"/>
                    <a:pt x="12285" y="10485"/>
                    <a:pt x="11492" y="10393"/>
                  </a:cubicBezTo>
                  <a:lnTo>
                    <a:pt x="11492" y="8481"/>
                  </a:lnTo>
                  <a:cubicBezTo>
                    <a:pt x="11492" y="8342"/>
                    <a:pt x="11389" y="8272"/>
                    <a:pt x="11286" y="8272"/>
                  </a:cubicBezTo>
                  <a:cubicBezTo>
                    <a:pt x="11182" y="8272"/>
                    <a:pt x="11079" y="8342"/>
                    <a:pt x="11079" y="8481"/>
                  </a:cubicBezTo>
                  <a:lnTo>
                    <a:pt x="11079" y="9144"/>
                  </a:lnTo>
                  <a:lnTo>
                    <a:pt x="7596" y="9144"/>
                  </a:lnTo>
                  <a:cubicBezTo>
                    <a:pt x="7184" y="7419"/>
                    <a:pt x="5616" y="6228"/>
                    <a:pt x="3893" y="6228"/>
                  </a:cubicBezTo>
                  <a:cubicBezTo>
                    <a:pt x="3447" y="6228"/>
                    <a:pt x="2991" y="6307"/>
                    <a:pt x="2542" y="6478"/>
                  </a:cubicBezTo>
                  <a:lnTo>
                    <a:pt x="2542" y="5013"/>
                  </a:lnTo>
                  <a:lnTo>
                    <a:pt x="8379" y="5013"/>
                  </a:lnTo>
                  <a:cubicBezTo>
                    <a:pt x="9811" y="5013"/>
                    <a:pt x="10997" y="6137"/>
                    <a:pt x="11074" y="7569"/>
                  </a:cubicBezTo>
                  <a:cubicBezTo>
                    <a:pt x="11081" y="7699"/>
                    <a:pt x="11179" y="7762"/>
                    <a:pt x="11278" y="7762"/>
                  </a:cubicBezTo>
                  <a:cubicBezTo>
                    <a:pt x="11386" y="7762"/>
                    <a:pt x="11495" y="7687"/>
                    <a:pt x="11487" y="7545"/>
                  </a:cubicBezTo>
                  <a:cubicBezTo>
                    <a:pt x="11396" y="5897"/>
                    <a:pt x="10032" y="4604"/>
                    <a:pt x="8379" y="4604"/>
                  </a:cubicBezTo>
                  <a:lnTo>
                    <a:pt x="8379" y="3610"/>
                  </a:lnTo>
                  <a:lnTo>
                    <a:pt x="9124" y="3610"/>
                  </a:lnTo>
                  <a:lnTo>
                    <a:pt x="9124" y="3951"/>
                  </a:lnTo>
                  <a:cubicBezTo>
                    <a:pt x="9124" y="4066"/>
                    <a:pt x="9220" y="4158"/>
                    <a:pt x="9335" y="4158"/>
                  </a:cubicBezTo>
                  <a:lnTo>
                    <a:pt x="11257" y="4158"/>
                  </a:lnTo>
                  <a:cubicBezTo>
                    <a:pt x="11665" y="4158"/>
                    <a:pt x="12001" y="3826"/>
                    <a:pt x="12001" y="3413"/>
                  </a:cubicBezTo>
                  <a:lnTo>
                    <a:pt x="12001" y="3403"/>
                  </a:lnTo>
                  <a:cubicBezTo>
                    <a:pt x="12001" y="2990"/>
                    <a:pt x="11665" y="2659"/>
                    <a:pt x="11257" y="2659"/>
                  </a:cubicBezTo>
                  <a:lnTo>
                    <a:pt x="9335" y="2659"/>
                  </a:lnTo>
                  <a:cubicBezTo>
                    <a:pt x="9220" y="2659"/>
                    <a:pt x="9124" y="2750"/>
                    <a:pt x="9124" y="2865"/>
                  </a:cubicBezTo>
                  <a:lnTo>
                    <a:pt x="9124" y="3207"/>
                  </a:lnTo>
                  <a:lnTo>
                    <a:pt x="2542" y="3207"/>
                  </a:lnTo>
                  <a:lnTo>
                    <a:pt x="2542" y="1828"/>
                  </a:lnTo>
                  <a:cubicBezTo>
                    <a:pt x="2542" y="1761"/>
                    <a:pt x="2509" y="1698"/>
                    <a:pt x="2451" y="1655"/>
                  </a:cubicBezTo>
                  <a:lnTo>
                    <a:pt x="1860" y="1256"/>
                  </a:lnTo>
                  <a:lnTo>
                    <a:pt x="2038" y="982"/>
                  </a:lnTo>
                  <a:cubicBezTo>
                    <a:pt x="2100" y="886"/>
                    <a:pt x="2076" y="761"/>
                    <a:pt x="1985" y="694"/>
                  </a:cubicBezTo>
                  <a:cubicBezTo>
                    <a:pt x="1261" y="183"/>
                    <a:pt x="1169" y="116"/>
                    <a:pt x="1169" y="116"/>
                  </a:cubicBezTo>
                  <a:lnTo>
                    <a:pt x="1169" y="116"/>
                  </a:lnTo>
                  <a:cubicBezTo>
                    <a:pt x="1169" y="116"/>
                    <a:pt x="1180" y="124"/>
                    <a:pt x="1179" y="124"/>
                  </a:cubicBezTo>
                  <a:cubicBezTo>
                    <a:pt x="1179" y="124"/>
                    <a:pt x="1176" y="123"/>
                    <a:pt x="1168" y="118"/>
                  </a:cubicBezTo>
                  <a:cubicBezTo>
                    <a:pt x="1050" y="38"/>
                    <a:pt x="915" y="0"/>
                    <a:pt x="783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60" name="Google Shape;8560;p69"/>
            <p:cNvSpPr/>
            <p:nvPr/>
          </p:nvSpPr>
          <p:spPr>
            <a:xfrm>
              <a:off x="6240642" y="2676616"/>
              <a:ext cx="96238" cy="88672"/>
            </a:xfrm>
            <a:custGeom>
              <a:avLst/>
              <a:gdLst/>
              <a:ahLst/>
              <a:cxnLst/>
              <a:rect l="l" t="t" r="r" b="b"/>
              <a:pathLst>
                <a:path w="3676" h="3387" extrusionOk="0">
                  <a:moveTo>
                    <a:pt x="1375" y="0"/>
                  </a:moveTo>
                  <a:cubicBezTo>
                    <a:pt x="1355" y="0"/>
                    <a:pt x="1334" y="3"/>
                    <a:pt x="1312" y="9"/>
                  </a:cubicBezTo>
                  <a:cubicBezTo>
                    <a:pt x="500" y="269"/>
                    <a:pt x="0" y="1081"/>
                    <a:pt x="130" y="1921"/>
                  </a:cubicBezTo>
                  <a:cubicBezTo>
                    <a:pt x="259" y="2762"/>
                    <a:pt x="985" y="3386"/>
                    <a:pt x="1835" y="3386"/>
                  </a:cubicBezTo>
                  <a:cubicBezTo>
                    <a:pt x="2690" y="3386"/>
                    <a:pt x="3416" y="2762"/>
                    <a:pt x="3545" y="1921"/>
                  </a:cubicBezTo>
                  <a:cubicBezTo>
                    <a:pt x="3675" y="1081"/>
                    <a:pt x="3175" y="269"/>
                    <a:pt x="2364" y="9"/>
                  </a:cubicBezTo>
                  <a:cubicBezTo>
                    <a:pt x="2341" y="3"/>
                    <a:pt x="2320" y="0"/>
                    <a:pt x="2300" y="0"/>
                  </a:cubicBezTo>
                  <a:cubicBezTo>
                    <a:pt x="2086" y="0"/>
                    <a:pt x="2006" y="325"/>
                    <a:pt x="2239" y="408"/>
                  </a:cubicBezTo>
                  <a:cubicBezTo>
                    <a:pt x="2854" y="605"/>
                    <a:pt x="3238" y="1220"/>
                    <a:pt x="3137" y="1864"/>
                  </a:cubicBezTo>
                  <a:cubicBezTo>
                    <a:pt x="3036" y="2503"/>
                    <a:pt x="2489" y="2978"/>
                    <a:pt x="1840" y="2978"/>
                  </a:cubicBezTo>
                  <a:cubicBezTo>
                    <a:pt x="1187" y="2978"/>
                    <a:pt x="639" y="2503"/>
                    <a:pt x="538" y="1864"/>
                  </a:cubicBezTo>
                  <a:cubicBezTo>
                    <a:pt x="437" y="1220"/>
                    <a:pt x="821" y="605"/>
                    <a:pt x="1436" y="408"/>
                  </a:cubicBezTo>
                  <a:cubicBezTo>
                    <a:pt x="1669" y="325"/>
                    <a:pt x="1589" y="0"/>
                    <a:pt x="1375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561" name="Google Shape;8561;p69"/>
          <p:cNvGrpSpPr/>
          <p:nvPr/>
        </p:nvGrpSpPr>
        <p:grpSpPr>
          <a:xfrm>
            <a:off x="5968420" y="2483797"/>
            <a:ext cx="281311" cy="276127"/>
            <a:chOff x="7957893" y="2454479"/>
            <a:chExt cx="375081" cy="368169"/>
          </a:xfrm>
        </p:grpSpPr>
        <p:sp>
          <p:nvSpPr>
            <p:cNvPr id="8562" name="Google Shape;8562;p69"/>
            <p:cNvSpPr/>
            <p:nvPr/>
          </p:nvSpPr>
          <p:spPr>
            <a:xfrm>
              <a:off x="8023159" y="2461521"/>
              <a:ext cx="40291" cy="46941"/>
            </a:xfrm>
            <a:custGeom>
              <a:avLst/>
              <a:gdLst/>
              <a:ahLst/>
              <a:cxnLst/>
              <a:rect l="l" t="t" r="r" b="b"/>
              <a:pathLst>
                <a:path w="1539" h="1793" extrusionOk="0">
                  <a:moveTo>
                    <a:pt x="376" y="1"/>
                  </a:moveTo>
                  <a:cubicBezTo>
                    <a:pt x="169" y="1"/>
                    <a:pt x="1" y="169"/>
                    <a:pt x="1" y="375"/>
                  </a:cubicBezTo>
                  <a:lnTo>
                    <a:pt x="1" y="1413"/>
                  </a:lnTo>
                  <a:cubicBezTo>
                    <a:pt x="1" y="1625"/>
                    <a:pt x="169" y="1793"/>
                    <a:pt x="376" y="1793"/>
                  </a:cubicBezTo>
                  <a:lnTo>
                    <a:pt x="640" y="1793"/>
                  </a:lnTo>
                  <a:cubicBezTo>
                    <a:pt x="1139" y="1793"/>
                    <a:pt x="1538" y="1389"/>
                    <a:pt x="1538" y="894"/>
                  </a:cubicBezTo>
                  <a:cubicBezTo>
                    <a:pt x="1538" y="400"/>
                    <a:pt x="1139" y="1"/>
                    <a:pt x="640" y="1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63" name="Google Shape;8563;p69"/>
            <p:cNvSpPr/>
            <p:nvPr/>
          </p:nvSpPr>
          <p:spPr>
            <a:xfrm>
              <a:off x="8023159" y="2461390"/>
              <a:ext cx="22934" cy="46941"/>
            </a:xfrm>
            <a:custGeom>
              <a:avLst/>
              <a:gdLst/>
              <a:ahLst/>
              <a:cxnLst/>
              <a:rect l="l" t="t" r="r" b="b"/>
              <a:pathLst>
                <a:path w="876" h="1793" extrusionOk="0">
                  <a:moveTo>
                    <a:pt x="380" y="1"/>
                  </a:moveTo>
                  <a:cubicBezTo>
                    <a:pt x="174" y="1"/>
                    <a:pt x="6" y="169"/>
                    <a:pt x="1" y="376"/>
                  </a:cubicBezTo>
                  <a:lnTo>
                    <a:pt x="1" y="1418"/>
                  </a:lnTo>
                  <a:cubicBezTo>
                    <a:pt x="6" y="1625"/>
                    <a:pt x="174" y="1793"/>
                    <a:pt x="380" y="1793"/>
                  </a:cubicBezTo>
                  <a:lnTo>
                    <a:pt x="645" y="1793"/>
                  </a:lnTo>
                  <a:cubicBezTo>
                    <a:pt x="721" y="1793"/>
                    <a:pt x="798" y="1783"/>
                    <a:pt x="875" y="1764"/>
                  </a:cubicBezTo>
                  <a:cubicBezTo>
                    <a:pt x="736" y="1706"/>
                    <a:pt x="645" y="1567"/>
                    <a:pt x="645" y="1418"/>
                  </a:cubicBezTo>
                  <a:lnTo>
                    <a:pt x="645" y="376"/>
                  </a:lnTo>
                  <a:cubicBezTo>
                    <a:pt x="645" y="227"/>
                    <a:pt x="736" y="87"/>
                    <a:pt x="875" y="30"/>
                  </a:cubicBezTo>
                  <a:cubicBezTo>
                    <a:pt x="798" y="11"/>
                    <a:pt x="721" y="1"/>
                    <a:pt x="645" y="1"/>
                  </a:cubicBezTo>
                  <a:close/>
                </a:path>
              </a:pathLst>
            </a:custGeom>
            <a:solidFill>
              <a:srgbClr val="5A6E8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64" name="Google Shape;8564;p69"/>
            <p:cNvSpPr/>
            <p:nvPr/>
          </p:nvSpPr>
          <p:spPr>
            <a:xfrm>
              <a:off x="8109710" y="2461521"/>
              <a:ext cx="40265" cy="46941"/>
            </a:xfrm>
            <a:custGeom>
              <a:avLst/>
              <a:gdLst/>
              <a:ahLst/>
              <a:cxnLst/>
              <a:rect l="l" t="t" r="r" b="b"/>
              <a:pathLst>
                <a:path w="1538" h="1793" extrusionOk="0">
                  <a:moveTo>
                    <a:pt x="898" y="1"/>
                  </a:moveTo>
                  <a:cubicBezTo>
                    <a:pt x="399" y="1"/>
                    <a:pt x="0" y="400"/>
                    <a:pt x="0" y="894"/>
                  </a:cubicBezTo>
                  <a:cubicBezTo>
                    <a:pt x="0" y="1389"/>
                    <a:pt x="399" y="1793"/>
                    <a:pt x="898" y="1793"/>
                  </a:cubicBezTo>
                  <a:lnTo>
                    <a:pt x="1163" y="1793"/>
                  </a:lnTo>
                  <a:cubicBezTo>
                    <a:pt x="1369" y="1793"/>
                    <a:pt x="1537" y="1625"/>
                    <a:pt x="1537" y="1413"/>
                  </a:cubicBezTo>
                  <a:lnTo>
                    <a:pt x="1537" y="375"/>
                  </a:lnTo>
                  <a:cubicBezTo>
                    <a:pt x="1537" y="169"/>
                    <a:pt x="1369" y="1"/>
                    <a:pt x="1163" y="1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65" name="Google Shape;8565;p69"/>
            <p:cNvSpPr/>
            <p:nvPr/>
          </p:nvSpPr>
          <p:spPr>
            <a:xfrm>
              <a:off x="8127068" y="2461390"/>
              <a:ext cx="23143" cy="47333"/>
            </a:xfrm>
            <a:custGeom>
              <a:avLst/>
              <a:gdLst/>
              <a:ahLst/>
              <a:cxnLst/>
              <a:rect l="l" t="t" r="r" b="b"/>
              <a:pathLst>
                <a:path w="884" h="1808" extrusionOk="0">
                  <a:moveTo>
                    <a:pt x="240" y="1"/>
                  </a:moveTo>
                  <a:cubicBezTo>
                    <a:pt x="159" y="1"/>
                    <a:pt x="77" y="11"/>
                    <a:pt x="0" y="35"/>
                  </a:cubicBezTo>
                  <a:cubicBezTo>
                    <a:pt x="135" y="97"/>
                    <a:pt x="226" y="232"/>
                    <a:pt x="226" y="385"/>
                  </a:cubicBezTo>
                  <a:lnTo>
                    <a:pt x="226" y="1423"/>
                  </a:lnTo>
                  <a:cubicBezTo>
                    <a:pt x="221" y="1572"/>
                    <a:pt x="135" y="1711"/>
                    <a:pt x="0" y="1774"/>
                  </a:cubicBezTo>
                  <a:cubicBezTo>
                    <a:pt x="77" y="1798"/>
                    <a:pt x="159" y="1807"/>
                    <a:pt x="240" y="1807"/>
                  </a:cubicBezTo>
                  <a:lnTo>
                    <a:pt x="504" y="1807"/>
                  </a:lnTo>
                  <a:cubicBezTo>
                    <a:pt x="711" y="1807"/>
                    <a:pt x="879" y="1639"/>
                    <a:pt x="879" y="1428"/>
                  </a:cubicBezTo>
                  <a:lnTo>
                    <a:pt x="879" y="390"/>
                  </a:lnTo>
                  <a:cubicBezTo>
                    <a:pt x="884" y="174"/>
                    <a:pt x="716" y="1"/>
                    <a:pt x="504" y="1"/>
                  </a:cubicBezTo>
                  <a:close/>
                </a:path>
              </a:pathLst>
            </a:custGeom>
            <a:solidFill>
              <a:srgbClr val="5A6E8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66" name="Google Shape;8566;p69"/>
            <p:cNvSpPr/>
            <p:nvPr/>
          </p:nvSpPr>
          <p:spPr>
            <a:xfrm>
              <a:off x="8217232" y="2615355"/>
              <a:ext cx="103149" cy="103018"/>
            </a:xfrm>
            <a:custGeom>
              <a:avLst/>
              <a:gdLst/>
              <a:ahLst/>
              <a:cxnLst/>
              <a:rect l="l" t="t" r="r" b="b"/>
              <a:pathLst>
                <a:path w="3940" h="3935" extrusionOk="0">
                  <a:moveTo>
                    <a:pt x="1973" y="0"/>
                  </a:moveTo>
                  <a:cubicBezTo>
                    <a:pt x="1839" y="0"/>
                    <a:pt x="1706" y="14"/>
                    <a:pt x="1576" y="43"/>
                  </a:cubicBezTo>
                  <a:cubicBezTo>
                    <a:pt x="803" y="216"/>
                    <a:pt x="1" y="966"/>
                    <a:pt x="5" y="1970"/>
                  </a:cubicBezTo>
                  <a:cubicBezTo>
                    <a:pt x="10" y="3003"/>
                    <a:pt x="865" y="3935"/>
                    <a:pt x="1975" y="3935"/>
                  </a:cubicBezTo>
                  <a:cubicBezTo>
                    <a:pt x="3080" y="3935"/>
                    <a:pt x="3940" y="3003"/>
                    <a:pt x="3940" y="1970"/>
                  </a:cubicBezTo>
                  <a:cubicBezTo>
                    <a:pt x="3940" y="1076"/>
                    <a:pt x="3291" y="264"/>
                    <a:pt x="2369" y="43"/>
                  </a:cubicBezTo>
                  <a:cubicBezTo>
                    <a:pt x="2239" y="14"/>
                    <a:pt x="2106" y="0"/>
                    <a:pt x="1973" y="0"/>
                  </a:cubicBezTo>
                  <a:close/>
                </a:path>
              </a:pathLst>
            </a:custGeom>
            <a:solidFill>
              <a:srgbClr val="EBF0F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67" name="Google Shape;8567;p69"/>
            <p:cNvSpPr/>
            <p:nvPr/>
          </p:nvSpPr>
          <p:spPr>
            <a:xfrm>
              <a:off x="8254721" y="2615250"/>
              <a:ext cx="68068" cy="102992"/>
            </a:xfrm>
            <a:custGeom>
              <a:avLst/>
              <a:gdLst/>
              <a:ahLst/>
              <a:cxnLst/>
              <a:rect l="l" t="t" r="r" b="b"/>
              <a:pathLst>
                <a:path w="2600" h="3934" extrusionOk="0">
                  <a:moveTo>
                    <a:pt x="538" y="0"/>
                  </a:moveTo>
                  <a:cubicBezTo>
                    <a:pt x="406" y="0"/>
                    <a:pt x="274" y="16"/>
                    <a:pt x="144" y="47"/>
                  </a:cubicBezTo>
                  <a:cubicBezTo>
                    <a:pt x="91" y="57"/>
                    <a:pt x="48" y="67"/>
                    <a:pt x="0" y="81"/>
                  </a:cubicBezTo>
                  <a:cubicBezTo>
                    <a:pt x="846" y="316"/>
                    <a:pt x="1432" y="1090"/>
                    <a:pt x="1432" y="1969"/>
                  </a:cubicBezTo>
                  <a:cubicBezTo>
                    <a:pt x="1432" y="2848"/>
                    <a:pt x="846" y="3622"/>
                    <a:pt x="0" y="3857"/>
                  </a:cubicBezTo>
                  <a:cubicBezTo>
                    <a:pt x="178" y="3910"/>
                    <a:pt x="356" y="3934"/>
                    <a:pt x="538" y="3934"/>
                  </a:cubicBezTo>
                  <a:cubicBezTo>
                    <a:pt x="541" y="3934"/>
                    <a:pt x="545" y="3934"/>
                    <a:pt x="548" y="3934"/>
                  </a:cubicBezTo>
                  <a:cubicBezTo>
                    <a:pt x="1552" y="3934"/>
                    <a:pt x="2398" y="3172"/>
                    <a:pt x="2498" y="2166"/>
                  </a:cubicBezTo>
                  <a:cubicBezTo>
                    <a:pt x="2599" y="1162"/>
                    <a:pt x="1922" y="244"/>
                    <a:pt x="932" y="47"/>
                  </a:cubicBezTo>
                  <a:cubicBezTo>
                    <a:pt x="802" y="16"/>
                    <a:pt x="670" y="0"/>
                    <a:pt x="538" y="0"/>
                  </a:cubicBezTo>
                  <a:close/>
                </a:path>
              </a:pathLst>
            </a:custGeom>
            <a:solidFill>
              <a:srgbClr val="B2C1C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68" name="Google Shape;8568;p69"/>
            <p:cNvSpPr/>
            <p:nvPr/>
          </p:nvSpPr>
          <p:spPr>
            <a:xfrm>
              <a:off x="8245401" y="2649415"/>
              <a:ext cx="40893" cy="34950"/>
            </a:xfrm>
            <a:custGeom>
              <a:avLst/>
              <a:gdLst/>
              <a:ahLst/>
              <a:cxnLst/>
              <a:rect l="l" t="t" r="r" b="b"/>
              <a:pathLst>
                <a:path w="1562" h="1335" extrusionOk="0">
                  <a:moveTo>
                    <a:pt x="894" y="1"/>
                  </a:moveTo>
                  <a:cubicBezTo>
                    <a:pt x="299" y="1"/>
                    <a:pt x="1" y="717"/>
                    <a:pt x="419" y="1140"/>
                  </a:cubicBezTo>
                  <a:cubicBezTo>
                    <a:pt x="555" y="1274"/>
                    <a:pt x="722" y="1335"/>
                    <a:pt x="887" y="1335"/>
                  </a:cubicBezTo>
                  <a:cubicBezTo>
                    <a:pt x="1231" y="1335"/>
                    <a:pt x="1562" y="1069"/>
                    <a:pt x="1562" y="669"/>
                  </a:cubicBezTo>
                  <a:cubicBezTo>
                    <a:pt x="1562" y="299"/>
                    <a:pt x="1264" y="1"/>
                    <a:pt x="894" y="1"/>
                  </a:cubicBezTo>
                  <a:close/>
                </a:path>
              </a:pathLst>
            </a:custGeom>
            <a:solidFill>
              <a:srgbClr val="87A0B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69" name="Google Shape;8569;p69"/>
            <p:cNvSpPr/>
            <p:nvPr/>
          </p:nvSpPr>
          <p:spPr>
            <a:xfrm>
              <a:off x="7965328" y="2545559"/>
              <a:ext cx="241877" cy="183496"/>
            </a:xfrm>
            <a:custGeom>
              <a:avLst/>
              <a:gdLst/>
              <a:ahLst/>
              <a:cxnLst/>
              <a:rect l="l" t="t" r="r" b="b"/>
              <a:pathLst>
                <a:path w="9239" h="7009" extrusionOk="0">
                  <a:moveTo>
                    <a:pt x="590" y="0"/>
                  </a:moveTo>
                  <a:cubicBezTo>
                    <a:pt x="566" y="0"/>
                    <a:pt x="543" y="2"/>
                    <a:pt x="519" y="5"/>
                  </a:cubicBezTo>
                  <a:cubicBezTo>
                    <a:pt x="216" y="38"/>
                    <a:pt x="0" y="312"/>
                    <a:pt x="34" y="615"/>
                  </a:cubicBezTo>
                  <a:lnTo>
                    <a:pt x="293" y="2719"/>
                  </a:lnTo>
                  <a:cubicBezTo>
                    <a:pt x="485" y="4247"/>
                    <a:pt x="1782" y="5390"/>
                    <a:pt x="3324" y="5395"/>
                  </a:cubicBezTo>
                  <a:lnTo>
                    <a:pt x="4064" y="5395"/>
                  </a:lnTo>
                  <a:lnTo>
                    <a:pt x="4064" y="6456"/>
                  </a:lnTo>
                  <a:cubicBezTo>
                    <a:pt x="4064" y="6764"/>
                    <a:pt x="4314" y="7009"/>
                    <a:pt x="4622" y="7009"/>
                  </a:cubicBezTo>
                  <a:cubicBezTo>
                    <a:pt x="4929" y="7009"/>
                    <a:pt x="5179" y="6764"/>
                    <a:pt x="5179" y="6456"/>
                  </a:cubicBezTo>
                  <a:lnTo>
                    <a:pt x="5179" y="5395"/>
                  </a:lnTo>
                  <a:lnTo>
                    <a:pt x="5914" y="5395"/>
                  </a:lnTo>
                  <a:cubicBezTo>
                    <a:pt x="7456" y="5390"/>
                    <a:pt x="8753" y="4247"/>
                    <a:pt x="8945" y="2719"/>
                  </a:cubicBezTo>
                  <a:lnTo>
                    <a:pt x="9205" y="615"/>
                  </a:lnTo>
                  <a:cubicBezTo>
                    <a:pt x="9238" y="312"/>
                    <a:pt x="9022" y="38"/>
                    <a:pt x="8719" y="5"/>
                  </a:cubicBezTo>
                  <a:cubicBezTo>
                    <a:pt x="8696" y="2"/>
                    <a:pt x="8672" y="0"/>
                    <a:pt x="8648" y="0"/>
                  </a:cubicBezTo>
                  <a:cubicBezTo>
                    <a:pt x="8375" y="0"/>
                    <a:pt x="8139" y="201"/>
                    <a:pt x="8100" y="480"/>
                  </a:cubicBezTo>
                  <a:lnTo>
                    <a:pt x="7840" y="2584"/>
                  </a:lnTo>
                  <a:cubicBezTo>
                    <a:pt x="7715" y="3555"/>
                    <a:pt x="6894" y="4280"/>
                    <a:pt x="5919" y="4285"/>
                  </a:cubicBezTo>
                  <a:lnTo>
                    <a:pt x="3320" y="4285"/>
                  </a:lnTo>
                  <a:cubicBezTo>
                    <a:pt x="2344" y="4280"/>
                    <a:pt x="1523" y="3555"/>
                    <a:pt x="1398" y="2584"/>
                  </a:cubicBezTo>
                  <a:lnTo>
                    <a:pt x="1139" y="480"/>
                  </a:lnTo>
                  <a:cubicBezTo>
                    <a:pt x="1099" y="201"/>
                    <a:pt x="863" y="0"/>
                    <a:pt x="590" y="0"/>
                  </a:cubicBezTo>
                  <a:close/>
                </a:path>
              </a:pathLst>
            </a:custGeom>
            <a:solidFill>
              <a:srgbClr val="EBF0F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70" name="Google Shape;8570;p69"/>
            <p:cNvSpPr/>
            <p:nvPr/>
          </p:nvSpPr>
          <p:spPr>
            <a:xfrm>
              <a:off x="8246658" y="2644022"/>
              <a:ext cx="53983" cy="46234"/>
            </a:xfrm>
            <a:custGeom>
              <a:avLst/>
              <a:gdLst/>
              <a:ahLst/>
              <a:cxnLst/>
              <a:rect l="l" t="t" r="r" b="b"/>
              <a:pathLst>
                <a:path w="2062" h="1766" extrusionOk="0">
                  <a:moveTo>
                    <a:pt x="885" y="414"/>
                  </a:moveTo>
                  <a:cubicBezTo>
                    <a:pt x="1144" y="414"/>
                    <a:pt x="1351" y="625"/>
                    <a:pt x="1351" y="884"/>
                  </a:cubicBezTo>
                  <a:cubicBezTo>
                    <a:pt x="1351" y="1167"/>
                    <a:pt x="1120" y="1353"/>
                    <a:pt x="880" y="1353"/>
                  </a:cubicBezTo>
                  <a:cubicBezTo>
                    <a:pt x="765" y="1353"/>
                    <a:pt x="648" y="1311"/>
                    <a:pt x="553" y="1216"/>
                  </a:cubicBezTo>
                  <a:cubicBezTo>
                    <a:pt x="255" y="918"/>
                    <a:pt x="467" y="414"/>
                    <a:pt x="885" y="414"/>
                  </a:cubicBezTo>
                  <a:close/>
                  <a:moveTo>
                    <a:pt x="885" y="0"/>
                  </a:moveTo>
                  <a:cubicBezTo>
                    <a:pt x="395" y="0"/>
                    <a:pt x="1" y="394"/>
                    <a:pt x="1" y="884"/>
                  </a:cubicBezTo>
                  <a:cubicBezTo>
                    <a:pt x="1" y="1414"/>
                    <a:pt x="435" y="1765"/>
                    <a:pt x="888" y="1765"/>
                  </a:cubicBezTo>
                  <a:cubicBezTo>
                    <a:pt x="1105" y="1765"/>
                    <a:pt x="1325" y="1685"/>
                    <a:pt x="1504" y="1504"/>
                  </a:cubicBezTo>
                  <a:cubicBezTo>
                    <a:pt x="2062" y="952"/>
                    <a:pt x="1668" y="0"/>
                    <a:pt x="885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71" name="Google Shape;8571;p69"/>
            <p:cNvSpPr/>
            <p:nvPr/>
          </p:nvSpPr>
          <p:spPr>
            <a:xfrm>
              <a:off x="7957893" y="2454479"/>
              <a:ext cx="375081" cy="368169"/>
            </a:xfrm>
            <a:custGeom>
              <a:avLst/>
              <a:gdLst/>
              <a:ahLst/>
              <a:cxnLst/>
              <a:rect l="l" t="t" r="r" b="b"/>
              <a:pathLst>
                <a:path w="14327" h="14063" extrusionOk="0">
                  <a:moveTo>
                    <a:pt x="3104" y="409"/>
                  </a:moveTo>
                  <a:cubicBezTo>
                    <a:pt x="3484" y="409"/>
                    <a:pt x="3796" y="721"/>
                    <a:pt x="3796" y="1101"/>
                  </a:cubicBezTo>
                  <a:lnTo>
                    <a:pt x="3796" y="1120"/>
                  </a:lnTo>
                  <a:cubicBezTo>
                    <a:pt x="3796" y="1500"/>
                    <a:pt x="3484" y="1812"/>
                    <a:pt x="3104" y="1812"/>
                  </a:cubicBezTo>
                  <a:lnTo>
                    <a:pt x="2821" y="1812"/>
                  </a:lnTo>
                  <a:cubicBezTo>
                    <a:pt x="2724" y="1812"/>
                    <a:pt x="2648" y="1735"/>
                    <a:pt x="2648" y="1639"/>
                  </a:cubicBezTo>
                  <a:lnTo>
                    <a:pt x="2648" y="582"/>
                  </a:lnTo>
                  <a:cubicBezTo>
                    <a:pt x="2652" y="486"/>
                    <a:pt x="2729" y="409"/>
                    <a:pt x="2821" y="409"/>
                  </a:cubicBezTo>
                  <a:close/>
                  <a:moveTo>
                    <a:pt x="6962" y="409"/>
                  </a:moveTo>
                  <a:cubicBezTo>
                    <a:pt x="7058" y="409"/>
                    <a:pt x="7135" y="486"/>
                    <a:pt x="7135" y="582"/>
                  </a:cubicBezTo>
                  <a:lnTo>
                    <a:pt x="7135" y="1639"/>
                  </a:lnTo>
                  <a:cubicBezTo>
                    <a:pt x="7135" y="1735"/>
                    <a:pt x="7058" y="1812"/>
                    <a:pt x="6962" y="1812"/>
                  </a:cubicBezTo>
                  <a:lnTo>
                    <a:pt x="6678" y="1812"/>
                  </a:lnTo>
                  <a:cubicBezTo>
                    <a:pt x="6299" y="1812"/>
                    <a:pt x="5986" y="1500"/>
                    <a:pt x="5986" y="1120"/>
                  </a:cubicBezTo>
                  <a:lnTo>
                    <a:pt x="5986" y="1101"/>
                  </a:lnTo>
                  <a:cubicBezTo>
                    <a:pt x="5986" y="721"/>
                    <a:pt x="6299" y="409"/>
                    <a:pt x="6678" y="409"/>
                  </a:cubicBezTo>
                  <a:close/>
                  <a:moveTo>
                    <a:pt x="2821" y="1"/>
                  </a:moveTo>
                  <a:cubicBezTo>
                    <a:pt x="2499" y="1"/>
                    <a:pt x="2234" y="260"/>
                    <a:pt x="2234" y="582"/>
                  </a:cubicBezTo>
                  <a:lnTo>
                    <a:pt x="2234" y="904"/>
                  </a:lnTo>
                  <a:lnTo>
                    <a:pt x="1768" y="904"/>
                  </a:lnTo>
                  <a:cubicBezTo>
                    <a:pt x="1086" y="904"/>
                    <a:pt x="534" y="1461"/>
                    <a:pt x="534" y="2143"/>
                  </a:cubicBezTo>
                  <a:lnTo>
                    <a:pt x="534" y="3282"/>
                  </a:lnTo>
                  <a:cubicBezTo>
                    <a:pt x="202" y="3412"/>
                    <a:pt x="1" y="3748"/>
                    <a:pt x="44" y="4099"/>
                  </a:cubicBezTo>
                  <a:lnTo>
                    <a:pt x="308" y="6217"/>
                  </a:lnTo>
                  <a:cubicBezTo>
                    <a:pt x="515" y="7865"/>
                    <a:pt x="1913" y="9100"/>
                    <a:pt x="3570" y="9100"/>
                  </a:cubicBezTo>
                  <a:lnTo>
                    <a:pt x="4108" y="9100"/>
                  </a:lnTo>
                  <a:lnTo>
                    <a:pt x="4108" y="9964"/>
                  </a:lnTo>
                  <a:cubicBezTo>
                    <a:pt x="4113" y="10310"/>
                    <a:pt x="4343" y="10613"/>
                    <a:pt x="4675" y="10704"/>
                  </a:cubicBezTo>
                  <a:lnTo>
                    <a:pt x="4675" y="11468"/>
                  </a:lnTo>
                  <a:cubicBezTo>
                    <a:pt x="4675" y="12900"/>
                    <a:pt x="5838" y="14062"/>
                    <a:pt x="7269" y="14062"/>
                  </a:cubicBezTo>
                  <a:lnTo>
                    <a:pt x="9513" y="14062"/>
                  </a:lnTo>
                  <a:cubicBezTo>
                    <a:pt x="10949" y="14062"/>
                    <a:pt x="12107" y="12900"/>
                    <a:pt x="12107" y="11468"/>
                  </a:cubicBezTo>
                  <a:lnTo>
                    <a:pt x="12107" y="10315"/>
                  </a:lnTo>
                  <a:cubicBezTo>
                    <a:pt x="12626" y="10272"/>
                    <a:pt x="13111" y="10046"/>
                    <a:pt x="13476" y="9681"/>
                  </a:cubicBezTo>
                  <a:cubicBezTo>
                    <a:pt x="14206" y="8941"/>
                    <a:pt x="14326" y="7793"/>
                    <a:pt x="13755" y="6923"/>
                  </a:cubicBezTo>
                  <a:cubicBezTo>
                    <a:pt x="13709" y="6858"/>
                    <a:pt x="13648" y="6831"/>
                    <a:pt x="13588" y="6831"/>
                  </a:cubicBezTo>
                  <a:cubicBezTo>
                    <a:pt x="13444" y="6831"/>
                    <a:pt x="13307" y="6987"/>
                    <a:pt x="13409" y="7149"/>
                  </a:cubicBezTo>
                  <a:cubicBezTo>
                    <a:pt x="14187" y="8333"/>
                    <a:pt x="13337" y="9902"/>
                    <a:pt x="11926" y="9902"/>
                  </a:cubicBezTo>
                  <a:cubicBezTo>
                    <a:pt x="11917" y="9902"/>
                    <a:pt x="11909" y="9902"/>
                    <a:pt x="11900" y="9902"/>
                  </a:cubicBezTo>
                  <a:cubicBezTo>
                    <a:pt x="10353" y="9902"/>
                    <a:pt x="9551" y="7990"/>
                    <a:pt x="10670" y="6870"/>
                  </a:cubicBezTo>
                  <a:cubicBezTo>
                    <a:pt x="11013" y="6528"/>
                    <a:pt x="11467" y="6350"/>
                    <a:pt x="11926" y="6350"/>
                  </a:cubicBezTo>
                  <a:cubicBezTo>
                    <a:pt x="12264" y="6350"/>
                    <a:pt x="12604" y="6447"/>
                    <a:pt x="12904" y="6645"/>
                  </a:cubicBezTo>
                  <a:cubicBezTo>
                    <a:pt x="12946" y="6675"/>
                    <a:pt x="12989" y="6688"/>
                    <a:pt x="13028" y="6688"/>
                  </a:cubicBezTo>
                  <a:cubicBezTo>
                    <a:pt x="13210" y="6688"/>
                    <a:pt x="13335" y="6417"/>
                    <a:pt x="13130" y="6299"/>
                  </a:cubicBezTo>
                  <a:cubicBezTo>
                    <a:pt x="12752" y="6047"/>
                    <a:pt x="12339" y="5933"/>
                    <a:pt x="11935" y="5933"/>
                  </a:cubicBezTo>
                  <a:cubicBezTo>
                    <a:pt x="10798" y="5933"/>
                    <a:pt x="9734" y="6838"/>
                    <a:pt x="9734" y="8124"/>
                  </a:cubicBezTo>
                  <a:cubicBezTo>
                    <a:pt x="9734" y="9248"/>
                    <a:pt x="10579" y="10185"/>
                    <a:pt x="11694" y="10305"/>
                  </a:cubicBezTo>
                  <a:lnTo>
                    <a:pt x="11694" y="11463"/>
                  </a:lnTo>
                  <a:cubicBezTo>
                    <a:pt x="11689" y="12669"/>
                    <a:pt x="10714" y="13644"/>
                    <a:pt x="9508" y="13644"/>
                  </a:cubicBezTo>
                  <a:lnTo>
                    <a:pt x="7264" y="13644"/>
                  </a:lnTo>
                  <a:cubicBezTo>
                    <a:pt x="6058" y="13644"/>
                    <a:pt x="5083" y="12669"/>
                    <a:pt x="5083" y="11463"/>
                  </a:cubicBezTo>
                  <a:lnTo>
                    <a:pt x="5083" y="10704"/>
                  </a:lnTo>
                  <a:cubicBezTo>
                    <a:pt x="5415" y="10613"/>
                    <a:pt x="5645" y="10310"/>
                    <a:pt x="5645" y="9964"/>
                  </a:cubicBezTo>
                  <a:lnTo>
                    <a:pt x="5645" y="9104"/>
                  </a:lnTo>
                  <a:lnTo>
                    <a:pt x="6188" y="9104"/>
                  </a:lnTo>
                  <a:cubicBezTo>
                    <a:pt x="7846" y="9100"/>
                    <a:pt x="9239" y="7865"/>
                    <a:pt x="9450" y="6222"/>
                  </a:cubicBezTo>
                  <a:lnTo>
                    <a:pt x="9714" y="4099"/>
                  </a:lnTo>
                  <a:cubicBezTo>
                    <a:pt x="9758" y="3757"/>
                    <a:pt x="9565" y="3426"/>
                    <a:pt x="9248" y="3296"/>
                  </a:cubicBezTo>
                  <a:lnTo>
                    <a:pt x="9248" y="2143"/>
                  </a:lnTo>
                  <a:cubicBezTo>
                    <a:pt x="9248" y="1461"/>
                    <a:pt x="8691" y="904"/>
                    <a:pt x="8009" y="904"/>
                  </a:cubicBezTo>
                  <a:lnTo>
                    <a:pt x="7543" y="904"/>
                  </a:lnTo>
                  <a:lnTo>
                    <a:pt x="7543" y="587"/>
                  </a:lnTo>
                  <a:cubicBezTo>
                    <a:pt x="7543" y="260"/>
                    <a:pt x="7279" y="1"/>
                    <a:pt x="6957" y="1"/>
                  </a:cubicBezTo>
                  <a:lnTo>
                    <a:pt x="6678" y="1"/>
                  </a:lnTo>
                  <a:cubicBezTo>
                    <a:pt x="6068" y="1"/>
                    <a:pt x="5573" y="496"/>
                    <a:pt x="5573" y="1106"/>
                  </a:cubicBezTo>
                  <a:lnTo>
                    <a:pt x="5573" y="1120"/>
                  </a:lnTo>
                  <a:cubicBezTo>
                    <a:pt x="5573" y="1730"/>
                    <a:pt x="6068" y="2225"/>
                    <a:pt x="6678" y="2225"/>
                  </a:cubicBezTo>
                  <a:lnTo>
                    <a:pt x="6957" y="2225"/>
                  </a:lnTo>
                  <a:cubicBezTo>
                    <a:pt x="7279" y="2225"/>
                    <a:pt x="7543" y="1961"/>
                    <a:pt x="7543" y="1639"/>
                  </a:cubicBezTo>
                  <a:lnTo>
                    <a:pt x="7543" y="1312"/>
                  </a:lnTo>
                  <a:lnTo>
                    <a:pt x="8009" y="1312"/>
                  </a:lnTo>
                  <a:cubicBezTo>
                    <a:pt x="8465" y="1312"/>
                    <a:pt x="8835" y="1682"/>
                    <a:pt x="8835" y="2139"/>
                  </a:cubicBezTo>
                  <a:lnTo>
                    <a:pt x="8835" y="3239"/>
                  </a:lnTo>
                  <a:cubicBezTo>
                    <a:pt x="8494" y="3291"/>
                    <a:pt x="8230" y="3561"/>
                    <a:pt x="8187" y="3902"/>
                  </a:cubicBezTo>
                  <a:lnTo>
                    <a:pt x="7922" y="6025"/>
                  </a:lnTo>
                  <a:cubicBezTo>
                    <a:pt x="7812" y="6899"/>
                    <a:pt x="7067" y="7557"/>
                    <a:pt x="6188" y="7557"/>
                  </a:cubicBezTo>
                  <a:lnTo>
                    <a:pt x="5295" y="7557"/>
                  </a:lnTo>
                  <a:cubicBezTo>
                    <a:pt x="5021" y="7557"/>
                    <a:pt x="5021" y="7966"/>
                    <a:pt x="5295" y="7966"/>
                  </a:cubicBezTo>
                  <a:lnTo>
                    <a:pt x="6188" y="7966"/>
                  </a:lnTo>
                  <a:cubicBezTo>
                    <a:pt x="7279" y="7966"/>
                    <a:pt x="8201" y="7154"/>
                    <a:pt x="8336" y="6073"/>
                  </a:cubicBezTo>
                  <a:lnTo>
                    <a:pt x="8600" y="3950"/>
                  </a:lnTo>
                  <a:cubicBezTo>
                    <a:pt x="8622" y="3770"/>
                    <a:pt x="8771" y="3638"/>
                    <a:pt x="8943" y="3638"/>
                  </a:cubicBezTo>
                  <a:cubicBezTo>
                    <a:pt x="8960" y="3638"/>
                    <a:pt x="8977" y="3640"/>
                    <a:pt x="8994" y="3642"/>
                  </a:cubicBezTo>
                  <a:cubicBezTo>
                    <a:pt x="9191" y="3666"/>
                    <a:pt x="9330" y="3844"/>
                    <a:pt x="9306" y="4041"/>
                  </a:cubicBezTo>
                  <a:lnTo>
                    <a:pt x="9042" y="6159"/>
                  </a:lnTo>
                  <a:cubicBezTo>
                    <a:pt x="8859" y="7601"/>
                    <a:pt x="7639" y="8677"/>
                    <a:pt x="6188" y="8682"/>
                  </a:cubicBezTo>
                  <a:lnTo>
                    <a:pt x="5444" y="8682"/>
                  </a:lnTo>
                  <a:cubicBezTo>
                    <a:pt x="5328" y="8682"/>
                    <a:pt x="5237" y="8773"/>
                    <a:pt x="5237" y="8888"/>
                  </a:cubicBezTo>
                  <a:lnTo>
                    <a:pt x="5237" y="9955"/>
                  </a:lnTo>
                  <a:cubicBezTo>
                    <a:pt x="5237" y="10152"/>
                    <a:pt x="5078" y="10310"/>
                    <a:pt x="4882" y="10310"/>
                  </a:cubicBezTo>
                  <a:cubicBezTo>
                    <a:pt x="4685" y="10310"/>
                    <a:pt x="4526" y="10152"/>
                    <a:pt x="4526" y="9955"/>
                  </a:cubicBezTo>
                  <a:lnTo>
                    <a:pt x="4526" y="8888"/>
                  </a:lnTo>
                  <a:cubicBezTo>
                    <a:pt x="4526" y="8773"/>
                    <a:pt x="4435" y="8682"/>
                    <a:pt x="4324" y="8682"/>
                  </a:cubicBezTo>
                  <a:lnTo>
                    <a:pt x="3575" y="8682"/>
                  </a:lnTo>
                  <a:cubicBezTo>
                    <a:pt x="2129" y="8677"/>
                    <a:pt x="904" y="7596"/>
                    <a:pt x="721" y="6159"/>
                  </a:cubicBezTo>
                  <a:lnTo>
                    <a:pt x="457" y="4046"/>
                  </a:lnTo>
                  <a:cubicBezTo>
                    <a:pt x="433" y="3849"/>
                    <a:pt x="572" y="3671"/>
                    <a:pt x="769" y="3647"/>
                  </a:cubicBezTo>
                  <a:cubicBezTo>
                    <a:pt x="784" y="3645"/>
                    <a:pt x="798" y="3644"/>
                    <a:pt x="812" y="3644"/>
                  </a:cubicBezTo>
                  <a:cubicBezTo>
                    <a:pt x="987" y="3644"/>
                    <a:pt x="1141" y="3777"/>
                    <a:pt x="1163" y="3954"/>
                  </a:cubicBezTo>
                  <a:lnTo>
                    <a:pt x="1427" y="6078"/>
                  </a:lnTo>
                  <a:cubicBezTo>
                    <a:pt x="1562" y="7159"/>
                    <a:pt x="2484" y="7975"/>
                    <a:pt x="3575" y="7975"/>
                  </a:cubicBezTo>
                  <a:lnTo>
                    <a:pt x="4468" y="7975"/>
                  </a:lnTo>
                  <a:cubicBezTo>
                    <a:pt x="4742" y="7975"/>
                    <a:pt x="4742" y="7562"/>
                    <a:pt x="4468" y="7562"/>
                  </a:cubicBezTo>
                  <a:lnTo>
                    <a:pt x="3575" y="7562"/>
                  </a:lnTo>
                  <a:cubicBezTo>
                    <a:pt x="2691" y="7562"/>
                    <a:pt x="1946" y="6904"/>
                    <a:pt x="1836" y="6030"/>
                  </a:cubicBezTo>
                  <a:lnTo>
                    <a:pt x="1576" y="3906"/>
                  </a:lnTo>
                  <a:cubicBezTo>
                    <a:pt x="1533" y="3575"/>
                    <a:pt x="1278" y="3306"/>
                    <a:pt x="947" y="3248"/>
                  </a:cubicBezTo>
                  <a:lnTo>
                    <a:pt x="947" y="2143"/>
                  </a:lnTo>
                  <a:cubicBezTo>
                    <a:pt x="947" y="1687"/>
                    <a:pt x="1317" y="1317"/>
                    <a:pt x="1773" y="1317"/>
                  </a:cubicBezTo>
                  <a:lnTo>
                    <a:pt x="2239" y="1317"/>
                  </a:lnTo>
                  <a:lnTo>
                    <a:pt x="2239" y="1639"/>
                  </a:lnTo>
                  <a:cubicBezTo>
                    <a:pt x="2239" y="1961"/>
                    <a:pt x="2499" y="2225"/>
                    <a:pt x="2825" y="2225"/>
                  </a:cubicBezTo>
                  <a:lnTo>
                    <a:pt x="3104" y="2225"/>
                  </a:lnTo>
                  <a:cubicBezTo>
                    <a:pt x="3714" y="2225"/>
                    <a:pt x="4209" y="1730"/>
                    <a:pt x="4209" y="1120"/>
                  </a:cubicBezTo>
                  <a:lnTo>
                    <a:pt x="4209" y="1106"/>
                  </a:lnTo>
                  <a:cubicBezTo>
                    <a:pt x="4209" y="496"/>
                    <a:pt x="3714" y="1"/>
                    <a:pt x="3104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572" name="Google Shape;8572;p69"/>
          <p:cNvGrpSpPr/>
          <p:nvPr/>
        </p:nvGrpSpPr>
        <p:grpSpPr>
          <a:xfrm>
            <a:off x="4303922" y="2483699"/>
            <a:ext cx="276402" cy="276225"/>
            <a:chOff x="5738562" y="2454348"/>
            <a:chExt cx="368536" cy="368300"/>
          </a:xfrm>
        </p:grpSpPr>
        <p:sp>
          <p:nvSpPr>
            <p:cNvPr id="8573" name="Google Shape;8573;p69"/>
            <p:cNvSpPr/>
            <p:nvPr/>
          </p:nvSpPr>
          <p:spPr>
            <a:xfrm>
              <a:off x="5743955" y="2796835"/>
              <a:ext cx="357724" cy="20525"/>
            </a:xfrm>
            <a:custGeom>
              <a:avLst/>
              <a:gdLst/>
              <a:ahLst/>
              <a:cxnLst/>
              <a:rect l="l" t="t" r="r" b="b"/>
              <a:pathLst>
                <a:path w="13664" h="784" extrusionOk="0">
                  <a:moveTo>
                    <a:pt x="1" y="0"/>
                  </a:moveTo>
                  <a:lnTo>
                    <a:pt x="1" y="783"/>
                  </a:lnTo>
                  <a:lnTo>
                    <a:pt x="13664" y="783"/>
                  </a:lnTo>
                  <a:lnTo>
                    <a:pt x="13664" y="0"/>
                  </a:lnTo>
                  <a:close/>
                </a:path>
              </a:pathLst>
            </a:custGeom>
            <a:solidFill>
              <a:srgbClr val="9CB0C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74" name="Google Shape;8574;p69"/>
            <p:cNvSpPr/>
            <p:nvPr/>
          </p:nvSpPr>
          <p:spPr>
            <a:xfrm>
              <a:off x="5743955" y="2796835"/>
              <a:ext cx="357724" cy="9189"/>
            </a:xfrm>
            <a:custGeom>
              <a:avLst/>
              <a:gdLst/>
              <a:ahLst/>
              <a:cxnLst/>
              <a:rect l="l" t="t" r="r" b="b"/>
              <a:pathLst>
                <a:path w="13664" h="351" extrusionOk="0">
                  <a:moveTo>
                    <a:pt x="1" y="0"/>
                  </a:moveTo>
                  <a:lnTo>
                    <a:pt x="1" y="351"/>
                  </a:lnTo>
                  <a:lnTo>
                    <a:pt x="13664" y="351"/>
                  </a:lnTo>
                  <a:lnTo>
                    <a:pt x="13664" y="0"/>
                  </a:lnTo>
                  <a:close/>
                </a:path>
              </a:pathLst>
            </a:custGeom>
            <a:solidFill>
              <a:srgbClr val="344D6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75" name="Google Shape;8575;p69"/>
            <p:cNvSpPr/>
            <p:nvPr/>
          </p:nvSpPr>
          <p:spPr>
            <a:xfrm>
              <a:off x="5832626" y="2550455"/>
              <a:ext cx="180249" cy="246406"/>
            </a:xfrm>
            <a:custGeom>
              <a:avLst/>
              <a:gdLst/>
              <a:ahLst/>
              <a:cxnLst/>
              <a:rect l="l" t="t" r="r" b="b"/>
              <a:pathLst>
                <a:path w="6885" h="9412" extrusionOk="0">
                  <a:moveTo>
                    <a:pt x="1" y="0"/>
                  </a:moveTo>
                  <a:lnTo>
                    <a:pt x="1" y="9411"/>
                  </a:lnTo>
                  <a:lnTo>
                    <a:pt x="6885" y="9411"/>
                  </a:lnTo>
                  <a:lnTo>
                    <a:pt x="6885" y="0"/>
                  </a:lnTo>
                  <a:close/>
                </a:path>
              </a:pathLst>
            </a:custGeom>
            <a:solidFill>
              <a:srgbClr val="CAD2D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76" name="Google Shape;8576;p69"/>
            <p:cNvSpPr/>
            <p:nvPr/>
          </p:nvSpPr>
          <p:spPr>
            <a:xfrm>
              <a:off x="5818934" y="2530951"/>
              <a:ext cx="207529" cy="19530"/>
            </a:xfrm>
            <a:custGeom>
              <a:avLst/>
              <a:gdLst/>
              <a:ahLst/>
              <a:cxnLst/>
              <a:rect l="l" t="t" r="r" b="b"/>
              <a:pathLst>
                <a:path w="7927" h="746" extrusionOk="0">
                  <a:moveTo>
                    <a:pt x="0" y="1"/>
                  </a:moveTo>
                  <a:lnTo>
                    <a:pt x="0" y="745"/>
                  </a:lnTo>
                  <a:lnTo>
                    <a:pt x="7927" y="745"/>
                  </a:lnTo>
                  <a:lnTo>
                    <a:pt x="7927" y="1"/>
                  </a:lnTo>
                  <a:close/>
                </a:path>
              </a:pathLst>
            </a:custGeom>
            <a:solidFill>
              <a:srgbClr val="9CB0C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77" name="Google Shape;8577;p69"/>
            <p:cNvSpPr/>
            <p:nvPr/>
          </p:nvSpPr>
          <p:spPr>
            <a:xfrm>
              <a:off x="5993110" y="2530951"/>
              <a:ext cx="33484" cy="19530"/>
            </a:xfrm>
            <a:custGeom>
              <a:avLst/>
              <a:gdLst/>
              <a:ahLst/>
              <a:cxnLst/>
              <a:rect l="l" t="t" r="r" b="b"/>
              <a:pathLst>
                <a:path w="1279" h="746" extrusionOk="0">
                  <a:moveTo>
                    <a:pt x="1" y="1"/>
                  </a:moveTo>
                  <a:lnTo>
                    <a:pt x="1" y="745"/>
                  </a:lnTo>
                  <a:lnTo>
                    <a:pt x="1279" y="745"/>
                  </a:lnTo>
                  <a:lnTo>
                    <a:pt x="1279" y="1"/>
                  </a:lnTo>
                  <a:close/>
                </a:path>
              </a:pathLst>
            </a:custGeom>
            <a:solidFill>
              <a:srgbClr val="344D6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78" name="Google Shape;8578;p69"/>
            <p:cNvSpPr/>
            <p:nvPr/>
          </p:nvSpPr>
          <p:spPr>
            <a:xfrm>
              <a:off x="5743955" y="2586531"/>
              <a:ext cx="88698" cy="19399"/>
            </a:xfrm>
            <a:custGeom>
              <a:avLst/>
              <a:gdLst/>
              <a:ahLst/>
              <a:cxnLst/>
              <a:rect l="l" t="t" r="r" b="b"/>
              <a:pathLst>
                <a:path w="3388" h="741" extrusionOk="0">
                  <a:moveTo>
                    <a:pt x="1" y="1"/>
                  </a:moveTo>
                  <a:lnTo>
                    <a:pt x="1" y="741"/>
                  </a:lnTo>
                  <a:lnTo>
                    <a:pt x="3388" y="741"/>
                  </a:lnTo>
                  <a:lnTo>
                    <a:pt x="3388" y="1"/>
                  </a:lnTo>
                  <a:close/>
                </a:path>
              </a:pathLst>
            </a:custGeom>
            <a:solidFill>
              <a:srgbClr val="9CB0C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79" name="Google Shape;8579;p69"/>
            <p:cNvSpPr/>
            <p:nvPr/>
          </p:nvSpPr>
          <p:spPr>
            <a:xfrm>
              <a:off x="5815531" y="2586531"/>
              <a:ext cx="17122" cy="19399"/>
            </a:xfrm>
            <a:custGeom>
              <a:avLst/>
              <a:gdLst/>
              <a:ahLst/>
              <a:cxnLst/>
              <a:rect l="l" t="t" r="r" b="b"/>
              <a:pathLst>
                <a:path w="654" h="741" extrusionOk="0">
                  <a:moveTo>
                    <a:pt x="0" y="1"/>
                  </a:moveTo>
                  <a:lnTo>
                    <a:pt x="0" y="741"/>
                  </a:lnTo>
                  <a:lnTo>
                    <a:pt x="654" y="741"/>
                  </a:lnTo>
                  <a:lnTo>
                    <a:pt x="654" y="1"/>
                  </a:lnTo>
                  <a:close/>
                </a:path>
              </a:pathLst>
            </a:custGeom>
            <a:solidFill>
              <a:srgbClr val="344D6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80" name="Google Shape;8580;p69"/>
            <p:cNvSpPr/>
            <p:nvPr/>
          </p:nvSpPr>
          <p:spPr>
            <a:xfrm>
              <a:off x="5815531" y="2586531"/>
              <a:ext cx="17122" cy="19399"/>
            </a:xfrm>
            <a:custGeom>
              <a:avLst/>
              <a:gdLst/>
              <a:ahLst/>
              <a:cxnLst/>
              <a:rect l="l" t="t" r="r" b="b"/>
              <a:pathLst>
                <a:path w="654" h="741" extrusionOk="0">
                  <a:moveTo>
                    <a:pt x="0" y="1"/>
                  </a:moveTo>
                  <a:lnTo>
                    <a:pt x="0" y="741"/>
                  </a:lnTo>
                  <a:lnTo>
                    <a:pt x="654" y="741"/>
                  </a:lnTo>
                  <a:lnTo>
                    <a:pt x="654" y="1"/>
                  </a:lnTo>
                  <a:close/>
                </a:path>
              </a:pathLst>
            </a:custGeom>
            <a:solidFill>
              <a:srgbClr val="344D6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81" name="Google Shape;8581;p69"/>
            <p:cNvSpPr/>
            <p:nvPr/>
          </p:nvSpPr>
          <p:spPr>
            <a:xfrm>
              <a:off x="5874514" y="2706147"/>
              <a:ext cx="96499" cy="90845"/>
            </a:xfrm>
            <a:custGeom>
              <a:avLst/>
              <a:gdLst/>
              <a:ahLst/>
              <a:cxnLst/>
              <a:rect l="l" t="t" r="r" b="b"/>
              <a:pathLst>
                <a:path w="3686" h="3470" extrusionOk="0">
                  <a:moveTo>
                    <a:pt x="0" y="1"/>
                  </a:moveTo>
                  <a:lnTo>
                    <a:pt x="0" y="3469"/>
                  </a:lnTo>
                  <a:lnTo>
                    <a:pt x="3685" y="3469"/>
                  </a:lnTo>
                  <a:lnTo>
                    <a:pt x="3685" y="1"/>
                  </a:ln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82" name="Google Shape;8582;p69"/>
            <p:cNvSpPr/>
            <p:nvPr/>
          </p:nvSpPr>
          <p:spPr>
            <a:xfrm>
              <a:off x="5910486" y="2706147"/>
              <a:ext cx="24662" cy="90845"/>
            </a:xfrm>
            <a:custGeom>
              <a:avLst/>
              <a:gdLst/>
              <a:ahLst/>
              <a:cxnLst/>
              <a:rect l="l" t="t" r="r" b="b"/>
              <a:pathLst>
                <a:path w="942" h="3470" extrusionOk="0">
                  <a:moveTo>
                    <a:pt x="0" y="1"/>
                  </a:moveTo>
                  <a:lnTo>
                    <a:pt x="0" y="3469"/>
                  </a:lnTo>
                  <a:lnTo>
                    <a:pt x="942" y="3469"/>
                  </a:lnTo>
                  <a:lnTo>
                    <a:pt x="942" y="1"/>
                  </a:lnTo>
                  <a:close/>
                </a:path>
              </a:pathLst>
            </a:custGeom>
            <a:solidFill>
              <a:srgbClr val="4C657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83" name="Google Shape;8583;p69"/>
            <p:cNvSpPr/>
            <p:nvPr/>
          </p:nvSpPr>
          <p:spPr>
            <a:xfrm>
              <a:off x="5751756" y="2605904"/>
              <a:ext cx="80896" cy="191088"/>
            </a:xfrm>
            <a:custGeom>
              <a:avLst/>
              <a:gdLst/>
              <a:ahLst/>
              <a:cxnLst/>
              <a:rect l="l" t="t" r="r" b="b"/>
              <a:pathLst>
                <a:path w="3090" h="7299" extrusionOk="0">
                  <a:moveTo>
                    <a:pt x="1" y="1"/>
                  </a:moveTo>
                  <a:lnTo>
                    <a:pt x="1" y="7298"/>
                  </a:lnTo>
                  <a:lnTo>
                    <a:pt x="3090" y="7298"/>
                  </a:lnTo>
                  <a:lnTo>
                    <a:pt x="3090" y="1"/>
                  </a:lnTo>
                  <a:close/>
                </a:path>
              </a:pathLst>
            </a:custGeom>
            <a:solidFill>
              <a:srgbClr val="CAD2D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84" name="Google Shape;8584;p69"/>
            <p:cNvSpPr/>
            <p:nvPr/>
          </p:nvSpPr>
          <p:spPr>
            <a:xfrm>
              <a:off x="5815531" y="2605904"/>
              <a:ext cx="17122" cy="191088"/>
            </a:xfrm>
            <a:custGeom>
              <a:avLst/>
              <a:gdLst/>
              <a:ahLst/>
              <a:cxnLst/>
              <a:rect l="l" t="t" r="r" b="b"/>
              <a:pathLst>
                <a:path w="654" h="7299" extrusionOk="0">
                  <a:moveTo>
                    <a:pt x="0" y="1"/>
                  </a:moveTo>
                  <a:lnTo>
                    <a:pt x="0" y="7298"/>
                  </a:lnTo>
                  <a:lnTo>
                    <a:pt x="654" y="7298"/>
                  </a:lnTo>
                  <a:lnTo>
                    <a:pt x="654" y="1"/>
                  </a:lnTo>
                  <a:close/>
                </a:path>
              </a:pathLst>
            </a:custGeom>
            <a:solidFill>
              <a:srgbClr val="9FACB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85" name="Google Shape;8585;p69"/>
            <p:cNvSpPr/>
            <p:nvPr/>
          </p:nvSpPr>
          <p:spPr>
            <a:xfrm>
              <a:off x="5815531" y="2605904"/>
              <a:ext cx="17122" cy="191088"/>
            </a:xfrm>
            <a:custGeom>
              <a:avLst/>
              <a:gdLst/>
              <a:ahLst/>
              <a:cxnLst/>
              <a:rect l="l" t="t" r="r" b="b"/>
              <a:pathLst>
                <a:path w="654" h="7299" extrusionOk="0">
                  <a:moveTo>
                    <a:pt x="0" y="1"/>
                  </a:moveTo>
                  <a:lnTo>
                    <a:pt x="0" y="7298"/>
                  </a:lnTo>
                  <a:lnTo>
                    <a:pt x="654" y="7298"/>
                  </a:lnTo>
                  <a:lnTo>
                    <a:pt x="654" y="1"/>
                  </a:lnTo>
                  <a:close/>
                </a:path>
              </a:pathLst>
            </a:custGeom>
            <a:solidFill>
              <a:srgbClr val="9FACB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86" name="Google Shape;8586;p69"/>
            <p:cNvSpPr/>
            <p:nvPr/>
          </p:nvSpPr>
          <p:spPr>
            <a:xfrm>
              <a:off x="6012849" y="2605904"/>
              <a:ext cx="81027" cy="190957"/>
            </a:xfrm>
            <a:custGeom>
              <a:avLst/>
              <a:gdLst/>
              <a:ahLst/>
              <a:cxnLst/>
              <a:rect l="l" t="t" r="r" b="b"/>
              <a:pathLst>
                <a:path w="3095" h="7294" extrusionOk="0">
                  <a:moveTo>
                    <a:pt x="1" y="1"/>
                  </a:moveTo>
                  <a:lnTo>
                    <a:pt x="1" y="7293"/>
                  </a:lnTo>
                  <a:lnTo>
                    <a:pt x="3095" y="7293"/>
                  </a:lnTo>
                  <a:lnTo>
                    <a:pt x="3095" y="1"/>
                  </a:lnTo>
                  <a:close/>
                </a:path>
              </a:pathLst>
            </a:custGeom>
            <a:solidFill>
              <a:srgbClr val="CAD2D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87" name="Google Shape;8587;p69"/>
            <p:cNvSpPr/>
            <p:nvPr/>
          </p:nvSpPr>
          <p:spPr>
            <a:xfrm>
              <a:off x="6012849" y="2605904"/>
              <a:ext cx="17279" cy="191088"/>
            </a:xfrm>
            <a:custGeom>
              <a:avLst/>
              <a:gdLst/>
              <a:ahLst/>
              <a:cxnLst/>
              <a:rect l="l" t="t" r="r" b="b"/>
              <a:pathLst>
                <a:path w="660" h="7299" extrusionOk="0">
                  <a:moveTo>
                    <a:pt x="1" y="1"/>
                  </a:moveTo>
                  <a:lnTo>
                    <a:pt x="1" y="7298"/>
                  </a:lnTo>
                  <a:lnTo>
                    <a:pt x="659" y="7298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rgbClr val="9FACB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88" name="Google Shape;8588;p69"/>
            <p:cNvSpPr/>
            <p:nvPr/>
          </p:nvSpPr>
          <p:spPr>
            <a:xfrm>
              <a:off x="5852497" y="2588809"/>
              <a:ext cx="29217" cy="58015"/>
            </a:xfrm>
            <a:custGeom>
              <a:avLst/>
              <a:gdLst/>
              <a:ahLst/>
              <a:cxnLst/>
              <a:rect l="l" t="t" r="r" b="b"/>
              <a:pathLst>
                <a:path w="1116" h="2216" extrusionOk="0">
                  <a:moveTo>
                    <a:pt x="1" y="0"/>
                  </a:moveTo>
                  <a:lnTo>
                    <a:pt x="1" y="2215"/>
                  </a:lnTo>
                  <a:lnTo>
                    <a:pt x="1115" y="2215"/>
                  </a:lnTo>
                  <a:lnTo>
                    <a:pt x="1115" y="0"/>
                  </a:ln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89" name="Google Shape;8589;p69"/>
            <p:cNvSpPr/>
            <p:nvPr/>
          </p:nvSpPr>
          <p:spPr>
            <a:xfrm>
              <a:off x="5908103" y="2588809"/>
              <a:ext cx="29322" cy="58015"/>
            </a:xfrm>
            <a:custGeom>
              <a:avLst/>
              <a:gdLst/>
              <a:ahLst/>
              <a:cxnLst/>
              <a:rect l="l" t="t" r="r" b="b"/>
              <a:pathLst>
                <a:path w="1120" h="2216" extrusionOk="0">
                  <a:moveTo>
                    <a:pt x="0" y="0"/>
                  </a:moveTo>
                  <a:lnTo>
                    <a:pt x="0" y="2215"/>
                  </a:lnTo>
                  <a:lnTo>
                    <a:pt x="1119" y="2215"/>
                  </a:lnTo>
                  <a:lnTo>
                    <a:pt x="1119" y="0"/>
                  </a:ln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90" name="Google Shape;8590;p69"/>
            <p:cNvSpPr/>
            <p:nvPr/>
          </p:nvSpPr>
          <p:spPr>
            <a:xfrm>
              <a:off x="5963814" y="2588809"/>
              <a:ext cx="29322" cy="58015"/>
            </a:xfrm>
            <a:custGeom>
              <a:avLst/>
              <a:gdLst/>
              <a:ahLst/>
              <a:cxnLst/>
              <a:rect l="l" t="t" r="r" b="b"/>
              <a:pathLst>
                <a:path w="1120" h="2216" extrusionOk="0">
                  <a:moveTo>
                    <a:pt x="0" y="0"/>
                  </a:moveTo>
                  <a:lnTo>
                    <a:pt x="0" y="2215"/>
                  </a:lnTo>
                  <a:lnTo>
                    <a:pt x="1120" y="2215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91" name="Google Shape;8591;p69"/>
            <p:cNvSpPr/>
            <p:nvPr/>
          </p:nvSpPr>
          <p:spPr>
            <a:xfrm>
              <a:off x="5777544" y="2672454"/>
              <a:ext cx="29322" cy="57989"/>
            </a:xfrm>
            <a:custGeom>
              <a:avLst/>
              <a:gdLst/>
              <a:ahLst/>
              <a:cxnLst/>
              <a:rect l="l" t="t" r="r" b="b"/>
              <a:pathLst>
                <a:path w="1120" h="2215" extrusionOk="0">
                  <a:moveTo>
                    <a:pt x="0" y="0"/>
                  </a:moveTo>
                  <a:lnTo>
                    <a:pt x="0" y="2215"/>
                  </a:lnTo>
                  <a:lnTo>
                    <a:pt x="1120" y="2215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92" name="Google Shape;8592;p69"/>
            <p:cNvSpPr/>
            <p:nvPr/>
          </p:nvSpPr>
          <p:spPr>
            <a:xfrm>
              <a:off x="6038637" y="2672454"/>
              <a:ext cx="29348" cy="57989"/>
            </a:xfrm>
            <a:custGeom>
              <a:avLst/>
              <a:gdLst/>
              <a:ahLst/>
              <a:cxnLst/>
              <a:rect l="l" t="t" r="r" b="b"/>
              <a:pathLst>
                <a:path w="1121" h="2215" extrusionOk="0">
                  <a:moveTo>
                    <a:pt x="1" y="0"/>
                  </a:moveTo>
                  <a:lnTo>
                    <a:pt x="1" y="2215"/>
                  </a:lnTo>
                  <a:lnTo>
                    <a:pt x="1120" y="2215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93" name="Google Shape;8593;p69"/>
            <p:cNvSpPr/>
            <p:nvPr/>
          </p:nvSpPr>
          <p:spPr>
            <a:xfrm>
              <a:off x="6012849" y="2586531"/>
              <a:ext cx="88829" cy="19399"/>
            </a:xfrm>
            <a:custGeom>
              <a:avLst/>
              <a:gdLst/>
              <a:ahLst/>
              <a:cxnLst/>
              <a:rect l="l" t="t" r="r" b="b"/>
              <a:pathLst>
                <a:path w="3393" h="741" extrusionOk="0">
                  <a:moveTo>
                    <a:pt x="1" y="1"/>
                  </a:moveTo>
                  <a:lnTo>
                    <a:pt x="1" y="741"/>
                  </a:lnTo>
                  <a:lnTo>
                    <a:pt x="3393" y="741"/>
                  </a:lnTo>
                  <a:lnTo>
                    <a:pt x="3393" y="1"/>
                  </a:lnTo>
                  <a:close/>
                </a:path>
              </a:pathLst>
            </a:custGeom>
            <a:solidFill>
              <a:srgbClr val="9CB0C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94" name="Google Shape;8594;p69"/>
            <p:cNvSpPr/>
            <p:nvPr/>
          </p:nvSpPr>
          <p:spPr>
            <a:xfrm>
              <a:off x="6012849" y="2586531"/>
              <a:ext cx="17279" cy="19399"/>
            </a:xfrm>
            <a:custGeom>
              <a:avLst/>
              <a:gdLst/>
              <a:ahLst/>
              <a:cxnLst/>
              <a:rect l="l" t="t" r="r" b="b"/>
              <a:pathLst>
                <a:path w="660" h="741" extrusionOk="0">
                  <a:moveTo>
                    <a:pt x="1" y="1"/>
                  </a:moveTo>
                  <a:lnTo>
                    <a:pt x="1" y="741"/>
                  </a:lnTo>
                  <a:lnTo>
                    <a:pt x="659" y="741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rgbClr val="344D6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95" name="Google Shape;8595;p69"/>
            <p:cNvSpPr/>
            <p:nvPr/>
          </p:nvSpPr>
          <p:spPr>
            <a:xfrm>
              <a:off x="5872629" y="2459506"/>
              <a:ext cx="100505" cy="71471"/>
            </a:xfrm>
            <a:custGeom>
              <a:avLst/>
              <a:gdLst/>
              <a:ahLst/>
              <a:cxnLst/>
              <a:rect l="l" t="t" r="r" b="b"/>
              <a:pathLst>
                <a:path w="3839" h="2730" extrusionOk="0">
                  <a:moveTo>
                    <a:pt x="0" y="1"/>
                  </a:moveTo>
                  <a:lnTo>
                    <a:pt x="0" y="2730"/>
                  </a:lnTo>
                  <a:lnTo>
                    <a:pt x="3839" y="2730"/>
                  </a:lnTo>
                  <a:lnTo>
                    <a:pt x="3839" y="1"/>
                  </a:lnTo>
                  <a:close/>
                </a:path>
              </a:pathLst>
            </a:custGeom>
            <a:solidFill>
              <a:srgbClr val="8195A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96" name="Google Shape;8596;p69"/>
            <p:cNvSpPr/>
            <p:nvPr/>
          </p:nvSpPr>
          <p:spPr>
            <a:xfrm>
              <a:off x="5955253" y="2459636"/>
              <a:ext cx="17750" cy="71471"/>
            </a:xfrm>
            <a:custGeom>
              <a:avLst/>
              <a:gdLst/>
              <a:ahLst/>
              <a:cxnLst/>
              <a:rect l="l" t="t" r="r" b="b"/>
              <a:pathLst>
                <a:path w="678" h="2730" extrusionOk="0">
                  <a:moveTo>
                    <a:pt x="1" y="1"/>
                  </a:moveTo>
                  <a:lnTo>
                    <a:pt x="1" y="2729"/>
                  </a:lnTo>
                  <a:lnTo>
                    <a:pt x="678" y="2729"/>
                  </a:lnTo>
                  <a:lnTo>
                    <a:pt x="678" y="1"/>
                  </a:lnTo>
                  <a:close/>
                </a:path>
              </a:pathLst>
            </a:custGeom>
            <a:solidFill>
              <a:srgbClr val="778DA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97" name="Google Shape;8597;p69"/>
            <p:cNvSpPr/>
            <p:nvPr/>
          </p:nvSpPr>
          <p:spPr>
            <a:xfrm>
              <a:off x="5899150" y="2473381"/>
              <a:ext cx="47333" cy="43721"/>
            </a:xfrm>
            <a:custGeom>
              <a:avLst/>
              <a:gdLst/>
              <a:ahLst/>
              <a:cxnLst/>
              <a:rect l="l" t="t" r="r" b="b"/>
              <a:pathLst>
                <a:path w="1808" h="1670" extrusionOk="0">
                  <a:moveTo>
                    <a:pt x="907" y="1"/>
                  </a:moveTo>
                  <a:cubicBezTo>
                    <a:pt x="804" y="1"/>
                    <a:pt x="702" y="69"/>
                    <a:pt x="702" y="206"/>
                  </a:cubicBezTo>
                  <a:lnTo>
                    <a:pt x="702" y="633"/>
                  </a:lnTo>
                  <a:lnTo>
                    <a:pt x="275" y="633"/>
                  </a:lnTo>
                  <a:cubicBezTo>
                    <a:pt x="1" y="633"/>
                    <a:pt x="1" y="1042"/>
                    <a:pt x="275" y="1042"/>
                  </a:cubicBezTo>
                  <a:lnTo>
                    <a:pt x="702" y="1042"/>
                  </a:lnTo>
                  <a:lnTo>
                    <a:pt x="702" y="1465"/>
                  </a:lnTo>
                  <a:cubicBezTo>
                    <a:pt x="702" y="1601"/>
                    <a:pt x="804" y="1670"/>
                    <a:pt x="907" y="1670"/>
                  </a:cubicBezTo>
                  <a:cubicBezTo>
                    <a:pt x="1009" y="1670"/>
                    <a:pt x="1111" y="1601"/>
                    <a:pt x="1111" y="1465"/>
                  </a:cubicBezTo>
                  <a:lnTo>
                    <a:pt x="1111" y="1042"/>
                  </a:lnTo>
                  <a:lnTo>
                    <a:pt x="1538" y="1042"/>
                  </a:lnTo>
                  <a:cubicBezTo>
                    <a:pt x="1807" y="1042"/>
                    <a:pt x="1807" y="629"/>
                    <a:pt x="1538" y="629"/>
                  </a:cubicBezTo>
                  <a:lnTo>
                    <a:pt x="1111" y="629"/>
                  </a:lnTo>
                  <a:lnTo>
                    <a:pt x="1111" y="206"/>
                  </a:lnTo>
                  <a:cubicBezTo>
                    <a:pt x="1111" y="69"/>
                    <a:pt x="1009" y="1"/>
                    <a:pt x="9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98" name="Google Shape;8598;p69"/>
            <p:cNvSpPr/>
            <p:nvPr/>
          </p:nvSpPr>
          <p:spPr>
            <a:xfrm>
              <a:off x="5847104" y="2583520"/>
              <a:ext cx="40003" cy="68827"/>
            </a:xfrm>
            <a:custGeom>
              <a:avLst/>
              <a:gdLst/>
              <a:ahLst/>
              <a:cxnLst/>
              <a:rect l="l" t="t" r="r" b="b"/>
              <a:pathLst>
                <a:path w="1528" h="2629" extrusionOk="0">
                  <a:moveTo>
                    <a:pt x="1119" y="409"/>
                  </a:moveTo>
                  <a:lnTo>
                    <a:pt x="1119" y="2211"/>
                  </a:lnTo>
                  <a:lnTo>
                    <a:pt x="413" y="2211"/>
                  </a:lnTo>
                  <a:lnTo>
                    <a:pt x="413" y="409"/>
                  </a:lnTo>
                  <a:close/>
                  <a:moveTo>
                    <a:pt x="207" y="1"/>
                  </a:moveTo>
                  <a:cubicBezTo>
                    <a:pt x="91" y="1"/>
                    <a:pt x="0" y="92"/>
                    <a:pt x="0" y="207"/>
                  </a:cubicBezTo>
                  <a:lnTo>
                    <a:pt x="0" y="2422"/>
                  </a:lnTo>
                  <a:cubicBezTo>
                    <a:pt x="0" y="2537"/>
                    <a:pt x="91" y="2628"/>
                    <a:pt x="207" y="2628"/>
                  </a:cubicBezTo>
                  <a:lnTo>
                    <a:pt x="1321" y="2628"/>
                  </a:lnTo>
                  <a:cubicBezTo>
                    <a:pt x="1437" y="2628"/>
                    <a:pt x="1528" y="2537"/>
                    <a:pt x="1528" y="2422"/>
                  </a:cubicBezTo>
                  <a:lnTo>
                    <a:pt x="1528" y="207"/>
                  </a:lnTo>
                  <a:cubicBezTo>
                    <a:pt x="1528" y="92"/>
                    <a:pt x="1437" y="1"/>
                    <a:pt x="1321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599" name="Google Shape;8599;p69"/>
            <p:cNvSpPr/>
            <p:nvPr/>
          </p:nvSpPr>
          <p:spPr>
            <a:xfrm>
              <a:off x="5902684" y="2583520"/>
              <a:ext cx="40029" cy="68827"/>
            </a:xfrm>
            <a:custGeom>
              <a:avLst/>
              <a:gdLst/>
              <a:ahLst/>
              <a:cxnLst/>
              <a:rect l="l" t="t" r="r" b="b"/>
              <a:pathLst>
                <a:path w="1529" h="2629" extrusionOk="0">
                  <a:moveTo>
                    <a:pt x="1120" y="409"/>
                  </a:moveTo>
                  <a:lnTo>
                    <a:pt x="1120" y="2211"/>
                  </a:lnTo>
                  <a:lnTo>
                    <a:pt x="414" y="2211"/>
                  </a:lnTo>
                  <a:lnTo>
                    <a:pt x="414" y="409"/>
                  </a:lnTo>
                  <a:close/>
                  <a:moveTo>
                    <a:pt x="207" y="1"/>
                  </a:moveTo>
                  <a:cubicBezTo>
                    <a:pt x="97" y="1"/>
                    <a:pt x="1" y="92"/>
                    <a:pt x="5" y="207"/>
                  </a:cubicBezTo>
                  <a:lnTo>
                    <a:pt x="5" y="2422"/>
                  </a:lnTo>
                  <a:cubicBezTo>
                    <a:pt x="1" y="2537"/>
                    <a:pt x="97" y="2628"/>
                    <a:pt x="207" y="2628"/>
                  </a:cubicBezTo>
                  <a:lnTo>
                    <a:pt x="1326" y="2628"/>
                  </a:lnTo>
                  <a:cubicBezTo>
                    <a:pt x="1437" y="2628"/>
                    <a:pt x="1528" y="2537"/>
                    <a:pt x="1528" y="2422"/>
                  </a:cubicBezTo>
                  <a:lnTo>
                    <a:pt x="1528" y="207"/>
                  </a:lnTo>
                  <a:cubicBezTo>
                    <a:pt x="1528" y="92"/>
                    <a:pt x="1437" y="1"/>
                    <a:pt x="1326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00" name="Google Shape;8600;p69"/>
            <p:cNvSpPr/>
            <p:nvPr/>
          </p:nvSpPr>
          <p:spPr>
            <a:xfrm>
              <a:off x="5772124" y="2667165"/>
              <a:ext cx="40029" cy="68696"/>
            </a:xfrm>
            <a:custGeom>
              <a:avLst/>
              <a:gdLst/>
              <a:ahLst/>
              <a:cxnLst/>
              <a:rect l="l" t="t" r="r" b="b"/>
              <a:pathLst>
                <a:path w="1529" h="2624" extrusionOk="0">
                  <a:moveTo>
                    <a:pt x="1120" y="409"/>
                  </a:moveTo>
                  <a:lnTo>
                    <a:pt x="1120" y="2210"/>
                  </a:lnTo>
                  <a:lnTo>
                    <a:pt x="414" y="2210"/>
                  </a:lnTo>
                  <a:lnTo>
                    <a:pt x="414" y="409"/>
                  </a:lnTo>
                  <a:close/>
                  <a:moveTo>
                    <a:pt x="207" y="0"/>
                  </a:moveTo>
                  <a:cubicBezTo>
                    <a:pt x="92" y="0"/>
                    <a:pt x="1" y="92"/>
                    <a:pt x="1" y="202"/>
                  </a:cubicBezTo>
                  <a:lnTo>
                    <a:pt x="1" y="2422"/>
                  </a:lnTo>
                  <a:cubicBezTo>
                    <a:pt x="1" y="2532"/>
                    <a:pt x="92" y="2623"/>
                    <a:pt x="207" y="2623"/>
                  </a:cubicBezTo>
                  <a:lnTo>
                    <a:pt x="1327" y="2623"/>
                  </a:lnTo>
                  <a:cubicBezTo>
                    <a:pt x="1437" y="2623"/>
                    <a:pt x="1529" y="2532"/>
                    <a:pt x="1529" y="2422"/>
                  </a:cubicBezTo>
                  <a:lnTo>
                    <a:pt x="1529" y="202"/>
                  </a:lnTo>
                  <a:cubicBezTo>
                    <a:pt x="1529" y="92"/>
                    <a:pt x="1437" y="0"/>
                    <a:pt x="1327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01" name="Google Shape;8601;p69"/>
            <p:cNvSpPr/>
            <p:nvPr/>
          </p:nvSpPr>
          <p:spPr>
            <a:xfrm>
              <a:off x="6033348" y="2667165"/>
              <a:ext cx="40029" cy="68696"/>
            </a:xfrm>
            <a:custGeom>
              <a:avLst/>
              <a:gdLst/>
              <a:ahLst/>
              <a:cxnLst/>
              <a:rect l="l" t="t" r="r" b="b"/>
              <a:pathLst>
                <a:path w="1529" h="2624" extrusionOk="0">
                  <a:moveTo>
                    <a:pt x="1120" y="409"/>
                  </a:moveTo>
                  <a:lnTo>
                    <a:pt x="1120" y="2210"/>
                  </a:lnTo>
                  <a:lnTo>
                    <a:pt x="414" y="2210"/>
                  </a:lnTo>
                  <a:lnTo>
                    <a:pt x="414" y="409"/>
                  </a:lnTo>
                  <a:close/>
                  <a:moveTo>
                    <a:pt x="207" y="0"/>
                  </a:moveTo>
                  <a:cubicBezTo>
                    <a:pt x="92" y="0"/>
                    <a:pt x="1" y="92"/>
                    <a:pt x="1" y="202"/>
                  </a:cubicBezTo>
                  <a:lnTo>
                    <a:pt x="1" y="2422"/>
                  </a:lnTo>
                  <a:cubicBezTo>
                    <a:pt x="1" y="2529"/>
                    <a:pt x="88" y="2624"/>
                    <a:pt x="199" y="2624"/>
                  </a:cubicBezTo>
                  <a:cubicBezTo>
                    <a:pt x="202" y="2624"/>
                    <a:pt x="205" y="2623"/>
                    <a:pt x="207" y="2623"/>
                  </a:cubicBezTo>
                  <a:lnTo>
                    <a:pt x="1327" y="2623"/>
                  </a:lnTo>
                  <a:cubicBezTo>
                    <a:pt x="1437" y="2623"/>
                    <a:pt x="1529" y="2532"/>
                    <a:pt x="1529" y="2422"/>
                  </a:cubicBezTo>
                  <a:lnTo>
                    <a:pt x="1529" y="202"/>
                  </a:lnTo>
                  <a:cubicBezTo>
                    <a:pt x="1529" y="92"/>
                    <a:pt x="1437" y="0"/>
                    <a:pt x="1327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02" name="Google Shape;8602;p69"/>
            <p:cNvSpPr/>
            <p:nvPr/>
          </p:nvSpPr>
          <p:spPr>
            <a:xfrm>
              <a:off x="5958395" y="2583520"/>
              <a:ext cx="40029" cy="68827"/>
            </a:xfrm>
            <a:custGeom>
              <a:avLst/>
              <a:gdLst/>
              <a:ahLst/>
              <a:cxnLst/>
              <a:rect l="l" t="t" r="r" b="b"/>
              <a:pathLst>
                <a:path w="1529" h="2629" extrusionOk="0">
                  <a:moveTo>
                    <a:pt x="1120" y="409"/>
                  </a:moveTo>
                  <a:lnTo>
                    <a:pt x="1120" y="2211"/>
                  </a:lnTo>
                  <a:lnTo>
                    <a:pt x="414" y="2211"/>
                  </a:lnTo>
                  <a:lnTo>
                    <a:pt x="414" y="409"/>
                  </a:lnTo>
                  <a:close/>
                  <a:moveTo>
                    <a:pt x="207" y="1"/>
                  </a:moveTo>
                  <a:cubicBezTo>
                    <a:pt x="97" y="1"/>
                    <a:pt x="1" y="92"/>
                    <a:pt x="6" y="207"/>
                  </a:cubicBezTo>
                  <a:lnTo>
                    <a:pt x="6" y="2422"/>
                  </a:lnTo>
                  <a:cubicBezTo>
                    <a:pt x="1" y="2537"/>
                    <a:pt x="92" y="2628"/>
                    <a:pt x="207" y="2628"/>
                  </a:cubicBezTo>
                  <a:lnTo>
                    <a:pt x="1327" y="2628"/>
                  </a:lnTo>
                  <a:cubicBezTo>
                    <a:pt x="1437" y="2628"/>
                    <a:pt x="1528" y="2537"/>
                    <a:pt x="1528" y="2422"/>
                  </a:cubicBezTo>
                  <a:lnTo>
                    <a:pt x="1528" y="207"/>
                  </a:lnTo>
                  <a:cubicBezTo>
                    <a:pt x="1528" y="92"/>
                    <a:pt x="1437" y="1"/>
                    <a:pt x="1327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03" name="Google Shape;8603;p69"/>
            <p:cNvSpPr/>
            <p:nvPr/>
          </p:nvSpPr>
          <p:spPr>
            <a:xfrm>
              <a:off x="5899045" y="2473512"/>
              <a:ext cx="47307" cy="43721"/>
            </a:xfrm>
            <a:custGeom>
              <a:avLst/>
              <a:gdLst/>
              <a:ahLst/>
              <a:cxnLst/>
              <a:rect l="l" t="t" r="r" b="b"/>
              <a:pathLst>
                <a:path w="1807" h="1670" extrusionOk="0">
                  <a:moveTo>
                    <a:pt x="906" y="0"/>
                  </a:moveTo>
                  <a:cubicBezTo>
                    <a:pt x="804" y="0"/>
                    <a:pt x="702" y="69"/>
                    <a:pt x="702" y="206"/>
                  </a:cubicBezTo>
                  <a:lnTo>
                    <a:pt x="702" y="628"/>
                  </a:lnTo>
                  <a:lnTo>
                    <a:pt x="274" y="628"/>
                  </a:lnTo>
                  <a:cubicBezTo>
                    <a:pt x="0" y="628"/>
                    <a:pt x="0" y="1037"/>
                    <a:pt x="274" y="1037"/>
                  </a:cubicBezTo>
                  <a:lnTo>
                    <a:pt x="702" y="1037"/>
                  </a:lnTo>
                  <a:lnTo>
                    <a:pt x="702" y="1464"/>
                  </a:lnTo>
                  <a:cubicBezTo>
                    <a:pt x="702" y="1601"/>
                    <a:pt x="804" y="1670"/>
                    <a:pt x="906" y="1670"/>
                  </a:cubicBezTo>
                  <a:cubicBezTo>
                    <a:pt x="1008" y="1670"/>
                    <a:pt x="1110" y="1601"/>
                    <a:pt x="1110" y="1464"/>
                  </a:cubicBezTo>
                  <a:lnTo>
                    <a:pt x="1110" y="1037"/>
                  </a:lnTo>
                  <a:lnTo>
                    <a:pt x="1537" y="1037"/>
                  </a:lnTo>
                  <a:cubicBezTo>
                    <a:pt x="1807" y="1037"/>
                    <a:pt x="1807" y="628"/>
                    <a:pt x="1537" y="628"/>
                  </a:cubicBezTo>
                  <a:lnTo>
                    <a:pt x="1110" y="628"/>
                  </a:lnTo>
                  <a:lnTo>
                    <a:pt x="1110" y="206"/>
                  </a:lnTo>
                  <a:cubicBezTo>
                    <a:pt x="1110" y="69"/>
                    <a:pt x="1008" y="0"/>
                    <a:pt x="906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04" name="Google Shape;8604;p69"/>
            <p:cNvSpPr/>
            <p:nvPr/>
          </p:nvSpPr>
          <p:spPr>
            <a:xfrm>
              <a:off x="5738562" y="2454348"/>
              <a:ext cx="368536" cy="368300"/>
            </a:xfrm>
            <a:custGeom>
              <a:avLst/>
              <a:gdLst/>
              <a:ahLst/>
              <a:cxnLst/>
              <a:rect l="l" t="t" r="r" b="b"/>
              <a:pathLst>
                <a:path w="14077" h="14068" extrusionOk="0">
                  <a:moveTo>
                    <a:pt x="8748" y="409"/>
                  </a:moveTo>
                  <a:lnTo>
                    <a:pt x="8748" y="2725"/>
                  </a:lnTo>
                  <a:lnTo>
                    <a:pt x="7648" y="2725"/>
                  </a:lnTo>
                  <a:cubicBezTo>
                    <a:pt x="7374" y="2725"/>
                    <a:pt x="7374" y="3133"/>
                    <a:pt x="7648" y="3133"/>
                  </a:cubicBezTo>
                  <a:lnTo>
                    <a:pt x="10790" y="3133"/>
                  </a:lnTo>
                  <a:lnTo>
                    <a:pt x="10790" y="3465"/>
                  </a:lnTo>
                  <a:lnTo>
                    <a:pt x="3277" y="3465"/>
                  </a:lnTo>
                  <a:lnTo>
                    <a:pt x="3277" y="3133"/>
                  </a:lnTo>
                  <a:lnTo>
                    <a:pt x="6481" y="3133"/>
                  </a:lnTo>
                  <a:cubicBezTo>
                    <a:pt x="6755" y="3133"/>
                    <a:pt x="6755" y="2725"/>
                    <a:pt x="6481" y="2725"/>
                  </a:cubicBezTo>
                  <a:lnTo>
                    <a:pt x="5323" y="2725"/>
                  </a:lnTo>
                  <a:lnTo>
                    <a:pt x="5323" y="409"/>
                  </a:lnTo>
                  <a:close/>
                  <a:moveTo>
                    <a:pt x="3387" y="5257"/>
                  </a:moveTo>
                  <a:lnTo>
                    <a:pt x="3387" y="5588"/>
                  </a:lnTo>
                  <a:lnTo>
                    <a:pt x="409" y="5588"/>
                  </a:lnTo>
                  <a:lnTo>
                    <a:pt x="409" y="5257"/>
                  </a:lnTo>
                  <a:close/>
                  <a:moveTo>
                    <a:pt x="8676" y="9820"/>
                  </a:moveTo>
                  <a:lnTo>
                    <a:pt x="8676" y="12876"/>
                  </a:lnTo>
                  <a:lnTo>
                    <a:pt x="7245" y="12876"/>
                  </a:lnTo>
                  <a:lnTo>
                    <a:pt x="7245" y="9820"/>
                  </a:lnTo>
                  <a:close/>
                  <a:moveTo>
                    <a:pt x="10271" y="3873"/>
                  </a:moveTo>
                  <a:lnTo>
                    <a:pt x="10271" y="12876"/>
                  </a:lnTo>
                  <a:lnTo>
                    <a:pt x="9085" y="12876"/>
                  </a:lnTo>
                  <a:lnTo>
                    <a:pt x="9085" y="9614"/>
                  </a:lnTo>
                  <a:cubicBezTo>
                    <a:pt x="9085" y="9498"/>
                    <a:pt x="8993" y="9407"/>
                    <a:pt x="8878" y="9407"/>
                  </a:cubicBezTo>
                  <a:lnTo>
                    <a:pt x="5193" y="9407"/>
                  </a:lnTo>
                  <a:cubicBezTo>
                    <a:pt x="5083" y="9407"/>
                    <a:pt x="4987" y="9498"/>
                    <a:pt x="4992" y="9614"/>
                  </a:cubicBezTo>
                  <a:lnTo>
                    <a:pt x="4992" y="12876"/>
                  </a:lnTo>
                  <a:lnTo>
                    <a:pt x="3800" y="12876"/>
                  </a:lnTo>
                  <a:lnTo>
                    <a:pt x="3800" y="3873"/>
                  </a:lnTo>
                  <a:close/>
                  <a:moveTo>
                    <a:pt x="13365" y="5996"/>
                  </a:moveTo>
                  <a:lnTo>
                    <a:pt x="13365" y="12876"/>
                  </a:lnTo>
                  <a:lnTo>
                    <a:pt x="10684" y="12876"/>
                  </a:lnTo>
                  <a:lnTo>
                    <a:pt x="10684" y="5996"/>
                  </a:lnTo>
                  <a:close/>
                  <a:moveTo>
                    <a:pt x="6832" y="9825"/>
                  </a:moveTo>
                  <a:lnTo>
                    <a:pt x="6832" y="12881"/>
                  </a:lnTo>
                  <a:lnTo>
                    <a:pt x="5405" y="12881"/>
                  </a:lnTo>
                  <a:lnTo>
                    <a:pt x="5405" y="9825"/>
                  </a:lnTo>
                  <a:close/>
                  <a:moveTo>
                    <a:pt x="13663" y="13289"/>
                  </a:moveTo>
                  <a:lnTo>
                    <a:pt x="13663" y="13659"/>
                  </a:lnTo>
                  <a:lnTo>
                    <a:pt x="409" y="13659"/>
                  </a:lnTo>
                  <a:lnTo>
                    <a:pt x="409" y="13289"/>
                  </a:lnTo>
                  <a:close/>
                  <a:moveTo>
                    <a:pt x="5117" y="1"/>
                  </a:moveTo>
                  <a:cubicBezTo>
                    <a:pt x="5006" y="1"/>
                    <a:pt x="4915" y="92"/>
                    <a:pt x="4915" y="208"/>
                  </a:cubicBezTo>
                  <a:lnTo>
                    <a:pt x="4915" y="2725"/>
                  </a:lnTo>
                  <a:lnTo>
                    <a:pt x="3070" y="2725"/>
                  </a:lnTo>
                  <a:cubicBezTo>
                    <a:pt x="2960" y="2725"/>
                    <a:pt x="2868" y="2816"/>
                    <a:pt x="2868" y="2931"/>
                  </a:cubicBezTo>
                  <a:lnTo>
                    <a:pt x="2868" y="3671"/>
                  </a:lnTo>
                  <a:cubicBezTo>
                    <a:pt x="2868" y="3787"/>
                    <a:pt x="2960" y="3878"/>
                    <a:pt x="3070" y="3878"/>
                  </a:cubicBezTo>
                  <a:lnTo>
                    <a:pt x="3392" y="3878"/>
                  </a:lnTo>
                  <a:lnTo>
                    <a:pt x="3392" y="4843"/>
                  </a:lnTo>
                  <a:lnTo>
                    <a:pt x="207" y="4843"/>
                  </a:lnTo>
                  <a:cubicBezTo>
                    <a:pt x="96" y="4843"/>
                    <a:pt x="0" y="4935"/>
                    <a:pt x="5" y="5050"/>
                  </a:cubicBezTo>
                  <a:lnTo>
                    <a:pt x="5" y="5790"/>
                  </a:lnTo>
                  <a:cubicBezTo>
                    <a:pt x="0" y="5905"/>
                    <a:pt x="96" y="5996"/>
                    <a:pt x="207" y="5996"/>
                  </a:cubicBezTo>
                  <a:lnTo>
                    <a:pt x="298" y="5996"/>
                  </a:lnTo>
                  <a:lnTo>
                    <a:pt x="298" y="7356"/>
                  </a:lnTo>
                  <a:cubicBezTo>
                    <a:pt x="298" y="7490"/>
                    <a:pt x="400" y="7558"/>
                    <a:pt x="502" y="7558"/>
                  </a:cubicBezTo>
                  <a:cubicBezTo>
                    <a:pt x="604" y="7558"/>
                    <a:pt x="706" y="7490"/>
                    <a:pt x="706" y="7356"/>
                  </a:cubicBezTo>
                  <a:lnTo>
                    <a:pt x="706" y="5996"/>
                  </a:lnTo>
                  <a:lnTo>
                    <a:pt x="3387" y="5996"/>
                  </a:lnTo>
                  <a:lnTo>
                    <a:pt x="3387" y="12881"/>
                  </a:lnTo>
                  <a:lnTo>
                    <a:pt x="706" y="12881"/>
                  </a:lnTo>
                  <a:lnTo>
                    <a:pt x="706" y="8374"/>
                  </a:lnTo>
                  <a:cubicBezTo>
                    <a:pt x="706" y="8237"/>
                    <a:pt x="604" y="8169"/>
                    <a:pt x="502" y="8169"/>
                  </a:cubicBezTo>
                  <a:cubicBezTo>
                    <a:pt x="400" y="8169"/>
                    <a:pt x="298" y="8237"/>
                    <a:pt x="298" y="8374"/>
                  </a:cubicBezTo>
                  <a:lnTo>
                    <a:pt x="298" y="12876"/>
                  </a:lnTo>
                  <a:lnTo>
                    <a:pt x="207" y="12876"/>
                  </a:lnTo>
                  <a:cubicBezTo>
                    <a:pt x="96" y="12876"/>
                    <a:pt x="0" y="12967"/>
                    <a:pt x="5" y="13077"/>
                  </a:cubicBezTo>
                  <a:lnTo>
                    <a:pt x="5" y="13861"/>
                  </a:lnTo>
                  <a:cubicBezTo>
                    <a:pt x="0" y="13971"/>
                    <a:pt x="96" y="14067"/>
                    <a:pt x="207" y="14067"/>
                  </a:cubicBezTo>
                  <a:lnTo>
                    <a:pt x="13874" y="14067"/>
                  </a:lnTo>
                  <a:cubicBezTo>
                    <a:pt x="13985" y="14067"/>
                    <a:pt x="14076" y="13971"/>
                    <a:pt x="14076" y="13861"/>
                  </a:cubicBezTo>
                  <a:lnTo>
                    <a:pt x="14076" y="13077"/>
                  </a:lnTo>
                  <a:cubicBezTo>
                    <a:pt x="14076" y="12967"/>
                    <a:pt x="13985" y="12876"/>
                    <a:pt x="13874" y="12876"/>
                  </a:cubicBezTo>
                  <a:lnTo>
                    <a:pt x="13783" y="12876"/>
                  </a:lnTo>
                  <a:lnTo>
                    <a:pt x="13783" y="5992"/>
                  </a:lnTo>
                  <a:lnTo>
                    <a:pt x="13870" y="5996"/>
                  </a:lnTo>
                  <a:cubicBezTo>
                    <a:pt x="13985" y="5996"/>
                    <a:pt x="14076" y="5905"/>
                    <a:pt x="14076" y="5790"/>
                  </a:cubicBezTo>
                  <a:lnTo>
                    <a:pt x="14076" y="5050"/>
                  </a:lnTo>
                  <a:cubicBezTo>
                    <a:pt x="14076" y="4935"/>
                    <a:pt x="13985" y="4843"/>
                    <a:pt x="13870" y="4843"/>
                  </a:cubicBezTo>
                  <a:lnTo>
                    <a:pt x="12620" y="4843"/>
                  </a:lnTo>
                  <a:cubicBezTo>
                    <a:pt x="12347" y="4843"/>
                    <a:pt x="12347" y="5252"/>
                    <a:pt x="12620" y="5252"/>
                  </a:cubicBezTo>
                  <a:lnTo>
                    <a:pt x="13663" y="5252"/>
                  </a:lnTo>
                  <a:lnTo>
                    <a:pt x="13663" y="5583"/>
                  </a:lnTo>
                  <a:lnTo>
                    <a:pt x="10684" y="5583"/>
                  </a:lnTo>
                  <a:lnTo>
                    <a:pt x="10684" y="5252"/>
                  </a:lnTo>
                  <a:lnTo>
                    <a:pt x="11592" y="5252"/>
                  </a:lnTo>
                  <a:cubicBezTo>
                    <a:pt x="11866" y="5252"/>
                    <a:pt x="11866" y="4839"/>
                    <a:pt x="11592" y="4839"/>
                  </a:cubicBezTo>
                  <a:lnTo>
                    <a:pt x="10684" y="4839"/>
                  </a:lnTo>
                  <a:lnTo>
                    <a:pt x="10684" y="3873"/>
                  </a:lnTo>
                  <a:lnTo>
                    <a:pt x="11006" y="3873"/>
                  </a:lnTo>
                  <a:cubicBezTo>
                    <a:pt x="11117" y="3873"/>
                    <a:pt x="11208" y="3782"/>
                    <a:pt x="11208" y="3671"/>
                  </a:cubicBezTo>
                  <a:lnTo>
                    <a:pt x="11208" y="2931"/>
                  </a:lnTo>
                  <a:cubicBezTo>
                    <a:pt x="11208" y="2816"/>
                    <a:pt x="11117" y="2725"/>
                    <a:pt x="11006" y="2725"/>
                  </a:cubicBezTo>
                  <a:lnTo>
                    <a:pt x="9166" y="2725"/>
                  </a:lnTo>
                  <a:lnTo>
                    <a:pt x="9166" y="208"/>
                  </a:lnTo>
                  <a:cubicBezTo>
                    <a:pt x="9166" y="92"/>
                    <a:pt x="9075" y="1"/>
                    <a:pt x="8960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605" name="Google Shape;8605;p69"/>
          <p:cNvGrpSpPr/>
          <p:nvPr/>
        </p:nvGrpSpPr>
        <p:grpSpPr>
          <a:xfrm>
            <a:off x="3653060" y="2513603"/>
            <a:ext cx="276402" cy="216515"/>
            <a:chOff x="4870747" y="2494220"/>
            <a:chExt cx="368536" cy="288687"/>
          </a:xfrm>
        </p:grpSpPr>
        <p:sp>
          <p:nvSpPr>
            <p:cNvPr id="8606" name="Google Shape;8606;p69"/>
            <p:cNvSpPr/>
            <p:nvPr/>
          </p:nvSpPr>
          <p:spPr>
            <a:xfrm>
              <a:off x="4876035" y="2512075"/>
              <a:ext cx="196088" cy="217739"/>
            </a:xfrm>
            <a:custGeom>
              <a:avLst/>
              <a:gdLst/>
              <a:ahLst/>
              <a:cxnLst/>
              <a:rect l="l" t="t" r="r" b="b"/>
              <a:pathLst>
                <a:path w="7490" h="8317" extrusionOk="0">
                  <a:moveTo>
                    <a:pt x="634" y="1"/>
                  </a:moveTo>
                  <a:lnTo>
                    <a:pt x="634" y="6"/>
                  </a:lnTo>
                  <a:cubicBezTo>
                    <a:pt x="283" y="6"/>
                    <a:pt x="0" y="284"/>
                    <a:pt x="0" y="635"/>
                  </a:cubicBezTo>
                  <a:lnTo>
                    <a:pt x="0" y="7683"/>
                  </a:lnTo>
                  <a:cubicBezTo>
                    <a:pt x="0" y="8033"/>
                    <a:pt x="283" y="8317"/>
                    <a:pt x="634" y="8317"/>
                  </a:cubicBezTo>
                  <a:lnTo>
                    <a:pt x="2191" y="8317"/>
                  </a:lnTo>
                  <a:cubicBezTo>
                    <a:pt x="2306" y="7548"/>
                    <a:pt x="2969" y="6976"/>
                    <a:pt x="3747" y="6976"/>
                  </a:cubicBezTo>
                  <a:cubicBezTo>
                    <a:pt x="4525" y="6976"/>
                    <a:pt x="5184" y="7548"/>
                    <a:pt x="5299" y="8317"/>
                  </a:cubicBezTo>
                  <a:lnTo>
                    <a:pt x="7490" y="8317"/>
                  </a:lnTo>
                  <a:lnTo>
                    <a:pt x="7490" y="635"/>
                  </a:lnTo>
                  <a:cubicBezTo>
                    <a:pt x="7490" y="284"/>
                    <a:pt x="7206" y="1"/>
                    <a:pt x="68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07" name="Google Shape;8607;p69"/>
            <p:cNvSpPr/>
            <p:nvPr/>
          </p:nvSpPr>
          <p:spPr>
            <a:xfrm>
              <a:off x="5024293" y="2512206"/>
              <a:ext cx="47962" cy="217608"/>
            </a:xfrm>
            <a:custGeom>
              <a:avLst/>
              <a:gdLst/>
              <a:ahLst/>
              <a:cxnLst/>
              <a:rect l="l" t="t" r="r" b="b"/>
              <a:pathLst>
                <a:path w="1832" h="8312" extrusionOk="0">
                  <a:moveTo>
                    <a:pt x="1211" y="1"/>
                  </a:moveTo>
                  <a:cubicBezTo>
                    <a:pt x="1208" y="1"/>
                    <a:pt x="1205" y="1"/>
                    <a:pt x="1202" y="1"/>
                  </a:cubicBezTo>
                  <a:lnTo>
                    <a:pt x="1" y="1"/>
                  </a:lnTo>
                  <a:cubicBezTo>
                    <a:pt x="347" y="1"/>
                    <a:pt x="630" y="279"/>
                    <a:pt x="630" y="630"/>
                  </a:cubicBezTo>
                  <a:lnTo>
                    <a:pt x="630" y="8312"/>
                  </a:lnTo>
                  <a:lnTo>
                    <a:pt x="1831" y="8312"/>
                  </a:lnTo>
                  <a:lnTo>
                    <a:pt x="1831" y="630"/>
                  </a:lnTo>
                  <a:cubicBezTo>
                    <a:pt x="1831" y="282"/>
                    <a:pt x="1553" y="1"/>
                    <a:pt x="1211" y="1"/>
                  </a:cubicBez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08" name="Google Shape;8608;p69"/>
            <p:cNvSpPr/>
            <p:nvPr/>
          </p:nvSpPr>
          <p:spPr>
            <a:xfrm>
              <a:off x="5072228" y="2553832"/>
              <a:ext cx="161504" cy="176113"/>
            </a:xfrm>
            <a:custGeom>
              <a:avLst/>
              <a:gdLst/>
              <a:ahLst/>
              <a:cxnLst/>
              <a:rect l="l" t="t" r="r" b="b"/>
              <a:pathLst>
                <a:path w="6169" h="6727" extrusionOk="0">
                  <a:moveTo>
                    <a:pt x="0" y="1"/>
                  </a:moveTo>
                  <a:lnTo>
                    <a:pt x="0" y="6727"/>
                  </a:lnTo>
                  <a:lnTo>
                    <a:pt x="1293" y="6727"/>
                  </a:lnTo>
                  <a:cubicBezTo>
                    <a:pt x="1408" y="5958"/>
                    <a:pt x="2071" y="5386"/>
                    <a:pt x="2849" y="5386"/>
                  </a:cubicBezTo>
                  <a:cubicBezTo>
                    <a:pt x="3627" y="5386"/>
                    <a:pt x="4286" y="5958"/>
                    <a:pt x="4401" y="6727"/>
                  </a:cubicBezTo>
                  <a:lnTo>
                    <a:pt x="5539" y="6727"/>
                  </a:lnTo>
                  <a:cubicBezTo>
                    <a:pt x="5885" y="6727"/>
                    <a:pt x="6169" y="6443"/>
                    <a:pt x="6169" y="6092"/>
                  </a:cubicBezTo>
                  <a:lnTo>
                    <a:pt x="6169" y="2970"/>
                  </a:lnTo>
                  <a:cubicBezTo>
                    <a:pt x="6169" y="2749"/>
                    <a:pt x="6087" y="2533"/>
                    <a:pt x="5938" y="2369"/>
                  </a:cubicBezTo>
                  <a:lnTo>
                    <a:pt x="4089" y="299"/>
                  </a:lnTo>
                  <a:cubicBezTo>
                    <a:pt x="3916" y="111"/>
                    <a:pt x="3675" y="1"/>
                    <a:pt x="34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09" name="Google Shape;8609;p69"/>
            <p:cNvSpPr/>
            <p:nvPr/>
          </p:nvSpPr>
          <p:spPr>
            <a:xfrm>
              <a:off x="5134353" y="2553727"/>
              <a:ext cx="99510" cy="176218"/>
            </a:xfrm>
            <a:custGeom>
              <a:avLst/>
              <a:gdLst/>
              <a:ahLst/>
              <a:cxnLst/>
              <a:rect l="l" t="t" r="r" b="b"/>
              <a:pathLst>
                <a:path w="3801" h="6731" extrusionOk="0">
                  <a:moveTo>
                    <a:pt x="1" y="0"/>
                  </a:moveTo>
                  <a:cubicBezTo>
                    <a:pt x="255" y="0"/>
                    <a:pt x="500" y="106"/>
                    <a:pt x="668" y="298"/>
                  </a:cubicBezTo>
                  <a:lnTo>
                    <a:pt x="1043" y="716"/>
                  </a:lnTo>
                  <a:lnTo>
                    <a:pt x="1624" y="1364"/>
                  </a:lnTo>
                  <a:lnTo>
                    <a:pt x="2523" y="2373"/>
                  </a:lnTo>
                  <a:cubicBezTo>
                    <a:pt x="2672" y="2537"/>
                    <a:pt x="2753" y="2753"/>
                    <a:pt x="2753" y="2974"/>
                  </a:cubicBezTo>
                  <a:lnTo>
                    <a:pt x="2753" y="6096"/>
                  </a:lnTo>
                  <a:cubicBezTo>
                    <a:pt x="2753" y="6447"/>
                    <a:pt x="2470" y="6731"/>
                    <a:pt x="2119" y="6731"/>
                  </a:cubicBezTo>
                  <a:lnTo>
                    <a:pt x="3166" y="6731"/>
                  </a:lnTo>
                  <a:cubicBezTo>
                    <a:pt x="3517" y="6731"/>
                    <a:pt x="3801" y="6447"/>
                    <a:pt x="3801" y="6096"/>
                  </a:cubicBezTo>
                  <a:lnTo>
                    <a:pt x="3801" y="2974"/>
                  </a:lnTo>
                  <a:cubicBezTo>
                    <a:pt x="3796" y="2753"/>
                    <a:pt x="3714" y="2537"/>
                    <a:pt x="3565" y="2373"/>
                  </a:cubicBezTo>
                  <a:lnTo>
                    <a:pt x="2667" y="1364"/>
                  </a:lnTo>
                  <a:lnTo>
                    <a:pt x="2085" y="716"/>
                  </a:lnTo>
                  <a:lnTo>
                    <a:pt x="1711" y="298"/>
                  </a:lnTo>
                  <a:cubicBezTo>
                    <a:pt x="1543" y="106"/>
                    <a:pt x="1298" y="0"/>
                    <a:pt x="1043" y="0"/>
                  </a:cubicBez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10" name="Google Shape;8610;p69"/>
            <p:cNvSpPr/>
            <p:nvPr/>
          </p:nvSpPr>
          <p:spPr>
            <a:xfrm>
              <a:off x="5109587" y="2580248"/>
              <a:ext cx="66052" cy="61523"/>
            </a:xfrm>
            <a:custGeom>
              <a:avLst/>
              <a:gdLst/>
              <a:ahLst/>
              <a:cxnLst/>
              <a:rect l="l" t="t" r="r" b="b"/>
              <a:pathLst>
                <a:path w="2523" h="2350" extrusionOk="0">
                  <a:moveTo>
                    <a:pt x="0" y="1"/>
                  </a:moveTo>
                  <a:lnTo>
                    <a:pt x="0" y="2350"/>
                  </a:lnTo>
                  <a:lnTo>
                    <a:pt x="2522" y="2350"/>
                  </a:lnTo>
                  <a:lnTo>
                    <a:pt x="2517" y="1264"/>
                  </a:lnTo>
                  <a:lnTo>
                    <a:pt x="1432" y="1"/>
                  </a:ln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11" name="Google Shape;8611;p69"/>
            <p:cNvSpPr/>
            <p:nvPr/>
          </p:nvSpPr>
          <p:spPr>
            <a:xfrm>
              <a:off x="5098251" y="2538124"/>
              <a:ext cx="54742" cy="15629"/>
            </a:xfrm>
            <a:custGeom>
              <a:avLst/>
              <a:gdLst/>
              <a:ahLst/>
              <a:cxnLst/>
              <a:rect l="l" t="t" r="r" b="b"/>
              <a:pathLst>
                <a:path w="2091" h="597" extrusionOk="0">
                  <a:moveTo>
                    <a:pt x="1" y="0"/>
                  </a:moveTo>
                  <a:lnTo>
                    <a:pt x="1" y="596"/>
                  </a:lnTo>
                  <a:lnTo>
                    <a:pt x="2091" y="596"/>
                  </a:lnTo>
                  <a:lnTo>
                    <a:pt x="2091" y="0"/>
                  </a:lnTo>
                  <a:close/>
                </a:path>
              </a:pathLst>
            </a:custGeom>
            <a:solidFill>
              <a:srgbClr val="AABBC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12" name="Google Shape;8612;p69"/>
            <p:cNvSpPr/>
            <p:nvPr/>
          </p:nvSpPr>
          <p:spPr>
            <a:xfrm>
              <a:off x="5104534" y="2499770"/>
              <a:ext cx="42307" cy="38380"/>
            </a:xfrm>
            <a:custGeom>
              <a:avLst/>
              <a:gdLst/>
              <a:ahLst/>
              <a:cxnLst/>
              <a:rect l="l" t="t" r="r" b="b"/>
              <a:pathLst>
                <a:path w="1616" h="1466" extrusionOk="0">
                  <a:moveTo>
                    <a:pt x="808" y="0"/>
                  </a:moveTo>
                  <a:cubicBezTo>
                    <a:pt x="361" y="0"/>
                    <a:pt x="1" y="360"/>
                    <a:pt x="1" y="802"/>
                  </a:cubicBezTo>
                  <a:lnTo>
                    <a:pt x="1" y="1465"/>
                  </a:lnTo>
                  <a:lnTo>
                    <a:pt x="1615" y="1465"/>
                  </a:lnTo>
                  <a:lnTo>
                    <a:pt x="1615" y="802"/>
                  </a:lnTo>
                  <a:cubicBezTo>
                    <a:pt x="1615" y="360"/>
                    <a:pt x="1255" y="0"/>
                    <a:pt x="808" y="0"/>
                  </a:cubicBezTo>
                  <a:close/>
                </a:path>
              </a:pathLst>
            </a:custGeom>
            <a:solidFill>
              <a:srgbClr val="8195A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13" name="Google Shape;8613;p69"/>
            <p:cNvSpPr/>
            <p:nvPr/>
          </p:nvSpPr>
          <p:spPr>
            <a:xfrm>
              <a:off x="5117624" y="2499639"/>
              <a:ext cx="29086" cy="38511"/>
            </a:xfrm>
            <a:custGeom>
              <a:avLst/>
              <a:gdLst/>
              <a:ahLst/>
              <a:cxnLst/>
              <a:rect l="l" t="t" r="r" b="b"/>
              <a:pathLst>
                <a:path w="1111" h="1471" extrusionOk="0">
                  <a:moveTo>
                    <a:pt x="303" y="0"/>
                  </a:moveTo>
                  <a:cubicBezTo>
                    <a:pt x="202" y="0"/>
                    <a:pt x="97" y="24"/>
                    <a:pt x="1" y="63"/>
                  </a:cubicBezTo>
                  <a:cubicBezTo>
                    <a:pt x="303" y="188"/>
                    <a:pt x="495" y="481"/>
                    <a:pt x="495" y="807"/>
                  </a:cubicBezTo>
                  <a:lnTo>
                    <a:pt x="495" y="1470"/>
                  </a:lnTo>
                  <a:lnTo>
                    <a:pt x="1110" y="1470"/>
                  </a:lnTo>
                  <a:lnTo>
                    <a:pt x="1110" y="807"/>
                  </a:lnTo>
                  <a:cubicBezTo>
                    <a:pt x="1110" y="365"/>
                    <a:pt x="750" y="0"/>
                    <a:pt x="303" y="0"/>
                  </a:cubicBezTo>
                  <a:close/>
                </a:path>
              </a:pathLst>
            </a:custGeom>
            <a:solidFill>
              <a:srgbClr val="71889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14" name="Google Shape;8614;p69"/>
            <p:cNvSpPr/>
            <p:nvPr/>
          </p:nvSpPr>
          <p:spPr>
            <a:xfrm>
              <a:off x="4918918" y="2694838"/>
              <a:ext cx="96473" cy="82415"/>
            </a:xfrm>
            <a:custGeom>
              <a:avLst/>
              <a:gdLst/>
              <a:ahLst/>
              <a:cxnLst/>
              <a:rect l="l" t="t" r="r" b="b"/>
              <a:pathLst>
                <a:path w="3685" h="3148" extrusionOk="0">
                  <a:moveTo>
                    <a:pt x="2109" y="0"/>
                  </a:moveTo>
                  <a:cubicBezTo>
                    <a:pt x="706" y="0"/>
                    <a:pt x="0" y="1696"/>
                    <a:pt x="995" y="2686"/>
                  </a:cubicBezTo>
                  <a:cubicBezTo>
                    <a:pt x="1296" y="2987"/>
                    <a:pt x="1699" y="3148"/>
                    <a:pt x="2108" y="3148"/>
                  </a:cubicBezTo>
                  <a:cubicBezTo>
                    <a:pt x="2311" y="3148"/>
                    <a:pt x="2515" y="3108"/>
                    <a:pt x="2710" y="3027"/>
                  </a:cubicBezTo>
                  <a:cubicBezTo>
                    <a:pt x="3301" y="2782"/>
                    <a:pt x="3685" y="2205"/>
                    <a:pt x="3680" y="1571"/>
                  </a:cubicBezTo>
                  <a:cubicBezTo>
                    <a:pt x="3680" y="702"/>
                    <a:pt x="2974" y="0"/>
                    <a:pt x="2109" y="0"/>
                  </a:cubicBezTo>
                  <a:close/>
                </a:path>
              </a:pathLst>
            </a:custGeom>
            <a:solidFill>
              <a:srgbClr val="AABBC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15" name="Google Shape;8615;p69"/>
            <p:cNvSpPr/>
            <p:nvPr/>
          </p:nvSpPr>
          <p:spPr>
            <a:xfrm>
              <a:off x="4940674" y="2701252"/>
              <a:ext cx="82388" cy="75974"/>
            </a:xfrm>
            <a:custGeom>
              <a:avLst/>
              <a:gdLst/>
              <a:ahLst/>
              <a:cxnLst/>
              <a:rect l="l" t="t" r="r" b="b"/>
              <a:pathLst>
                <a:path w="3147" h="2902" extrusionOk="0">
                  <a:moveTo>
                    <a:pt x="2172" y="0"/>
                  </a:moveTo>
                  <a:lnTo>
                    <a:pt x="2172" y="0"/>
                  </a:lnTo>
                  <a:cubicBezTo>
                    <a:pt x="2570" y="625"/>
                    <a:pt x="2484" y="1437"/>
                    <a:pt x="1960" y="1960"/>
                  </a:cubicBezTo>
                  <a:cubicBezTo>
                    <a:pt x="1656" y="2264"/>
                    <a:pt x="1254" y="2421"/>
                    <a:pt x="848" y="2421"/>
                  </a:cubicBezTo>
                  <a:cubicBezTo>
                    <a:pt x="555" y="2421"/>
                    <a:pt x="260" y="2339"/>
                    <a:pt x="0" y="2172"/>
                  </a:cubicBezTo>
                  <a:lnTo>
                    <a:pt x="0" y="2172"/>
                  </a:lnTo>
                  <a:cubicBezTo>
                    <a:pt x="304" y="2651"/>
                    <a:pt x="813" y="2901"/>
                    <a:pt x="1327" y="2901"/>
                  </a:cubicBezTo>
                  <a:cubicBezTo>
                    <a:pt x="1725" y="2901"/>
                    <a:pt x="2126" y="2751"/>
                    <a:pt x="2436" y="2441"/>
                  </a:cubicBezTo>
                  <a:cubicBezTo>
                    <a:pt x="3147" y="1730"/>
                    <a:pt x="3017" y="543"/>
                    <a:pt x="2172" y="0"/>
                  </a:cubicBezTo>
                  <a:close/>
                </a:path>
              </a:pathLst>
            </a:custGeom>
            <a:solidFill>
              <a:srgbClr val="93AAB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16" name="Google Shape;8616;p69"/>
            <p:cNvSpPr/>
            <p:nvPr/>
          </p:nvSpPr>
          <p:spPr>
            <a:xfrm>
              <a:off x="4950727" y="2718478"/>
              <a:ext cx="40893" cy="35029"/>
            </a:xfrm>
            <a:custGeom>
              <a:avLst/>
              <a:gdLst/>
              <a:ahLst/>
              <a:cxnLst/>
              <a:rect l="l" t="t" r="r" b="b"/>
              <a:pathLst>
                <a:path w="1562" h="1338" extrusionOk="0">
                  <a:moveTo>
                    <a:pt x="894" y="0"/>
                  </a:moveTo>
                  <a:cubicBezTo>
                    <a:pt x="298" y="0"/>
                    <a:pt x="1" y="721"/>
                    <a:pt x="423" y="1139"/>
                  </a:cubicBezTo>
                  <a:cubicBezTo>
                    <a:pt x="560" y="1276"/>
                    <a:pt x="728" y="1337"/>
                    <a:pt x="893" y="1337"/>
                  </a:cubicBezTo>
                  <a:cubicBezTo>
                    <a:pt x="1235" y="1337"/>
                    <a:pt x="1562" y="1071"/>
                    <a:pt x="1562" y="668"/>
                  </a:cubicBezTo>
                  <a:cubicBezTo>
                    <a:pt x="1562" y="298"/>
                    <a:pt x="1264" y="0"/>
                    <a:pt x="894" y="0"/>
                  </a:cubicBez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17" name="Google Shape;8617;p69"/>
            <p:cNvSpPr/>
            <p:nvPr/>
          </p:nvSpPr>
          <p:spPr>
            <a:xfrm>
              <a:off x="5091601" y="2694838"/>
              <a:ext cx="96473" cy="82415"/>
            </a:xfrm>
            <a:custGeom>
              <a:avLst/>
              <a:gdLst/>
              <a:ahLst/>
              <a:cxnLst/>
              <a:rect l="l" t="t" r="r" b="b"/>
              <a:pathLst>
                <a:path w="3685" h="3148" extrusionOk="0">
                  <a:moveTo>
                    <a:pt x="2109" y="0"/>
                  </a:moveTo>
                  <a:cubicBezTo>
                    <a:pt x="706" y="0"/>
                    <a:pt x="0" y="1696"/>
                    <a:pt x="995" y="2686"/>
                  </a:cubicBezTo>
                  <a:cubicBezTo>
                    <a:pt x="1296" y="2987"/>
                    <a:pt x="1699" y="3148"/>
                    <a:pt x="2108" y="3148"/>
                  </a:cubicBezTo>
                  <a:cubicBezTo>
                    <a:pt x="2311" y="3148"/>
                    <a:pt x="2515" y="3108"/>
                    <a:pt x="2710" y="3027"/>
                  </a:cubicBezTo>
                  <a:cubicBezTo>
                    <a:pt x="3301" y="2782"/>
                    <a:pt x="3685" y="2205"/>
                    <a:pt x="3685" y="1571"/>
                  </a:cubicBezTo>
                  <a:cubicBezTo>
                    <a:pt x="3680" y="702"/>
                    <a:pt x="2979" y="0"/>
                    <a:pt x="2109" y="0"/>
                  </a:cubicBezTo>
                  <a:close/>
                </a:path>
              </a:pathLst>
            </a:custGeom>
            <a:solidFill>
              <a:srgbClr val="AABBC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18" name="Google Shape;8618;p69"/>
            <p:cNvSpPr/>
            <p:nvPr/>
          </p:nvSpPr>
          <p:spPr>
            <a:xfrm>
              <a:off x="5111969" y="2701252"/>
              <a:ext cx="82519" cy="75974"/>
            </a:xfrm>
            <a:custGeom>
              <a:avLst/>
              <a:gdLst/>
              <a:ahLst/>
              <a:cxnLst/>
              <a:rect l="l" t="t" r="r" b="b"/>
              <a:pathLst>
                <a:path w="3152" h="2902" extrusionOk="0">
                  <a:moveTo>
                    <a:pt x="2177" y="0"/>
                  </a:moveTo>
                  <a:lnTo>
                    <a:pt x="2177" y="0"/>
                  </a:lnTo>
                  <a:cubicBezTo>
                    <a:pt x="2571" y="625"/>
                    <a:pt x="2484" y="1437"/>
                    <a:pt x="1960" y="1960"/>
                  </a:cubicBezTo>
                  <a:cubicBezTo>
                    <a:pt x="1659" y="2264"/>
                    <a:pt x="1258" y="2421"/>
                    <a:pt x="852" y="2421"/>
                  </a:cubicBezTo>
                  <a:cubicBezTo>
                    <a:pt x="558" y="2421"/>
                    <a:pt x="262" y="2339"/>
                    <a:pt x="0" y="2172"/>
                  </a:cubicBezTo>
                  <a:lnTo>
                    <a:pt x="0" y="2172"/>
                  </a:lnTo>
                  <a:cubicBezTo>
                    <a:pt x="306" y="2651"/>
                    <a:pt x="817" y="2901"/>
                    <a:pt x="1331" y="2901"/>
                  </a:cubicBezTo>
                  <a:cubicBezTo>
                    <a:pt x="1730" y="2901"/>
                    <a:pt x="2131" y="2751"/>
                    <a:pt x="2441" y="2441"/>
                  </a:cubicBezTo>
                  <a:cubicBezTo>
                    <a:pt x="3152" y="1730"/>
                    <a:pt x="3022" y="543"/>
                    <a:pt x="2177" y="0"/>
                  </a:cubicBezTo>
                  <a:close/>
                </a:path>
              </a:pathLst>
            </a:custGeom>
            <a:solidFill>
              <a:srgbClr val="93AAB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19" name="Google Shape;8619;p69"/>
            <p:cNvSpPr/>
            <p:nvPr/>
          </p:nvSpPr>
          <p:spPr>
            <a:xfrm>
              <a:off x="5123410" y="2718478"/>
              <a:ext cx="40893" cy="35029"/>
            </a:xfrm>
            <a:custGeom>
              <a:avLst/>
              <a:gdLst/>
              <a:ahLst/>
              <a:cxnLst/>
              <a:rect l="l" t="t" r="r" b="b"/>
              <a:pathLst>
                <a:path w="1562" h="1338" extrusionOk="0">
                  <a:moveTo>
                    <a:pt x="894" y="0"/>
                  </a:moveTo>
                  <a:cubicBezTo>
                    <a:pt x="298" y="0"/>
                    <a:pt x="1" y="721"/>
                    <a:pt x="419" y="1139"/>
                  </a:cubicBezTo>
                  <a:cubicBezTo>
                    <a:pt x="556" y="1276"/>
                    <a:pt x="724" y="1337"/>
                    <a:pt x="889" y="1337"/>
                  </a:cubicBezTo>
                  <a:cubicBezTo>
                    <a:pt x="1233" y="1337"/>
                    <a:pt x="1562" y="1071"/>
                    <a:pt x="1562" y="668"/>
                  </a:cubicBezTo>
                  <a:cubicBezTo>
                    <a:pt x="1562" y="298"/>
                    <a:pt x="1264" y="0"/>
                    <a:pt x="894" y="0"/>
                  </a:cubicBez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20" name="Google Shape;8620;p69"/>
            <p:cNvSpPr/>
            <p:nvPr/>
          </p:nvSpPr>
          <p:spPr>
            <a:xfrm>
              <a:off x="4928971" y="2549198"/>
              <a:ext cx="90321" cy="90321"/>
            </a:xfrm>
            <a:custGeom>
              <a:avLst/>
              <a:gdLst/>
              <a:ahLst/>
              <a:cxnLst/>
              <a:rect l="l" t="t" r="r" b="b"/>
              <a:pathLst>
                <a:path w="3450" h="3450" extrusionOk="0">
                  <a:moveTo>
                    <a:pt x="1480" y="0"/>
                  </a:moveTo>
                  <a:cubicBezTo>
                    <a:pt x="1298" y="0"/>
                    <a:pt x="1153" y="144"/>
                    <a:pt x="1158" y="322"/>
                  </a:cubicBezTo>
                  <a:lnTo>
                    <a:pt x="1158" y="1158"/>
                  </a:lnTo>
                  <a:lnTo>
                    <a:pt x="322" y="1158"/>
                  </a:lnTo>
                  <a:cubicBezTo>
                    <a:pt x="145" y="1158"/>
                    <a:pt x="1" y="1302"/>
                    <a:pt x="1" y="1480"/>
                  </a:cubicBezTo>
                  <a:lnTo>
                    <a:pt x="1" y="1975"/>
                  </a:lnTo>
                  <a:cubicBezTo>
                    <a:pt x="1" y="2152"/>
                    <a:pt x="145" y="2296"/>
                    <a:pt x="322" y="2296"/>
                  </a:cubicBezTo>
                  <a:lnTo>
                    <a:pt x="1158" y="2296"/>
                  </a:lnTo>
                  <a:lnTo>
                    <a:pt x="1158" y="3128"/>
                  </a:lnTo>
                  <a:cubicBezTo>
                    <a:pt x="1153" y="3305"/>
                    <a:pt x="1298" y="3449"/>
                    <a:pt x="1480" y="3449"/>
                  </a:cubicBezTo>
                  <a:lnTo>
                    <a:pt x="1970" y="3449"/>
                  </a:lnTo>
                  <a:cubicBezTo>
                    <a:pt x="2148" y="3449"/>
                    <a:pt x="2297" y="3305"/>
                    <a:pt x="2292" y="3128"/>
                  </a:cubicBezTo>
                  <a:lnTo>
                    <a:pt x="2292" y="2296"/>
                  </a:lnTo>
                  <a:lnTo>
                    <a:pt x="3128" y="2296"/>
                  </a:lnTo>
                  <a:cubicBezTo>
                    <a:pt x="3306" y="2296"/>
                    <a:pt x="3450" y="2152"/>
                    <a:pt x="3450" y="1975"/>
                  </a:cubicBezTo>
                  <a:lnTo>
                    <a:pt x="3450" y="1480"/>
                  </a:lnTo>
                  <a:cubicBezTo>
                    <a:pt x="3445" y="1302"/>
                    <a:pt x="3306" y="1158"/>
                    <a:pt x="3128" y="1158"/>
                  </a:cubicBezTo>
                  <a:lnTo>
                    <a:pt x="2292" y="1158"/>
                  </a:lnTo>
                  <a:lnTo>
                    <a:pt x="2292" y="322"/>
                  </a:lnTo>
                  <a:cubicBezTo>
                    <a:pt x="2297" y="144"/>
                    <a:pt x="2153" y="0"/>
                    <a:pt x="1975" y="0"/>
                  </a:cubicBezTo>
                  <a:close/>
                </a:path>
              </a:pathLst>
            </a:custGeom>
            <a:solidFill>
              <a:srgbClr val="8195A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21" name="Google Shape;8621;p69"/>
            <p:cNvSpPr/>
            <p:nvPr/>
          </p:nvSpPr>
          <p:spPr>
            <a:xfrm>
              <a:off x="5072228" y="2677611"/>
              <a:ext cx="161504" cy="52465"/>
            </a:xfrm>
            <a:custGeom>
              <a:avLst/>
              <a:gdLst/>
              <a:ahLst/>
              <a:cxnLst/>
              <a:rect l="l" t="t" r="r" b="b"/>
              <a:pathLst>
                <a:path w="6169" h="2004" extrusionOk="0">
                  <a:moveTo>
                    <a:pt x="0" y="0"/>
                  </a:moveTo>
                  <a:lnTo>
                    <a:pt x="0" y="2003"/>
                  </a:lnTo>
                  <a:lnTo>
                    <a:pt x="1293" y="2003"/>
                  </a:lnTo>
                  <a:cubicBezTo>
                    <a:pt x="1403" y="1230"/>
                    <a:pt x="2066" y="658"/>
                    <a:pt x="2849" y="658"/>
                  </a:cubicBezTo>
                  <a:cubicBezTo>
                    <a:pt x="3627" y="658"/>
                    <a:pt x="4290" y="1225"/>
                    <a:pt x="4406" y="1999"/>
                  </a:cubicBezTo>
                  <a:lnTo>
                    <a:pt x="5539" y="1999"/>
                  </a:lnTo>
                  <a:cubicBezTo>
                    <a:pt x="5885" y="1999"/>
                    <a:pt x="6169" y="1715"/>
                    <a:pt x="6169" y="1364"/>
                  </a:cubicBezTo>
                  <a:lnTo>
                    <a:pt x="6169" y="0"/>
                  </a:lnTo>
                  <a:close/>
                </a:path>
              </a:pathLst>
            </a:custGeom>
            <a:solidFill>
              <a:srgbClr val="8195A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22" name="Google Shape;8622;p69"/>
            <p:cNvSpPr/>
            <p:nvPr/>
          </p:nvSpPr>
          <p:spPr>
            <a:xfrm>
              <a:off x="5189829" y="2677480"/>
              <a:ext cx="43904" cy="52334"/>
            </a:xfrm>
            <a:custGeom>
              <a:avLst/>
              <a:gdLst/>
              <a:ahLst/>
              <a:cxnLst/>
              <a:rect l="l" t="t" r="r" b="b"/>
              <a:pathLst>
                <a:path w="1677" h="1999" extrusionOk="0">
                  <a:moveTo>
                    <a:pt x="634" y="0"/>
                  </a:moveTo>
                  <a:lnTo>
                    <a:pt x="634" y="1365"/>
                  </a:lnTo>
                  <a:cubicBezTo>
                    <a:pt x="634" y="1715"/>
                    <a:pt x="351" y="1999"/>
                    <a:pt x="0" y="1999"/>
                  </a:cubicBezTo>
                  <a:lnTo>
                    <a:pt x="1047" y="1999"/>
                  </a:lnTo>
                  <a:cubicBezTo>
                    <a:pt x="1393" y="1999"/>
                    <a:pt x="1677" y="1715"/>
                    <a:pt x="1677" y="1365"/>
                  </a:cubicBezTo>
                  <a:lnTo>
                    <a:pt x="1677" y="0"/>
                  </a:lnTo>
                  <a:close/>
                </a:path>
              </a:pathLst>
            </a:custGeom>
            <a:solidFill>
              <a:srgbClr val="71889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23" name="Google Shape;8623;p69"/>
            <p:cNvSpPr/>
            <p:nvPr/>
          </p:nvSpPr>
          <p:spPr>
            <a:xfrm>
              <a:off x="4875904" y="2677480"/>
              <a:ext cx="196219" cy="52334"/>
            </a:xfrm>
            <a:custGeom>
              <a:avLst/>
              <a:gdLst/>
              <a:ahLst/>
              <a:cxnLst/>
              <a:rect l="l" t="t" r="r" b="b"/>
              <a:pathLst>
                <a:path w="7495" h="1999" extrusionOk="0">
                  <a:moveTo>
                    <a:pt x="0" y="0"/>
                  </a:moveTo>
                  <a:lnTo>
                    <a:pt x="0" y="1365"/>
                  </a:lnTo>
                  <a:cubicBezTo>
                    <a:pt x="5" y="1715"/>
                    <a:pt x="288" y="1994"/>
                    <a:pt x="639" y="1999"/>
                  </a:cubicBezTo>
                  <a:lnTo>
                    <a:pt x="2196" y="1999"/>
                  </a:lnTo>
                  <a:cubicBezTo>
                    <a:pt x="2311" y="1230"/>
                    <a:pt x="2974" y="658"/>
                    <a:pt x="3752" y="658"/>
                  </a:cubicBezTo>
                  <a:cubicBezTo>
                    <a:pt x="4530" y="658"/>
                    <a:pt x="5189" y="1230"/>
                    <a:pt x="5304" y="1999"/>
                  </a:cubicBezTo>
                  <a:lnTo>
                    <a:pt x="7495" y="1999"/>
                  </a:lnTo>
                  <a:lnTo>
                    <a:pt x="7495" y="0"/>
                  </a:lnTo>
                  <a:close/>
                </a:path>
              </a:pathLst>
            </a:custGeom>
            <a:solidFill>
              <a:srgbClr val="8195A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24" name="Google Shape;8624;p69"/>
            <p:cNvSpPr/>
            <p:nvPr/>
          </p:nvSpPr>
          <p:spPr>
            <a:xfrm>
              <a:off x="5040917" y="2677480"/>
              <a:ext cx="31468" cy="52334"/>
            </a:xfrm>
            <a:custGeom>
              <a:avLst/>
              <a:gdLst/>
              <a:ahLst/>
              <a:cxnLst/>
              <a:rect l="l" t="t" r="r" b="b"/>
              <a:pathLst>
                <a:path w="1202" h="1999" extrusionOk="0">
                  <a:moveTo>
                    <a:pt x="0" y="0"/>
                  </a:moveTo>
                  <a:lnTo>
                    <a:pt x="0" y="1999"/>
                  </a:lnTo>
                  <a:lnTo>
                    <a:pt x="1201" y="1999"/>
                  </a:lnTo>
                  <a:lnTo>
                    <a:pt x="1201" y="0"/>
                  </a:lnTo>
                  <a:close/>
                </a:path>
              </a:pathLst>
            </a:custGeom>
            <a:solidFill>
              <a:srgbClr val="71889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25" name="Google Shape;8625;p69"/>
            <p:cNvSpPr/>
            <p:nvPr/>
          </p:nvSpPr>
          <p:spPr>
            <a:xfrm>
              <a:off x="5104299" y="2574855"/>
              <a:ext cx="76629" cy="72335"/>
            </a:xfrm>
            <a:custGeom>
              <a:avLst/>
              <a:gdLst/>
              <a:ahLst/>
              <a:cxnLst/>
              <a:rect l="l" t="t" r="r" b="b"/>
              <a:pathLst>
                <a:path w="2927" h="2763" extrusionOk="0">
                  <a:moveTo>
                    <a:pt x="1533" y="413"/>
                  </a:moveTo>
                  <a:lnTo>
                    <a:pt x="2513" y="1552"/>
                  </a:lnTo>
                  <a:lnTo>
                    <a:pt x="2513" y="2349"/>
                  </a:lnTo>
                  <a:lnTo>
                    <a:pt x="409" y="2349"/>
                  </a:lnTo>
                  <a:lnTo>
                    <a:pt x="409" y="413"/>
                  </a:lnTo>
                  <a:close/>
                  <a:moveTo>
                    <a:pt x="202" y="0"/>
                  </a:moveTo>
                  <a:cubicBezTo>
                    <a:pt x="92" y="0"/>
                    <a:pt x="0" y="91"/>
                    <a:pt x="0" y="207"/>
                  </a:cubicBezTo>
                  <a:lnTo>
                    <a:pt x="0" y="2556"/>
                  </a:lnTo>
                  <a:cubicBezTo>
                    <a:pt x="0" y="2666"/>
                    <a:pt x="92" y="2763"/>
                    <a:pt x="202" y="2763"/>
                  </a:cubicBezTo>
                  <a:lnTo>
                    <a:pt x="2724" y="2763"/>
                  </a:lnTo>
                  <a:cubicBezTo>
                    <a:pt x="2835" y="2763"/>
                    <a:pt x="2926" y="2666"/>
                    <a:pt x="2926" y="2556"/>
                  </a:cubicBezTo>
                  <a:lnTo>
                    <a:pt x="2926" y="1475"/>
                  </a:lnTo>
                  <a:cubicBezTo>
                    <a:pt x="2926" y="1341"/>
                    <a:pt x="2907" y="1408"/>
                    <a:pt x="1787" y="72"/>
                  </a:cubicBezTo>
                  <a:cubicBezTo>
                    <a:pt x="1749" y="29"/>
                    <a:pt x="1691" y="0"/>
                    <a:pt x="1634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26" name="Google Shape;8626;p69"/>
            <p:cNvSpPr/>
            <p:nvPr/>
          </p:nvSpPr>
          <p:spPr>
            <a:xfrm>
              <a:off x="4943554" y="2713059"/>
              <a:ext cx="53617" cy="45894"/>
            </a:xfrm>
            <a:custGeom>
              <a:avLst/>
              <a:gdLst/>
              <a:ahLst/>
              <a:cxnLst/>
              <a:rect l="l" t="t" r="r" b="b"/>
              <a:pathLst>
                <a:path w="2048" h="1753" extrusionOk="0">
                  <a:moveTo>
                    <a:pt x="1167" y="411"/>
                  </a:moveTo>
                  <a:cubicBezTo>
                    <a:pt x="1406" y="411"/>
                    <a:pt x="1634" y="596"/>
                    <a:pt x="1634" y="875"/>
                  </a:cubicBezTo>
                  <a:cubicBezTo>
                    <a:pt x="1634" y="1130"/>
                    <a:pt x="1428" y="1336"/>
                    <a:pt x="1168" y="1336"/>
                  </a:cubicBezTo>
                  <a:cubicBezTo>
                    <a:pt x="760" y="1336"/>
                    <a:pt x="553" y="837"/>
                    <a:pt x="841" y="548"/>
                  </a:cubicBezTo>
                  <a:cubicBezTo>
                    <a:pt x="936" y="453"/>
                    <a:pt x="1053" y="411"/>
                    <a:pt x="1167" y="411"/>
                  </a:cubicBezTo>
                  <a:close/>
                  <a:moveTo>
                    <a:pt x="1168" y="1"/>
                  </a:moveTo>
                  <a:cubicBezTo>
                    <a:pt x="390" y="1"/>
                    <a:pt x="1" y="942"/>
                    <a:pt x="553" y="1495"/>
                  </a:cubicBezTo>
                  <a:cubicBezTo>
                    <a:pt x="730" y="1673"/>
                    <a:pt x="948" y="1753"/>
                    <a:pt x="1163" y="1753"/>
                  </a:cubicBezTo>
                  <a:cubicBezTo>
                    <a:pt x="1613" y="1753"/>
                    <a:pt x="2047" y="1402"/>
                    <a:pt x="2047" y="875"/>
                  </a:cubicBezTo>
                  <a:cubicBezTo>
                    <a:pt x="2043" y="390"/>
                    <a:pt x="1653" y="1"/>
                    <a:pt x="1168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27" name="Google Shape;8627;p69"/>
            <p:cNvSpPr/>
            <p:nvPr/>
          </p:nvSpPr>
          <p:spPr>
            <a:xfrm>
              <a:off x="5116106" y="2713059"/>
              <a:ext cx="53617" cy="45894"/>
            </a:xfrm>
            <a:custGeom>
              <a:avLst/>
              <a:gdLst/>
              <a:ahLst/>
              <a:cxnLst/>
              <a:rect l="l" t="t" r="r" b="b"/>
              <a:pathLst>
                <a:path w="2048" h="1753" extrusionOk="0">
                  <a:moveTo>
                    <a:pt x="1169" y="411"/>
                  </a:moveTo>
                  <a:cubicBezTo>
                    <a:pt x="1406" y="411"/>
                    <a:pt x="1634" y="596"/>
                    <a:pt x="1634" y="875"/>
                  </a:cubicBezTo>
                  <a:cubicBezTo>
                    <a:pt x="1634" y="1130"/>
                    <a:pt x="1428" y="1336"/>
                    <a:pt x="1173" y="1336"/>
                  </a:cubicBezTo>
                  <a:cubicBezTo>
                    <a:pt x="760" y="1336"/>
                    <a:pt x="553" y="837"/>
                    <a:pt x="846" y="548"/>
                  </a:cubicBezTo>
                  <a:cubicBezTo>
                    <a:pt x="940" y="453"/>
                    <a:pt x="1055" y="411"/>
                    <a:pt x="1169" y="411"/>
                  </a:cubicBezTo>
                  <a:close/>
                  <a:moveTo>
                    <a:pt x="1173" y="1"/>
                  </a:moveTo>
                  <a:cubicBezTo>
                    <a:pt x="390" y="1"/>
                    <a:pt x="1" y="942"/>
                    <a:pt x="553" y="1495"/>
                  </a:cubicBezTo>
                  <a:cubicBezTo>
                    <a:pt x="732" y="1673"/>
                    <a:pt x="951" y="1753"/>
                    <a:pt x="1165" y="1753"/>
                  </a:cubicBezTo>
                  <a:cubicBezTo>
                    <a:pt x="1616" y="1753"/>
                    <a:pt x="2047" y="1402"/>
                    <a:pt x="2047" y="875"/>
                  </a:cubicBezTo>
                  <a:cubicBezTo>
                    <a:pt x="2047" y="390"/>
                    <a:pt x="1654" y="1"/>
                    <a:pt x="1173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28" name="Google Shape;8628;p69"/>
            <p:cNvSpPr/>
            <p:nvPr/>
          </p:nvSpPr>
          <p:spPr>
            <a:xfrm>
              <a:off x="4923552" y="2543910"/>
              <a:ext cx="101160" cy="101029"/>
            </a:xfrm>
            <a:custGeom>
              <a:avLst/>
              <a:gdLst/>
              <a:ahLst/>
              <a:cxnLst/>
              <a:rect l="l" t="t" r="r" b="b"/>
              <a:pathLst>
                <a:path w="3864" h="3859" extrusionOk="0">
                  <a:moveTo>
                    <a:pt x="2182" y="414"/>
                  </a:moveTo>
                  <a:cubicBezTo>
                    <a:pt x="2244" y="414"/>
                    <a:pt x="2297" y="462"/>
                    <a:pt x="2297" y="529"/>
                  </a:cubicBezTo>
                  <a:lnTo>
                    <a:pt x="2297" y="1365"/>
                  </a:lnTo>
                  <a:cubicBezTo>
                    <a:pt x="2297" y="1475"/>
                    <a:pt x="2389" y="1567"/>
                    <a:pt x="2504" y="1567"/>
                  </a:cubicBezTo>
                  <a:lnTo>
                    <a:pt x="3340" y="1567"/>
                  </a:lnTo>
                  <a:cubicBezTo>
                    <a:pt x="3402" y="1567"/>
                    <a:pt x="3455" y="1619"/>
                    <a:pt x="3455" y="1682"/>
                  </a:cubicBezTo>
                  <a:lnTo>
                    <a:pt x="3455" y="2177"/>
                  </a:lnTo>
                  <a:cubicBezTo>
                    <a:pt x="3455" y="2244"/>
                    <a:pt x="3402" y="2297"/>
                    <a:pt x="3340" y="2297"/>
                  </a:cubicBezTo>
                  <a:lnTo>
                    <a:pt x="2504" y="2297"/>
                  </a:lnTo>
                  <a:cubicBezTo>
                    <a:pt x="2501" y="2297"/>
                    <a:pt x="2498" y="2297"/>
                    <a:pt x="2496" y="2297"/>
                  </a:cubicBezTo>
                  <a:cubicBezTo>
                    <a:pt x="2384" y="2297"/>
                    <a:pt x="2297" y="2391"/>
                    <a:pt x="2297" y="2498"/>
                  </a:cubicBezTo>
                  <a:lnTo>
                    <a:pt x="2297" y="3334"/>
                  </a:lnTo>
                  <a:cubicBezTo>
                    <a:pt x="2297" y="3397"/>
                    <a:pt x="2244" y="3450"/>
                    <a:pt x="2182" y="3450"/>
                  </a:cubicBezTo>
                  <a:lnTo>
                    <a:pt x="1687" y="3450"/>
                  </a:lnTo>
                  <a:cubicBezTo>
                    <a:pt x="1625" y="3450"/>
                    <a:pt x="1572" y="3397"/>
                    <a:pt x="1572" y="3334"/>
                  </a:cubicBezTo>
                  <a:lnTo>
                    <a:pt x="1572" y="2498"/>
                  </a:lnTo>
                  <a:cubicBezTo>
                    <a:pt x="1572" y="2388"/>
                    <a:pt x="1481" y="2297"/>
                    <a:pt x="1365" y="2297"/>
                  </a:cubicBezTo>
                  <a:lnTo>
                    <a:pt x="534" y="2297"/>
                  </a:lnTo>
                  <a:cubicBezTo>
                    <a:pt x="467" y="2297"/>
                    <a:pt x="414" y="2244"/>
                    <a:pt x="414" y="2177"/>
                  </a:cubicBezTo>
                  <a:lnTo>
                    <a:pt x="414" y="1682"/>
                  </a:lnTo>
                  <a:cubicBezTo>
                    <a:pt x="414" y="1619"/>
                    <a:pt x="467" y="1567"/>
                    <a:pt x="534" y="1567"/>
                  </a:cubicBezTo>
                  <a:lnTo>
                    <a:pt x="1365" y="1567"/>
                  </a:lnTo>
                  <a:cubicBezTo>
                    <a:pt x="1481" y="1567"/>
                    <a:pt x="1572" y="1475"/>
                    <a:pt x="1572" y="1360"/>
                  </a:cubicBezTo>
                  <a:lnTo>
                    <a:pt x="1572" y="529"/>
                  </a:lnTo>
                  <a:cubicBezTo>
                    <a:pt x="1572" y="462"/>
                    <a:pt x="1625" y="414"/>
                    <a:pt x="1687" y="414"/>
                  </a:cubicBezTo>
                  <a:close/>
                  <a:moveTo>
                    <a:pt x="1687" y="0"/>
                  </a:moveTo>
                  <a:cubicBezTo>
                    <a:pt x="1394" y="0"/>
                    <a:pt x="1159" y="236"/>
                    <a:pt x="1159" y="529"/>
                  </a:cubicBezTo>
                  <a:lnTo>
                    <a:pt x="1159" y="1153"/>
                  </a:lnTo>
                  <a:lnTo>
                    <a:pt x="534" y="1153"/>
                  </a:lnTo>
                  <a:cubicBezTo>
                    <a:pt x="241" y="1153"/>
                    <a:pt x="1" y="1389"/>
                    <a:pt x="6" y="1682"/>
                  </a:cubicBezTo>
                  <a:lnTo>
                    <a:pt x="6" y="2172"/>
                  </a:lnTo>
                  <a:cubicBezTo>
                    <a:pt x="1" y="2465"/>
                    <a:pt x="236" y="2705"/>
                    <a:pt x="529" y="2705"/>
                  </a:cubicBezTo>
                  <a:lnTo>
                    <a:pt x="1154" y="2705"/>
                  </a:lnTo>
                  <a:lnTo>
                    <a:pt x="1154" y="3330"/>
                  </a:lnTo>
                  <a:cubicBezTo>
                    <a:pt x="1154" y="3623"/>
                    <a:pt x="1389" y="3858"/>
                    <a:pt x="1682" y="3858"/>
                  </a:cubicBezTo>
                  <a:lnTo>
                    <a:pt x="2177" y="3858"/>
                  </a:lnTo>
                  <a:cubicBezTo>
                    <a:pt x="2180" y="3858"/>
                    <a:pt x="2183" y="3858"/>
                    <a:pt x="2186" y="3858"/>
                  </a:cubicBezTo>
                  <a:cubicBezTo>
                    <a:pt x="2475" y="3858"/>
                    <a:pt x="2706" y="3620"/>
                    <a:pt x="2706" y="3330"/>
                  </a:cubicBezTo>
                  <a:lnTo>
                    <a:pt x="2706" y="2705"/>
                  </a:lnTo>
                  <a:lnTo>
                    <a:pt x="3330" y="2705"/>
                  </a:lnTo>
                  <a:cubicBezTo>
                    <a:pt x="3623" y="2705"/>
                    <a:pt x="3863" y="2470"/>
                    <a:pt x="3859" y="2177"/>
                  </a:cubicBezTo>
                  <a:lnTo>
                    <a:pt x="3859" y="1682"/>
                  </a:lnTo>
                  <a:cubicBezTo>
                    <a:pt x="3859" y="1389"/>
                    <a:pt x="3623" y="1153"/>
                    <a:pt x="3330" y="1153"/>
                  </a:cubicBezTo>
                  <a:lnTo>
                    <a:pt x="2706" y="1153"/>
                  </a:lnTo>
                  <a:lnTo>
                    <a:pt x="2706" y="529"/>
                  </a:lnTo>
                  <a:cubicBezTo>
                    <a:pt x="2706" y="236"/>
                    <a:pt x="2470" y="0"/>
                    <a:pt x="2177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29" name="Google Shape;8629;p69"/>
            <p:cNvSpPr/>
            <p:nvPr/>
          </p:nvSpPr>
          <p:spPr>
            <a:xfrm>
              <a:off x="4870747" y="2494220"/>
              <a:ext cx="368536" cy="288687"/>
            </a:xfrm>
            <a:custGeom>
              <a:avLst/>
              <a:gdLst/>
              <a:ahLst/>
              <a:cxnLst/>
              <a:rect l="l" t="t" r="r" b="b"/>
              <a:pathLst>
                <a:path w="14077" h="11027" extrusionOk="0">
                  <a:moveTo>
                    <a:pt x="9738" y="419"/>
                  </a:moveTo>
                  <a:cubicBezTo>
                    <a:pt x="10070" y="419"/>
                    <a:pt x="10339" y="688"/>
                    <a:pt x="10339" y="1019"/>
                  </a:cubicBezTo>
                  <a:lnTo>
                    <a:pt x="10339" y="1471"/>
                  </a:lnTo>
                  <a:lnTo>
                    <a:pt x="9138" y="1471"/>
                  </a:lnTo>
                  <a:lnTo>
                    <a:pt x="9138" y="1019"/>
                  </a:lnTo>
                  <a:cubicBezTo>
                    <a:pt x="9138" y="688"/>
                    <a:pt x="9407" y="419"/>
                    <a:pt x="9738" y="419"/>
                  </a:cubicBezTo>
                  <a:close/>
                  <a:moveTo>
                    <a:pt x="10574" y="1884"/>
                  </a:moveTo>
                  <a:lnTo>
                    <a:pt x="10574" y="2067"/>
                  </a:lnTo>
                  <a:lnTo>
                    <a:pt x="8902" y="2067"/>
                  </a:lnTo>
                  <a:lnTo>
                    <a:pt x="8902" y="1884"/>
                  </a:lnTo>
                  <a:close/>
                  <a:moveTo>
                    <a:pt x="13663" y="7207"/>
                  </a:moveTo>
                  <a:lnTo>
                    <a:pt x="13663" y="8365"/>
                  </a:lnTo>
                  <a:cubicBezTo>
                    <a:pt x="13658" y="8600"/>
                    <a:pt x="13471" y="8792"/>
                    <a:pt x="13231" y="8792"/>
                  </a:cubicBezTo>
                  <a:lnTo>
                    <a:pt x="12270" y="8792"/>
                  </a:lnTo>
                  <a:cubicBezTo>
                    <a:pt x="12265" y="8768"/>
                    <a:pt x="12255" y="8754"/>
                    <a:pt x="12246" y="8735"/>
                  </a:cubicBezTo>
                  <a:cubicBezTo>
                    <a:pt x="12030" y="7975"/>
                    <a:pt x="11338" y="7452"/>
                    <a:pt x="10545" y="7452"/>
                  </a:cubicBezTo>
                  <a:cubicBezTo>
                    <a:pt x="9757" y="7452"/>
                    <a:pt x="9061" y="7975"/>
                    <a:pt x="8845" y="8735"/>
                  </a:cubicBezTo>
                  <a:cubicBezTo>
                    <a:pt x="8840" y="8749"/>
                    <a:pt x="8825" y="8768"/>
                    <a:pt x="8820" y="8792"/>
                  </a:cubicBezTo>
                  <a:lnTo>
                    <a:pt x="7908" y="8792"/>
                  </a:lnTo>
                  <a:lnTo>
                    <a:pt x="7908" y="7207"/>
                  </a:lnTo>
                  <a:close/>
                  <a:moveTo>
                    <a:pt x="7485" y="7212"/>
                  </a:moveTo>
                  <a:lnTo>
                    <a:pt x="7485" y="8797"/>
                  </a:lnTo>
                  <a:lnTo>
                    <a:pt x="5674" y="8797"/>
                  </a:lnTo>
                  <a:cubicBezTo>
                    <a:pt x="5664" y="8773"/>
                    <a:pt x="5655" y="8759"/>
                    <a:pt x="5645" y="8735"/>
                  </a:cubicBezTo>
                  <a:cubicBezTo>
                    <a:pt x="5397" y="7877"/>
                    <a:pt x="4682" y="7459"/>
                    <a:pt x="3963" y="7459"/>
                  </a:cubicBezTo>
                  <a:cubicBezTo>
                    <a:pt x="3232" y="7459"/>
                    <a:pt x="2498" y="7892"/>
                    <a:pt x="2249" y="8735"/>
                  </a:cubicBezTo>
                  <a:lnTo>
                    <a:pt x="2249" y="8739"/>
                  </a:lnTo>
                  <a:cubicBezTo>
                    <a:pt x="2239" y="8759"/>
                    <a:pt x="2229" y="8778"/>
                    <a:pt x="2220" y="8797"/>
                  </a:cubicBezTo>
                  <a:lnTo>
                    <a:pt x="831" y="8797"/>
                  </a:lnTo>
                  <a:cubicBezTo>
                    <a:pt x="596" y="8797"/>
                    <a:pt x="404" y="8605"/>
                    <a:pt x="404" y="8369"/>
                  </a:cubicBezTo>
                  <a:lnTo>
                    <a:pt x="404" y="7212"/>
                  </a:lnTo>
                  <a:close/>
                  <a:moveTo>
                    <a:pt x="3949" y="7860"/>
                  </a:moveTo>
                  <a:cubicBezTo>
                    <a:pt x="4708" y="7860"/>
                    <a:pt x="5318" y="8475"/>
                    <a:pt x="5318" y="9229"/>
                  </a:cubicBezTo>
                  <a:cubicBezTo>
                    <a:pt x="5318" y="9988"/>
                    <a:pt x="4708" y="10598"/>
                    <a:pt x="3949" y="10598"/>
                  </a:cubicBezTo>
                  <a:cubicBezTo>
                    <a:pt x="3195" y="10598"/>
                    <a:pt x="2580" y="9988"/>
                    <a:pt x="2580" y="9229"/>
                  </a:cubicBezTo>
                  <a:cubicBezTo>
                    <a:pt x="2580" y="8475"/>
                    <a:pt x="3195" y="7860"/>
                    <a:pt x="3949" y="7860"/>
                  </a:cubicBezTo>
                  <a:close/>
                  <a:moveTo>
                    <a:pt x="10545" y="7860"/>
                  </a:moveTo>
                  <a:cubicBezTo>
                    <a:pt x="11299" y="7860"/>
                    <a:pt x="11914" y="8475"/>
                    <a:pt x="11914" y="9229"/>
                  </a:cubicBezTo>
                  <a:cubicBezTo>
                    <a:pt x="11914" y="9988"/>
                    <a:pt x="11299" y="10598"/>
                    <a:pt x="10545" y="10598"/>
                  </a:cubicBezTo>
                  <a:cubicBezTo>
                    <a:pt x="9786" y="10598"/>
                    <a:pt x="9176" y="9988"/>
                    <a:pt x="9176" y="9229"/>
                  </a:cubicBezTo>
                  <a:cubicBezTo>
                    <a:pt x="9176" y="8475"/>
                    <a:pt x="9786" y="7860"/>
                    <a:pt x="10545" y="7860"/>
                  </a:cubicBezTo>
                  <a:close/>
                  <a:moveTo>
                    <a:pt x="9743" y="1"/>
                  </a:moveTo>
                  <a:cubicBezTo>
                    <a:pt x="9186" y="1"/>
                    <a:pt x="8729" y="457"/>
                    <a:pt x="8729" y="1014"/>
                  </a:cubicBezTo>
                  <a:lnTo>
                    <a:pt x="8729" y="1471"/>
                  </a:lnTo>
                  <a:lnTo>
                    <a:pt x="8700" y="1471"/>
                  </a:lnTo>
                  <a:cubicBezTo>
                    <a:pt x="8585" y="1471"/>
                    <a:pt x="8494" y="1562"/>
                    <a:pt x="8494" y="1673"/>
                  </a:cubicBezTo>
                  <a:lnTo>
                    <a:pt x="8494" y="2067"/>
                  </a:lnTo>
                  <a:lnTo>
                    <a:pt x="7908" y="2067"/>
                  </a:lnTo>
                  <a:lnTo>
                    <a:pt x="7908" y="1317"/>
                  </a:lnTo>
                  <a:cubicBezTo>
                    <a:pt x="7908" y="851"/>
                    <a:pt x="7528" y="476"/>
                    <a:pt x="7067" y="476"/>
                  </a:cubicBezTo>
                  <a:lnTo>
                    <a:pt x="2830" y="476"/>
                  </a:lnTo>
                  <a:cubicBezTo>
                    <a:pt x="2556" y="476"/>
                    <a:pt x="2556" y="885"/>
                    <a:pt x="2830" y="885"/>
                  </a:cubicBezTo>
                  <a:lnTo>
                    <a:pt x="7067" y="885"/>
                  </a:lnTo>
                  <a:cubicBezTo>
                    <a:pt x="7302" y="885"/>
                    <a:pt x="7495" y="1077"/>
                    <a:pt x="7495" y="1312"/>
                  </a:cubicBezTo>
                  <a:lnTo>
                    <a:pt x="7495" y="6789"/>
                  </a:lnTo>
                  <a:lnTo>
                    <a:pt x="413" y="6789"/>
                  </a:lnTo>
                  <a:lnTo>
                    <a:pt x="413" y="1312"/>
                  </a:lnTo>
                  <a:cubicBezTo>
                    <a:pt x="413" y="1077"/>
                    <a:pt x="606" y="885"/>
                    <a:pt x="841" y="885"/>
                  </a:cubicBezTo>
                  <a:lnTo>
                    <a:pt x="1802" y="885"/>
                  </a:lnTo>
                  <a:cubicBezTo>
                    <a:pt x="2076" y="885"/>
                    <a:pt x="2076" y="476"/>
                    <a:pt x="1802" y="472"/>
                  </a:cubicBezTo>
                  <a:lnTo>
                    <a:pt x="841" y="472"/>
                  </a:lnTo>
                  <a:cubicBezTo>
                    <a:pt x="375" y="472"/>
                    <a:pt x="0" y="851"/>
                    <a:pt x="0" y="1312"/>
                  </a:cubicBezTo>
                  <a:lnTo>
                    <a:pt x="0" y="8360"/>
                  </a:lnTo>
                  <a:cubicBezTo>
                    <a:pt x="0" y="8826"/>
                    <a:pt x="375" y="9201"/>
                    <a:pt x="841" y="9201"/>
                  </a:cubicBezTo>
                  <a:lnTo>
                    <a:pt x="2176" y="9201"/>
                  </a:lnTo>
                  <a:cubicBezTo>
                    <a:pt x="2148" y="10200"/>
                    <a:pt x="2950" y="11026"/>
                    <a:pt x="3949" y="11026"/>
                  </a:cubicBezTo>
                  <a:cubicBezTo>
                    <a:pt x="4948" y="11026"/>
                    <a:pt x="5751" y="10200"/>
                    <a:pt x="5727" y="9201"/>
                  </a:cubicBezTo>
                  <a:lnTo>
                    <a:pt x="8768" y="9201"/>
                  </a:lnTo>
                  <a:cubicBezTo>
                    <a:pt x="8744" y="10200"/>
                    <a:pt x="9546" y="11026"/>
                    <a:pt x="10545" y="11026"/>
                  </a:cubicBezTo>
                  <a:cubicBezTo>
                    <a:pt x="11544" y="11026"/>
                    <a:pt x="12347" y="10200"/>
                    <a:pt x="12318" y="9201"/>
                  </a:cubicBezTo>
                  <a:lnTo>
                    <a:pt x="13231" y="9201"/>
                  </a:lnTo>
                  <a:cubicBezTo>
                    <a:pt x="13692" y="9201"/>
                    <a:pt x="14071" y="8826"/>
                    <a:pt x="14071" y="8360"/>
                  </a:cubicBezTo>
                  <a:lnTo>
                    <a:pt x="14071" y="5247"/>
                  </a:lnTo>
                  <a:lnTo>
                    <a:pt x="14076" y="5247"/>
                  </a:lnTo>
                  <a:cubicBezTo>
                    <a:pt x="14071" y="4973"/>
                    <a:pt x="13975" y="4709"/>
                    <a:pt x="13793" y="4507"/>
                  </a:cubicBezTo>
                  <a:lnTo>
                    <a:pt x="13034" y="3661"/>
                  </a:lnTo>
                  <a:cubicBezTo>
                    <a:pt x="12988" y="3610"/>
                    <a:pt x="12935" y="3589"/>
                    <a:pt x="12883" y="3589"/>
                  </a:cubicBezTo>
                  <a:cubicBezTo>
                    <a:pt x="12727" y="3589"/>
                    <a:pt x="12585" y="3785"/>
                    <a:pt x="12726" y="3940"/>
                  </a:cubicBezTo>
                  <a:lnTo>
                    <a:pt x="13485" y="4786"/>
                  </a:lnTo>
                  <a:cubicBezTo>
                    <a:pt x="13601" y="4911"/>
                    <a:pt x="13663" y="5079"/>
                    <a:pt x="13663" y="5247"/>
                  </a:cubicBezTo>
                  <a:lnTo>
                    <a:pt x="13663" y="6799"/>
                  </a:lnTo>
                  <a:lnTo>
                    <a:pt x="7908" y="6799"/>
                  </a:lnTo>
                  <a:lnTo>
                    <a:pt x="7908" y="2480"/>
                  </a:lnTo>
                  <a:lnTo>
                    <a:pt x="11117" y="2480"/>
                  </a:lnTo>
                  <a:cubicBezTo>
                    <a:pt x="11314" y="2480"/>
                    <a:pt x="11501" y="2566"/>
                    <a:pt x="11636" y="2710"/>
                  </a:cubicBezTo>
                  <a:lnTo>
                    <a:pt x="12010" y="3123"/>
                  </a:lnTo>
                  <a:cubicBezTo>
                    <a:pt x="12056" y="3175"/>
                    <a:pt x="12110" y="3197"/>
                    <a:pt x="12162" y="3197"/>
                  </a:cubicBezTo>
                  <a:cubicBezTo>
                    <a:pt x="12316" y="3197"/>
                    <a:pt x="12455" y="3004"/>
                    <a:pt x="12318" y="2850"/>
                  </a:cubicBezTo>
                  <a:lnTo>
                    <a:pt x="11943" y="2432"/>
                  </a:lnTo>
                  <a:cubicBezTo>
                    <a:pt x="11643" y="2098"/>
                    <a:pt x="11271" y="2065"/>
                    <a:pt x="11095" y="2065"/>
                  </a:cubicBezTo>
                  <a:cubicBezTo>
                    <a:pt x="11051" y="2065"/>
                    <a:pt x="11019" y="2067"/>
                    <a:pt x="11004" y="2067"/>
                  </a:cubicBezTo>
                  <a:cubicBezTo>
                    <a:pt x="11001" y="2067"/>
                    <a:pt x="10998" y="2067"/>
                    <a:pt x="10997" y="2067"/>
                  </a:cubicBezTo>
                  <a:lnTo>
                    <a:pt x="10997" y="1673"/>
                  </a:lnTo>
                  <a:cubicBezTo>
                    <a:pt x="10997" y="1562"/>
                    <a:pt x="10901" y="1471"/>
                    <a:pt x="10790" y="1471"/>
                  </a:cubicBezTo>
                  <a:lnTo>
                    <a:pt x="10757" y="1471"/>
                  </a:lnTo>
                  <a:lnTo>
                    <a:pt x="10757" y="1014"/>
                  </a:lnTo>
                  <a:cubicBezTo>
                    <a:pt x="10757" y="457"/>
                    <a:pt x="10305" y="1"/>
                    <a:pt x="9743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630" name="Google Shape;8630;p69"/>
          <p:cNvGrpSpPr/>
          <p:nvPr/>
        </p:nvGrpSpPr>
        <p:grpSpPr>
          <a:xfrm>
            <a:off x="3975231" y="2483816"/>
            <a:ext cx="277953" cy="275970"/>
            <a:chOff x="5300308" y="2454505"/>
            <a:chExt cx="370604" cy="367960"/>
          </a:xfrm>
        </p:grpSpPr>
        <p:sp>
          <p:nvSpPr>
            <p:cNvPr id="8631" name="Google Shape;8631;p69"/>
            <p:cNvSpPr/>
            <p:nvPr/>
          </p:nvSpPr>
          <p:spPr>
            <a:xfrm>
              <a:off x="5585487" y="2460029"/>
              <a:ext cx="79509" cy="79378"/>
            </a:xfrm>
            <a:custGeom>
              <a:avLst/>
              <a:gdLst/>
              <a:ahLst/>
              <a:cxnLst/>
              <a:rect l="l" t="t" r="r" b="b"/>
              <a:pathLst>
                <a:path w="3037" h="3032" extrusionOk="0">
                  <a:moveTo>
                    <a:pt x="380" y="0"/>
                  </a:moveTo>
                  <a:lnTo>
                    <a:pt x="1" y="375"/>
                  </a:lnTo>
                  <a:lnTo>
                    <a:pt x="2657" y="3031"/>
                  </a:lnTo>
                  <a:lnTo>
                    <a:pt x="3037" y="2657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93AAB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32" name="Google Shape;8632;p69"/>
            <p:cNvSpPr/>
            <p:nvPr/>
          </p:nvSpPr>
          <p:spPr>
            <a:xfrm>
              <a:off x="5372565" y="2708791"/>
              <a:ext cx="43537" cy="42464"/>
            </a:xfrm>
            <a:custGeom>
              <a:avLst/>
              <a:gdLst/>
              <a:ahLst/>
              <a:cxnLst/>
              <a:rect l="l" t="t" r="r" b="b"/>
              <a:pathLst>
                <a:path w="1663" h="1622" extrusionOk="0">
                  <a:moveTo>
                    <a:pt x="721" y="0"/>
                  </a:moveTo>
                  <a:lnTo>
                    <a:pt x="169" y="558"/>
                  </a:lnTo>
                  <a:cubicBezTo>
                    <a:pt x="0" y="726"/>
                    <a:pt x="0" y="995"/>
                    <a:pt x="169" y="1168"/>
                  </a:cubicBezTo>
                  <a:lnTo>
                    <a:pt x="500" y="1499"/>
                  </a:lnTo>
                  <a:cubicBezTo>
                    <a:pt x="584" y="1581"/>
                    <a:pt x="693" y="1622"/>
                    <a:pt x="803" y="1622"/>
                  </a:cubicBezTo>
                  <a:cubicBezTo>
                    <a:pt x="913" y="1622"/>
                    <a:pt x="1024" y="1581"/>
                    <a:pt x="1110" y="1499"/>
                  </a:cubicBezTo>
                  <a:lnTo>
                    <a:pt x="1663" y="942"/>
                  </a:lnTo>
                  <a:lnTo>
                    <a:pt x="721" y="0"/>
                  </a:lnTo>
                  <a:close/>
                </a:path>
              </a:pathLst>
            </a:custGeom>
            <a:solidFill>
              <a:srgbClr val="F2F5F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33" name="Google Shape;8633;p69"/>
            <p:cNvSpPr/>
            <p:nvPr/>
          </p:nvSpPr>
          <p:spPr>
            <a:xfrm>
              <a:off x="5390682" y="2530322"/>
              <a:ext cx="204152" cy="202607"/>
            </a:xfrm>
            <a:custGeom>
              <a:avLst/>
              <a:gdLst/>
              <a:ahLst/>
              <a:cxnLst/>
              <a:rect l="l" t="t" r="r" b="b"/>
              <a:pathLst>
                <a:path w="7798" h="7739" extrusionOk="0">
                  <a:moveTo>
                    <a:pt x="5338" y="1"/>
                  </a:moveTo>
                  <a:lnTo>
                    <a:pt x="961" y="4377"/>
                  </a:lnTo>
                  <a:cubicBezTo>
                    <a:pt x="327" y="5011"/>
                    <a:pt x="0" y="5900"/>
                    <a:pt x="67" y="6798"/>
                  </a:cubicBezTo>
                  <a:cubicBezTo>
                    <a:pt x="106" y="7293"/>
                    <a:pt x="500" y="7692"/>
                    <a:pt x="999" y="7730"/>
                  </a:cubicBezTo>
                  <a:cubicBezTo>
                    <a:pt x="1077" y="7736"/>
                    <a:pt x="1154" y="7739"/>
                    <a:pt x="1231" y="7739"/>
                  </a:cubicBezTo>
                  <a:cubicBezTo>
                    <a:pt x="2048" y="7739"/>
                    <a:pt x="2837" y="7416"/>
                    <a:pt x="3421" y="6837"/>
                  </a:cubicBezTo>
                  <a:lnTo>
                    <a:pt x="6404" y="3849"/>
                  </a:lnTo>
                  <a:lnTo>
                    <a:pt x="6894" y="3354"/>
                  </a:lnTo>
                  <a:lnTo>
                    <a:pt x="7797" y="2455"/>
                  </a:lnTo>
                  <a:lnTo>
                    <a:pt x="5338" y="1"/>
                  </a:lnTo>
                  <a:close/>
                </a:path>
              </a:pathLst>
            </a:custGeom>
            <a:solidFill>
              <a:srgbClr val="F2F5F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34" name="Google Shape;8634;p69"/>
            <p:cNvSpPr/>
            <p:nvPr/>
          </p:nvSpPr>
          <p:spPr>
            <a:xfrm>
              <a:off x="5394321" y="2580117"/>
              <a:ext cx="200513" cy="152708"/>
            </a:xfrm>
            <a:custGeom>
              <a:avLst/>
              <a:gdLst/>
              <a:ahLst/>
              <a:cxnLst/>
              <a:rect l="l" t="t" r="r" b="b"/>
              <a:pathLst>
                <a:path w="7659" h="5833" extrusionOk="0">
                  <a:moveTo>
                    <a:pt x="7106" y="1"/>
                  </a:moveTo>
                  <a:lnTo>
                    <a:pt x="2729" y="4382"/>
                  </a:lnTo>
                  <a:cubicBezTo>
                    <a:pt x="2145" y="4962"/>
                    <a:pt x="1357" y="5284"/>
                    <a:pt x="540" y="5284"/>
                  </a:cubicBezTo>
                  <a:cubicBezTo>
                    <a:pt x="463" y="5284"/>
                    <a:pt x="385" y="5282"/>
                    <a:pt x="308" y="5276"/>
                  </a:cubicBezTo>
                  <a:cubicBezTo>
                    <a:pt x="202" y="5266"/>
                    <a:pt x="97" y="5242"/>
                    <a:pt x="1" y="5199"/>
                  </a:cubicBezTo>
                  <a:lnTo>
                    <a:pt x="1" y="5199"/>
                  </a:lnTo>
                  <a:cubicBezTo>
                    <a:pt x="145" y="5550"/>
                    <a:pt x="476" y="5790"/>
                    <a:pt x="856" y="5823"/>
                  </a:cubicBezTo>
                  <a:cubicBezTo>
                    <a:pt x="933" y="5829"/>
                    <a:pt x="1011" y="5832"/>
                    <a:pt x="1088" y="5832"/>
                  </a:cubicBezTo>
                  <a:cubicBezTo>
                    <a:pt x="1909" y="5832"/>
                    <a:pt x="2698" y="5509"/>
                    <a:pt x="3282" y="4925"/>
                  </a:cubicBezTo>
                  <a:lnTo>
                    <a:pt x="7658" y="549"/>
                  </a:lnTo>
                  <a:lnTo>
                    <a:pt x="7106" y="1"/>
                  </a:lnTo>
                  <a:close/>
                </a:path>
              </a:pathLst>
            </a:custGeom>
            <a:solidFill>
              <a:srgbClr val="B8C1C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35" name="Google Shape;8635;p69"/>
            <p:cNvSpPr/>
            <p:nvPr/>
          </p:nvSpPr>
          <p:spPr>
            <a:xfrm>
              <a:off x="5390289" y="2604412"/>
              <a:ext cx="132104" cy="128413"/>
            </a:xfrm>
            <a:custGeom>
              <a:avLst/>
              <a:gdLst/>
              <a:ahLst/>
              <a:cxnLst/>
              <a:rect l="l" t="t" r="r" b="b"/>
              <a:pathLst>
                <a:path w="5046" h="4905" extrusionOk="0">
                  <a:moveTo>
                    <a:pt x="2509" y="0"/>
                  </a:moveTo>
                  <a:lnTo>
                    <a:pt x="966" y="1542"/>
                  </a:lnTo>
                  <a:cubicBezTo>
                    <a:pt x="327" y="2181"/>
                    <a:pt x="1" y="3065"/>
                    <a:pt x="73" y="3963"/>
                  </a:cubicBezTo>
                  <a:cubicBezTo>
                    <a:pt x="111" y="4463"/>
                    <a:pt x="505" y="4857"/>
                    <a:pt x="1005" y="4895"/>
                  </a:cubicBezTo>
                  <a:cubicBezTo>
                    <a:pt x="1082" y="4901"/>
                    <a:pt x="1159" y="4904"/>
                    <a:pt x="1237" y="4904"/>
                  </a:cubicBezTo>
                  <a:cubicBezTo>
                    <a:pt x="2054" y="4904"/>
                    <a:pt x="2842" y="4581"/>
                    <a:pt x="3426" y="3997"/>
                  </a:cubicBezTo>
                  <a:lnTo>
                    <a:pt x="5045" y="2388"/>
                  </a:lnTo>
                  <a:lnTo>
                    <a:pt x="5045" y="2388"/>
                  </a:lnTo>
                  <a:cubicBezTo>
                    <a:pt x="5045" y="2388"/>
                    <a:pt x="5042" y="2388"/>
                    <a:pt x="5037" y="2388"/>
                  </a:cubicBezTo>
                  <a:cubicBezTo>
                    <a:pt x="4954" y="2388"/>
                    <a:pt x="4249" y="2354"/>
                    <a:pt x="3743" y="1230"/>
                  </a:cubicBezTo>
                  <a:cubicBezTo>
                    <a:pt x="3205" y="34"/>
                    <a:pt x="2509" y="0"/>
                    <a:pt x="2509" y="0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36" name="Google Shape;8636;p69"/>
            <p:cNvSpPr/>
            <p:nvPr/>
          </p:nvSpPr>
          <p:spPr>
            <a:xfrm>
              <a:off x="5394190" y="2657845"/>
              <a:ext cx="128308" cy="74980"/>
            </a:xfrm>
            <a:custGeom>
              <a:avLst/>
              <a:gdLst/>
              <a:ahLst/>
              <a:cxnLst/>
              <a:rect l="l" t="t" r="r" b="b"/>
              <a:pathLst>
                <a:path w="4901" h="2864" extrusionOk="0">
                  <a:moveTo>
                    <a:pt x="4901" y="337"/>
                  </a:moveTo>
                  <a:lnTo>
                    <a:pt x="4900" y="338"/>
                  </a:lnTo>
                  <a:lnTo>
                    <a:pt x="4900" y="338"/>
                  </a:lnTo>
                  <a:cubicBezTo>
                    <a:pt x="4901" y="337"/>
                    <a:pt x="4901" y="337"/>
                    <a:pt x="4901" y="337"/>
                  </a:cubicBezTo>
                  <a:close/>
                  <a:moveTo>
                    <a:pt x="4142" y="1"/>
                  </a:moveTo>
                  <a:lnTo>
                    <a:pt x="2729" y="1413"/>
                  </a:lnTo>
                  <a:cubicBezTo>
                    <a:pt x="2146" y="1993"/>
                    <a:pt x="1357" y="2315"/>
                    <a:pt x="540" y="2315"/>
                  </a:cubicBezTo>
                  <a:cubicBezTo>
                    <a:pt x="463" y="2315"/>
                    <a:pt x="386" y="2313"/>
                    <a:pt x="308" y="2307"/>
                  </a:cubicBezTo>
                  <a:cubicBezTo>
                    <a:pt x="202" y="2297"/>
                    <a:pt x="97" y="2273"/>
                    <a:pt x="1" y="2230"/>
                  </a:cubicBezTo>
                  <a:lnTo>
                    <a:pt x="1" y="2230"/>
                  </a:lnTo>
                  <a:cubicBezTo>
                    <a:pt x="150" y="2581"/>
                    <a:pt x="481" y="2821"/>
                    <a:pt x="861" y="2854"/>
                  </a:cubicBezTo>
                  <a:cubicBezTo>
                    <a:pt x="938" y="2860"/>
                    <a:pt x="1015" y="2863"/>
                    <a:pt x="1092" y="2863"/>
                  </a:cubicBezTo>
                  <a:cubicBezTo>
                    <a:pt x="1909" y="2863"/>
                    <a:pt x="2698" y="2540"/>
                    <a:pt x="3282" y="1956"/>
                  </a:cubicBezTo>
                  <a:lnTo>
                    <a:pt x="4900" y="338"/>
                  </a:lnTo>
                  <a:lnTo>
                    <a:pt x="4900" y="338"/>
                  </a:lnTo>
                  <a:cubicBezTo>
                    <a:pt x="4898" y="339"/>
                    <a:pt x="4886" y="341"/>
                    <a:pt x="4865" y="341"/>
                  </a:cubicBezTo>
                  <a:cubicBezTo>
                    <a:pt x="4765" y="341"/>
                    <a:pt x="4468" y="299"/>
                    <a:pt x="4142" y="1"/>
                  </a:cubicBezTo>
                  <a:close/>
                </a:path>
              </a:pathLst>
            </a:custGeom>
            <a:solidFill>
              <a:srgbClr val="526A7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37" name="Google Shape;8637;p69"/>
            <p:cNvSpPr/>
            <p:nvPr/>
          </p:nvSpPr>
          <p:spPr>
            <a:xfrm>
              <a:off x="5514566" y="2502284"/>
              <a:ext cx="108045" cy="107940"/>
            </a:xfrm>
            <a:custGeom>
              <a:avLst/>
              <a:gdLst/>
              <a:ahLst/>
              <a:cxnLst/>
              <a:rect l="l" t="t" r="r" b="b"/>
              <a:pathLst>
                <a:path w="4127" h="4123" extrusionOk="0">
                  <a:moveTo>
                    <a:pt x="466" y="0"/>
                  </a:moveTo>
                  <a:lnTo>
                    <a:pt x="0" y="466"/>
                  </a:lnTo>
                  <a:lnTo>
                    <a:pt x="3661" y="4122"/>
                  </a:lnTo>
                  <a:lnTo>
                    <a:pt x="4127" y="3656"/>
                  </a:lnTo>
                  <a:lnTo>
                    <a:pt x="466" y="0"/>
                  </a:ln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38" name="Google Shape;8638;p69"/>
            <p:cNvSpPr/>
            <p:nvPr/>
          </p:nvSpPr>
          <p:spPr>
            <a:xfrm>
              <a:off x="5526765" y="2502284"/>
              <a:ext cx="95845" cy="107940"/>
            </a:xfrm>
            <a:custGeom>
              <a:avLst/>
              <a:gdLst/>
              <a:ahLst/>
              <a:cxnLst/>
              <a:rect l="l" t="t" r="r" b="b"/>
              <a:pathLst>
                <a:path w="3661" h="4123" extrusionOk="0">
                  <a:moveTo>
                    <a:pt x="0" y="0"/>
                  </a:moveTo>
                  <a:lnTo>
                    <a:pt x="3094" y="3090"/>
                  </a:lnTo>
                  <a:lnTo>
                    <a:pt x="3094" y="3089"/>
                  </a:lnTo>
                  <a:lnTo>
                    <a:pt x="0" y="0"/>
                  </a:lnTo>
                  <a:close/>
                  <a:moveTo>
                    <a:pt x="3094" y="3090"/>
                  </a:moveTo>
                  <a:lnTo>
                    <a:pt x="2628" y="3555"/>
                  </a:lnTo>
                  <a:lnTo>
                    <a:pt x="3195" y="4122"/>
                  </a:lnTo>
                  <a:lnTo>
                    <a:pt x="3661" y="3656"/>
                  </a:lnTo>
                  <a:lnTo>
                    <a:pt x="3094" y="3090"/>
                  </a:lnTo>
                  <a:close/>
                </a:path>
              </a:pathLst>
            </a:custGeom>
            <a:solidFill>
              <a:srgbClr val="D0DAE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39" name="Google Shape;8639;p69"/>
            <p:cNvSpPr/>
            <p:nvPr/>
          </p:nvSpPr>
          <p:spPr>
            <a:xfrm>
              <a:off x="5551898" y="2481916"/>
              <a:ext cx="91106" cy="91080"/>
            </a:xfrm>
            <a:custGeom>
              <a:avLst/>
              <a:gdLst/>
              <a:ahLst/>
              <a:cxnLst/>
              <a:rect l="l" t="t" r="r" b="b"/>
              <a:pathLst>
                <a:path w="3480" h="3479" extrusionOk="0">
                  <a:moveTo>
                    <a:pt x="1740" y="0"/>
                  </a:moveTo>
                  <a:lnTo>
                    <a:pt x="1" y="1739"/>
                  </a:lnTo>
                  <a:lnTo>
                    <a:pt x="1740" y="3478"/>
                  </a:lnTo>
                  <a:lnTo>
                    <a:pt x="3479" y="1739"/>
                  </a:lnTo>
                  <a:lnTo>
                    <a:pt x="1740" y="0"/>
                  </a:lnTo>
                  <a:close/>
                </a:path>
              </a:pathLst>
            </a:custGeom>
            <a:solidFill>
              <a:srgbClr val="EBF0F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40" name="Google Shape;8640;p69"/>
            <p:cNvSpPr/>
            <p:nvPr/>
          </p:nvSpPr>
          <p:spPr>
            <a:xfrm>
              <a:off x="5551898" y="2481916"/>
              <a:ext cx="90975" cy="91080"/>
            </a:xfrm>
            <a:custGeom>
              <a:avLst/>
              <a:gdLst/>
              <a:ahLst/>
              <a:cxnLst/>
              <a:rect l="l" t="t" r="r" b="b"/>
              <a:pathLst>
                <a:path w="3475" h="3479" extrusionOk="0">
                  <a:moveTo>
                    <a:pt x="1" y="1739"/>
                  </a:moveTo>
                  <a:lnTo>
                    <a:pt x="1255" y="2998"/>
                  </a:lnTo>
                  <a:lnTo>
                    <a:pt x="1257" y="2995"/>
                  </a:lnTo>
                  <a:lnTo>
                    <a:pt x="1257" y="2995"/>
                  </a:lnTo>
                  <a:lnTo>
                    <a:pt x="1" y="1739"/>
                  </a:lnTo>
                  <a:close/>
                  <a:moveTo>
                    <a:pt x="1740" y="0"/>
                  </a:moveTo>
                  <a:lnTo>
                    <a:pt x="1447" y="298"/>
                  </a:lnTo>
                  <a:lnTo>
                    <a:pt x="2360" y="1211"/>
                  </a:lnTo>
                  <a:cubicBezTo>
                    <a:pt x="2547" y="1398"/>
                    <a:pt x="2547" y="1705"/>
                    <a:pt x="2360" y="1898"/>
                  </a:cubicBezTo>
                  <a:lnTo>
                    <a:pt x="1257" y="2995"/>
                  </a:lnTo>
                  <a:lnTo>
                    <a:pt x="1257" y="2995"/>
                  </a:lnTo>
                  <a:lnTo>
                    <a:pt x="1740" y="3478"/>
                  </a:lnTo>
                  <a:lnTo>
                    <a:pt x="3181" y="2037"/>
                  </a:lnTo>
                  <a:lnTo>
                    <a:pt x="3474" y="1744"/>
                  </a:lnTo>
                  <a:lnTo>
                    <a:pt x="1740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41" name="Google Shape;8641;p69"/>
            <p:cNvSpPr/>
            <p:nvPr/>
          </p:nvSpPr>
          <p:spPr>
            <a:xfrm>
              <a:off x="5300308" y="2454505"/>
              <a:ext cx="370604" cy="367960"/>
            </a:xfrm>
            <a:custGeom>
              <a:avLst/>
              <a:gdLst/>
              <a:ahLst/>
              <a:cxnLst/>
              <a:rect l="l" t="t" r="r" b="b"/>
              <a:pathLst>
                <a:path w="14156" h="14055" extrusionOk="0">
                  <a:moveTo>
                    <a:pt x="11273" y="504"/>
                  </a:moveTo>
                  <a:lnTo>
                    <a:pt x="13642" y="2868"/>
                  </a:lnTo>
                  <a:lnTo>
                    <a:pt x="13555" y="2954"/>
                  </a:lnTo>
                  <a:lnTo>
                    <a:pt x="11187" y="591"/>
                  </a:lnTo>
                  <a:lnTo>
                    <a:pt x="11273" y="504"/>
                  </a:lnTo>
                  <a:close/>
                  <a:moveTo>
                    <a:pt x="8655" y="2114"/>
                  </a:moveTo>
                  <a:lnTo>
                    <a:pt x="12027" y="5486"/>
                  </a:lnTo>
                  <a:lnTo>
                    <a:pt x="11850" y="5659"/>
                  </a:lnTo>
                  <a:lnTo>
                    <a:pt x="8482" y="2291"/>
                  </a:lnTo>
                  <a:lnTo>
                    <a:pt x="8655" y="2114"/>
                  </a:lnTo>
                  <a:close/>
                  <a:moveTo>
                    <a:pt x="6162" y="6010"/>
                  </a:moveTo>
                  <a:lnTo>
                    <a:pt x="6162" y="6010"/>
                  </a:lnTo>
                  <a:cubicBezTo>
                    <a:pt x="6373" y="6125"/>
                    <a:pt x="6705" y="6399"/>
                    <a:pt x="6993" y="7042"/>
                  </a:cubicBezTo>
                  <a:lnTo>
                    <a:pt x="6998" y="7042"/>
                  </a:lnTo>
                  <a:cubicBezTo>
                    <a:pt x="7334" y="7792"/>
                    <a:pt x="7761" y="8104"/>
                    <a:pt x="8079" y="8234"/>
                  </a:cubicBezTo>
                  <a:lnTo>
                    <a:pt x="6724" y="9589"/>
                  </a:lnTo>
                  <a:cubicBezTo>
                    <a:pt x="6182" y="10126"/>
                    <a:pt x="5450" y="10429"/>
                    <a:pt x="4693" y="10429"/>
                  </a:cubicBezTo>
                  <a:cubicBezTo>
                    <a:pt x="4617" y="10429"/>
                    <a:pt x="4542" y="10426"/>
                    <a:pt x="4466" y="10420"/>
                  </a:cubicBezTo>
                  <a:cubicBezTo>
                    <a:pt x="4067" y="10391"/>
                    <a:pt x="3750" y="10074"/>
                    <a:pt x="3721" y="9680"/>
                  </a:cubicBezTo>
                  <a:cubicBezTo>
                    <a:pt x="3668" y="8950"/>
                    <a:pt x="3889" y="8234"/>
                    <a:pt x="4341" y="7662"/>
                  </a:cubicBezTo>
                  <a:cubicBezTo>
                    <a:pt x="5359" y="8647"/>
                    <a:pt x="5326" y="8714"/>
                    <a:pt x="5480" y="8714"/>
                  </a:cubicBezTo>
                  <a:cubicBezTo>
                    <a:pt x="5662" y="8714"/>
                    <a:pt x="5753" y="8493"/>
                    <a:pt x="5624" y="8364"/>
                  </a:cubicBezTo>
                  <a:lnTo>
                    <a:pt x="4620" y="7355"/>
                  </a:lnTo>
                  <a:lnTo>
                    <a:pt x="5052" y="6927"/>
                  </a:lnTo>
                  <a:cubicBezTo>
                    <a:pt x="5494" y="7340"/>
                    <a:pt x="5513" y="7446"/>
                    <a:pt x="5657" y="7446"/>
                  </a:cubicBezTo>
                  <a:cubicBezTo>
                    <a:pt x="5840" y="7446"/>
                    <a:pt x="5931" y="7220"/>
                    <a:pt x="5801" y="7090"/>
                  </a:cubicBezTo>
                  <a:lnTo>
                    <a:pt x="5340" y="6634"/>
                  </a:lnTo>
                  <a:lnTo>
                    <a:pt x="5773" y="6202"/>
                  </a:lnTo>
                  <a:cubicBezTo>
                    <a:pt x="6215" y="6615"/>
                    <a:pt x="6234" y="6721"/>
                    <a:pt x="6378" y="6721"/>
                  </a:cubicBezTo>
                  <a:cubicBezTo>
                    <a:pt x="6560" y="6721"/>
                    <a:pt x="6652" y="6500"/>
                    <a:pt x="6522" y="6370"/>
                  </a:cubicBezTo>
                  <a:lnTo>
                    <a:pt x="6162" y="6010"/>
                  </a:lnTo>
                  <a:close/>
                  <a:moveTo>
                    <a:pt x="3404" y="10088"/>
                  </a:moveTo>
                  <a:cubicBezTo>
                    <a:pt x="3524" y="10381"/>
                    <a:pt x="3760" y="10617"/>
                    <a:pt x="4053" y="10742"/>
                  </a:cubicBezTo>
                  <a:cubicBezTo>
                    <a:pt x="3756" y="11009"/>
                    <a:pt x="3717" y="11129"/>
                    <a:pt x="3565" y="11131"/>
                  </a:cubicBezTo>
                  <a:lnTo>
                    <a:pt x="3565" y="11131"/>
                  </a:lnTo>
                  <a:cubicBezTo>
                    <a:pt x="3413" y="11129"/>
                    <a:pt x="3374" y="11009"/>
                    <a:pt x="3077" y="10737"/>
                  </a:cubicBezTo>
                  <a:cubicBezTo>
                    <a:pt x="2986" y="10645"/>
                    <a:pt x="2986" y="10501"/>
                    <a:pt x="3077" y="10415"/>
                  </a:cubicBezTo>
                  <a:lnTo>
                    <a:pt x="3404" y="10088"/>
                  </a:lnTo>
                  <a:close/>
                  <a:moveTo>
                    <a:pt x="11271" y="1"/>
                  </a:moveTo>
                  <a:cubicBezTo>
                    <a:pt x="11218" y="1"/>
                    <a:pt x="11165" y="21"/>
                    <a:pt x="11124" y="62"/>
                  </a:cubicBezTo>
                  <a:lnTo>
                    <a:pt x="10750" y="437"/>
                  </a:lnTo>
                  <a:cubicBezTo>
                    <a:pt x="10668" y="519"/>
                    <a:pt x="10668" y="648"/>
                    <a:pt x="10750" y="730"/>
                  </a:cubicBezTo>
                  <a:lnTo>
                    <a:pt x="11062" y="1042"/>
                  </a:lnTo>
                  <a:lnTo>
                    <a:pt x="10740" y="1359"/>
                  </a:lnTo>
                  <a:cubicBezTo>
                    <a:pt x="10593" y="1510"/>
                    <a:pt x="10730" y="1718"/>
                    <a:pt x="10889" y="1718"/>
                  </a:cubicBezTo>
                  <a:cubicBezTo>
                    <a:pt x="10938" y="1718"/>
                    <a:pt x="10988" y="1698"/>
                    <a:pt x="11033" y="1652"/>
                  </a:cubicBezTo>
                  <a:lnTo>
                    <a:pt x="11355" y="1335"/>
                  </a:lnTo>
                  <a:lnTo>
                    <a:pt x="12801" y="2781"/>
                  </a:lnTo>
                  <a:lnTo>
                    <a:pt x="11355" y="4227"/>
                  </a:lnTo>
                  <a:lnTo>
                    <a:pt x="9909" y="2781"/>
                  </a:lnTo>
                  <a:lnTo>
                    <a:pt x="10308" y="2383"/>
                  </a:lnTo>
                  <a:cubicBezTo>
                    <a:pt x="10459" y="2232"/>
                    <a:pt x="10322" y="2024"/>
                    <a:pt x="10161" y="2024"/>
                  </a:cubicBezTo>
                  <a:cubicBezTo>
                    <a:pt x="10112" y="2024"/>
                    <a:pt x="10061" y="2043"/>
                    <a:pt x="10015" y="2089"/>
                  </a:cubicBezTo>
                  <a:lnTo>
                    <a:pt x="9616" y="2488"/>
                  </a:lnTo>
                  <a:cubicBezTo>
                    <a:pt x="8794" y="1696"/>
                    <a:pt x="8804" y="1614"/>
                    <a:pt x="8655" y="1614"/>
                  </a:cubicBezTo>
                  <a:cubicBezTo>
                    <a:pt x="8506" y="1614"/>
                    <a:pt x="8472" y="1729"/>
                    <a:pt x="8045" y="2142"/>
                  </a:cubicBezTo>
                  <a:cubicBezTo>
                    <a:pt x="7963" y="2224"/>
                    <a:pt x="7963" y="2354"/>
                    <a:pt x="8045" y="2435"/>
                  </a:cubicBezTo>
                  <a:lnTo>
                    <a:pt x="8501" y="2892"/>
                  </a:lnTo>
                  <a:cubicBezTo>
                    <a:pt x="4096" y="7292"/>
                    <a:pt x="4178" y="7215"/>
                    <a:pt x="4154" y="7244"/>
                  </a:cubicBezTo>
                  <a:cubicBezTo>
                    <a:pt x="3572" y="7888"/>
                    <a:pt x="3270" y="8733"/>
                    <a:pt x="3308" y="9598"/>
                  </a:cubicBezTo>
                  <a:lnTo>
                    <a:pt x="2784" y="10122"/>
                  </a:lnTo>
                  <a:cubicBezTo>
                    <a:pt x="2664" y="10242"/>
                    <a:pt x="2597" y="10400"/>
                    <a:pt x="2597" y="10573"/>
                  </a:cubicBezTo>
                  <a:cubicBezTo>
                    <a:pt x="2597" y="10751"/>
                    <a:pt x="2674" y="10919"/>
                    <a:pt x="2804" y="11044"/>
                  </a:cubicBezTo>
                  <a:lnTo>
                    <a:pt x="152" y="13696"/>
                  </a:lnTo>
                  <a:cubicBezTo>
                    <a:pt x="1" y="13847"/>
                    <a:pt x="138" y="14054"/>
                    <a:pt x="299" y="14054"/>
                  </a:cubicBezTo>
                  <a:cubicBezTo>
                    <a:pt x="348" y="14054"/>
                    <a:pt x="399" y="14035"/>
                    <a:pt x="445" y="13989"/>
                  </a:cubicBezTo>
                  <a:lnTo>
                    <a:pt x="3097" y="11337"/>
                  </a:lnTo>
                  <a:lnTo>
                    <a:pt x="3116" y="11356"/>
                  </a:lnTo>
                  <a:cubicBezTo>
                    <a:pt x="3241" y="11479"/>
                    <a:pt x="3403" y="11540"/>
                    <a:pt x="3565" y="11540"/>
                  </a:cubicBezTo>
                  <a:cubicBezTo>
                    <a:pt x="3727" y="11540"/>
                    <a:pt x="3889" y="11479"/>
                    <a:pt x="4014" y="11356"/>
                  </a:cubicBezTo>
                  <a:lnTo>
                    <a:pt x="4538" y="10833"/>
                  </a:lnTo>
                  <a:cubicBezTo>
                    <a:pt x="4589" y="10835"/>
                    <a:pt x="4640" y="10836"/>
                    <a:pt x="4690" y="10836"/>
                  </a:cubicBezTo>
                  <a:cubicBezTo>
                    <a:pt x="5559" y="10836"/>
                    <a:pt x="6395" y="10489"/>
                    <a:pt x="7012" y="9872"/>
                  </a:cubicBezTo>
                  <a:lnTo>
                    <a:pt x="9649" y="7235"/>
                  </a:lnTo>
                  <a:cubicBezTo>
                    <a:pt x="9801" y="7087"/>
                    <a:pt x="9662" y="6879"/>
                    <a:pt x="9500" y="6879"/>
                  </a:cubicBezTo>
                  <a:cubicBezTo>
                    <a:pt x="9452" y="6879"/>
                    <a:pt x="9402" y="6897"/>
                    <a:pt x="9356" y="6942"/>
                  </a:cubicBezTo>
                  <a:lnTo>
                    <a:pt x="8405" y="7893"/>
                  </a:lnTo>
                  <a:cubicBezTo>
                    <a:pt x="8227" y="7864"/>
                    <a:pt x="7742" y="7705"/>
                    <a:pt x="7368" y="6869"/>
                  </a:cubicBezTo>
                  <a:cubicBezTo>
                    <a:pt x="7031" y="6110"/>
                    <a:pt x="6623" y="5784"/>
                    <a:pt x="6335" y="5635"/>
                  </a:cubicBezTo>
                  <a:lnTo>
                    <a:pt x="6493" y="5472"/>
                  </a:lnTo>
                  <a:lnTo>
                    <a:pt x="7502" y="6476"/>
                  </a:lnTo>
                  <a:cubicBezTo>
                    <a:pt x="7547" y="6522"/>
                    <a:pt x="7597" y="6541"/>
                    <a:pt x="7646" y="6541"/>
                  </a:cubicBezTo>
                  <a:cubicBezTo>
                    <a:pt x="7805" y="6541"/>
                    <a:pt x="7942" y="6333"/>
                    <a:pt x="7795" y="6183"/>
                  </a:cubicBezTo>
                  <a:lnTo>
                    <a:pt x="6786" y="5178"/>
                  </a:lnTo>
                  <a:lnTo>
                    <a:pt x="7219" y="4746"/>
                  </a:lnTo>
                  <a:lnTo>
                    <a:pt x="7680" y="5212"/>
                  </a:lnTo>
                  <a:cubicBezTo>
                    <a:pt x="7725" y="5256"/>
                    <a:pt x="7775" y="5275"/>
                    <a:pt x="7824" y="5275"/>
                  </a:cubicBezTo>
                  <a:cubicBezTo>
                    <a:pt x="7986" y="5275"/>
                    <a:pt x="8124" y="5067"/>
                    <a:pt x="7973" y="4919"/>
                  </a:cubicBezTo>
                  <a:lnTo>
                    <a:pt x="7512" y="4458"/>
                  </a:lnTo>
                  <a:lnTo>
                    <a:pt x="7939" y="4026"/>
                  </a:lnTo>
                  <a:lnTo>
                    <a:pt x="8400" y="4487"/>
                  </a:lnTo>
                  <a:cubicBezTo>
                    <a:pt x="8446" y="4531"/>
                    <a:pt x="8496" y="4549"/>
                    <a:pt x="8544" y="4549"/>
                  </a:cubicBezTo>
                  <a:cubicBezTo>
                    <a:pt x="8706" y="4549"/>
                    <a:pt x="8845" y="4342"/>
                    <a:pt x="8693" y="4194"/>
                  </a:cubicBezTo>
                  <a:lnTo>
                    <a:pt x="8232" y="3732"/>
                  </a:lnTo>
                  <a:lnTo>
                    <a:pt x="8790" y="3180"/>
                  </a:lnTo>
                  <a:lnTo>
                    <a:pt x="10956" y="5347"/>
                  </a:lnTo>
                  <a:lnTo>
                    <a:pt x="10202" y="6101"/>
                  </a:lnTo>
                  <a:cubicBezTo>
                    <a:pt x="10051" y="6252"/>
                    <a:pt x="10188" y="6459"/>
                    <a:pt x="10349" y="6459"/>
                  </a:cubicBezTo>
                  <a:cubicBezTo>
                    <a:pt x="10398" y="6459"/>
                    <a:pt x="10449" y="6440"/>
                    <a:pt x="10495" y="6394"/>
                  </a:cubicBezTo>
                  <a:lnTo>
                    <a:pt x="11249" y="5640"/>
                  </a:lnTo>
                  <a:cubicBezTo>
                    <a:pt x="11686" y="6053"/>
                    <a:pt x="11706" y="6158"/>
                    <a:pt x="11850" y="6158"/>
                  </a:cubicBezTo>
                  <a:cubicBezTo>
                    <a:pt x="11903" y="6158"/>
                    <a:pt x="11955" y="6134"/>
                    <a:pt x="11994" y="6096"/>
                  </a:cubicBezTo>
                  <a:cubicBezTo>
                    <a:pt x="12421" y="5644"/>
                    <a:pt x="12522" y="5630"/>
                    <a:pt x="12522" y="5486"/>
                  </a:cubicBezTo>
                  <a:cubicBezTo>
                    <a:pt x="12522" y="5342"/>
                    <a:pt x="12445" y="5356"/>
                    <a:pt x="11648" y="4525"/>
                  </a:cubicBezTo>
                  <a:lnTo>
                    <a:pt x="13089" y="3079"/>
                  </a:lnTo>
                  <a:cubicBezTo>
                    <a:pt x="13377" y="3343"/>
                    <a:pt x="13411" y="3454"/>
                    <a:pt x="13550" y="3454"/>
                  </a:cubicBezTo>
                  <a:cubicBezTo>
                    <a:pt x="13603" y="3454"/>
                    <a:pt x="13656" y="3435"/>
                    <a:pt x="13694" y="3396"/>
                  </a:cubicBezTo>
                  <a:lnTo>
                    <a:pt x="14079" y="3012"/>
                  </a:lnTo>
                  <a:cubicBezTo>
                    <a:pt x="14156" y="2930"/>
                    <a:pt x="14156" y="2800"/>
                    <a:pt x="14079" y="2719"/>
                  </a:cubicBezTo>
                  <a:lnTo>
                    <a:pt x="11417" y="62"/>
                  </a:lnTo>
                  <a:cubicBezTo>
                    <a:pt x="11376" y="21"/>
                    <a:pt x="11324" y="1"/>
                    <a:pt x="11271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642" name="Google Shape;8642;p69"/>
          <p:cNvGrpSpPr/>
          <p:nvPr/>
        </p:nvGrpSpPr>
        <p:grpSpPr>
          <a:xfrm>
            <a:off x="3697201" y="3512239"/>
            <a:ext cx="173102" cy="255176"/>
            <a:chOff x="4929600" y="3825735"/>
            <a:chExt cx="230803" cy="340235"/>
          </a:xfrm>
        </p:grpSpPr>
        <p:sp>
          <p:nvSpPr>
            <p:cNvPr id="8643" name="Google Shape;8643;p69"/>
            <p:cNvSpPr/>
            <p:nvPr/>
          </p:nvSpPr>
          <p:spPr>
            <a:xfrm>
              <a:off x="4934757" y="3830657"/>
              <a:ext cx="220750" cy="330418"/>
            </a:xfrm>
            <a:custGeom>
              <a:avLst/>
              <a:gdLst/>
              <a:ahLst/>
              <a:cxnLst/>
              <a:rect l="l" t="t" r="r" b="b"/>
              <a:pathLst>
                <a:path w="8432" h="12621" extrusionOk="0">
                  <a:moveTo>
                    <a:pt x="721" y="0"/>
                  </a:moveTo>
                  <a:cubicBezTo>
                    <a:pt x="322" y="0"/>
                    <a:pt x="1" y="327"/>
                    <a:pt x="1" y="721"/>
                  </a:cubicBezTo>
                  <a:lnTo>
                    <a:pt x="1" y="11900"/>
                  </a:lnTo>
                  <a:cubicBezTo>
                    <a:pt x="1" y="12294"/>
                    <a:pt x="322" y="12620"/>
                    <a:pt x="721" y="12620"/>
                  </a:cubicBezTo>
                  <a:lnTo>
                    <a:pt x="7711" y="12620"/>
                  </a:lnTo>
                  <a:cubicBezTo>
                    <a:pt x="8110" y="12620"/>
                    <a:pt x="8432" y="12294"/>
                    <a:pt x="8432" y="11900"/>
                  </a:cubicBezTo>
                  <a:lnTo>
                    <a:pt x="8432" y="5438"/>
                  </a:lnTo>
                  <a:lnTo>
                    <a:pt x="8432" y="4434"/>
                  </a:lnTo>
                  <a:lnTo>
                    <a:pt x="8432" y="721"/>
                  </a:lnTo>
                  <a:cubicBezTo>
                    <a:pt x="8432" y="327"/>
                    <a:pt x="8110" y="0"/>
                    <a:pt x="7711" y="0"/>
                  </a:cubicBezTo>
                  <a:close/>
                </a:path>
              </a:pathLst>
            </a:custGeom>
            <a:solidFill>
              <a:srgbClr val="A9B4B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44" name="Google Shape;8644;p69"/>
            <p:cNvSpPr/>
            <p:nvPr/>
          </p:nvSpPr>
          <p:spPr>
            <a:xfrm>
              <a:off x="4934757" y="3830788"/>
              <a:ext cx="220750" cy="330287"/>
            </a:xfrm>
            <a:custGeom>
              <a:avLst/>
              <a:gdLst/>
              <a:ahLst/>
              <a:cxnLst/>
              <a:rect l="l" t="t" r="r" b="b"/>
              <a:pathLst>
                <a:path w="8432" h="12616" extrusionOk="0">
                  <a:moveTo>
                    <a:pt x="7720" y="0"/>
                  </a:moveTo>
                  <a:cubicBezTo>
                    <a:pt x="7717" y="0"/>
                    <a:pt x="7714" y="0"/>
                    <a:pt x="7711" y="0"/>
                  </a:cubicBezTo>
                  <a:lnTo>
                    <a:pt x="7528" y="0"/>
                  </a:lnTo>
                  <a:lnTo>
                    <a:pt x="7528" y="10992"/>
                  </a:lnTo>
                  <a:cubicBezTo>
                    <a:pt x="7528" y="11390"/>
                    <a:pt x="7202" y="11712"/>
                    <a:pt x="6808" y="11712"/>
                  </a:cubicBezTo>
                  <a:lnTo>
                    <a:pt x="1" y="11712"/>
                  </a:lnTo>
                  <a:lnTo>
                    <a:pt x="1" y="11895"/>
                  </a:lnTo>
                  <a:cubicBezTo>
                    <a:pt x="1" y="12294"/>
                    <a:pt x="322" y="12615"/>
                    <a:pt x="721" y="12615"/>
                  </a:cubicBezTo>
                  <a:lnTo>
                    <a:pt x="7711" y="12615"/>
                  </a:lnTo>
                  <a:cubicBezTo>
                    <a:pt x="8105" y="12615"/>
                    <a:pt x="8432" y="12294"/>
                    <a:pt x="8432" y="11895"/>
                  </a:cubicBezTo>
                  <a:lnTo>
                    <a:pt x="8432" y="721"/>
                  </a:lnTo>
                  <a:cubicBezTo>
                    <a:pt x="8432" y="325"/>
                    <a:pt x="8114" y="0"/>
                    <a:pt x="7720" y="0"/>
                  </a:cubicBezTo>
                  <a:close/>
                </a:path>
              </a:pathLst>
            </a:custGeom>
            <a:solidFill>
              <a:srgbClr val="8A9BA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45" name="Google Shape;8645;p69"/>
            <p:cNvSpPr/>
            <p:nvPr/>
          </p:nvSpPr>
          <p:spPr>
            <a:xfrm>
              <a:off x="4956251" y="3857805"/>
              <a:ext cx="76001" cy="65110"/>
            </a:xfrm>
            <a:custGeom>
              <a:avLst/>
              <a:gdLst/>
              <a:ahLst/>
              <a:cxnLst/>
              <a:rect l="l" t="t" r="r" b="b"/>
              <a:pathLst>
                <a:path w="2903" h="2487" extrusionOk="0">
                  <a:moveTo>
                    <a:pt x="1658" y="1"/>
                  </a:moveTo>
                  <a:cubicBezTo>
                    <a:pt x="553" y="1"/>
                    <a:pt x="1" y="1341"/>
                    <a:pt x="784" y="2120"/>
                  </a:cubicBezTo>
                  <a:cubicBezTo>
                    <a:pt x="1036" y="2373"/>
                    <a:pt x="1347" y="2487"/>
                    <a:pt x="1653" y="2487"/>
                  </a:cubicBezTo>
                  <a:cubicBezTo>
                    <a:pt x="2290" y="2487"/>
                    <a:pt x="2903" y="1992"/>
                    <a:pt x="2903" y="1245"/>
                  </a:cubicBezTo>
                  <a:cubicBezTo>
                    <a:pt x="2903" y="558"/>
                    <a:pt x="2345" y="1"/>
                    <a:pt x="1658" y="1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46" name="Google Shape;8646;p69"/>
            <p:cNvSpPr/>
            <p:nvPr/>
          </p:nvSpPr>
          <p:spPr>
            <a:xfrm>
              <a:off x="4993479" y="3857805"/>
              <a:ext cx="40291" cy="65136"/>
            </a:xfrm>
            <a:custGeom>
              <a:avLst/>
              <a:gdLst/>
              <a:ahLst/>
              <a:cxnLst/>
              <a:rect l="l" t="t" r="r" b="b"/>
              <a:pathLst>
                <a:path w="1539" h="2488" extrusionOk="0">
                  <a:moveTo>
                    <a:pt x="241" y="1"/>
                  </a:moveTo>
                  <a:cubicBezTo>
                    <a:pt x="160" y="1"/>
                    <a:pt x="83" y="11"/>
                    <a:pt x="1" y="25"/>
                  </a:cubicBezTo>
                  <a:cubicBezTo>
                    <a:pt x="587" y="135"/>
                    <a:pt x="1010" y="650"/>
                    <a:pt x="1010" y="1245"/>
                  </a:cubicBezTo>
                  <a:cubicBezTo>
                    <a:pt x="1010" y="1841"/>
                    <a:pt x="587" y="2350"/>
                    <a:pt x="1" y="2465"/>
                  </a:cubicBezTo>
                  <a:cubicBezTo>
                    <a:pt x="79" y="2480"/>
                    <a:pt x="157" y="2487"/>
                    <a:pt x="233" y="2487"/>
                  </a:cubicBezTo>
                  <a:cubicBezTo>
                    <a:pt x="861" y="2487"/>
                    <a:pt x="1407" y="2012"/>
                    <a:pt x="1471" y="1361"/>
                  </a:cubicBezTo>
                  <a:cubicBezTo>
                    <a:pt x="1538" y="635"/>
                    <a:pt x="971" y="6"/>
                    <a:pt x="241" y="1"/>
                  </a:cubicBezTo>
                  <a:close/>
                </a:path>
              </a:pathLst>
            </a:custGeom>
            <a:solidFill>
              <a:srgbClr val="5A6E8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47" name="Google Shape;8647;p69"/>
            <p:cNvSpPr/>
            <p:nvPr/>
          </p:nvSpPr>
          <p:spPr>
            <a:xfrm>
              <a:off x="5047069" y="3857805"/>
              <a:ext cx="75870" cy="65110"/>
            </a:xfrm>
            <a:custGeom>
              <a:avLst/>
              <a:gdLst/>
              <a:ahLst/>
              <a:cxnLst/>
              <a:rect l="l" t="t" r="r" b="b"/>
              <a:pathLst>
                <a:path w="2898" h="2487" extrusionOk="0">
                  <a:moveTo>
                    <a:pt x="1658" y="1"/>
                  </a:moveTo>
                  <a:cubicBezTo>
                    <a:pt x="553" y="1"/>
                    <a:pt x="1" y="1341"/>
                    <a:pt x="779" y="2120"/>
                  </a:cubicBezTo>
                  <a:cubicBezTo>
                    <a:pt x="1032" y="2373"/>
                    <a:pt x="1344" y="2487"/>
                    <a:pt x="1649" y="2487"/>
                  </a:cubicBezTo>
                  <a:cubicBezTo>
                    <a:pt x="2287" y="2487"/>
                    <a:pt x="2897" y="1992"/>
                    <a:pt x="2897" y="1245"/>
                  </a:cubicBezTo>
                  <a:cubicBezTo>
                    <a:pt x="2897" y="558"/>
                    <a:pt x="2345" y="1"/>
                    <a:pt x="1658" y="1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48" name="Google Shape;8648;p69"/>
            <p:cNvSpPr/>
            <p:nvPr/>
          </p:nvSpPr>
          <p:spPr>
            <a:xfrm>
              <a:off x="5084035" y="3857805"/>
              <a:ext cx="38903" cy="65057"/>
            </a:xfrm>
            <a:custGeom>
              <a:avLst/>
              <a:gdLst/>
              <a:ahLst/>
              <a:cxnLst/>
              <a:rect l="l" t="t" r="r" b="b"/>
              <a:pathLst>
                <a:path w="1486" h="2485" extrusionOk="0">
                  <a:moveTo>
                    <a:pt x="246" y="1"/>
                  </a:moveTo>
                  <a:cubicBezTo>
                    <a:pt x="164" y="1"/>
                    <a:pt x="83" y="11"/>
                    <a:pt x="1" y="30"/>
                  </a:cubicBezTo>
                  <a:cubicBezTo>
                    <a:pt x="582" y="145"/>
                    <a:pt x="995" y="654"/>
                    <a:pt x="995" y="1245"/>
                  </a:cubicBezTo>
                  <a:cubicBezTo>
                    <a:pt x="995" y="1836"/>
                    <a:pt x="582" y="2345"/>
                    <a:pt x="1" y="2461"/>
                  </a:cubicBezTo>
                  <a:cubicBezTo>
                    <a:pt x="83" y="2475"/>
                    <a:pt x="164" y="2485"/>
                    <a:pt x="246" y="2485"/>
                  </a:cubicBezTo>
                  <a:cubicBezTo>
                    <a:pt x="933" y="2485"/>
                    <a:pt x="1485" y="1927"/>
                    <a:pt x="1485" y="1245"/>
                  </a:cubicBezTo>
                  <a:cubicBezTo>
                    <a:pt x="1485" y="558"/>
                    <a:pt x="933" y="6"/>
                    <a:pt x="246" y="6"/>
                  </a:cubicBezTo>
                  <a:lnTo>
                    <a:pt x="246" y="1"/>
                  </a:lnTo>
                  <a:close/>
                </a:path>
              </a:pathLst>
            </a:custGeom>
            <a:solidFill>
              <a:srgbClr val="5A6E8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49" name="Google Shape;8649;p69"/>
            <p:cNvSpPr/>
            <p:nvPr/>
          </p:nvSpPr>
          <p:spPr>
            <a:xfrm>
              <a:off x="4956251" y="4063947"/>
              <a:ext cx="76001" cy="65083"/>
            </a:xfrm>
            <a:custGeom>
              <a:avLst/>
              <a:gdLst/>
              <a:ahLst/>
              <a:cxnLst/>
              <a:rect l="l" t="t" r="r" b="b"/>
              <a:pathLst>
                <a:path w="2903" h="2486" extrusionOk="0">
                  <a:moveTo>
                    <a:pt x="1658" y="1"/>
                  </a:moveTo>
                  <a:cubicBezTo>
                    <a:pt x="553" y="1"/>
                    <a:pt x="1" y="1336"/>
                    <a:pt x="784" y="2119"/>
                  </a:cubicBezTo>
                  <a:cubicBezTo>
                    <a:pt x="1035" y="2372"/>
                    <a:pt x="1345" y="2485"/>
                    <a:pt x="1650" y="2485"/>
                  </a:cubicBezTo>
                  <a:cubicBezTo>
                    <a:pt x="2288" y="2485"/>
                    <a:pt x="2903" y="1988"/>
                    <a:pt x="2903" y="1240"/>
                  </a:cubicBezTo>
                  <a:cubicBezTo>
                    <a:pt x="2903" y="558"/>
                    <a:pt x="2345" y="1"/>
                    <a:pt x="1658" y="1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50" name="Google Shape;8650;p69"/>
            <p:cNvSpPr/>
            <p:nvPr/>
          </p:nvSpPr>
          <p:spPr>
            <a:xfrm>
              <a:off x="4993479" y="4063947"/>
              <a:ext cx="40291" cy="65005"/>
            </a:xfrm>
            <a:custGeom>
              <a:avLst/>
              <a:gdLst/>
              <a:ahLst/>
              <a:cxnLst/>
              <a:rect l="l" t="t" r="r" b="b"/>
              <a:pathLst>
                <a:path w="1539" h="2483" extrusionOk="0">
                  <a:moveTo>
                    <a:pt x="241" y="1"/>
                  </a:moveTo>
                  <a:cubicBezTo>
                    <a:pt x="160" y="1"/>
                    <a:pt x="83" y="6"/>
                    <a:pt x="1" y="20"/>
                  </a:cubicBezTo>
                  <a:cubicBezTo>
                    <a:pt x="587" y="135"/>
                    <a:pt x="1010" y="645"/>
                    <a:pt x="1010" y="1240"/>
                  </a:cubicBezTo>
                  <a:cubicBezTo>
                    <a:pt x="1010" y="1836"/>
                    <a:pt x="587" y="2345"/>
                    <a:pt x="1" y="2460"/>
                  </a:cubicBezTo>
                  <a:cubicBezTo>
                    <a:pt x="79" y="2475"/>
                    <a:pt x="157" y="2482"/>
                    <a:pt x="233" y="2482"/>
                  </a:cubicBezTo>
                  <a:cubicBezTo>
                    <a:pt x="861" y="2482"/>
                    <a:pt x="1407" y="2007"/>
                    <a:pt x="1471" y="1360"/>
                  </a:cubicBezTo>
                  <a:cubicBezTo>
                    <a:pt x="1538" y="635"/>
                    <a:pt x="971" y="1"/>
                    <a:pt x="241" y="1"/>
                  </a:cubicBezTo>
                  <a:close/>
                </a:path>
              </a:pathLst>
            </a:custGeom>
            <a:solidFill>
              <a:srgbClr val="5A6E8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51" name="Google Shape;8651;p69"/>
            <p:cNvSpPr/>
            <p:nvPr/>
          </p:nvSpPr>
          <p:spPr>
            <a:xfrm>
              <a:off x="5047069" y="4063947"/>
              <a:ext cx="75870" cy="65083"/>
            </a:xfrm>
            <a:custGeom>
              <a:avLst/>
              <a:gdLst/>
              <a:ahLst/>
              <a:cxnLst/>
              <a:rect l="l" t="t" r="r" b="b"/>
              <a:pathLst>
                <a:path w="2898" h="2486" extrusionOk="0">
                  <a:moveTo>
                    <a:pt x="1658" y="1"/>
                  </a:moveTo>
                  <a:cubicBezTo>
                    <a:pt x="553" y="1"/>
                    <a:pt x="1" y="1336"/>
                    <a:pt x="779" y="2119"/>
                  </a:cubicBezTo>
                  <a:cubicBezTo>
                    <a:pt x="1032" y="2372"/>
                    <a:pt x="1342" y="2485"/>
                    <a:pt x="1647" y="2485"/>
                  </a:cubicBezTo>
                  <a:cubicBezTo>
                    <a:pt x="2285" y="2485"/>
                    <a:pt x="2897" y="1988"/>
                    <a:pt x="2897" y="1240"/>
                  </a:cubicBezTo>
                  <a:cubicBezTo>
                    <a:pt x="2897" y="558"/>
                    <a:pt x="2345" y="1"/>
                    <a:pt x="1658" y="1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52" name="Google Shape;8652;p69"/>
            <p:cNvSpPr/>
            <p:nvPr/>
          </p:nvSpPr>
          <p:spPr>
            <a:xfrm>
              <a:off x="5084035" y="4063947"/>
              <a:ext cx="38903" cy="64926"/>
            </a:xfrm>
            <a:custGeom>
              <a:avLst/>
              <a:gdLst/>
              <a:ahLst/>
              <a:cxnLst/>
              <a:rect l="l" t="t" r="r" b="b"/>
              <a:pathLst>
                <a:path w="1486" h="2480" extrusionOk="0">
                  <a:moveTo>
                    <a:pt x="246" y="1"/>
                  </a:moveTo>
                  <a:cubicBezTo>
                    <a:pt x="164" y="1"/>
                    <a:pt x="83" y="10"/>
                    <a:pt x="1" y="25"/>
                  </a:cubicBezTo>
                  <a:cubicBezTo>
                    <a:pt x="582" y="140"/>
                    <a:pt x="995" y="649"/>
                    <a:pt x="995" y="1240"/>
                  </a:cubicBezTo>
                  <a:cubicBezTo>
                    <a:pt x="995" y="1831"/>
                    <a:pt x="582" y="2340"/>
                    <a:pt x="1" y="2456"/>
                  </a:cubicBezTo>
                  <a:cubicBezTo>
                    <a:pt x="83" y="2475"/>
                    <a:pt x="164" y="2480"/>
                    <a:pt x="246" y="2480"/>
                  </a:cubicBezTo>
                  <a:cubicBezTo>
                    <a:pt x="933" y="2480"/>
                    <a:pt x="1485" y="1922"/>
                    <a:pt x="1485" y="1240"/>
                  </a:cubicBezTo>
                  <a:cubicBezTo>
                    <a:pt x="1485" y="558"/>
                    <a:pt x="933" y="1"/>
                    <a:pt x="246" y="1"/>
                  </a:cubicBezTo>
                  <a:close/>
                </a:path>
              </a:pathLst>
            </a:custGeom>
            <a:solidFill>
              <a:srgbClr val="5A6E8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53" name="Google Shape;8653;p69"/>
            <p:cNvSpPr/>
            <p:nvPr/>
          </p:nvSpPr>
          <p:spPr>
            <a:xfrm>
              <a:off x="4956251" y="3960824"/>
              <a:ext cx="76001" cy="65110"/>
            </a:xfrm>
            <a:custGeom>
              <a:avLst/>
              <a:gdLst/>
              <a:ahLst/>
              <a:cxnLst/>
              <a:rect l="l" t="t" r="r" b="b"/>
              <a:pathLst>
                <a:path w="2903" h="2487" extrusionOk="0">
                  <a:moveTo>
                    <a:pt x="1658" y="0"/>
                  </a:moveTo>
                  <a:cubicBezTo>
                    <a:pt x="553" y="0"/>
                    <a:pt x="1" y="1336"/>
                    <a:pt x="784" y="2119"/>
                  </a:cubicBezTo>
                  <a:cubicBezTo>
                    <a:pt x="1036" y="2373"/>
                    <a:pt x="1347" y="2486"/>
                    <a:pt x="1653" y="2486"/>
                  </a:cubicBezTo>
                  <a:cubicBezTo>
                    <a:pt x="2290" y="2486"/>
                    <a:pt x="2903" y="1992"/>
                    <a:pt x="2903" y="1245"/>
                  </a:cubicBezTo>
                  <a:cubicBezTo>
                    <a:pt x="2903" y="558"/>
                    <a:pt x="2345" y="0"/>
                    <a:pt x="1658" y="0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54" name="Google Shape;8654;p69"/>
            <p:cNvSpPr/>
            <p:nvPr/>
          </p:nvSpPr>
          <p:spPr>
            <a:xfrm>
              <a:off x="4993479" y="3960955"/>
              <a:ext cx="40291" cy="64979"/>
            </a:xfrm>
            <a:custGeom>
              <a:avLst/>
              <a:gdLst/>
              <a:ahLst/>
              <a:cxnLst/>
              <a:rect l="l" t="t" r="r" b="b"/>
              <a:pathLst>
                <a:path w="1539" h="2482" extrusionOk="0">
                  <a:moveTo>
                    <a:pt x="241" y="0"/>
                  </a:moveTo>
                  <a:cubicBezTo>
                    <a:pt x="160" y="0"/>
                    <a:pt x="83" y="5"/>
                    <a:pt x="1" y="19"/>
                  </a:cubicBezTo>
                  <a:cubicBezTo>
                    <a:pt x="587" y="135"/>
                    <a:pt x="1010" y="644"/>
                    <a:pt x="1010" y="1240"/>
                  </a:cubicBezTo>
                  <a:cubicBezTo>
                    <a:pt x="1010" y="1835"/>
                    <a:pt x="587" y="2345"/>
                    <a:pt x="1" y="2460"/>
                  </a:cubicBezTo>
                  <a:cubicBezTo>
                    <a:pt x="79" y="2475"/>
                    <a:pt x="157" y="2482"/>
                    <a:pt x="233" y="2482"/>
                  </a:cubicBezTo>
                  <a:cubicBezTo>
                    <a:pt x="861" y="2482"/>
                    <a:pt x="1407" y="2007"/>
                    <a:pt x="1471" y="1360"/>
                  </a:cubicBezTo>
                  <a:cubicBezTo>
                    <a:pt x="1538" y="630"/>
                    <a:pt x="971" y="0"/>
                    <a:pt x="241" y="0"/>
                  </a:cubicBezTo>
                  <a:close/>
                </a:path>
              </a:pathLst>
            </a:custGeom>
            <a:solidFill>
              <a:srgbClr val="5A6E8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55" name="Google Shape;8655;p69"/>
            <p:cNvSpPr/>
            <p:nvPr/>
          </p:nvSpPr>
          <p:spPr>
            <a:xfrm>
              <a:off x="5047069" y="3960824"/>
              <a:ext cx="75870" cy="65110"/>
            </a:xfrm>
            <a:custGeom>
              <a:avLst/>
              <a:gdLst/>
              <a:ahLst/>
              <a:cxnLst/>
              <a:rect l="l" t="t" r="r" b="b"/>
              <a:pathLst>
                <a:path w="2898" h="2487" extrusionOk="0">
                  <a:moveTo>
                    <a:pt x="1658" y="0"/>
                  </a:moveTo>
                  <a:cubicBezTo>
                    <a:pt x="553" y="0"/>
                    <a:pt x="1" y="1336"/>
                    <a:pt x="779" y="2119"/>
                  </a:cubicBezTo>
                  <a:cubicBezTo>
                    <a:pt x="1032" y="2373"/>
                    <a:pt x="1344" y="2486"/>
                    <a:pt x="1649" y="2486"/>
                  </a:cubicBezTo>
                  <a:cubicBezTo>
                    <a:pt x="2287" y="2486"/>
                    <a:pt x="2897" y="1992"/>
                    <a:pt x="2897" y="1245"/>
                  </a:cubicBezTo>
                  <a:cubicBezTo>
                    <a:pt x="2897" y="558"/>
                    <a:pt x="2345" y="0"/>
                    <a:pt x="1658" y="0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56" name="Google Shape;8656;p69"/>
            <p:cNvSpPr/>
            <p:nvPr/>
          </p:nvSpPr>
          <p:spPr>
            <a:xfrm>
              <a:off x="5084035" y="3960955"/>
              <a:ext cx="38903" cy="64926"/>
            </a:xfrm>
            <a:custGeom>
              <a:avLst/>
              <a:gdLst/>
              <a:ahLst/>
              <a:cxnLst/>
              <a:rect l="l" t="t" r="r" b="b"/>
              <a:pathLst>
                <a:path w="1486" h="2480" extrusionOk="0">
                  <a:moveTo>
                    <a:pt x="246" y="0"/>
                  </a:moveTo>
                  <a:cubicBezTo>
                    <a:pt x="164" y="0"/>
                    <a:pt x="83" y="5"/>
                    <a:pt x="1" y="24"/>
                  </a:cubicBezTo>
                  <a:cubicBezTo>
                    <a:pt x="582" y="140"/>
                    <a:pt x="995" y="649"/>
                    <a:pt x="995" y="1240"/>
                  </a:cubicBezTo>
                  <a:cubicBezTo>
                    <a:pt x="995" y="1831"/>
                    <a:pt x="582" y="2340"/>
                    <a:pt x="1" y="2455"/>
                  </a:cubicBezTo>
                  <a:cubicBezTo>
                    <a:pt x="83" y="2470"/>
                    <a:pt x="164" y="2479"/>
                    <a:pt x="246" y="2479"/>
                  </a:cubicBezTo>
                  <a:cubicBezTo>
                    <a:pt x="933" y="2479"/>
                    <a:pt x="1485" y="1922"/>
                    <a:pt x="1485" y="1240"/>
                  </a:cubicBezTo>
                  <a:cubicBezTo>
                    <a:pt x="1485" y="553"/>
                    <a:pt x="933" y="0"/>
                    <a:pt x="246" y="0"/>
                  </a:cubicBezTo>
                  <a:close/>
                </a:path>
              </a:pathLst>
            </a:custGeom>
            <a:solidFill>
              <a:srgbClr val="5A6E8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57" name="Google Shape;8657;p69"/>
            <p:cNvSpPr/>
            <p:nvPr/>
          </p:nvSpPr>
          <p:spPr>
            <a:xfrm>
              <a:off x="4962298" y="3852936"/>
              <a:ext cx="74849" cy="74927"/>
            </a:xfrm>
            <a:custGeom>
              <a:avLst/>
              <a:gdLst/>
              <a:ahLst/>
              <a:cxnLst/>
              <a:rect l="l" t="t" r="r" b="b"/>
              <a:pathLst>
                <a:path w="2859" h="2862" extrusionOk="0">
                  <a:moveTo>
                    <a:pt x="1411" y="385"/>
                  </a:moveTo>
                  <a:cubicBezTo>
                    <a:pt x="1606" y="385"/>
                    <a:pt x="1811" y="443"/>
                    <a:pt x="2009" y="576"/>
                  </a:cubicBezTo>
                  <a:lnTo>
                    <a:pt x="2004" y="576"/>
                  </a:lnTo>
                  <a:lnTo>
                    <a:pt x="572" y="2003"/>
                  </a:lnTo>
                  <a:cubicBezTo>
                    <a:pt x="61" y="1244"/>
                    <a:pt x="661" y="385"/>
                    <a:pt x="1411" y="385"/>
                  </a:cubicBezTo>
                  <a:close/>
                  <a:moveTo>
                    <a:pt x="2273" y="840"/>
                  </a:moveTo>
                  <a:lnTo>
                    <a:pt x="2273" y="840"/>
                  </a:lnTo>
                  <a:cubicBezTo>
                    <a:pt x="2809" y="1604"/>
                    <a:pt x="2206" y="2479"/>
                    <a:pt x="1452" y="2479"/>
                  </a:cubicBezTo>
                  <a:cubicBezTo>
                    <a:pt x="1253" y="2479"/>
                    <a:pt x="1043" y="2417"/>
                    <a:pt x="841" y="2277"/>
                  </a:cubicBezTo>
                  <a:lnTo>
                    <a:pt x="2273" y="840"/>
                  </a:lnTo>
                  <a:close/>
                  <a:moveTo>
                    <a:pt x="1445" y="1"/>
                  </a:moveTo>
                  <a:cubicBezTo>
                    <a:pt x="712" y="1"/>
                    <a:pt x="1" y="563"/>
                    <a:pt x="1" y="1431"/>
                  </a:cubicBezTo>
                  <a:cubicBezTo>
                    <a:pt x="1" y="1806"/>
                    <a:pt x="145" y="2166"/>
                    <a:pt x="409" y="2430"/>
                  </a:cubicBezTo>
                  <a:lnTo>
                    <a:pt x="409" y="2440"/>
                  </a:lnTo>
                  <a:lnTo>
                    <a:pt x="414" y="2440"/>
                  </a:lnTo>
                  <a:cubicBezTo>
                    <a:pt x="704" y="2731"/>
                    <a:pt x="1063" y="2861"/>
                    <a:pt x="1415" y="2861"/>
                  </a:cubicBezTo>
                  <a:cubicBezTo>
                    <a:pt x="2151" y="2861"/>
                    <a:pt x="2859" y="2292"/>
                    <a:pt x="2859" y="1431"/>
                  </a:cubicBezTo>
                  <a:cubicBezTo>
                    <a:pt x="2859" y="1052"/>
                    <a:pt x="2705" y="682"/>
                    <a:pt x="2436" y="413"/>
                  </a:cubicBezTo>
                  <a:cubicBezTo>
                    <a:pt x="2151" y="129"/>
                    <a:pt x="1795" y="1"/>
                    <a:pt x="1445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58" name="Google Shape;8658;p69"/>
            <p:cNvSpPr/>
            <p:nvPr/>
          </p:nvSpPr>
          <p:spPr>
            <a:xfrm>
              <a:off x="5040786" y="3852910"/>
              <a:ext cx="87179" cy="74901"/>
            </a:xfrm>
            <a:custGeom>
              <a:avLst/>
              <a:gdLst/>
              <a:ahLst/>
              <a:cxnLst/>
              <a:rect l="l" t="t" r="r" b="b"/>
              <a:pathLst>
                <a:path w="3330" h="2861" extrusionOk="0">
                  <a:moveTo>
                    <a:pt x="1877" y="386"/>
                  </a:moveTo>
                  <a:cubicBezTo>
                    <a:pt x="2072" y="386"/>
                    <a:pt x="2277" y="444"/>
                    <a:pt x="2474" y="577"/>
                  </a:cubicBezTo>
                  <a:lnTo>
                    <a:pt x="1043" y="2004"/>
                  </a:lnTo>
                  <a:cubicBezTo>
                    <a:pt x="525" y="1242"/>
                    <a:pt x="1128" y="386"/>
                    <a:pt x="1877" y="386"/>
                  </a:cubicBezTo>
                  <a:close/>
                  <a:moveTo>
                    <a:pt x="2739" y="841"/>
                  </a:moveTo>
                  <a:lnTo>
                    <a:pt x="2739" y="841"/>
                  </a:lnTo>
                  <a:cubicBezTo>
                    <a:pt x="3270" y="1597"/>
                    <a:pt x="2673" y="2482"/>
                    <a:pt x="1920" y="2482"/>
                  </a:cubicBezTo>
                  <a:cubicBezTo>
                    <a:pt x="1720" y="2482"/>
                    <a:pt x="1510" y="2420"/>
                    <a:pt x="1307" y="2278"/>
                  </a:cubicBezTo>
                  <a:lnTo>
                    <a:pt x="2739" y="841"/>
                  </a:lnTo>
                  <a:close/>
                  <a:moveTo>
                    <a:pt x="1893" y="1"/>
                  </a:moveTo>
                  <a:cubicBezTo>
                    <a:pt x="596" y="1"/>
                    <a:pt x="0" y="1591"/>
                    <a:pt x="879" y="2436"/>
                  </a:cubicBezTo>
                  <a:cubicBezTo>
                    <a:pt x="1171" y="2729"/>
                    <a:pt x="1531" y="2861"/>
                    <a:pt x="1885" y="2861"/>
                  </a:cubicBezTo>
                  <a:cubicBezTo>
                    <a:pt x="2622" y="2861"/>
                    <a:pt x="3330" y="2292"/>
                    <a:pt x="3330" y="1432"/>
                  </a:cubicBezTo>
                  <a:cubicBezTo>
                    <a:pt x="3330" y="1048"/>
                    <a:pt x="3176" y="683"/>
                    <a:pt x="2902" y="414"/>
                  </a:cubicBezTo>
                  <a:cubicBezTo>
                    <a:pt x="2633" y="150"/>
                    <a:pt x="2273" y="1"/>
                    <a:pt x="1893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59" name="Google Shape;8659;p69"/>
            <p:cNvSpPr/>
            <p:nvPr/>
          </p:nvSpPr>
          <p:spPr>
            <a:xfrm>
              <a:off x="4949732" y="3955928"/>
              <a:ext cx="87415" cy="74953"/>
            </a:xfrm>
            <a:custGeom>
              <a:avLst/>
              <a:gdLst/>
              <a:ahLst/>
              <a:cxnLst/>
              <a:rect l="l" t="t" r="r" b="b"/>
              <a:pathLst>
                <a:path w="3339" h="2863" extrusionOk="0">
                  <a:moveTo>
                    <a:pt x="1890" y="385"/>
                  </a:moveTo>
                  <a:cubicBezTo>
                    <a:pt x="2085" y="385"/>
                    <a:pt x="2290" y="444"/>
                    <a:pt x="2489" y="577"/>
                  </a:cubicBezTo>
                  <a:lnTo>
                    <a:pt x="2484" y="577"/>
                  </a:lnTo>
                  <a:lnTo>
                    <a:pt x="1052" y="2008"/>
                  </a:lnTo>
                  <a:cubicBezTo>
                    <a:pt x="542" y="1242"/>
                    <a:pt x="1141" y="385"/>
                    <a:pt x="1890" y="385"/>
                  </a:cubicBezTo>
                  <a:close/>
                  <a:moveTo>
                    <a:pt x="2753" y="846"/>
                  </a:moveTo>
                  <a:lnTo>
                    <a:pt x="2753" y="846"/>
                  </a:lnTo>
                  <a:cubicBezTo>
                    <a:pt x="3288" y="1605"/>
                    <a:pt x="2687" y="2481"/>
                    <a:pt x="1934" y="2481"/>
                  </a:cubicBezTo>
                  <a:cubicBezTo>
                    <a:pt x="1734" y="2481"/>
                    <a:pt x="1524" y="2419"/>
                    <a:pt x="1321" y="2277"/>
                  </a:cubicBezTo>
                  <a:lnTo>
                    <a:pt x="2753" y="846"/>
                  </a:lnTo>
                  <a:close/>
                  <a:moveTo>
                    <a:pt x="1907" y="0"/>
                  </a:moveTo>
                  <a:cubicBezTo>
                    <a:pt x="654" y="0"/>
                    <a:pt x="0" y="1528"/>
                    <a:pt x="889" y="2436"/>
                  </a:cubicBezTo>
                  <a:lnTo>
                    <a:pt x="889" y="2441"/>
                  </a:lnTo>
                  <a:cubicBezTo>
                    <a:pt x="1180" y="2732"/>
                    <a:pt x="1541" y="2863"/>
                    <a:pt x="1894" y="2863"/>
                  </a:cubicBezTo>
                  <a:cubicBezTo>
                    <a:pt x="2631" y="2863"/>
                    <a:pt x="3339" y="2296"/>
                    <a:pt x="3339" y="1437"/>
                  </a:cubicBezTo>
                  <a:cubicBezTo>
                    <a:pt x="3339" y="644"/>
                    <a:pt x="2695" y="0"/>
                    <a:pt x="1907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60" name="Google Shape;8660;p69"/>
            <p:cNvSpPr/>
            <p:nvPr/>
          </p:nvSpPr>
          <p:spPr>
            <a:xfrm>
              <a:off x="5040786" y="3955928"/>
              <a:ext cx="87310" cy="74953"/>
            </a:xfrm>
            <a:custGeom>
              <a:avLst/>
              <a:gdLst/>
              <a:ahLst/>
              <a:cxnLst/>
              <a:rect l="l" t="t" r="r" b="b"/>
              <a:pathLst>
                <a:path w="3335" h="2863" extrusionOk="0">
                  <a:moveTo>
                    <a:pt x="1875" y="385"/>
                  </a:moveTo>
                  <a:cubicBezTo>
                    <a:pt x="2069" y="385"/>
                    <a:pt x="2275" y="443"/>
                    <a:pt x="2474" y="577"/>
                  </a:cubicBezTo>
                  <a:lnTo>
                    <a:pt x="1043" y="2008"/>
                  </a:lnTo>
                  <a:cubicBezTo>
                    <a:pt x="531" y="1253"/>
                    <a:pt x="1123" y="385"/>
                    <a:pt x="1875" y="385"/>
                  </a:cubicBezTo>
                  <a:close/>
                  <a:moveTo>
                    <a:pt x="2743" y="846"/>
                  </a:moveTo>
                  <a:cubicBezTo>
                    <a:pt x="3271" y="1598"/>
                    <a:pt x="2673" y="2482"/>
                    <a:pt x="1920" y="2482"/>
                  </a:cubicBezTo>
                  <a:cubicBezTo>
                    <a:pt x="1720" y="2482"/>
                    <a:pt x="1510" y="2420"/>
                    <a:pt x="1307" y="2277"/>
                  </a:cubicBezTo>
                  <a:lnTo>
                    <a:pt x="2743" y="846"/>
                  </a:lnTo>
                  <a:close/>
                  <a:moveTo>
                    <a:pt x="1898" y="0"/>
                  </a:moveTo>
                  <a:cubicBezTo>
                    <a:pt x="606" y="0"/>
                    <a:pt x="0" y="1585"/>
                    <a:pt x="884" y="2441"/>
                  </a:cubicBezTo>
                  <a:cubicBezTo>
                    <a:pt x="1176" y="2732"/>
                    <a:pt x="1536" y="2863"/>
                    <a:pt x="1890" y="2863"/>
                  </a:cubicBezTo>
                  <a:cubicBezTo>
                    <a:pt x="2626" y="2863"/>
                    <a:pt x="3334" y="2296"/>
                    <a:pt x="3334" y="1437"/>
                  </a:cubicBezTo>
                  <a:cubicBezTo>
                    <a:pt x="3330" y="644"/>
                    <a:pt x="2691" y="5"/>
                    <a:pt x="1898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61" name="Google Shape;8661;p69"/>
            <p:cNvSpPr/>
            <p:nvPr/>
          </p:nvSpPr>
          <p:spPr>
            <a:xfrm>
              <a:off x="4962298" y="4058920"/>
              <a:ext cx="74980" cy="74953"/>
            </a:xfrm>
            <a:custGeom>
              <a:avLst/>
              <a:gdLst/>
              <a:ahLst/>
              <a:cxnLst/>
              <a:rect l="l" t="t" r="r" b="b"/>
              <a:pathLst>
                <a:path w="2864" h="2863" extrusionOk="0">
                  <a:moveTo>
                    <a:pt x="2273" y="846"/>
                  </a:moveTo>
                  <a:lnTo>
                    <a:pt x="2273" y="846"/>
                  </a:lnTo>
                  <a:cubicBezTo>
                    <a:pt x="2805" y="1603"/>
                    <a:pt x="2206" y="2485"/>
                    <a:pt x="1452" y="2485"/>
                  </a:cubicBezTo>
                  <a:cubicBezTo>
                    <a:pt x="1254" y="2485"/>
                    <a:pt x="1044" y="2424"/>
                    <a:pt x="841" y="2283"/>
                  </a:cubicBezTo>
                  <a:lnTo>
                    <a:pt x="2273" y="846"/>
                  </a:lnTo>
                  <a:close/>
                  <a:moveTo>
                    <a:pt x="1431" y="0"/>
                  </a:moveTo>
                  <a:cubicBezTo>
                    <a:pt x="1194" y="0"/>
                    <a:pt x="951" y="61"/>
                    <a:pt x="721" y="193"/>
                  </a:cubicBezTo>
                  <a:cubicBezTo>
                    <a:pt x="535" y="298"/>
                    <a:pt x="639" y="547"/>
                    <a:pt x="809" y="547"/>
                  </a:cubicBezTo>
                  <a:cubicBezTo>
                    <a:pt x="840" y="547"/>
                    <a:pt x="874" y="539"/>
                    <a:pt x="909" y="519"/>
                  </a:cubicBezTo>
                  <a:cubicBezTo>
                    <a:pt x="1067" y="428"/>
                    <a:pt x="1250" y="380"/>
                    <a:pt x="1432" y="380"/>
                  </a:cubicBezTo>
                  <a:cubicBezTo>
                    <a:pt x="1639" y="385"/>
                    <a:pt x="1841" y="452"/>
                    <a:pt x="2009" y="572"/>
                  </a:cubicBezTo>
                  <a:lnTo>
                    <a:pt x="577" y="2004"/>
                  </a:lnTo>
                  <a:cubicBezTo>
                    <a:pt x="404" y="1744"/>
                    <a:pt x="337" y="1485"/>
                    <a:pt x="409" y="1182"/>
                  </a:cubicBezTo>
                  <a:cubicBezTo>
                    <a:pt x="446" y="1039"/>
                    <a:pt x="333" y="948"/>
                    <a:pt x="222" y="948"/>
                  </a:cubicBezTo>
                  <a:cubicBezTo>
                    <a:pt x="143" y="948"/>
                    <a:pt x="65" y="993"/>
                    <a:pt x="39" y="1096"/>
                  </a:cubicBezTo>
                  <a:cubicBezTo>
                    <a:pt x="15" y="1206"/>
                    <a:pt x="1" y="1317"/>
                    <a:pt x="1" y="1427"/>
                  </a:cubicBezTo>
                  <a:cubicBezTo>
                    <a:pt x="1" y="1807"/>
                    <a:pt x="150" y="2172"/>
                    <a:pt x="414" y="2436"/>
                  </a:cubicBezTo>
                  <a:cubicBezTo>
                    <a:pt x="709" y="2731"/>
                    <a:pt x="1069" y="2863"/>
                    <a:pt x="1422" y="2863"/>
                  </a:cubicBezTo>
                  <a:cubicBezTo>
                    <a:pt x="2160" y="2863"/>
                    <a:pt x="2864" y="2287"/>
                    <a:pt x="2864" y="1432"/>
                  </a:cubicBezTo>
                  <a:cubicBezTo>
                    <a:pt x="2864" y="597"/>
                    <a:pt x="2178" y="0"/>
                    <a:pt x="1431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62" name="Google Shape;8662;p69"/>
            <p:cNvSpPr/>
            <p:nvPr/>
          </p:nvSpPr>
          <p:spPr>
            <a:xfrm>
              <a:off x="5040655" y="4059051"/>
              <a:ext cx="87179" cy="74796"/>
            </a:xfrm>
            <a:custGeom>
              <a:avLst/>
              <a:gdLst/>
              <a:ahLst/>
              <a:cxnLst/>
              <a:rect l="l" t="t" r="r" b="b"/>
              <a:pathLst>
                <a:path w="3330" h="2857" extrusionOk="0">
                  <a:moveTo>
                    <a:pt x="1883" y="383"/>
                  </a:moveTo>
                  <a:cubicBezTo>
                    <a:pt x="2078" y="383"/>
                    <a:pt x="2282" y="440"/>
                    <a:pt x="2479" y="572"/>
                  </a:cubicBezTo>
                  <a:lnTo>
                    <a:pt x="1048" y="2004"/>
                  </a:lnTo>
                  <a:cubicBezTo>
                    <a:pt x="529" y="1237"/>
                    <a:pt x="1134" y="383"/>
                    <a:pt x="1883" y="383"/>
                  </a:cubicBezTo>
                  <a:close/>
                  <a:moveTo>
                    <a:pt x="2748" y="841"/>
                  </a:moveTo>
                  <a:lnTo>
                    <a:pt x="2748" y="841"/>
                  </a:lnTo>
                  <a:cubicBezTo>
                    <a:pt x="3284" y="1605"/>
                    <a:pt x="2678" y="2479"/>
                    <a:pt x="1924" y="2479"/>
                  </a:cubicBezTo>
                  <a:cubicBezTo>
                    <a:pt x="1724" y="2479"/>
                    <a:pt x="1514" y="2418"/>
                    <a:pt x="1312" y="2278"/>
                  </a:cubicBezTo>
                  <a:lnTo>
                    <a:pt x="2748" y="841"/>
                  </a:lnTo>
                  <a:close/>
                  <a:moveTo>
                    <a:pt x="1903" y="0"/>
                  </a:moveTo>
                  <a:cubicBezTo>
                    <a:pt x="630" y="0"/>
                    <a:pt x="1" y="1552"/>
                    <a:pt x="884" y="2436"/>
                  </a:cubicBezTo>
                  <a:cubicBezTo>
                    <a:pt x="1174" y="2727"/>
                    <a:pt x="1532" y="2857"/>
                    <a:pt x="1884" y="2857"/>
                  </a:cubicBezTo>
                  <a:cubicBezTo>
                    <a:pt x="2620" y="2857"/>
                    <a:pt x="3330" y="2288"/>
                    <a:pt x="3330" y="1427"/>
                  </a:cubicBezTo>
                  <a:cubicBezTo>
                    <a:pt x="3330" y="639"/>
                    <a:pt x="2691" y="0"/>
                    <a:pt x="1903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63" name="Google Shape;8663;p69"/>
            <p:cNvSpPr/>
            <p:nvPr/>
          </p:nvSpPr>
          <p:spPr>
            <a:xfrm>
              <a:off x="4929600" y="3825735"/>
              <a:ext cx="230803" cy="340235"/>
            </a:xfrm>
            <a:custGeom>
              <a:avLst/>
              <a:gdLst/>
              <a:ahLst/>
              <a:cxnLst/>
              <a:rect l="l" t="t" r="r" b="b"/>
              <a:pathLst>
                <a:path w="8816" h="12996" extrusionOk="0">
                  <a:moveTo>
                    <a:pt x="913" y="1"/>
                  </a:moveTo>
                  <a:cubicBezTo>
                    <a:pt x="409" y="1"/>
                    <a:pt x="1" y="409"/>
                    <a:pt x="1" y="909"/>
                  </a:cubicBezTo>
                  <a:lnTo>
                    <a:pt x="1" y="12088"/>
                  </a:lnTo>
                  <a:cubicBezTo>
                    <a:pt x="1" y="12587"/>
                    <a:pt x="409" y="12996"/>
                    <a:pt x="913" y="12996"/>
                  </a:cubicBezTo>
                  <a:lnTo>
                    <a:pt x="7903" y="12996"/>
                  </a:lnTo>
                  <a:cubicBezTo>
                    <a:pt x="8408" y="12996"/>
                    <a:pt x="8816" y="12587"/>
                    <a:pt x="8816" y="12088"/>
                  </a:cubicBezTo>
                  <a:lnTo>
                    <a:pt x="8816" y="5626"/>
                  </a:lnTo>
                  <a:cubicBezTo>
                    <a:pt x="8816" y="5502"/>
                    <a:pt x="8721" y="5439"/>
                    <a:pt x="8626" y="5439"/>
                  </a:cubicBezTo>
                  <a:cubicBezTo>
                    <a:pt x="8531" y="5439"/>
                    <a:pt x="8436" y="5502"/>
                    <a:pt x="8436" y="5626"/>
                  </a:cubicBezTo>
                  <a:lnTo>
                    <a:pt x="8436" y="12088"/>
                  </a:lnTo>
                  <a:cubicBezTo>
                    <a:pt x="8436" y="12381"/>
                    <a:pt x="8196" y="12616"/>
                    <a:pt x="7903" y="12616"/>
                  </a:cubicBezTo>
                  <a:lnTo>
                    <a:pt x="918" y="12616"/>
                  </a:lnTo>
                  <a:cubicBezTo>
                    <a:pt x="625" y="12616"/>
                    <a:pt x="390" y="12381"/>
                    <a:pt x="390" y="12088"/>
                  </a:cubicBezTo>
                  <a:lnTo>
                    <a:pt x="390" y="909"/>
                  </a:lnTo>
                  <a:cubicBezTo>
                    <a:pt x="390" y="616"/>
                    <a:pt x="625" y="380"/>
                    <a:pt x="918" y="380"/>
                  </a:cubicBezTo>
                  <a:lnTo>
                    <a:pt x="7908" y="380"/>
                  </a:lnTo>
                  <a:cubicBezTo>
                    <a:pt x="8201" y="380"/>
                    <a:pt x="8441" y="616"/>
                    <a:pt x="8436" y="909"/>
                  </a:cubicBezTo>
                  <a:lnTo>
                    <a:pt x="8436" y="4622"/>
                  </a:lnTo>
                  <a:cubicBezTo>
                    <a:pt x="8436" y="4728"/>
                    <a:pt x="8523" y="4810"/>
                    <a:pt x="8629" y="4810"/>
                  </a:cubicBezTo>
                  <a:cubicBezTo>
                    <a:pt x="8730" y="4810"/>
                    <a:pt x="8816" y="4728"/>
                    <a:pt x="8816" y="4622"/>
                  </a:cubicBezTo>
                  <a:lnTo>
                    <a:pt x="8816" y="909"/>
                  </a:lnTo>
                  <a:cubicBezTo>
                    <a:pt x="8816" y="409"/>
                    <a:pt x="8408" y="1"/>
                    <a:pt x="7903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664" name="Google Shape;8664;p69"/>
          <p:cNvGrpSpPr/>
          <p:nvPr/>
        </p:nvGrpSpPr>
        <p:grpSpPr>
          <a:xfrm>
            <a:off x="4698388" y="3511984"/>
            <a:ext cx="187358" cy="255726"/>
            <a:chOff x="6264518" y="3825395"/>
            <a:chExt cx="249810" cy="340968"/>
          </a:xfrm>
        </p:grpSpPr>
        <p:sp>
          <p:nvSpPr>
            <p:cNvPr id="8665" name="Google Shape;8665;p69"/>
            <p:cNvSpPr/>
            <p:nvPr/>
          </p:nvSpPr>
          <p:spPr>
            <a:xfrm>
              <a:off x="6269309" y="3867832"/>
              <a:ext cx="211325" cy="293740"/>
            </a:xfrm>
            <a:custGeom>
              <a:avLst/>
              <a:gdLst/>
              <a:ahLst/>
              <a:cxnLst/>
              <a:rect l="l" t="t" r="r" b="b"/>
              <a:pathLst>
                <a:path w="8072" h="11220" extrusionOk="0">
                  <a:moveTo>
                    <a:pt x="4620" y="0"/>
                  </a:moveTo>
                  <a:cubicBezTo>
                    <a:pt x="4343" y="0"/>
                    <a:pt x="4064" y="41"/>
                    <a:pt x="3791" y="132"/>
                  </a:cubicBezTo>
                  <a:cubicBezTo>
                    <a:pt x="3243" y="315"/>
                    <a:pt x="2777" y="680"/>
                    <a:pt x="2465" y="1160"/>
                  </a:cubicBezTo>
                  <a:cubicBezTo>
                    <a:pt x="1970" y="1905"/>
                    <a:pt x="1888" y="2851"/>
                    <a:pt x="2249" y="3668"/>
                  </a:cubicBezTo>
                  <a:cubicBezTo>
                    <a:pt x="2364" y="3946"/>
                    <a:pt x="2551" y="4191"/>
                    <a:pt x="2787" y="4379"/>
                  </a:cubicBezTo>
                  <a:cubicBezTo>
                    <a:pt x="2907" y="4475"/>
                    <a:pt x="2988" y="4609"/>
                    <a:pt x="3022" y="4758"/>
                  </a:cubicBezTo>
                  <a:cubicBezTo>
                    <a:pt x="3056" y="4888"/>
                    <a:pt x="3046" y="5027"/>
                    <a:pt x="3008" y="5157"/>
                  </a:cubicBezTo>
                  <a:cubicBezTo>
                    <a:pt x="2940" y="5340"/>
                    <a:pt x="2796" y="5484"/>
                    <a:pt x="2614" y="5541"/>
                  </a:cubicBezTo>
                  <a:cubicBezTo>
                    <a:pt x="2508" y="5575"/>
                    <a:pt x="2402" y="5613"/>
                    <a:pt x="2301" y="5661"/>
                  </a:cubicBezTo>
                  <a:cubicBezTo>
                    <a:pt x="1744" y="5916"/>
                    <a:pt x="1374" y="6464"/>
                    <a:pt x="1350" y="7079"/>
                  </a:cubicBezTo>
                  <a:cubicBezTo>
                    <a:pt x="606" y="7083"/>
                    <a:pt x="0" y="7694"/>
                    <a:pt x="0" y="8443"/>
                  </a:cubicBezTo>
                  <a:lnTo>
                    <a:pt x="0" y="11220"/>
                  </a:lnTo>
                  <a:lnTo>
                    <a:pt x="1014" y="11215"/>
                  </a:lnTo>
                  <a:lnTo>
                    <a:pt x="1019" y="11210"/>
                  </a:lnTo>
                  <a:lnTo>
                    <a:pt x="1019" y="8433"/>
                  </a:lnTo>
                  <a:cubicBezTo>
                    <a:pt x="1019" y="8246"/>
                    <a:pt x="1173" y="8087"/>
                    <a:pt x="1365" y="8087"/>
                  </a:cubicBezTo>
                  <a:lnTo>
                    <a:pt x="1639" y="8087"/>
                  </a:lnTo>
                  <a:cubicBezTo>
                    <a:pt x="1687" y="8155"/>
                    <a:pt x="1735" y="8217"/>
                    <a:pt x="1792" y="8275"/>
                  </a:cubicBezTo>
                  <a:cubicBezTo>
                    <a:pt x="1807" y="8289"/>
                    <a:pt x="1821" y="8308"/>
                    <a:pt x="1840" y="8323"/>
                  </a:cubicBezTo>
                  <a:cubicBezTo>
                    <a:pt x="2251" y="8721"/>
                    <a:pt x="2797" y="8940"/>
                    <a:pt x="3362" y="8940"/>
                  </a:cubicBezTo>
                  <a:cubicBezTo>
                    <a:pt x="3452" y="8940"/>
                    <a:pt x="3542" y="8935"/>
                    <a:pt x="3632" y="8923"/>
                  </a:cubicBezTo>
                  <a:cubicBezTo>
                    <a:pt x="5006" y="8755"/>
                    <a:pt x="6125" y="8102"/>
                    <a:pt x="6957" y="6896"/>
                  </a:cubicBezTo>
                  <a:cubicBezTo>
                    <a:pt x="7778" y="5705"/>
                    <a:pt x="8071" y="4225"/>
                    <a:pt x="7764" y="2813"/>
                  </a:cubicBezTo>
                  <a:cubicBezTo>
                    <a:pt x="7557" y="1900"/>
                    <a:pt x="7139" y="1179"/>
                    <a:pt x="6495" y="656"/>
                  </a:cubicBezTo>
                  <a:lnTo>
                    <a:pt x="6409" y="588"/>
                  </a:lnTo>
                  <a:cubicBezTo>
                    <a:pt x="6409" y="588"/>
                    <a:pt x="6010" y="300"/>
                    <a:pt x="5741" y="204"/>
                  </a:cubicBezTo>
                  <a:cubicBezTo>
                    <a:pt x="5378" y="76"/>
                    <a:pt x="4999" y="0"/>
                    <a:pt x="4620" y="0"/>
                  </a:cubicBezTo>
                  <a:close/>
                </a:path>
              </a:pathLst>
            </a:custGeom>
            <a:solidFill>
              <a:srgbClr val="8599A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66" name="Google Shape;8666;p69"/>
            <p:cNvSpPr/>
            <p:nvPr/>
          </p:nvSpPr>
          <p:spPr>
            <a:xfrm>
              <a:off x="6332429" y="3867623"/>
              <a:ext cx="148205" cy="234154"/>
            </a:xfrm>
            <a:custGeom>
              <a:avLst/>
              <a:gdLst/>
              <a:ahLst/>
              <a:cxnLst/>
              <a:rect l="l" t="t" r="r" b="b"/>
              <a:pathLst>
                <a:path w="5661" h="8944" extrusionOk="0">
                  <a:moveTo>
                    <a:pt x="2288" y="1"/>
                  </a:moveTo>
                  <a:lnTo>
                    <a:pt x="2288" y="1"/>
                  </a:lnTo>
                  <a:cubicBezTo>
                    <a:pt x="2557" y="102"/>
                    <a:pt x="2927" y="375"/>
                    <a:pt x="2927" y="375"/>
                  </a:cubicBezTo>
                  <a:cubicBezTo>
                    <a:pt x="2960" y="399"/>
                    <a:pt x="2989" y="423"/>
                    <a:pt x="3018" y="443"/>
                  </a:cubicBezTo>
                  <a:cubicBezTo>
                    <a:pt x="3657" y="966"/>
                    <a:pt x="4075" y="1692"/>
                    <a:pt x="4281" y="2600"/>
                  </a:cubicBezTo>
                  <a:cubicBezTo>
                    <a:pt x="4589" y="4017"/>
                    <a:pt x="4301" y="5496"/>
                    <a:pt x="3479" y="6688"/>
                  </a:cubicBezTo>
                  <a:cubicBezTo>
                    <a:pt x="2648" y="7894"/>
                    <a:pt x="1529" y="8547"/>
                    <a:pt x="155" y="8710"/>
                  </a:cubicBezTo>
                  <a:cubicBezTo>
                    <a:pt x="102" y="8720"/>
                    <a:pt x="49" y="8720"/>
                    <a:pt x="1" y="8725"/>
                  </a:cubicBezTo>
                  <a:cubicBezTo>
                    <a:pt x="299" y="8868"/>
                    <a:pt x="624" y="8943"/>
                    <a:pt x="955" y="8943"/>
                  </a:cubicBezTo>
                  <a:cubicBezTo>
                    <a:pt x="1045" y="8943"/>
                    <a:pt x="1135" y="8938"/>
                    <a:pt x="1226" y="8927"/>
                  </a:cubicBezTo>
                  <a:cubicBezTo>
                    <a:pt x="2600" y="8763"/>
                    <a:pt x="3719" y="8110"/>
                    <a:pt x="4550" y="6904"/>
                  </a:cubicBezTo>
                  <a:cubicBezTo>
                    <a:pt x="5367" y="5708"/>
                    <a:pt x="5660" y="4228"/>
                    <a:pt x="5353" y="2816"/>
                  </a:cubicBezTo>
                  <a:cubicBezTo>
                    <a:pt x="5146" y="1903"/>
                    <a:pt x="4728" y="1182"/>
                    <a:pt x="4084" y="659"/>
                  </a:cubicBezTo>
                  <a:lnTo>
                    <a:pt x="3998" y="592"/>
                  </a:lnTo>
                  <a:cubicBezTo>
                    <a:pt x="3998" y="592"/>
                    <a:pt x="3599" y="303"/>
                    <a:pt x="3335" y="207"/>
                  </a:cubicBezTo>
                  <a:cubicBezTo>
                    <a:pt x="2999" y="82"/>
                    <a:pt x="2648" y="15"/>
                    <a:pt x="2288" y="1"/>
                  </a:cubicBezTo>
                  <a:close/>
                </a:path>
              </a:pathLst>
            </a:custGeom>
            <a:solidFill>
              <a:srgbClr val="738A9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67" name="Google Shape;8667;p69"/>
            <p:cNvSpPr/>
            <p:nvPr/>
          </p:nvSpPr>
          <p:spPr>
            <a:xfrm>
              <a:off x="6277215" y="3830395"/>
              <a:ext cx="55868" cy="93593"/>
            </a:xfrm>
            <a:custGeom>
              <a:avLst/>
              <a:gdLst/>
              <a:ahLst/>
              <a:cxnLst/>
              <a:rect l="l" t="t" r="r" b="b"/>
              <a:pathLst>
                <a:path w="2134" h="3575" extrusionOk="0">
                  <a:moveTo>
                    <a:pt x="1" y="1"/>
                  </a:moveTo>
                  <a:lnTo>
                    <a:pt x="1" y="1490"/>
                  </a:lnTo>
                  <a:cubicBezTo>
                    <a:pt x="1" y="2475"/>
                    <a:pt x="683" y="3330"/>
                    <a:pt x="1644" y="3546"/>
                  </a:cubicBezTo>
                  <a:lnTo>
                    <a:pt x="1764" y="3575"/>
                  </a:lnTo>
                  <a:cubicBezTo>
                    <a:pt x="1827" y="3239"/>
                    <a:pt x="1951" y="2917"/>
                    <a:pt x="2134" y="2629"/>
                  </a:cubicBezTo>
                  <a:cubicBezTo>
                    <a:pt x="2096" y="2609"/>
                    <a:pt x="2057" y="2595"/>
                    <a:pt x="2019" y="2585"/>
                  </a:cubicBezTo>
                  <a:lnTo>
                    <a:pt x="1870" y="2552"/>
                  </a:lnTo>
                  <a:cubicBezTo>
                    <a:pt x="1370" y="2446"/>
                    <a:pt x="1019" y="1999"/>
                    <a:pt x="1019" y="1490"/>
                  </a:cubicBezTo>
                  <a:lnTo>
                    <a:pt x="1019" y="1"/>
                  </a:lnTo>
                  <a:close/>
                </a:path>
              </a:pathLst>
            </a:custGeom>
            <a:solidFill>
              <a:srgbClr val="748B9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68" name="Google Shape;8668;p69"/>
            <p:cNvSpPr/>
            <p:nvPr/>
          </p:nvSpPr>
          <p:spPr>
            <a:xfrm>
              <a:off x="6306144" y="3890400"/>
              <a:ext cx="26939" cy="33484"/>
            </a:xfrm>
            <a:custGeom>
              <a:avLst/>
              <a:gdLst/>
              <a:ahLst/>
              <a:cxnLst/>
              <a:rect l="l" t="t" r="r" b="b"/>
              <a:pathLst>
                <a:path w="1029" h="1279" extrusionOk="0">
                  <a:moveTo>
                    <a:pt x="265" y="0"/>
                  </a:moveTo>
                  <a:cubicBezTo>
                    <a:pt x="107" y="327"/>
                    <a:pt x="20" y="687"/>
                    <a:pt x="1" y="1052"/>
                  </a:cubicBezTo>
                  <a:cubicBezTo>
                    <a:pt x="174" y="1144"/>
                    <a:pt x="352" y="1211"/>
                    <a:pt x="539" y="1254"/>
                  </a:cubicBezTo>
                  <a:lnTo>
                    <a:pt x="659" y="1278"/>
                  </a:lnTo>
                  <a:cubicBezTo>
                    <a:pt x="722" y="942"/>
                    <a:pt x="846" y="625"/>
                    <a:pt x="1029" y="337"/>
                  </a:cubicBezTo>
                  <a:cubicBezTo>
                    <a:pt x="991" y="312"/>
                    <a:pt x="952" y="298"/>
                    <a:pt x="914" y="288"/>
                  </a:cubicBezTo>
                  <a:lnTo>
                    <a:pt x="765" y="260"/>
                  </a:lnTo>
                  <a:cubicBezTo>
                    <a:pt x="577" y="221"/>
                    <a:pt x="404" y="130"/>
                    <a:pt x="26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69" name="Google Shape;8669;p69"/>
            <p:cNvSpPr/>
            <p:nvPr/>
          </p:nvSpPr>
          <p:spPr>
            <a:xfrm>
              <a:off x="6264518" y="3825395"/>
              <a:ext cx="249810" cy="340968"/>
            </a:xfrm>
            <a:custGeom>
              <a:avLst/>
              <a:gdLst/>
              <a:ahLst/>
              <a:cxnLst/>
              <a:rect l="l" t="t" r="r" b="b"/>
              <a:pathLst>
                <a:path w="9542" h="13024" extrusionOk="0">
                  <a:moveTo>
                    <a:pt x="1512" y="1"/>
                  </a:moveTo>
                  <a:cubicBezTo>
                    <a:pt x="1417" y="1"/>
                    <a:pt x="1322" y="64"/>
                    <a:pt x="1322" y="192"/>
                  </a:cubicBezTo>
                  <a:lnTo>
                    <a:pt x="1322" y="1676"/>
                  </a:lnTo>
                  <a:cubicBezTo>
                    <a:pt x="1322" y="2277"/>
                    <a:pt x="1735" y="2800"/>
                    <a:pt x="2321" y="2930"/>
                  </a:cubicBezTo>
                  <a:lnTo>
                    <a:pt x="2345" y="2935"/>
                  </a:lnTo>
                  <a:cubicBezTo>
                    <a:pt x="2307" y="3002"/>
                    <a:pt x="2292" y="3079"/>
                    <a:pt x="2259" y="3151"/>
                  </a:cubicBezTo>
                  <a:cubicBezTo>
                    <a:pt x="2225" y="3242"/>
                    <a:pt x="2187" y="3324"/>
                    <a:pt x="2158" y="3415"/>
                  </a:cubicBezTo>
                  <a:cubicBezTo>
                    <a:pt x="2148" y="3454"/>
                    <a:pt x="2124" y="3492"/>
                    <a:pt x="2115" y="3535"/>
                  </a:cubicBezTo>
                  <a:cubicBezTo>
                    <a:pt x="1269" y="3314"/>
                    <a:pt x="683" y="2550"/>
                    <a:pt x="683" y="1681"/>
                  </a:cubicBezTo>
                  <a:lnTo>
                    <a:pt x="683" y="192"/>
                  </a:lnTo>
                  <a:cubicBezTo>
                    <a:pt x="683" y="67"/>
                    <a:pt x="588" y="4"/>
                    <a:pt x="493" y="4"/>
                  </a:cubicBezTo>
                  <a:cubicBezTo>
                    <a:pt x="398" y="4"/>
                    <a:pt x="303" y="67"/>
                    <a:pt x="303" y="192"/>
                  </a:cubicBezTo>
                  <a:lnTo>
                    <a:pt x="303" y="1681"/>
                  </a:lnTo>
                  <a:cubicBezTo>
                    <a:pt x="303" y="2743"/>
                    <a:pt x="1024" y="3660"/>
                    <a:pt x="2052" y="3910"/>
                  </a:cubicBezTo>
                  <a:cubicBezTo>
                    <a:pt x="1937" y="4909"/>
                    <a:pt x="2336" y="5740"/>
                    <a:pt x="2864" y="6144"/>
                  </a:cubicBezTo>
                  <a:cubicBezTo>
                    <a:pt x="3128" y="6350"/>
                    <a:pt x="3114" y="6860"/>
                    <a:pt x="2744" y="6975"/>
                  </a:cubicBezTo>
                  <a:cubicBezTo>
                    <a:pt x="2633" y="7009"/>
                    <a:pt x="2523" y="7047"/>
                    <a:pt x="2417" y="7095"/>
                  </a:cubicBezTo>
                  <a:cubicBezTo>
                    <a:pt x="1846" y="7350"/>
                    <a:pt x="1447" y="7888"/>
                    <a:pt x="1370" y="8507"/>
                  </a:cubicBezTo>
                  <a:cubicBezTo>
                    <a:pt x="592" y="8604"/>
                    <a:pt x="6" y="9266"/>
                    <a:pt x="1" y="10054"/>
                  </a:cubicBezTo>
                  <a:lnTo>
                    <a:pt x="1" y="12831"/>
                  </a:lnTo>
                  <a:cubicBezTo>
                    <a:pt x="1" y="12956"/>
                    <a:pt x="96" y="13018"/>
                    <a:pt x="191" y="13018"/>
                  </a:cubicBezTo>
                  <a:cubicBezTo>
                    <a:pt x="285" y="13018"/>
                    <a:pt x="380" y="12956"/>
                    <a:pt x="380" y="12831"/>
                  </a:cubicBezTo>
                  <a:lnTo>
                    <a:pt x="380" y="10054"/>
                  </a:lnTo>
                  <a:cubicBezTo>
                    <a:pt x="380" y="9411"/>
                    <a:pt x="899" y="8887"/>
                    <a:pt x="1543" y="8877"/>
                  </a:cubicBezTo>
                  <a:cubicBezTo>
                    <a:pt x="1644" y="8877"/>
                    <a:pt x="1725" y="8801"/>
                    <a:pt x="1730" y="8700"/>
                  </a:cubicBezTo>
                  <a:cubicBezTo>
                    <a:pt x="1749" y="8157"/>
                    <a:pt x="2071" y="7667"/>
                    <a:pt x="2566" y="7441"/>
                  </a:cubicBezTo>
                  <a:cubicBezTo>
                    <a:pt x="2662" y="7403"/>
                    <a:pt x="2758" y="7364"/>
                    <a:pt x="2854" y="7335"/>
                  </a:cubicBezTo>
                  <a:cubicBezTo>
                    <a:pt x="3095" y="7258"/>
                    <a:pt x="3287" y="7071"/>
                    <a:pt x="3373" y="6836"/>
                  </a:cubicBezTo>
                  <a:cubicBezTo>
                    <a:pt x="3412" y="6716"/>
                    <a:pt x="3426" y="6595"/>
                    <a:pt x="3412" y="6471"/>
                  </a:cubicBezTo>
                  <a:cubicBezTo>
                    <a:pt x="3550" y="6391"/>
                    <a:pt x="3851" y="6247"/>
                    <a:pt x="4226" y="6247"/>
                  </a:cubicBezTo>
                  <a:cubicBezTo>
                    <a:pt x="4487" y="6247"/>
                    <a:pt x="4784" y="6317"/>
                    <a:pt x="5088" y="6528"/>
                  </a:cubicBezTo>
                  <a:cubicBezTo>
                    <a:pt x="5376" y="6726"/>
                    <a:pt x="5725" y="6804"/>
                    <a:pt x="6092" y="6804"/>
                  </a:cubicBezTo>
                  <a:cubicBezTo>
                    <a:pt x="6671" y="6804"/>
                    <a:pt x="7297" y="6610"/>
                    <a:pt x="7803" y="6384"/>
                  </a:cubicBezTo>
                  <a:lnTo>
                    <a:pt x="7803" y="6384"/>
                  </a:lnTo>
                  <a:cubicBezTo>
                    <a:pt x="7682" y="7109"/>
                    <a:pt x="7404" y="7801"/>
                    <a:pt x="6991" y="8407"/>
                  </a:cubicBezTo>
                  <a:cubicBezTo>
                    <a:pt x="6203" y="9555"/>
                    <a:pt x="5160" y="10189"/>
                    <a:pt x="3801" y="10352"/>
                  </a:cubicBezTo>
                  <a:cubicBezTo>
                    <a:pt x="3719" y="10362"/>
                    <a:pt x="3638" y="10367"/>
                    <a:pt x="3558" y="10367"/>
                  </a:cubicBezTo>
                  <a:cubicBezTo>
                    <a:pt x="2891" y="10367"/>
                    <a:pt x="2298" y="10040"/>
                    <a:pt x="1985" y="9598"/>
                  </a:cubicBezTo>
                  <a:cubicBezTo>
                    <a:pt x="1949" y="9544"/>
                    <a:pt x="1889" y="9516"/>
                    <a:pt x="1826" y="9516"/>
                  </a:cubicBezTo>
                  <a:cubicBezTo>
                    <a:pt x="1822" y="9516"/>
                    <a:pt x="1817" y="9516"/>
                    <a:pt x="1812" y="9516"/>
                  </a:cubicBezTo>
                  <a:lnTo>
                    <a:pt x="1552" y="9516"/>
                  </a:lnTo>
                  <a:cubicBezTo>
                    <a:pt x="1250" y="9516"/>
                    <a:pt x="1010" y="9761"/>
                    <a:pt x="1010" y="10059"/>
                  </a:cubicBezTo>
                  <a:lnTo>
                    <a:pt x="1010" y="12836"/>
                  </a:lnTo>
                  <a:cubicBezTo>
                    <a:pt x="1010" y="12961"/>
                    <a:pt x="1105" y="13023"/>
                    <a:pt x="1199" y="13023"/>
                  </a:cubicBezTo>
                  <a:cubicBezTo>
                    <a:pt x="1294" y="13023"/>
                    <a:pt x="1389" y="12961"/>
                    <a:pt x="1389" y="12836"/>
                  </a:cubicBezTo>
                  <a:lnTo>
                    <a:pt x="1389" y="10059"/>
                  </a:lnTo>
                  <a:cubicBezTo>
                    <a:pt x="1389" y="9973"/>
                    <a:pt x="1461" y="9901"/>
                    <a:pt x="1548" y="9901"/>
                  </a:cubicBezTo>
                  <a:lnTo>
                    <a:pt x="1725" y="9901"/>
                  </a:lnTo>
                  <a:cubicBezTo>
                    <a:pt x="2127" y="10405"/>
                    <a:pt x="2798" y="10753"/>
                    <a:pt x="3554" y="10753"/>
                  </a:cubicBezTo>
                  <a:cubicBezTo>
                    <a:pt x="3648" y="10753"/>
                    <a:pt x="3743" y="10748"/>
                    <a:pt x="3839" y="10737"/>
                  </a:cubicBezTo>
                  <a:cubicBezTo>
                    <a:pt x="8331" y="10194"/>
                    <a:pt x="9542" y="4366"/>
                    <a:pt x="6803" y="2123"/>
                  </a:cubicBezTo>
                  <a:cubicBezTo>
                    <a:pt x="6760" y="2083"/>
                    <a:pt x="6715" y="2067"/>
                    <a:pt x="6672" y="2067"/>
                  </a:cubicBezTo>
                  <a:cubicBezTo>
                    <a:pt x="6513" y="2067"/>
                    <a:pt x="6389" y="2295"/>
                    <a:pt x="6563" y="2416"/>
                  </a:cubicBezTo>
                  <a:cubicBezTo>
                    <a:pt x="7577" y="3252"/>
                    <a:pt x="7961" y="4640"/>
                    <a:pt x="7860" y="5937"/>
                  </a:cubicBezTo>
                  <a:cubicBezTo>
                    <a:pt x="7600" y="6067"/>
                    <a:pt x="6814" y="6426"/>
                    <a:pt x="6099" y="6426"/>
                  </a:cubicBezTo>
                  <a:cubicBezTo>
                    <a:pt x="5809" y="6426"/>
                    <a:pt x="5531" y="6367"/>
                    <a:pt x="5304" y="6211"/>
                  </a:cubicBezTo>
                  <a:cubicBezTo>
                    <a:pt x="4967" y="5978"/>
                    <a:pt x="4597" y="5867"/>
                    <a:pt x="4224" y="5867"/>
                  </a:cubicBezTo>
                  <a:cubicBezTo>
                    <a:pt x="3912" y="5867"/>
                    <a:pt x="3599" y="5945"/>
                    <a:pt x="3301" y="6096"/>
                  </a:cubicBezTo>
                  <a:cubicBezTo>
                    <a:pt x="3248" y="5995"/>
                    <a:pt x="3176" y="5908"/>
                    <a:pt x="3095" y="5841"/>
                  </a:cubicBezTo>
                  <a:cubicBezTo>
                    <a:pt x="2576" y="5442"/>
                    <a:pt x="2220" y="4520"/>
                    <a:pt x="2518" y="3535"/>
                  </a:cubicBezTo>
                  <a:cubicBezTo>
                    <a:pt x="2851" y="2412"/>
                    <a:pt x="3816" y="1792"/>
                    <a:pt x="4847" y="1792"/>
                  </a:cubicBezTo>
                  <a:cubicBezTo>
                    <a:pt x="5183" y="1792"/>
                    <a:pt x="5526" y="1857"/>
                    <a:pt x="5857" y="1993"/>
                  </a:cubicBezTo>
                  <a:cubicBezTo>
                    <a:pt x="5885" y="2005"/>
                    <a:pt x="5912" y="2010"/>
                    <a:pt x="5937" y="2010"/>
                  </a:cubicBezTo>
                  <a:cubicBezTo>
                    <a:pt x="6122" y="2010"/>
                    <a:pt x="6213" y="1727"/>
                    <a:pt x="6006" y="1643"/>
                  </a:cubicBezTo>
                  <a:cubicBezTo>
                    <a:pt x="5634" y="1489"/>
                    <a:pt x="5239" y="1411"/>
                    <a:pt x="4847" y="1411"/>
                  </a:cubicBezTo>
                  <a:cubicBezTo>
                    <a:pt x="3979" y="1411"/>
                    <a:pt x="3124" y="1794"/>
                    <a:pt x="2561" y="2589"/>
                  </a:cubicBezTo>
                  <a:cubicBezTo>
                    <a:pt x="2561" y="2589"/>
                    <a:pt x="2446" y="2565"/>
                    <a:pt x="2403" y="2555"/>
                  </a:cubicBezTo>
                  <a:cubicBezTo>
                    <a:pt x="1994" y="2464"/>
                    <a:pt x="1701" y="2099"/>
                    <a:pt x="1701" y="1676"/>
                  </a:cubicBezTo>
                  <a:lnTo>
                    <a:pt x="1701" y="192"/>
                  </a:lnTo>
                  <a:cubicBezTo>
                    <a:pt x="1701" y="64"/>
                    <a:pt x="1607" y="1"/>
                    <a:pt x="1512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70" name="Google Shape;8670;p69"/>
            <p:cNvSpPr/>
            <p:nvPr/>
          </p:nvSpPr>
          <p:spPr>
            <a:xfrm>
              <a:off x="6360729" y="4014283"/>
              <a:ext cx="14739" cy="12593"/>
            </a:xfrm>
            <a:custGeom>
              <a:avLst/>
              <a:gdLst/>
              <a:ahLst/>
              <a:cxnLst/>
              <a:rect l="l" t="t" r="r" b="b"/>
              <a:pathLst>
                <a:path w="563" h="481" extrusionOk="0">
                  <a:moveTo>
                    <a:pt x="323" y="0"/>
                  </a:moveTo>
                  <a:cubicBezTo>
                    <a:pt x="107" y="0"/>
                    <a:pt x="1" y="260"/>
                    <a:pt x="150" y="409"/>
                  </a:cubicBezTo>
                  <a:cubicBezTo>
                    <a:pt x="199" y="458"/>
                    <a:pt x="260" y="480"/>
                    <a:pt x="320" y="480"/>
                  </a:cubicBezTo>
                  <a:cubicBezTo>
                    <a:pt x="444" y="480"/>
                    <a:pt x="563" y="383"/>
                    <a:pt x="563" y="240"/>
                  </a:cubicBezTo>
                  <a:cubicBezTo>
                    <a:pt x="563" y="106"/>
                    <a:pt x="452" y="0"/>
                    <a:pt x="323" y="0"/>
                  </a:cubicBezTo>
                  <a:close/>
                </a:path>
              </a:pathLst>
            </a:custGeom>
            <a:solidFill>
              <a:srgbClr val="738A9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71" name="Google Shape;8671;p69"/>
            <p:cNvSpPr/>
            <p:nvPr/>
          </p:nvSpPr>
          <p:spPr>
            <a:xfrm>
              <a:off x="6412304" y="4027216"/>
              <a:ext cx="14608" cy="12645"/>
            </a:xfrm>
            <a:custGeom>
              <a:avLst/>
              <a:gdLst/>
              <a:ahLst/>
              <a:cxnLst/>
              <a:rect l="l" t="t" r="r" b="b"/>
              <a:pathLst>
                <a:path w="558" h="483" extrusionOk="0">
                  <a:moveTo>
                    <a:pt x="318" y="1"/>
                  </a:moveTo>
                  <a:cubicBezTo>
                    <a:pt x="106" y="1"/>
                    <a:pt x="1" y="260"/>
                    <a:pt x="149" y="409"/>
                  </a:cubicBezTo>
                  <a:cubicBezTo>
                    <a:pt x="200" y="460"/>
                    <a:pt x="261" y="482"/>
                    <a:pt x="320" y="482"/>
                  </a:cubicBezTo>
                  <a:cubicBezTo>
                    <a:pt x="442" y="482"/>
                    <a:pt x="558" y="387"/>
                    <a:pt x="558" y="241"/>
                  </a:cubicBezTo>
                  <a:cubicBezTo>
                    <a:pt x="558" y="111"/>
                    <a:pt x="452" y="1"/>
                    <a:pt x="318" y="1"/>
                  </a:cubicBezTo>
                  <a:close/>
                </a:path>
              </a:pathLst>
            </a:custGeom>
            <a:solidFill>
              <a:srgbClr val="738A9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72" name="Google Shape;8672;p69"/>
            <p:cNvSpPr/>
            <p:nvPr/>
          </p:nvSpPr>
          <p:spPr>
            <a:xfrm>
              <a:off x="6355965" y="4058920"/>
              <a:ext cx="14739" cy="12540"/>
            </a:xfrm>
            <a:custGeom>
              <a:avLst/>
              <a:gdLst/>
              <a:ahLst/>
              <a:cxnLst/>
              <a:rect l="l" t="t" r="r" b="b"/>
              <a:pathLst>
                <a:path w="563" h="479" extrusionOk="0">
                  <a:moveTo>
                    <a:pt x="322" y="1"/>
                  </a:moveTo>
                  <a:cubicBezTo>
                    <a:pt x="106" y="1"/>
                    <a:pt x="0" y="255"/>
                    <a:pt x="154" y="409"/>
                  </a:cubicBezTo>
                  <a:cubicBezTo>
                    <a:pt x="202" y="457"/>
                    <a:pt x="262" y="479"/>
                    <a:pt x="320" y="479"/>
                  </a:cubicBezTo>
                  <a:cubicBezTo>
                    <a:pt x="443" y="479"/>
                    <a:pt x="562" y="384"/>
                    <a:pt x="562" y="241"/>
                  </a:cubicBezTo>
                  <a:cubicBezTo>
                    <a:pt x="562" y="106"/>
                    <a:pt x="452" y="1"/>
                    <a:pt x="322" y="1"/>
                  </a:cubicBezTo>
                  <a:close/>
                </a:path>
              </a:pathLst>
            </a:custGeom>
            <a:solidFill>
              <a:srgbClr val="738A9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673" name="Google Shape;8673;p69"/>
          <p:cNvGrpSpPr/>
          <p:nvPr/>
        </p:nvGrpSpPr>
        <p:grpSpPr>
          <a:xfrm>
            <a:off x="4032055" y="3511963"/>
            <a:ext cx="167369" cy="255746"/>
            <a:chOff x="5376073" y="3825368"/>
            <a:chExt cx="223158" cy="340994"/>
          </a:xfrm>
        </p:grpSpPr>
        <p:sp>
          <p:nvSpPr>
            <p:cNvPr id="8674" name="Google Shape;8674;p69"/>
            <p:cNvSpPr/>
            <p:nvPr/>
          </p:nvSpPr>
          <p:spPr>
            <a:xfrm>
              <a:off x="5380995" y="3830395"/>
              <a:ext cx="213079" cy="242008"/>
            </a:xfrm>
            <a:custGeom>
              <a:avLst/>
              <a:gdLst/>
              <a:ahLst/>
              <a:cxnLst/>
              <a:rect l="l" t="t" r="r" b="b"/>
              <a:pathLst>
                <a:path w="8139" h="9244" extrusionOk="0">
                  <a:moveTo>
                    <a:pt x="1941" y="1"/>
                  </a:moveTo>
                  <a:cubicBezTo>
                    <a:pt x="870" y="1"/>
                    <a:pt x="0" y="870"/>
                    <a:pt x="5" y="1942"/>
                  </a:cubicBezTo>
                  <a:lnTo>
                    <a:pt x="5" y="8192"/>
                  </a:lnTo>
                  <a:cubicBezTo>
                    <a:pt x="0" y="8773"/>
                    <a:pt x="471" y="9244"/>
                    <a:pt x="1052" y="9244"/>
                  </a:cubicBezTo>
                  <a:lnTo>
                    <a:pt x="3200" y="9244"/>
                  </a:lnTo>
                  <a:lnTo>
                    <a:pt x="3200" y="8009"/>
                  </a:lnTo>
                  <a:lnTo>
                    <a:pt x="4944" y="8009"/>
                  </a:lnTo>
                  <a:lnTo>
                    <a:pt x="4944" y="9244"/>
                  </a:lnTo>
                  <a:lnTo>
                    <a:pt x="7091" y="9244"/>
                  </a:lnTo>
                  <a:cubicBezTo>
                    <a:pt x="7672" y="9244"/>
                    <a:pt x="8138" y="8773"/>
                    <a:pt x="8138" y="8192"/>
                  </a:cubicBezTo>
                  <a:lnTo>
                    <a:pt x="8138" y="1942"/>
                  </a:lnTo>
                  <a:cubicBezTo>
                    <a:pt x="8138" y="870"/>
                    <a:pt x="7269" y="1"/>
                    <a:pt x="6198" y="1"/>
                  </a:cubicBezTo>
                  <a:close/>
                </a:path>
              </a:pathLst>
            </a:custGeom>
            <a:solidFill>
              <a:srgbClr val="51667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75" name="Google Shape;8675;p69"/>
            <p:cNvSpPr/>
            <p:nvPr/>
          </p:nvSpPr>
          <p:spPr>
            <a:xfrm>
              <a:off x="5515822" y="3830395"/>
              <a:ext cx="78252" cy="242008"/>
            </a:xfrm>
            <a:custGeom>
              <a:avLst/>
              <a:gdLst/>
              <a:ahLst/>
              <a:cxnLst/>
              <a:rect l="l" t="t" r="r" b="b"/>
              <a:pathLst>
                <a:path w="2989" h="9244" extrusionOk="0">
                  <a:moveTo>
                    <a:pt x="0" y="1"/>
                  </a:moveTo>
                  <a:cubicBezTo>
                    <a:pt x="1072" y="1"/>
                    <a:pt x="1941" y="870"/>
                    <a:pt x="1941" y="1942"/>
                  </a:cubicBezTo>
                  <a:lnTo>
                    <a:pt x="1941" y="8192"/>
                  </a:lnTo>
                  <a:cubicBezTo>
                    <a:pt x="1941" y="8773"/>
                    <a:pt x="1470" y="9244"/>
                    <a:pt x="894" y="9244"/>
                  </a:cubicBezTo>
                  <a:lnTo>
                    <a:pt x="1941" y="9244"/>
                  </a:lnTo>
                  <a:cubicBezTo>
                    <a:pt x="2522" y="9244"/>
                    <a:pt x="2988" y="8773"/>
                    <a:pt x="2988" y="8192"/>
                  </a:cubicBezTo>
                  <a:lnTo>
                    <a:pt x="2988" y="1942"/>
                  </a:lnTo>
                  <a:cubicBezTo>
                    <a:pt x="2988" y="870"/>
                    <a:pt x="2124" y="1"/>
                    <a:pt x="105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76" name="Google Shape;8676;p69"/>
            <p:cNvSpPr/>
            <p:nvPr/>
          </p:nvSpPr>
          <p:spPr>
            <a:xfrm>
              <a:off x="5428669" y="3853407"/>
              <a:ext cx="117862" cy="100400"/>
            </a:xfrm>
            <a:custGeom>
              <a:avLst/>
              <a:gdLst/>
              <a:ahLst/>
              <a:cxnLst/>
              <a:rect l="l" t="t" r="r" b="b"/>
              <a:pathLst>
                <a:path w="4502" h="3835" extrusionOk="0">
                  <a:moveTo>
                    <a:pt x="2248" y="1"/>
                  </a:moveTo>
                  <a:cubicBezTo>
                    <a:pt x="1004" y="1"/>
                    <a:pt x="0" y="1010"/>
                    <a:pt x="0" y="2249"/>
                  </a:cubicBezTo>
                  <a:lnTo>
                    <a:pt x="0" y="3234"/>
                  </a:lnTo>
                  <a:cubicBezTo>
                    <a:pt x="0" y="3565"/>
                    <a:pt x="269" y="3834"/>
                    <a:pt x="601" y="3834"/>
                  </a:cubicBezTo>
                  <a:lnTo>
                    <a:pt x="3901" y="3834"/>
                  </a:lnTo>
                  <a:cubicBezTo>
                    <a:pt x="4232" y="3834"/>
                    <a:pt x="4501" y="3565"/>
                    <a:pt x="4497" y="3234"/>
                  </a:cubicBezTo>
                  <a:lnTo>
                    <a:pt x="4497" y="2249"/>
                  </a:lnTo>
                  <a:cubicBezTo>
                    <a:pt x="4497" y="1010"/>
                    <a:pt x="3493" y="1"/>
                    <a:pt x="2248" y="1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77" name="Google Shape;8677;p69"/>
            <p:cNvSpPr/>
            <p:nvPr/>
          </p:nvSpPr>
          <p:spPr>
            <a:xfrm>
              <a:off x="5428669" y="3863356"/>
              <a:ext cx="117993" cy="90583"/>
            </a:xfrm>
            <a:custGeom>
              <a:avLst/>
              <a:gdLst/>
              <a:ahLst/>
              <a:cxnLst/>
              <a:rect l="l" t="t" r="r" b="b"/>
              <a:pathLst>
                <a:path w="4507" h="3460" extrusionOk="0">
                  <a:moveTo>
                    <a:pt x="3507" y="0"/>
                  </a:moveTo>
                  <a:lnTo>
                    <a:pt x="3507" y="0"/>
                  </a:lnTo>
                  <a:cubicBezTo>
                    <a:pt x="3757" y="375"/>
                    <a:pt x="3891" y="812"/>
                    <a:pt x="3891" y="1264"/>
                  </a:cubicBezTo>
                  <a:lnTo>
                    <a:pt x="3891" y="2249"/>
                  </a:lnTo>
                  <a:cubicBezTo>
                    <a:pt x="3891" y="2580"/>
                    <a:pt x="3622" y="2849"/>
                    <a:pt x="3291" y="2849"/>
                  </a:cubicBezTo>
                  <a:lnTo>
                    <a:pt x="0" y="2849"/>
                  </a:lnTo>
                  <a:lnTo>
                    <a:pt x="0" y="2859"/>
                  </a:lnTo>
                  <a:cubicBezTo>
                    <a:pt x="0" y="3190"/>
                    <a:pt x="269" y="3459"/>
                    <a:pt x="601" y="3459"/>
                  </a:cubicBezTo>
                  <a:lnTo>
                    <a:pt x="3906" y="3459"/>
                  </a:lnTo>
                  <a:cubicBezTo>
                    <a:pt x="4237" y="3459"/>
                    <a:pt x="4506" y="3190"/>
                    <a:pt x="4506" y="2859"/>
                  </a:cubicBezTo>
                  <a:lnTo>
                    <a:pt x="4506" y="1874"/>
                  </a:lnTo>
                  <a:cubicBezTo>
                    <a:pt x="4506" y="1120"/>
                    <a:pt x="4132" y="418"/>
                    <a:pt x="3507" y="0"/>
                  </a:cubicBezTo>
                  <a:close/>
                </a:path>
              </a:pathLst>
            </a:custGeom>
            <a:solidFill>
              <a:srgbClr val="AEB9C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78" name="Google Shape;8678;p69"/>
            <p:cNvSpPr/>
            <p:nvPr/>
          </p:nvSpPr>
          <p:spPr>
            <a:xfrm>
              <a:off x="5464745" y="4040071"/>
              <a:ext cx="45684" cy="121266"/>
            </a:xfrm>
            <a:custGeom>
              <a:avLst/>
              <a:gdLst/>
              <a:ahLst/>
              <a:cxnLst/>
              <a:rect l="l" t="t" r="r" b="b"/>
              <a:pathLst>
                <a:path w="1745" h="4632" extrusionOk="0">
                  <a:moveTo>
                    <a:pt x="1" y="0"/>
                  </a:moveTo>
                  <a:lnTo>
                    <a:pt x="1" y="4631"/>
                  </a:lnTo>
                  <a:lnTo>
                    <a:pt x="1745" y="4631"/>
                  </a:lnTo>
                  <a:lnTo>
                    <a:pt x="1745" y="0"/>
                  </a:ln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79" name="Google Shape;8679;p69"/>
            <p:cNvSpPr/>
            <p:nvPr/>
          </p:nvSpPr>
          <p:spPr>
            <a:xfrm>
              <a:off x="5495192" y="4040071"/>
              <a:ext cx="15237" cy="121266"/>
            </a:xfrm>
            <a:custGeom>
              <a:avLst/>
              <a:gdLst/>
              <a:ahLst/>
              <a:cxnLst/>
              <a:rect l="l" t="t" r="r" b="b"/>
              <a:pathLst>
                <a:path w="582" h="4632" extrusionOk="0">
                  <a:moveTo>
                    <a:pt x="0" y="0"/>
                  </a:moveTo>
                  <a:lnTo>
                    <a:pt x="0" y="4631"/>
                  </a:lnTo>
                  <a:lnTo>
                    <a:pt x="582" y="4631"/>
                  </a:lnTo>
                  <a:lnTo>
                    <a:pt x="582" y="0"/>
                  </a:lnTo>
                  <a:close/>
                </a:path>
              </a:pathLst>
            </a:custGeom>
            <a:solidFill>
              <a:srgbClr val="566D8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80" name="Google Shape;8680;p69"/>
            <p:cNvSpPr/>
            <p:nvPr/>
          </p:nvSpPr>
          <p:spPr>
            <a:xfrm>
              <a:off x="5401992" y="3988234"/>
              <a:ext cx="33118" cy="25552"/>
            </a:xfrm>
            <a:custGeom>
              <a:avLst/>
              <a:gdLst/>
              <a:ahLst/>
              <a:cxnLst/>
              <a:rect l="l" t="t" r="r" b="b"/>
              <a:pathLst>
                <a:path w="1265" h="976" extrusionOk="0">
                  <a:moveTo>
                    <a:pt x="346" y="1"/>
                  </a:moveTo>
                  <a:cubicBezTo>
                    <a:pt x="154" y="1"/>
                    <a:pt x="1" y="150"/>
                    <a:pt x="5" y="342"/>
                  </a:cubicBezTo>
                  <a:lnTo>
                    <a:pt x="5" y="635"/>
                  </a:lnTo>
                  <a:cubicBezTo>
                    <a:pt x="1" y="822"/>
                    <a:pt x="154" y="976"/>
                    <a:pt x="346" y="976"/>
                  </a:cubicBezTo>
                  <a:lnTo>
                    <a:pt x="923" y="976"/>
                  </a:lnTo>
                  <a:cubicBezTo>
                    <a:pt x="1110" y="971"/>
                    <a:pt x="1259" y="822"/>
                    <a:pt x="1264" y="635"/>
                  </a:cubicBezTo>
                  <a:lnTo>
                    <a:pt x="1264" y="342"/>
                  </a:lnTo>
                  <a:cubicBezTo>
                    <a:pt x="1264" y="150"/>
                    <a:pt x="1110" y="1"/>
                    <a:pt x="923" y="1"/>
                  </a:cubicBez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81" name="Google Shape;8681;p69"/>
            <p:cNvSpPr/>
            <p:nvPr/>
          </p:nvSpPr>
          <p:spPr>
            <a:xfrm>
              <a:off x="5402122" y="3995408"/>
              <a:ext cx="32987" cy="18378"/>
            </a:xfrm>
            <a:custGeom>
              <a:avLst/>
              <a:gdLst/>
              <a:ahLst/>
              <a:cxnLst/>
              <a:rect l="l" t="t" r="r" b="b"/>
              <a:pathLst>
                <a:path w="1260" h="702" extrusionOk="0">
                  <a:moveTo>
                    <a:pt x="1249" y="1"/>
                  </a:moveTo>
                  <a:cubicBezTo>
                    <a:pt x="1221" y="164"/>
                    <a:pt x="1081" y="284"/>
                    <a:pt x="918" y="284"/>
                  </a:cubicBezTo>
                  <a:lnTo>
                    <a:pt x="341" y="284"/>
                  </a:lnTo>
                  <a:cubicBezTo>
                    <a:pt x="173" y="284"/>
                    <a:pt x="34" y="169"/>
                    <a:pt x="5" y="5"/>
                  </a:cubicBezTo>
                  <a:cubicBezTo>
                    <a:pt x="0" y="25"/>
                    <a:pt x="0" y="49"/>
                    <a:pt x="0" y="68"/>
                  </a:cubicBezTo>
                  <a:lnTo>
                    <a:pt x="0" y="366"/>
                  </a:lnTo>
                  <a:cubicBezTo>
                    <a:pt x="0" y="553"/>
                    <a:pt x="149" y="702"/>
                    <a:pt x="341" y="702"/>
                  </a:cubicBezTo>
                  <a:lnTo>
                    <a:pt x="918" y="702"/>
                  </a:lnTo>
                  <a:cubicBezTo>
                    <a:pt x="1105" y="702"/>
                    <a:pt x="1259" y="548"/>
                    <a:pt x="1259" y="361"/>
                  </a:cubicBezTo>
                  <a:lnTo>
                    <a:pt x="1259" y="68"/>
                  </a:lnTo>
                  <a:cubicBezTo>
                    <a:pt x="1254" y="44"/>
                    <a:pt x="1254" y="25"/>
                    <a:pt x="1249" y="1"/>
                  </a:cubicBezTo>
                  <a:close/>
                </a:path>
              </a:pathLst>
            </a:custGeom>
            <a:solidFill>
              <a:srgbClr val="CBD5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82" name="Google Shape;8682;p69"/>
            <p:cNvSpPr/>
            <p:nvPr/>
          </p:nvSpPr>
          <p:spPr>
            <a:xfrm>
              <a:off x="5464876" y="3988234"/>
              <a:ext cx="45553" cy="25552"/>
            </a:xfrm>
            <a:custGeom>
              <a:avLst/>
              <a:gdLst/>
              <a:ahLst/>
              <a:cxnLst/>
              <a:rect l="l" t="t" r="r" b="b"/>
              <a:pathLst>
                <a:path w="1740" h="976" extrusionOk="0">
                  <a:moveTo>
                    <a:pt x="342" y="1"/>
                  </a:moveTo>
                  <a:cubicBezTo>
                    <a:pt x="154" y="1"/>
                    <a:pt x="1" y="150"/>
                    <a:pt x="1" y="342"/>
                  </a:cubicBezTo>
                  <a:lnTo>
                    <a:pt x="1" y="635"/>
                  </a:lnTo>
                  <a:cubicBezTo>
                    <a:pt x="1" y="822"/>
                    <a:pt x="154" y="976"/>
                    <a:pt x="342" y="976"/>
                  </a:cubicBezTo>
                  <a:lnTo>
                    <a:pt x="1399" y="976"/>
                  </a:lnTo>
                  <a:cubicBezTo>
                    <a:pt x="1586" y="976"/>
                    <a:pt x="1740" y="822"/>
                    <a:pt x="1740" y="635"/>
                  </a:cubicBezTo>
                  <a:lnTo>
                    <a:pt x="1740" y="342"/>
                  </a:lnTo>
                  <a:cubicBezTo>
                    <a:pt x="1740" y="150"/>
                    <a:pt x="1586" y="1"/>
                    <a:pt x="1399" y="1"/>
                  </a:cubicBez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83" name="Google Shape;8683;p69"/>
            <p:cNvSpPr/>
            <p:nvPr/>
          </p:nvSpPr>
          <p:spPr>
            <a:xfrm>
              <a:off x="5464876" y="3995538"/>
              <a:ext cx="45553" cy="18378"/>
            </a:xfrm>
            <a:custGeom>
              <a:avLst/>
              <a:gdLst/>
              <a:ahLst/>
              <a:cxnLst/>
              <a:rect l="l" t="t" r="r" b="b"/>
              <a:pathLst>
                <a:path w="1740" h="702" extrusionOk="0">
                  <a:moveTo>
                    <a:pt x="5" y="0"/>
                  </a:moveTo>
                  <a:cubicBezTo>
                    <a:pt x="1" y="20"/>
                    <a:pt x="1" y="44"/>
                    <a:pt x="1" y="63"/>
                  </a:cubicBezTo>
                  <a:lnTo>
                    <a:pt x="1" y="361"/>
                  </a:lnTo>
                  <a:cubicBezTo>
                    <a:pt x="1" y="548"/>
                    <a:pt x="154" y="702"/>
                    <a:pt x="342" y="702"/>
                  </a:cubicBezTo>
                  <a:lnTo>
                    <a:pt x="1399" y="702"/>
                  </a:lnTo>
                  <a:cubicBezTo>
                    <a:pt x="1586" y="702"/>
                    <a:pt x="1740" y="548"/>
                    <a:pt x="1740" y="361"/>
                  </a:cubicBezTo>
                  <a:lnTo>
                    <a:pt x="1740" y="63"/>
                  </a:lnTo>
                  <a:cubicBezTo>
                    <a:pt x="1740" y="44"/>
                    <a:pt x="1735" y="20"/>
                    <a:pt x="1735" y="0"/>
                  </a:cubicBezTo>
                  <a:cubicBezTo>
                    <a:pt x="1701" y="159"/>
                    <a:pt x="1562" y="279"/>
                    <a:pt x="1399" y="279"/>
                  </a:cubicBezTo>
                  <a:lnTo>
                    <a:pt x="342" y="279"/>
                  </a:lnTo>
                  <a:cubicBezTo>
                    <a:pt x="178" y="279"/>
                    <a:pt x="34" y="164"/>
                    <a:pt x="5" y="0"/>
                  </a:cubicBezTo>
                  <a:close/>
                </a:path>
              </a:pathLst>
            </a:custGeom>
            <a:solidFill>
              <a:srgbClr val="CBD5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84" name="Google Shape;8684;p69"/>
            <p:cNvSpPr/>
            <p:nvPr/>
          </p:nvSpPr>
          <p:spPr>
            <a:xfrm>
              <a:off x="5540091" y="3988234"/>
              <a:ext cx="33092" cy="25552"/>
            </a:xfrm>
            <a:custGeom>
              <a:avLst/>
              <a:gdLst/>
              <a:ahLst/>
              <a:cxnLst/>
              <a:rect l="l" t="t" r="r" b="b"/>
              <a:pathLst>
                <a:path w="1264" h="976" extrusionOk="0">
                  <a:moveTo>
                    <a:pt x="342" y="1"/>
                  </a:moveTo>
                  <a:cubicBezTo>
                    <a:pt x="154" y="1"/>
                    <a:pt x="0" y="150"/>
                    <a:pt x="0" y="342"/>
                  </a:cubicBezTo>
                  <a:lnTo>
                    <a:pt x="0" y="635"/>
                  </a:lnTo>
                  <a:cubicBezTo>
                    <a:pt x="0" y="822"/>
                    <a:pt x="154" y="976"/>
                    <a:pt x="342" y="976"/>
                  </a:cubicBezTo>
                  <a:lnTo>
                    <a:pt x="918" y="976"/>
                  </a:lnTo>
                  <a:cubicBezTo>
                    <a:pt x="1110" y="976"/>
                    <a:pt x="1259" y="822"/>
                    <a:pt x="1259" y="635"/>
                  </a:cubicBezTo>
                  <a:lnTo>
                    <a:pt x="1259" y="342"/>
                  </a:lnTo>
                  <a:cubicBezTo>
                    <a:pt x="1264" y="150"/>
                    <a:pt x="1110" y="1"/>
                    <a:pt x="918" y="1"/>
                  </a:cubicBez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85" name="Google Shape;8685;p69"/>
            <p:cNvSpPr/>
            <p:nvPr/>
          </p:nvSpPr>
          <p:spPr>
            <a:xfrm>
              <a:off x="5540222" y="3995905"/>
              <a:ext cx="33092" cy="18012"/>
            </a:xfrm>
            <a:custGeom>
              <a:avLst/>
              <a:gdLst/>
              <a:ahLst/>
              <a:cxnLst/>
              <a:rect l="l" t="t" r="r" b="b"/>
              <a:pathLst>
                <a:path w="1264" h="688" extrusionOk="0">
                  <a:moveTo>
                    <a:pt x="5" y="1"/>
                  </a:moveTo>
                  <a:cubicBezTo>
                    <a:pt x="0" y="15"/>
                    <a:pt x="0" y="34"/>
                    <a:pt x="5" y="49"/>
                  </a:cubicBezTo>
                  <a:lnTo>
                    <a:pt x="5" y="347"/>
                  </a:lnTo>
                  <a:cubicBezTo>
                    <a:pt x="0" y="534"/>
                    <a:pt x="154" y="688"/>
                    <a:pt x="341" y="688"/>
                  </a:cubicBezTo>
                  <a:lnTo>
                    <a:pt x="923" y="688"/>
                  </a:lnTo>
                  <a:cubicBezTo>
                    <a:pt x="1110" y="688"/>
                    <a:pt x="1264" y="534"/>
                    <a:pt x="1264" y="347"/>
                  </a:cubicBezTo>
                  <a:lnTo>
                    <a:pt x="1264" y="49"/>
                  </a:lnTo>
                  <a:lnTo>
                    <a:pt x="1264" y="1"/>
                  </a:lnTo>
                  <a:cubicBezTo>
                    <a:pt x="1235" y="169"/>
                    <a:pt x="1086" y="294"/>
                    <a:pt x="913" y="294"/>
                  </a:cubicBezTo>
                  <a:lnTo>
                    <a:pt x="337" y="294"/>
                  </a:lnTo>
                  <a:cubicBezTo>
                    <a:pt x="168" y="294"/>
                    <a:pt x="24" y="169"/>
                    <a:pt x="5" y="1"/>
                  </a:cubicBezTo>
                  <a:close/>
                </a:path>
              </a:pathLst>
            </a:custGeom>
            <a:solidFill>
              <a:srgbClr val="CBD5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86" name="Google Shape;8686;p69"/>
            <p:cNvSpPr/>
            <p:nvPr/>
          </p:nvSpPr>
          <p:spPr>
            <a:xfrm>
              <a:off x="5464745" y="4112380"/>
              <a:ext cx="45684" cy="48957"/>
            </a:xfrm>
            <a:custGeom>
              <a:avLst/>
              <a:gdLst/>
              <a:ahLst/>
              <a:cxnLst/>
              <a:rect l="l" t="t" r="r" b="b"/>
              <a:pathLst>
                <a:path w="1745" h="1870" extrusionOk="0">
                  <a:moveTo>
                    <a:pt x="1" y="0"/>
                  </a:moveTo>
                  <a:lnTo>
                    <a:pt x="1" y="1869"/>
                  </a:lnTo>
                  <a:lnTo>
                    <a:pt x="1745" y="1869"/>
                  </a:lnTo>
                  <a:lnTo>
                    <a:pt x="1745" y="0"/>
                  </a:ln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87" name="Google Shape;8687;p69"/>
            <p:cNvSpPr/>
            <p:nvPr/>
          </p:nvSpPr>
          <p:spPr>
            <a:xfrm>
              <a:off x="5495192" y="4112380"/>
              <a:ext cx="15237" cy="48957"/>
            </a:xfrm>
            <a:custGeom>
              <a:avLst/>
              <a:gdLst/>
              <a:ahLst/>
              <a:cxnLst/>
              <a:rect l="l" t="t" r="r" b="b"/>
              <a:pathLst>
                <a:path w="582" h="1870" extrusionOk="0">
                  <a:moveTo>
                    <a:pt x="0" y="0"/>
                  </a:moveTo>
                  <a:lnTo>
                    <a:pt x="0" y="1869"/>
                  </a:lnTo>
                  <a:lnTo>
                    <a:pt x="582" y="1869"/>
                  </a:lnTo>
                  <a:lnTo>
                    <a:pt x="582" y="0"/>
                  </a:lnTo>
                  <a:close/>
                </a:path>
              </a:pathLst>
            </a:custGeom>
            <a:solidFill>
              <a:srgbClr val="C3CBD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88" name="Google Shape;8688;p69"/>
            <p:cNvSpPr/>
            <p:nvPr/>
          </p:nvSpPr>
          <p:spPr>
            <a:xfrm>
              <a:off x="5477442" y="4130104"/>
              <a:ext cx="17776" cy="15158"/>
            </a:xfrm>
            <a:custGeom>
              <a:avLst/>
              <a:gdLst/>
              <a:ahLst/>
              <a:cxnLst/>
              <a:rect l="l" t="t" r="r" b="b"/>
              <a:pathLst>
                <a:path w="679" h="579" extrusionOk="0">
                  <a:moveTo>
                    <a:pt x="390" y="1"/>
                  </a:moveTo>
                  <a:cubicBezTo>
                    <a:pt x="131" y="1"/>
                    <a:pt x="1" y="313"/>
                    <a:pt x="184" y="495"/>
                  </a:cubicBezTo>
                  <a:cubicBezTo>
                    <a:pt x="242" y="553"/>
                    <a:pt x="315" y="579"/>
                    <a:pt x="386" y="579"/>
                  </a:cubicBezTo>
                  <a:cubicBezTo>
                    <a:pt x="535" y="579"/>
                    <a:pt x="678" y="465"/>
                    <a:pt x="678" y="289"/>
                  </a:cubicBezTo>
                  <a:cubicBezTo>
                    <a:pt x="678" y="130"/>
                    <a:pt x="549" y="1"/>
                    <a:pt x="390" y="1"/>
                  </a:cubicBezTo>
                  <a:close/>
                </a:path>
              </a:pathLst>
            </a:custGeom>
            <a:solidFill>
              <a:srgbClr val="6A829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89" name="Google Shape;8689;p69"/>
            <p:cNvSpPr/>
            <p:nvPr/>
          </p:nvSpPr>
          <p:spPr>
            <a:xfrm>
              <a:off x="5423747" y="3848381"/>
              <a:ext cx="127942" cy="110453"/>
            </a:xfrm>
            <a:custGeom>
              <a:avLst/>
              <a:gdLst/>
              <a:ahLst/>
              <a:cxnLst/>
              <a:rect l="l" t="t" r="r" b="b"/>
              <a:pathLst>
                <a:path w="4887" h="4219" extrusionOk="0">
                  <a:moveTo>
                    <a:pt x="2436" y="385"/>
                  </a:moveTo>
                  <a:cubicBezTo>
                    <a:pt x="3570" y="385"/>
                    <a:pt x="4492" y="1307"/>
                    <a:pt x="4492" y="2441"/>
                  </a:cubicBezTo>
                  <a:lnTo>
                    <a:pt x="4492" y="3426"/>
                  </a:lnTo>
                  <a:lnTo>
                    <a:pt x="4497" y="3426"/>
                  </a:lnTo>
                  <a:cubicBezTo>
                    <a:pt x="4497" y="3657"/>
                    <a:pt x="4315" y="3839"/>
                    <a:pt x="4089" y="3839"/>
                  </a:cubicBezTo>
                  <a:lnTo>
                    <a:pt x="784" y="3839"/>
                  </a:lnTo>
                  <a:cubicBezTo>
                    <a:pt x="558" y="3839"/>
                    <a:pt x="375" y="3657"/>
                    <a:pt x="375" y="3426"/>
                  </a:cubicBezTo>
                  <a:lnTo>
                    <a:pt x="375" y="2441"/>
                  </a:lnTo>
                  <a:cubicBezTo>
                    <a:pt x="375" y="1307"/>
                    <a:pt x="1298" y="385"/>
                    <a:pt x="2436" y="385"/>
                  </a:cubicBezTo>
                  <a:close/>
                  <a:moveTo>
                    <a:pt x="2441" y="1"/>
                  </a:moveTo>
                  <a:cubicBezTo>
                    <a:pt x="1091" y="1"/>
                    <a:pt x="1" y="1091"/>
                    <a:pt x="1" y="2441"/>
                  </a:cubicBezTo>
                  <a:lnTo>
                    <a:pt x="1" y="3426"/>
                  </a:lnTo>
                  <a:cubicBezTo>
                    <a:pt x="1" y="3863"/>
                    <a:pt x="351" y="4219"/>
                    <a:pt x="793" y="4219"/>
                  </a:cubicBezTo>
                  <a:lnTo>
                    <a:pt x="4094" y="4219"/>
                  </a:lnTo>
                  <a:cubicBezTo>
                    <a:pt x="4531" y="4219"/>
                    <a:pt x="4886" y="3863"/>
                    <a:pt x="4886" y="3426"/>
                  </a:cubicBezTo>
                  <a:lnTo>
                    <a:pt x="4886" y="2441"/>
                  </a:lnTo>
                  <a:cubicBezTo>
                    <a:pt x="4882" y="1091"/>
                    <a:pt x="3786" y="1"/>
                    <a:pt x="2441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90" name="Google Shape;8690;p69"/>
            <p:cNvSpPr/>
            <p:nvPr/>
          </p:nvSpPr>
          <p:spPr>
            <a:xfrm>
              <a:off x="5397096" y="3983208"/>
              <a:ext cx="43040" cy="35736"/>
            </a:xfrm>
            <a:custGeom>
              <a:avLst/>
              <a:gdLst/>
              <a:ahLst/>
              <a:cxnLst/>
              <a:rect l="l" t="t" r="r" b="b"/>
              <a:pathLst>
                <a:path w="1644" h="1365" extrusionOk="0">
                  <a:moveTo>
                    <a:pt x="1110" y="380"/>
                  </a:moveTo>
                  <a:cubicBezTo>
                    <a:pt x="1192" y="385"/>
                    <a:pt x="1254" y="452"/>
                    <a:pt x="1259" y="534"/>
                  </a:cubicBezTo>
                  <a:lnTo>
                    <a:pt x="1259" y="827"/>
                  </a:lnTo>
                  <a:cubicBezTo>
                    <a:pt x="1259" y="909"/>
                    <a:pt x="1187" y="981"/>
                    <a:pt x="1105" y="981"/>
                  </a:cubicBezTo>
                  <a:lnTo>
                    <a:pt x="533" y="981"/>
                  </a:lnTo>
                  <a:cubicBezTo>
                    <a:pt x="447" y="981"/>
                    <a:pt x="380" y="909"/>
                    <a:pt x="380" y="827"/>
                  </a:cubicBezTo>
                  <a:lnTo>
                    <a:pt x="380" y="534"/>
                  </a:lnTo>
                  <a:cubicBezTo>
                    <a:pt x="380" y="447"/>
                    <a:pt x="447" y="380"/>
                    <a:pt x="533" y="380"/>
                  </a:cubicBezTo>
                  <a:close/>
                  <a:moveTo>
                    <a:pt x="533" y="1"/>
                  </a:moveTo>
                  <a:cubicBezTo>
                    <a:pt x="236" y="1"/>
                    <a:pt x="0" y="241"/>
                    <a:pt x="0" y="534"/>
                  </a:cubicBezTo>
                  <a:lnTo>
                    <a:pt x="0" y="832"/>
                  </a:lnTo>
                  <a:cubicBezTo>
                    <a:pt x="0" y="1125"/>
                    <a:pt x="236" y="1365"/>
                    <a:pt x="533" y="1365"/>
                  </a:cubicBezTo>
                  <a:lnTo>
                    <a:pt x="1110" y="1365"/>
                  </a:lnTo>
                  <a:cubicBezTo>
                    <a:pt x="1403" y="1365"/>
                    <a:pt x="1643" y="1125"/>
                    <a:pt x="1643" y="832"/>
                  </a:cubicBezTo>
                  <a:lnTo>
                    <a:pt x="1643" y="534"/>
                  </a:lnTo>
                  <a:cubicBezTo>
                    <a:pt x="1643" y="241"/>
                    <a:pt x="1403" y="1"/>
                    <a:pt x="1110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91" name="Google Shape;8691;p69"/>
            <p:cNvSpPr/>
            <p:nvPr/>
          </p:nvSpPr>
          <p:spPr>
            <a:xfrm>
              <a:off x="5459718" y="3983208"/>
              <a:ext cx="55632" cy="35736"/>
            </a:xfrm>
            <a:custGeom>
              <a:avLst/>
              <a:gdLst/>
              <a:ahLst/>
              <a:cxnLst/>
              <a:rect l="l" t="t" r="r" b="b"/>
              <a:pathLst>
                <a:path w="2125" h="1365" extrusionOk="0">
                  <a:moveTo>
                    <a:pt x="1591" y="380"/>
                  </a:moveTo>
                  <a:cubicBezTo>
                    <a:pt x="1672" y="385"/>
                    <a:pt x="1740" y="452"/>
                    <a:pt x="1744" y="534"/>
                  </a:cubicBezTo>
                  <a:lnTo>
                    <a:pt x="1744" y="827"/>
                  </a:lnTo>
                  <a:cubicBezTo>
                    <a:pt x="1744" y="909"/>
                    <a:pt x="1677" y="981"/>
                    <a:pt x="1591" y="981"/>
                  </a:cubicBezTo>
                  <a:lnTo>
                    <a:pt x="534" y="981"/>
                  </a:lnTo>
                  <a:cubicBezTo>
                    <a:pt x="452" y="981"/>
                    <a:pt x="385" y="909"/>
                    <a:pt x="385" y="827"/>
                  </a:cubicBezTo>
                  <a:lnTo>
                    <a:pt x="385" y="534"/>
                  </a:lnTo>
                  <a:cubicBezTo>
                    <a:pt x="385" y="447"/>
                    <a:pt x="452" y="380"/>
                    <a:pt x="534" y="380"/>
                  </a:cubicBezTo>
                  <a:close/>
                  <a:moveTo>
                    <a:pt x="534" y="1"/>
                  </a:moveTo>
                  <a:cubicBezTo>
                    <a:pt x="241" y="1"/>
                    <a:pt x="1" y="241"/>
                    <a:pt x="1" y="534"/>
                  </a:cubicBezTo>
                  <a:lnTo>
                    <a:pt x="1" y="832"/>
                  </a:lnTo>
                  <a:cubicBezTo>
                    <a:pt x="1" y="1125"/>
                    <a:pt x="241" y="1365"/>
                    <a:pt x="534" y="1365"/>
                  </a:cubicBezTo>
                  <a:lnTo>
                    <a:pt x="1591" y="1365"/>
                  </a:lnTo>
                  <a:cubicBezTo>
                    <a:pt x="1889" y="1365"/>
                    <a:pt x="2124" y="1125"/>
                    <a:pt x="2124" y="832"/>
                  </a:cubicBezTo>
                  <a:lnTo>
                    <a:pt x="2124" y="534"/>
                  </a:lnTo>
                  <a:cubicBezTo>
                    <a:pt x="2124" y="241"/>
                    <a:pt x="1889" y="1"/>
                    <a:pt x="1591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92" name="Google Shape;8692;p69"/>
            <p:cNvSpPr/>
            <p:nvPr/>
          </p:nvSpPr>
          <p:spPr>
            <a:xfrm>
              <a:off x="5535195" y="3983208"/>
              <a:ext cx="43040" cy="35631"/>
            </a:xfrm>
            <a:custGeom>
              <a:avLst/>
              <a:gdLst/>
              <a:ahLst/>
              <a:cxnLst/>
              <a:rect l="l" t="t" r="r" b="b"/>
              <a:pathLst>
                <a:path w="1644" h="1361" extrusionOk="0">
                  <a:moveTo>
                    <a:pt x="1110" y="380"/>
                  </a:moveTo>
                  <a:cubicBezTo>
                    <a:pt x="1191" y="385"/>
                    <a:pt x="1259" y="452"/>
                    <a:pt x="1264" y="534"/>
                  </a:cubicBezTo>
                  <a:lnTo>
                    <a:pt x="1264" y="827"/>
                  </a:lnTo>
                  <a:cubicBezTo>
                    <a:pt x="1264" y="909"/>
                    <a:pt x="1191" y="981"/>
                    <a:pt x="1110" y="981"/>
                  </a:cubicBezTo>
                  <a:lnTo>
                    <a:pt x="533" y="981"/>
                  </a:lnTo>
                  <a:cubicBezTo>
                    <a:pt x="447" y="981"/>
                    <a:pt x="380" y="909"/>
                    <a:pt x="380" y="827"/>
                  </a:cubicBezTo>
                  <a:lnTo>
                    <a:pt x="380" y="534"/>
                  </a:lnTo>
                  <a:cubicBezTo>
                    <a:pt x="380" y="447"/>
                    <a:pt x="447" y="380"/>
                    <a:pt x="533" y="380"/>
                  </a:cubicBezTo>
                  <a:close/>
                  <a:moveTo>
                    <a:pt x="533" y="1"/>
                  </a:moveTo>
                  <a:cubicBezTo>
                    <a:pt x="240" y="1"/>
                    <a:pt x="0" y="241"/>
                    <a:pt x="0" y="534"/>
                  </a:cubicBezTo>
                  <a:lnTo>
                    <a:pt x="0" y="827"/>
                  </a:lnTo>
                  <a:cubicBezTo>
                    <a:pt x="0" y="1120"/>
                    <a:pt x="240" y="1360"/>
                    <a:pt x="533" y="1360"/>
                  </a:cubicBezTo>
                  <a:lnTo>
                    <a:pt x="1110" y="1360"/>
                  </a:lnTo>
                  <a:cubicBezTo>
                    <a:pt x="1403" y="1360"/>
                    <a:pt x="1643" y="1120"/>
                    <a:pt x="1643" y="827"/>
                  </a:cubicBezTo>
                  <a:lnTo>
                    <a:pt x="1643" y="534"/>
                  </a:lnTo>
                  <a:cubicBezTo>
                    <a:pt x="1643" y="236"/>
                    <a:pt x="1403" y="1"/>
                    <a:pt x="1110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93" name="Google Shape;8693;p69"/>
            <p:cNvSpPr/>
            <p:nvPr/>
          </p:nvSpPr>
          <p:spPr>
            <a:xfrm>
              <a:off x="5376073" y="3825368"/>
              <a:ext cx="223158" cy="340994"/>
            </a:xfrm>
            <a:custGeom>
              <a:avLst/>
              <a:gdLst/>
              <a:ahLst/>
              <a:cxnLst/>
              <a:rect l="l" t="t" r="r" b="b"/>
              <a:pathLst>
                <a:path w="8524" h="13025" extrusionOk="0">
                  <a:moveTo>
                    <a:pt x="4939" y="11151"/>
                  </a:moveTo>
                  <a:lnTo>
                    <a:pt x="4939" y="12640"/>
                  </a:lnTo>
                  <a:lnTo>
                    <a:pt x="3580" y="12640"/>
                  </a:lnTo>
                  <a:lnTo>
                    <a:pt x="3580" y="11151"/>
                  </a:lnTo>
                  <a:close/>
                  <a:moveTo>
                    <a:pt x="2134" y="1"/>
                  </a:moveTo>
                  <a:cubicBezTo>
                    <a:pt x="957" y="1"/>
                    <a:pt x="6" y="957"/>
                    <a:pt x="1" y="2129"/>
                  </a:cubicBezTo>
                  <a:lnTo>
                    <a:pt x="1" y="8384"/>
                  </a:lnTo>
                  <a:cubicBezTo>
                    <a:pt x="1" y="9066"/>
                    <a:pt x="558" y="9623"/>
                    <a:pt x="1245" y="9623"/>
                  </a:cubicBezTo>
                  <a:lnTo>
                    <a:pt x="3200" y="9623"/>
                  </a:lnTo>
                  <a:lnTo>
                    <a:pt x="3200" y="9709"/>
                  </a:lnTo>
                  <a:cubicBezTo>
                    <a:pt x="3200" y="9834"/>
                    <a:pt x="3295" y="9897"/>
                    <a:pt x="3390" y="9897"/>
                  </a:cubicBezTo>
                  <a:cubicBezTo>
                    <a:pt x="3485" y="9897"/>
                    <a:pt x="3580" y="9834"/>
                    <a:pt x="3580" y="9709"/>
                  </a:cubicBezTo>
                  <a:lnTo>
                    <a:pt x="3580" y="8393"/>
                  </a:lnTo>
                  <a:lnTo>
                    <a:pt x="4939" y="8393"/>
                  </a:lnTo>
                  <a:lnTo>
                    <a:pt x="4939" y="10776"/>
                  </a:lnTo>
                  <a:lnTo>
                    <a:pt x="3580" y="10776"/>
                  </a:lnTo>
                  <a:lnTo>
                    <a:pt x="3580" y="10627"/>
                  </a:lnTo>
                  <a:cubicBezTo>
                    <a:pt x="3580" y="10500"/>
                    <a:pt x="3485" y="10436"/>
                    <a:pt x="3390" y="10436"/>
                  </a:cubicBezTo>
                  <a:cubicBezTo>
                    <a:pt x="3295" y="10436"/>
                    <a:pt x="3200" y="10500"/>
                    <a:pt x="3200" y="10627"/>
                  </a:cubicBezTo>
                  <a:lnTo>
                    <a:pt x="3200" y="12832"/>
                  </a:lnTo>
                  <a:cubicBezTo>
                    <a:pt x="3200" y="12938"/>
                    <a:pt x="3287" y="13024"/>
                    <a:pt x="3388" y="13024"/>
                  </a:cubicBezTo>
                  <a:lnTo>
                    <a:pt x="5132" y="13024"/>
                  </a:lnTo>
                  <a:cubicBezTo>
                    <a:pt x="5237" y="13024"/>
                    <a:pt x="5319" y="12938"/>
                    <a:pt x="5319" y="12832"/>
                  </a:cubicBezTo>
                  <a:lnTo>
                    <a:pt x="5319" y="9623"/>
                  </a:lnTo>
                  <a:lnTo>
                    <a:pt x="7279" y="9623"/>
                  </a:lnTo>
                  <a:cubicBezTo>
                    <a:pt x="7961" y="9623"/>
                    <a:pt x="8519" y="9066"/>
                    <a:pt x="8519" y="8384"/>
                  </a:cubicBezTo>
                  <a:lnTo>
                    <a:pt x="8519" y="2129"/>
                  </a:lnTo>
                  <a:cubicBezTo>
                    <a:pt x="8523" y="952"/>
                    <a:pt x="7567" y="1"/>
                    <a:pt x="6390" y="1"/>
                  </a:cubicBezTo>
                  <a:lnTo>
                    <a:pt x="6016" y="1"/>
                  </a:lnTo>
                  <a:cubicBezTo>
                    <a:pt x="5761" y="1"/>
                    <a:pt x="5761" y="380"/>
                    <a:pt x="6016" y="380"/>
                  </a:cubicBezTo>
                  <a:lnTo>
                    <a:pt x="6390" y="380"/>
                  </a:lnTo>
                  <a:cubicBezTo>
                    <a:pt x="7356" y="380"/>
                    <a:pt x="8139" y="1163"/>
                    <a:pt x="8139" y="2129"/>
                  </a:cubicBezTo>
                  <a:lnTo>
                    <a:pt x="8139" y="8379"/>
                  </a:lnTo>
                  <a:cubicBezTo>
                    <a:pt x="8139" y="8854"/>
                    <a:pt x="7755" y="9239"/>
                    <a:pt x="7279" y="9239"/>
                  </a:cubicBezTo>
                  <a:lnTo>
                    <a:pt x="5324" y="9239"/>
                  </a:lnTo>
                  <a:lnTo>
                    <a:pt x="5324" y="8388"/>
                  </a:lnTo>
                  <a:lnTo>
                    <a:pt x="5550" y="8388"/>
                  </a:lnTo>
                  <a:cubicBezTo>
                    <a:pt x="5799" y="8388"/>
                    <a:pt x="5799" y="8009"/>
                    <a:pt x="5550" y="8009"/>
                  </a:cubicBezTo>
                  <a:lnTo>
                    <a:pt x="2975" y="8009"/>
                  </a:lnTo>
                  <a:cubicBezTo>
                    <a:pt x="2720" y="8009"/>
                    <a:pt x="2720" y="8388"/>
                    <a:pt x="2975" y="8388"/>
                  </a:cubicBezTo>
                  <a:lnTo>
                    <a:pt x="3200" y="8388"/>
                  </a:lnTo>
                  <a:lnTo>
                    <a:pt x="3200" y="9239"/>
                  </a:lnTo>
                  <a:lnTo>
                    <a:pt x="1245" y="9239"/>
                  </a:lnTo>
                  <a:cubicBezTo>
                    <a:pt x="770" y="9239"/>
                    <a:pt x="385" y="8854"/>
                    <a:pt x="385" y="8379"/>
                  </a:cubicBezTo>
                  <a:lnTo>
                    <a:pt x="385" y="2129"/>
                  </a:lnTo>
                  <a:cubicBezTo>
                    <a:pt x="385" y="1163"/>
                    <a:pt x="1168" y="380"/>
                    <a:pt x="2134" y="380"/>
                  </a:cubicBezTo>
                  <a:lnTo>
                    <a:pt x="4925" y="380"/>
                  </a:lnTo>
                  <a:cubicBezTo>
                    <a:pt x="5180" y="380"/>
                    <a:pt x="5180" y="1"/>
                    <a:pt x="4925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94" name="Google Shape;8694;p69"/>
            <p:cNvSpPr/>
            <p:nvPr/>
          </p:nvSpPr>
          <p:spPr>
            <a:xfrm>
              <a:off x="5477442" y="4130104"/>
              <a:ext cx="17776" cy="15158"/>
            </a:xfrm>
            <a:custGeom>
              <a:avLst/>
              <a:gdLst/>
              <a:ahLst/>
              <a:cxnLst/>
              <a:rect l="l" t="t" r="r" b="b"/>
              <a:pathLst>
                <a:path w="679" h="579" extrusionOk="0">
                  <a:moveTo>
                    <a:pt x="390" y="1"/>
                  </a:moveTo>
                  <a:cubicBezTo>
                    <a:pt x="131" y="1"/>
                    <a:pt x="1" y="313"/>
                    <a:pt x="184" y="495"/>
                  </a:cubicBezTo>
                  <a:cubicBezTo>
                    <a:pt x="242" y="553"/>
                    <a:pt x="315" y="579"/>
                    <a:pt x="386" y="579"/>
                  </a:cubicBezTo>
                  <a:cubicBezTo>
                    <a:pt x="535" y="579"/>
                    <a:pt x="678" y="465"/>
                    <a:pt x="678" y="289"/>
                  </a:cubicBezTo>
                  <a:cubicBezTo>
                    <a:pt x="678" y="130"/>
                    <a:pt x="549" y="1"/>
                    <a:pt x="390" y="1"/>
                  </a:cubicBezTo>
                  <a:close/>
                </a:path>
              </a:pathLst>
            </a:custGeom>
            <a:solidFill>
              <a:srgbClr val="6A829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95" name="Google Shape;8695;p69"/>
            <p:cNvSpPr/>
            <p:nvPr/>
          </p:nvSpPr>
          <p:spPr>
            <a:xfrm>
              <a:off x="5447911" y="3888122"/>
              <a:ext cx="28196" cy="46312"/>
            </a:xfrm>
            <a:custGeom>
              <a:avLst/>
              <a:gdLst/>
              <a:ahLst/>
              <a:cxnLst/>
              <a:rect l="l" t="t" r="r" b="b"/>
              <a:pathLst>
                <a:path w="1077" h="1769" extrusionOk="0">
                  <a:moveTo>
                    <a:pt x="697" y="380"/>
                  </a:moveTo>
                  <a:lnTo>
                    <a:pt x="697" y="693"/>
                  </a:lnTo>
                  <a:lnTo>
                    <a:pt x="384" y="693"/>
                  </a:lnTo>
                  <a:lnTo>
                    <a:pt x="384" y="380"/>
                  </a:lnTo>
                  <a:close/>
                  <a:moveTo>
                    <a:pt x="697" y="1077"/>
                  </a:moveTo>
                  <a:lnTo>
                    <a:pt x="697" y="1389"/>
                  </a:lnTo>
                  <a:lnTo>
                    <a:pt x="384" y="1389"/>
                  </a:lnTo>
                  <a:lnTo>
                    <a:pt x="384" y="1077"/>
                  </a:lnTo>
                  <a:close/>
                  <a:moveTo>
                    <a:pt x="192" y="1"/>
                  </a:moveTo>
                  <a:cubicBezTo>
                    <a:pt x="87" y="1"/>
                    <a:pt x="0" y="87"/>
                    <a:pt x="0" y="193"/>
                  </a:cubicBezTo>
                  <a:lnTo>
                    <a:pt x="0" y="1581"/>
                  </a:lnTo>
                  <a:cubicBezTo>
                    <a:pt x="0" y="1682"/>
                    <a:pt x="87" y="1769"/>
                    <a:pt x="192" y="1769"/>
                  </a:cubicBezTo>
                  <a:lnTo>
                    <a:pt x="889" y="1769"/>
                  </a:lnTo>
                  <a:cubicBezTo>
                    <a:pt x="990" y="1769"/>
                    <a:pt x="1076" y="1682"/>
                    <a:pt x="1076" y="1581"/>
                  </a:cubicBezTo>
                  <a:lnTo>
                    <a:pt x="1076" y="193"/>
                  </a:lnTo>
                  <a:cubicBezTo>
                    <a:pt x="1076" y="87"/>
                    <a:pt x="990" y="1"/>
                    <a:pt x="889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96" name="Google Shape;8696;p69"/>
            <p:cNvSpPr/>
            <p:nvPr/>
          </p:nvSpPr>
          <p:spPr>
            <a:xfrm>
              <a:off x="5499093" y="3888122"/>
              <a:ext cx="29714" cy="46312"/>
            </a:xfrm>
            <a:custGeom>
              <a:avLst/>
              <a:gdLst/>
              <a:ahLst/>
              <a:cxnLst/>
              <a:rect l="l" t="t" r="r" b="b"/>
              <a:pathLst>
                <a:path w="1135" h="1769" extrusionOk="0">
                  <a:moveTo>
                    <a:pt x="692" y="1077"/>
                  </a:moveTo>
                  <a:lnTo>
                    <a:pt x="692" y="1389"/>
                  </a:lnTo>
                  <a:lnTo>
                    <a:pt x="380" y="1389"/>
                  </a:lnTo>
                  <a:lnTo>
                    <a:pt x="380" y="1077"/>
                  </a:lnTo>
                  <a:close/>
                  <a:moveTo>
                    <a:pt x="188" y="1"/>
                  </a:moveTo>
                  <a:cubicBezTo>
                    <a:pt x="82" y="1"/>
                    <a:pt x="0" y="87"/>
                    <a:pt x="0" y="193"/>
                  </a:cubicBezTo>
                  <a:lnTo>
                    <a:pt x="0" y="1581"/>
                  </a:lnTo>
                  <a:cubicBezTo>
                    <a:pt x="0" y="1682"/>
                    <a:pt x="82" y="1769"/>
                    <a:pt x="188" y="1769"/>
                  </a:cubicBezTo>
                  <a:lnTo>
                    <a:pt x="884" y="1769"/>
                  </a:lnTo>
                  <a:cubicBezTo>
                    <a:pt x="990" y="1769"/>
                    <a:pt x="1072" y="1682"/>
                    <a:pt x="1072" y="1581"/>
                  </a:cubicBezTo>
                  <a:lnTo>
                    <a:pt x="1072" y="885"/>
                  </a:lnTo>
                  <a:cubicBezTo>
                    <a:pt x="1072" y="779"/>
                    <a:pt x="990" y="697"/>
                    <a:pt x="884" y="697"/>
                  </a:cubicBezTo>
                  <a:lnTo>
                    <a:pt x="380" y="697"/>
                  </a:lnTo>
                  <a:lnTo>
                    <a:pt x="380" y="385"/>
                  </a:lnTo>
                  <a:lnTo>
                    <a:pt x="884" y="385"/>
                  </a:lnTo>
                  <a:cubicBezTo>
                    <a:pt x="1134" y="385"/>
                    <a:pt x="1134" y="6"/>
                    <a:pt x="884" y="6"/>
                  </a:cubicBezTo>
                  <a:lnTo>
                    <a:pt x="188" y="6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97" name="Google Shape;8697;p69"/>
            <p:cNvSpPr/>
            <p:nvPr/>
          </p:nvSpPr>
          <p:spPr>
            <a:xfrm>
              <a:off x="5480898" y="3922601"/>
              <a:ext cx="15708" cy="17305"/>
            </a:xfrm>
            <a:custGeom>
              <a:avLst/>
              <a:gdLst/>
              <a:ahLst/>
              <a:cxnLst/>
              <a:rect l="l" t="t" r="r" b="b"/>
              <a:pathLst>
                <a:path w="600" h="661" extrusionOk="0">
                  <a:moveTo>
                    <a:pt x="378" y="0"/>
                  </a:moveTo>
                  <a:cubicBezTo>
                    <a:pt x="309" y="0"/>
                    <a:pt x="245" y="39"/>
                    <a:pt x="215" y="106"/>
                  </a:cubicBezTo>
                  <a:lnTo>
                    <a:pt x="71" y="384"/>
                  </a:lnTo>
                  <a:cubicBezTo>
                    <a:pt x="0" y="536"/>
                    <a:pt x="125" y="661"/>
                    <a:pt x="250" y="661"/>
                  </a:cubicBezTo>
                  <a:cubicBezTo>
                    <a:pt x="312" y="661"/>
                    <a:pt x="374" y="630"/>
                    <a:pt x="412" y="557"/>
                  </a:cubicBezTo>
                  <a:lnTo>
                    <a:pt x="556" y="279"/>
                  </a:lnTo>
                  <a:cubicBezTo>
                    <a:pt x="599" y="183"/>
                    <a:pt x="561" y="72"/>
                    <a:pt x="470" y="24"/>
                  </a:cubicBezTo>
                  <a:cubicBezTo>
                    <a:pt x="440" y="8"/>
                    <a:pt x="409" y="0"/>
                    <a:pt x="378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698" name="Google Shape;8698;p69"/>
          <p:cNvGrpSpPr/>
          <p:nvPr/>
        </p:nvGrpSpPr>
        <p:grpSpPr>
          <a:xfrm>
            <a:off x="5037033" y="3511984"/>
            <a:ext cx="148480" cy="255236"/>
            <a:chOff x="6716044" y="3825395"/>
            <a:chExt cx="197973" cy="340314"/>
          </a:xfrm>
        </p:grpSpPr>
        <p:sp>
          <p:nvSpPr>
            <p:cNvPr id="8699" name="Google Shape;8699;p69"/>
            <p:cNvSpPr/>
            <p:nvPr/>
          </p:nvSpPr>
          <p:spPr>
            <a:xfrm>
              <a:off x="6721568" y="3982841"/>
              <a:ext cx="186925" cy="179700"/>
            </a:xfrm>
            <a:custGeom>
              <a:avLst/>
              <a:gdLst/>
              <a:ahLst/>
              <a:cxnLst/>
              <a:rect l="l" t="t" r="r" b="b"/>
              <a:pathLst>
                <a:path w="7140" h="6864" extrusionOk="0">
                  <a:moveTo>
                    <a:pt x="2888" y="0"/>
                  </a:moveTo>
                  <a:lnTo>
                    <a:pt x="2888" y="1081"/>
                  </a:lnTo>
                  <a:lnTo>
                    <a:pt x="2725" y="1081"/>
                  </a:lnTo>
                  <a:cubicBezTo>
                    <a:pt x="1735" y="1081"/>
                    <a:pt x="875" y="1758"/>
                    <a:pt x="640" y="2719"/>
                  </a:cubicBezTo>
                  <a:lnTo>
                    <a:pt x="529" y="3185"/>
                  </a:lnTo>
                  <a:lnTo>
                    <a:pt x="385" y="3776"/>
                  </a:lnTo>
                  <a:lnTo>
                    <a:pt x="97" y="4953"/>
                  </a:lnTo>
                  <a:cubicBezTo>
                    <a:pt x="1" y="5361"/>
                    <a:pt x="183" y="5784"/>
                    <a:pt x="548" y="5996"/>
                  </a:cubicBezTo>
                  <a:cubicBezTo>
                    <a:pt x="1555" y="6574"/>
                    <a:pt x="2562" y="6864"/>
                    <a:pt x="3570" y="6864"/>
                  </a:cubicBezTo>
                  <a:cubicBezTo>
                    <a:pt x="4578" y="6864"/>
                    <a:pt x="5585" y="6574"/>
                    <a:pt x="6592" y="5996"/>
                  </a:cubicBezTo>
                  <a:cubicBezTo>
                    <a:pt x="6957" y="5784"/>
                    <a:pt x="7140" y="5361"/>
                    <a:pt x="7043" y="4953"/>
                  </a:cubicBezTo>
                  <a:lnTo>
                    <a:pt x="6496" y="2719"/>
                  </a:lnTo>
                  <a:cubicBezTo>
                    <a:pt x="6265" y="1758"/>
                    <a:pt x="5405" y="1081"/>
                    <a:pt x="4416" y="1081"/>
                  </a:cubicBezTo>
                  <a:lnTo>
                    <a:pt x="4252" y="1081"/>
                  </a:lnTo>
                  <a:lnTo>
                    <a:pt x="4252" y="0"/>
                  </a:lnTo>
                  <a:cubicBezTo>
                    <a:pt x="4039" y="111"/>
                    <a:pt x="3804" y="166"/>
                    <a:pt x="3570" y="166"/>
                  </a:cubicBezTo>
                  <a:cubicBezTo>
                    <a:pt x="3336" y="166"/>
                    <a:pt x="3102" y="111"/>
                    <a:pt x="2888" y="0"/>
                  </a:cubicBezTo>
                  <a:close/>
                </a:path>
              </a:pathLst>
            </a:custGeom>
            <a:solidFill>
              <a:srgbClr val="FCFDF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00" name="Google Shape;8700;p69"/>
            <p:cNvSpPr/>
            <p:nvPr/>
          </p:nvSpPr>
          <p:spPr>
            <a:xfrm>
              <a:off x="6803459" y="3982841"/>
              <a:ext cx="105165" cy="179726"/>
            </a:xfrm>
            <a:custGeom>
              <a:avLst/>
              <a:gdLst/>
              <a:ahLst/>
              <a:cxnLst/>
              <a:rect l="l" t="t" r="r" b="b"/>
              <a:pathLst>
                <a:path w="4017" h="6865" extrusionOk="0">
                  <a:moveTo>
                    <a:pt x="1124" y="0"/>
                  </a:moveTo>
                  <a:cubicBezTo>
                    <a:pt x="913" y="111"/>
                    <a:pt x="678" y="168"/>
                    <a:pt x="442" y="168"/>
                  </a:cubicBezTo>
                  <a:cubicBezTo>
                    <a:pt x="378" y="168"/>
                    <a:pt x="309" y="270"/>
                    <a:pt x="244" y="270"/>
                  </a:cubicBezTo>
                  <a:cubicBezTo>
                    <a:pt x="241" y="270"/>
                    <a:pt x="238" y="270"/>
                    <a:pt x="236" y="269"/>
                  </a:cubicBezTo>
                  <a:lnTo>
                    <a:pt x="236" y="1081"/>
                  </a:lnTo>
                  <a:lnTo>
                    <a:pt x="399" y="1081"/>
                  </a:lnTo>
                  <a:cubicBezTo>
                    <a:pt x="1389" y="1081"/>
                    <a:pt x="2248" y="1758"/>
                    <a:pt x="2484" y="2719"/>
                  </a:cubicBezTo>
                  <a:lnTo>
                    <a:pt x="3027" y="4953"/>
                  </a:lnTo>
                  <a:cubicBezTo>
                    <a:pt x="3128" y="5361"/>
                    <a:pt x="2940" y="5784"/>
                    <a:pt x="2580" y="5996"/>
                  </a:cubicBezTo>
                  <a:cubicBezTo>
                    <a:pt x="1720" y="6490"/>
                    <a:pt x="860" y="6774"/>
                    <a:pt x="0" y="6846"/>
                  </a:cubicBezTo>
                  <a:cubicBezTo>
                    <a:pt x="147" y="6858"/>
                    <a:pt x="293" y="6864"/>
                    <a:pt x="440" y="6864"/>
                  </a:cubicBezTo>
                  <a:cubicBezTo>
                    <a:pt x="1451" y="6864"/>
                    <a:pt x="2462" y="6575"/>
                    <a:pt x="3469" y="5996"/>
                  </a:cubicBezTo>
                  <a:cubicBezTo>
                    <a:pt x="3834" y="5784"/>
                    <a:pt x="4016" y="5361"/>
                    <a:pt x="3915" y="4953"/>
                  </a:cubicBezTo>
                  <a:lnTo>
                    <a:pt x="3368" y="2719"/>
                  </a:lnTo>
                  <a:cubicBezTo>
                    <a:pt x="3137" y="1758"/>
                    <a:pt x="2277" y="1081"/>
                    <a:pt x="1288" y="1081"/>
                  </a:cubicBezTo>
                  <a:lnTo>
                    <a:pt x="1124" y="1081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F4F6F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01" name="Google Shape;8701;p69"/>
            <p:cNvSpPr/>
            <p:nvPr/>
          </p:nvSpPr>
          <p:spPr>
            <a:xfrm>
              <a:off x="6797045" y="3982841"/>
              <a:ext cx="6309" cy="7069"/>
            </a:xfrm>
            <a:custGeom>
              <a:avLst/>
              <a:gdLst/>
              <a:ahLst/>
              <a:cxnLst/>
              <a:rect l="l" t="t" r="r" b="b"/>
              <a:pathLst>
                <a:path w="241" h="270" extrusionOk="0">
                  <a:moveTo>
                    <a:pt x="0" y="0"/>
                  </a:moveTo>
                  <a:lnTo>
                    <a:pt x="0" y="269"/>
                  </a:lnTo>
                  <a:cubicBezTo>
                    <a:pt x="82" y="260"/>
                    <a:pt x="163" y="245"/>
                    <a:pt x="240" y="216"/>
                  </a:cubicBezTo>
                  <a:cubicBezTo>
                    <a:pt x="159" y="192"/>
                    <a:pt x="77" y="39"/>
                    <a:pt x="0" y="0"/>
                  </a:cubicBezTo>
                  <a:close/>
                </a:path>
              </a:pathLst>
            </a:custGeom>
            <a:solidFill>
              <a:srgbClr val="F4F6F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02" name="Google Shape;8702;p69"/>
            <p:cNvSpPr/>
            <p:nvPr/>
          </p:nvSpPr>
          <p:spPr>
            <a:xfrm>
              <a:off x="6761309" y="3982841"/>
              <a:ext cx="109197" cy="121135"/>
            </a:xfrm>
            <a:custGeom>
              <a:avLst/>
              <a:gdLst/>
              <a:ahLst/>
              <a:cxnLst/>
              <a:rect l="l" t="t" r="r" b="b"/>
              <a:pathLst>
                <a:path w="4171" h="4627" extrusionOk="0">
                  <a:moveTo>
                    <a:pt x="1375" y="0"/>
                  </a:moveTo>
                  <a:lnTo>
                    <a:pt x="1375" y="1081"/>
                  </a:lnTo>
                  <a:lnTo>
                    <a:pt x="1211" y="1081"/>
                  </a:lnTo>
                  <a:cubicBezTo>
                    <a:pt x="942" y="1081"/>
                    <a:pt x="678" y="1129"/>
                    <a:pt x="428" y="1225"/>
                  </a:cubicBezTo>
                  <a:lnTo>
                    <a:pt x="1" y="2570"/>
                  </a:lnTo>
                  <a:lnTo>
                    <a:pt x="1" y="2570"/>
                  </a:lnTo>
                  <a:lnTo>
                    <a:pt x="721" y="2301"/>
                  </a:lnTo>
                  <a:lnTo>
                    <a:pt x="2086" y="4626"/>
                  </a:lnTo>
                  <a:lnTo>
                    <a:pt x="3450" y="2311"/>
                  </a:lnTo>
                  <a:lnTo>
                    <a:pt x="4171" y="2575"/>
                  </a:lnTo>
                  <a:lnTo>
                    <a:pt x="4171" y="2575"/>
                  </a:lnTo>
                  <a:lnTo>
                    <a:pt x="3753" y="1259"/>
                  </a:lnTo>
                  <a:cubicBezTo>
                    <a:pt x="3484" y="1144"/>
                    <a:pt x="3195" y="1081"/>
                    <a:pt x="2902" y="1081"/>
                  </a:cubicBezTo>
                  <a:lnTo>
                    <a:pt x="2739" y="1081"/>
                  </a:lnTo>
                  <a:lnTo>
                    <a:pt x="2739" y="0"/>
                  </a:lnTo>
                  <a:cubicBezTo>
                    <a:pt x="2525" y="111"/>
                    <a:pt x="2291" y="166"/>
                    <a:pt x="2057" y="166"/>
                  </a:cubicBezTo>
                  <a:cubicBezTo>
                    <a:pt x="1823" y="166"/>
                    <a:pt x="1589" y="111"/>
                    <a:pt x="1375" y="0"/>
                  </a:cubicBezTo>
                  <a:close/>
                </a:path>
              </a:pathLst>
            </a:custGeom>
            <a:solidFill>
              <a:srgbClr val="324B64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03" name="Google Shape;8703;p69"/>
            <p:cNvSpPr/>
            <p:nvPr/>
          </p:nvSpPr>
          <p:spPr>
            <a:xfrm>
              <a:off x="6781573" y="3982841"/>
              <a:ext cx="66183" cy="121266"/>
            </a:xfrm>
            <a:custGeom>
              <a:avLst/>
              <a:gdLst/>
              <a:ahLst/>
              <a:cxnLst/>
              <a:rect l="l" t="t" r="r" b="b"/>
              <a:pathLst>
                <a:path w="2528" h="4632" extrusionOk="0">
                  <a:moveTo>
                    <a:pt x="596" y="0"/>
                  </a:moveTo>
                  <a:lnTo>
                    <a:pt x="596" y="1081"/>
                  </a:lnTo>
                  <a:lnTo>
                    <a:pt x="433" y="1081"/>
                  </a:lnTo>
                  <a:cubicBezTo>
                    <a:pt x="288" y="1081"/>
                    <a:pt x="144" y="1095"/>
                    <a:pt x="0" y="1124"/>
                  </a:cubicBezTo>
                  <a:cubicBezTo>
                    <a:pt x="15" y="1144"/>
                    <a:pt x="29" y="1163"/>
                    <a:pt x="48" y="1177"/>
                  </a:cubicBezTo>
                  <a:lnTo>
                    <a:pt x="1312" y="4631"/>
                  </a:lnTo>
                  <a:lnTo>
                    <a:pt x="2508" y="1177"/>
                  </a:lnTo>
                  <a:lnTo>
                    <a:pt x="2527" y="1124"/>
                  </a:lnTo>
                  <a:cubicBezTo>
                    <a:pt x="2393" y="1095"/>
                    <a:pt x="2258" y="1081"/>
                    <a:pt x="2124" y="1081"/>
                  </a:cubicBezTo>
                  <a:lnTo>
                    <a:pt x="1960" y="1081"/>
                  </a:lnTo>
                  <a:lnTo>
                    <a:pt x="1960" y="0"/>
                  </a:lnTo>
                  <a:cubicBezTo>
                    <a:pt x="1747" y="111"/>
                    <a:pt x="1512" y="166"/>
                    <a:pt x="1278" y="166"/>
                  </a:cubicBezTo>
                  <a:cubicBezTo>
                    <a:pt x="1044" y="166"/>
                    <a:pt x="810" y="111"/>
                    <a:pt x="596" y="0"/>
                  </a:cubicBezTo>
                  <a:close/>
                </a:path>
              </a:pathLst>
            </a:custGeom>
            <a:solidFill>
              <a:srgbClr val="E7EDF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04" name="Google Shape;8704;p69"/>
            <p:cNvSpPr/>
            <p:nvPr/>
          </p:nvSpPr>
          <p:spPr>
            <a:xfrm>
              <a:off x="6781573" y="3995041"/>
              <a:ext cx="66288" cy="43773"/>
            </a:xfrm>
            <a:custGeom>
              <a:avLst/>
              <a:gdLst/>
              <a:ahLst/>
              <a:cxnLst/>
              <a:rect l="l" t="t" r="r" b="b"/>
              <a:pathLst>
                <a:path w="2532" h="1672" extrusionOk="0">
                  <a:moveTo>
                    <a:pt x="1960" y="0"/>
                  </a:moveTo>
                  <a:lnTo>
                    <a:pt x="1158" y="245"/>
                  </a:lnTo>
                  <a:lnTo>
                    <a:pt x="596" y="178"/>
                  </a:lnTo>
                  <a:lnTo>
                    <a:pt x="596" y="620"/>
                  </a:lnTo>
                  <a:lnTo>
                    <a:pt x="433" y="620"/>
                  </a:lnTo>
                  <a:cubicBezTo>
                    <a:pt x="288" y="620"/>
                    <a:pt x="144" y="634"/>
                    <a:pt x="0" y="663"/>
                  </a:cubicBezTo>
                  <a:cubicBezTo>
                    <a:pt x="29" y="697"/>
                    <a:pt x="48" y="716"/>
                    <a:pt x="48" y="716"/>
                  </a:cubicBezTo>
                  <a:lnTo>
                    <a:pt x="399" y="1672"/>
                  </a:lnTo>
                  <a:lnTo>
                    <a:pt x="1307" y="764"/>
                  </a:lnTo>
                  <a:lnTo>
                    <a:pt x="2176" y="1672"/>
                  </a:lnTo>
                  <a:lnTo>
                    <a:pt x="2513" y="721"/>
                  </a:lnTo>
                  <a:lnTo>
                    <a:pt x="2532" y="663"/>
                  </a:lnTo>
                  <a:cubicBezTo>
                    <a:pt x="2397" y="634"/>
                    <a:pt x="2263" y="625"/>
                    <a:pt x="2128" y="620"/>
                  </a:cubicBezTo>
                  <a:lnTo>
                    <a:pt x="1960" y="620"/>
                  </a:lnTo>
                  <a:lnTo>
                    <a:pt x="1960" y="0"/>
                  </a:lnTo>
                  <a:close/>
                </a:path>
              </a:pathLst>
            </a:custGeom>
            <a:solidFill>
              <a:srgbClr val="7084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05" name="Google Shape;8705;p69"/>
            <p:cNvSpPr/>
            <p:nvPr/>
          </p:nvSpPr>
          <p:spPr>
            <a:xfrm>
              <a:off x="6741439" y="3832306"/>
              <a:ext cx="144540" cy="121763"/>
            </a:xfrm>
            <a:custGeom>
              <a:avLst/>
              <a:gdLst/>
              <a:ahLst/>
              <a:cxnLst/>
              <a:rect l="l" t="t" r="r" b="b"/>
              <a:pathLst>
                <a:path w="5521" h="4651" extrusionOk="0">
                  <a:moveTo>
                    <a:pt x="2117" y="1"/>
                  </a:moveTo>
                  <a:cubicBezTo>
                    <a:pt x="1003" y="1"/>
                    <a:pt x="9" y="917"/>
                    <a:pt x="1" y="2123"/>
                  </a:cubicBezTo>
                  <a:cubicBezTo>
                    <a:pt x="1" y="2743"/>
                    <a:pt x="44" y="3363"/>
                    <a:pt x="135" y="3977"/>
                  </a:cubicBezTo>
                  <a:cubicBezTo>
                    <a:pt x="188" y="4362"/>
                    <a:pt x="515" y="4650"/>
                    <a:pt x="909" y="4650"/>
                  </a:cubicBezTo>
                  <a:lnTo>
                    <a:pt x="4613" y="4650"/>
                  </a:lnTo>
                  <a:cubicBezTo>
                    <a:pt x="5007" y="4650"/>
                    <a:pt x="5343" y="4357"/>
                    <a:pt x="5391" y="3968"/>
                  </a:cubicBezTo>
                  <a:cubicBezTo>
                    <a:pt x="5453" y="3444"/>
                    <a:pt x="5501" y="2930"/>
                    <a:pt x="5516" y="2445"/>
                  </a:cubicBezTo>
                  <a:lnTo>
                    <a:pt x="5521" y="1830"/>
                  </a:lnTo>
                  <a:cubicBezTo>
                    <a:pt x="5521" y="1624"/>
                    <a:pt x="5511" y="1422"/>
                    <a:pt x="5482" y="1215"/>
                  </a:cubicBezTo>
                  <a:cubicBezTo>
                    <a:pt x="5422" y="574"/>
                    <a:pt x="4886" y="174"/>
                    <a:pt x="4333" y="174"/>
                  </a:cubicBezTo>
                  <a:cubicBezTo>
                    <a:pt x="4041" y="174"/>
                    <a:pt x="3745" y="285"/>
                    <a:pt x="3513" y="533"/>
                  </a:cubicBezTo>
                  <a:lnTo>
                    <a:pt x="3493" y="547"/>
                  </a:lnTo>
                  <a:cubicBezTo>
                    <a:pt x="3311" y="365"/>
                    <a:pt x="3090" y="221"/>
                    <a:pt x="2845" y="134"/>
                  </a:cubicBezTo>
                  <a:cubicBezTo>
                    <a:pt x="2602" y="43"/>
                    <a:pt x="2357" y="1"/>
                    <a:pt x="2117" y="1"/>
                  </a:cubicBezTo>
                  <a:close/>
                </a:path>
              </a:pathLst>
            </a:custGeom>
            <a:solidFill>
              <a:srgbClr val="364F6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06" name="Google Shape;8706;p69"/>
            <p:cNvSpPr/>
            <p:nvPr/>
          </p:nvSpPr>
          <p:spPr>
            <a:xfrm>
              <a:off x="6742329" y="3832306"/>
              <a:ext cx="143650" cy="117470"/>
            </a:xfrm>
            <a:custGeom>
              <a:avLst/>
              <a:gdLst/>
              <a:ahLst/>
              <a:cxnLst/>
              <a:rect l="l" t="t" r="r" b="b"/>
              <a:pathLst>
                <a:path w="5487" h="4487" extrusionOk="0">
                  <a:moveTo>
                    <a:pt x="2081" y="0"/>
                  </a:moveTo>
                  <a:cubicBezTo>
                    <a:pt x="1082" y="0"/>
                    <a:pt x="182" y="736"/>
                    <a:pt x="0" y="1758"/>
                  </a:cubicBezTo>
                  <a:cubicBezTo>
                    <a:pt x="398" y="1151"/>
                    <a:pt x="1062" y="809"/>
                    <a:pt x="1754" y="809"/>
                  </a:cubicBezTo>
                  <a:cubicBezTo>
                    <a:pt x="1999" y="809"/>
                    <a:pt x="2248" y="852"/>
                    <a:pt x="2489" y="941"/>
                  </a:cubicBezTo>
                  <a:cubicBezTo>
                    <a:pt x="2729" y="1028"/>
                    <a:pt x="2950" y="1167"/>
                    <a:pt x="3133" y="1354"/>
                  </a:cubicBezTo>
                  <a:lnTo>
                    <a:pt x="3152" y="1335"/>
                  </a:lnTo>
                  <a:cubicBezTo>
                    <a:pt x="3384" y="1090"/>
                    <a:pt x="3679" y="979"/>
                    <a:pt x="3971" y="979"/>
                  </a:cubicBezTo>
                  <a:cubicBezTo>
                    <a:pt x="4525" y="979"/>
                    <a:pt x="5065" y="1380"/>
                    <a:pt x="5122" y="2022"/>
                  </a:cubicBezTo>
                  <a:cubicBezTo>
                    <a:pt x="5150" y="2224"/>
                    <a:pt x="5160" y="2431"/>
                    <a:pt x="5160" y="2637"/>
                  </a:cubicBezTo>
                  <a:lnTo>
                    <a:pt x="5155" y="3247"/>
                  </a:lnTo>
                  <a:cubicBezTo>
                    <a:pt x="5146" y="3646"/>
                    <a:pt x="5107" y="4059"/>
                    <a:pt x="5064" y="4487"/>
                  </a:cubicBezTo>
                  <a:cubicBezTo>
                    <a:pt x="5227" y="4357"/>
                    <a:pt x="5333" y="4174"/>
                    <a:pt x="5357" y="3968"/>
                  </a:cubicBezTo>
                  <a:cubicBezTo>
                    <a:pt x="5419" y="3439"/>
                    <a:pt x="5463" y="2930"/>
                    <a:pt x="5482" y="2445"/>
                  </a:cubicBezTo>
                  <a:lnTo>
                    <a:pt x="5487" y="1835"/>
                  </a:lnTo>
                  <a:cubicBezTo>
                    <a:pt x="5487" y="1628"/>
                    <a:pt x="5477" y="1422"/>
                    <a:pt x="5448" y="1215"/>
                  </a:cubicBezTo>
                  <a:cubicBezTo>
                    <a:pt x="5388" y="574"/>
                    <a:pt x="4852" y="176"/>
                    <a:pt x="4300" y="176"/>
                  </a:cubicBezTo>
                  <a:cubicBezTo>
                    <a:pt x="4008" y="176"/>
                    <a:pt x="3711" y="287"/>
                    <a:pt x="3479" y="533"/>
                  </a:cubicBezTo>
                  <a:lnTo>
                    <a:pt x="3459" y="547"/>
                  </a:lnTo>
                  <a:cubicBezTo>
                    <a:pt x="3277" y="365"/>
                    <a:pt x="3056" y="226"/>
                    <a:pt x="2811" y="134"/>
                  </a:cubicBezTo>
                  <a:cubicBezTo>
                    <a:pt x="2568" y="43"/>
                    <a:pt x="2322" y="0"/>
                    <a:pt x="208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07" name="Google Shape;8707;p69"/>
            <p:cNvSpPr/>
            <p:nvPr/>
          </p:nvSpPr>
          <p:spPr>
            <a:xfrm>
              <a:off x="6797150" y="3982946"/>
              <a:ext cx="35762" cy="32097"/>
            </a:xfrm>
            <a:custGeom>
              <a:avLst/>
              <a:gdLst/>
              <a:ahLst/>
              <a:cxnLst/>
              <a:rect l="l" t="t" r="r" b="b"/>
              <a:pathLst>
                <a:path w="1366" h="1226" extrusionOk="0">
                  <a:moveTo>
                    <a:pt x="1" y="1"/>
                  </a:moveTo>
                  <a:lnTo>
                    <a:pt x="1" y="1082"/>
                  </a:lnTo>
                  <a:cubicBezTo>
                    <a:pt x="220" y="1178"/>
                    <a:pt x="453" y="1226"/>
                    <a:pt x="685" y="1226"/>
                  </a:cubicBezTo>
                  <a:cubicBezTo>
                    <a:pt x="917" y="1226"/>
                    <a:pt x="1149" y="1178"/>
                    <a:pt x="1365" y="1082"/>
                  </a:cubicBezTo>
                  <a:lnTo>
                    <a:pt x="1365" y="1"/>
                  </a:lnTo>
                  <a:cubicBezTo>
                    <a:pt x="1152" y="111"/>
                    <a:pt x="917" y="167"/>
                    <a:pt x="683" y="167"/>
                  </a:cubicBezTo>
                  <a:cubicBezTo>
                    <a:pt x="449" y="167"/>
                    <a:pt x="215" y="111"/>
                    <a:pt x="1" y="1"/>
                  </a:cubicBezTo>
                  <a:close/>
                </a:path>
              </a:pathLst>
            </a:custGeom>
            <a:solidFill>
              <a:srgbClr val="E4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08" name="Google Shape;8708;p69"/>
            <p:cNvSpPr/>
            <p:nvPr/>
          </p:nvSpPr>
          <p:spPr>
            <a:xfrm>
              <a:off x="6797150" y="3982841"/>
              <a:ext cx="35762" cy="17488"/>
            </a:xfrm>
            <a:custGeom>
              <a:avLst/>
              <a:gdLst/>
              <a:ahLst/>
              <a:cxnLst/>
              <a:rect l="l" t="t" r="r" b="b"/>
              <a:pathLst>
                <a:path w="1366" h="668" extrusionOk="0">
                  <a:moveTo>
                    <a:pt x="1" y="0"/>
                  </a:moveTo>
                  <a:lnTo>
                    <a:pt x="1" y="524"/>
                  </a:lnTo>
                  <a:cubicBezTo>
                    <a:pt x="217" y="620"/>
                    <a:pt x="450" y="668"/>
                    <a:pt x="683" y="668"/>
                  </a:cubicBezTo>
                  <a:cubicBezTo>
                    <a:pt x="916" y="668"/>
                    <a:pt x="1149" y="620"/>
                    <a:pt x="1365" y="524"/>
                  </a:cubicBezTo>
                  <a:lnTo>
                    <a:pt x="1365" y="0"/>
                  </a:lnTo>
                  <a:cubicBezTo>
                    <a:pt x="1154" y="111"/>
                    <a:pt x="919" y="168"/>
                    <a:pt x="683" y="168"/>
                  </a:cubicBezTo>
                  <a:cubicBezTo>
                    <a:pt x="448" y="168"/>
                    <a:pt x="212" y="111"/>
                    <a:pt x="1" y="0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09" name="Google Shape;8709;p69"/>
            <p:cNvSpPr/>
            <p:nvPr/>
          </p:nvSpPr>
          <p:spPr>
            <a:xfrm>
              <a:off x="6770865" y="3886865"/>
              <a:ext cx="88331" cy="101160"/>
            </a:xfrm>
            <a:custGeom>
              <a:avLst/>
              <a:gdLst/>
              <a:ahLst/>
              <a:cxnLst/>
              <a:rect l="l" t="t" r="r" b="b"/>
              <a:pathLst>
                <a:path w="3374" h="3864" extrusionOk="0">
                  <a:moveTo>
                    <a:pt x="1058" y="1"/>
                  </a:moveTo>
                  <a:cubicBezTo>
                    <a:pt x="1058" y="1"/>
                    <a:pt x="592" y="476"/>
                    <a:pt x="1" y="721"/>
                  </a:cubicBezTo>
                  <a:lnTo>
                    <a:pt x="1" y="2177"/>
                  </a:lnTo>
                  <a:cubicBezTo>
                    <a:pt x="1" y="3109"/>
                    <a:pt x="755" y="3863"/>
                    <a:pt x="1687" y="3863"/>
                  </a:cubicBezTo>
                  <a:cubicBezTo>
                    <a:pt x="2619" y="3863"/>
                    <a:pt x="3373" y="3109"/>
                    <a:pt x="3373" y="2177"/>
                  </a:cubicBezTo>
                  <a:lnTo>
                    <a:pt x="3373" y="721"/>
                  </a:lnTo>
                  <a:cubicBezTo>
                    <a:pt x="2547" y="712"/>
                    <a:pt x="1740" y="462"/>
                    <a:pt x="1058" y="1"/>
                  </a:cubicBezTo>
                  <a:close/>
                </a:path>
              </a:pathLst>
            </a:custGeom>
            <a:solidFill>
              <a:srgbClr val="E4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10" name="Google Shape;8710;p69"/>
            <p:cNvSpPr/>
            <p:nvPr/>
          </p:nvSpPr>
          <p:spPr>
            <a:xfrm>
              <a:off x="6785971" y="3886734"/>
              <a:ext cx="73225" cy="97887"/>
            </a:xfrm>
            <a:custGeom>
              <a:avLst/>
              <a:gdLst/>
              <a:ahLst/>
              <a:cxnLst/>
              <a:rect l="l" t="t" r="r" b="b"/>
              <a:pathLst>
                <a:path w="2797" h="3739" extrusionOk="0">
                  <a:moveTo>
                    <a:pt x="481" y="1"/>
                  </a:moveTo>
                  <a:cubicBezTo>
                    <a:pt x="332" y="150"/>
                    <a:pt x="169" y="284"/>
                    <a:pt x="0" y="400"/>
                  </a:cubicBezTo>
                  <a:cubicBezTo>
                    <a:pt x="673" y="837"/>
                    <a:pt x="1456" y="1077"/>
                    <a:pt x="2258" y="1087"/>
                  </a:cubicBezTo>
                  <a:lnTo>
                    <a:pt x="2258" y="2542"/>
                  </a:lnTo>
                  <a:cubicBezTo>
                    <a:pt x="2258" y="2989"/>
                    <a:pt x="2081" y="3421"/>
                    <a:pt x="1763" y="3738"/>
                  </a:cubicBezTo>
                  <a:cubicBezTo>
                    <a:pt x="2388" y="3474"/>
                    <a:pt x="2796" y="2859"/>
                    <a:pt x="2796" y="2182"/>
                  </a:cubicBezTo>
                  <a:lnTo>
                    <a:pt x="2796" y="726"/>
                  </a:lnTo>
                  <a:cubicBezTo>
                    <a:pt x="1970" y="722"/>
                    <a:pt x="1163" y="467"/>
                    <a:pt x="481" y="1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11" name="Google Shape;8711;p69"/>
            <p:cNvSpPr/>
            <p:nvPr/>
          </p:nvSpPr>
          <p:spPr>
            <a:xfrm>
              <a:off x="6716044" y="3825395"/>
              <a:ext cx="197973" cy="340314"/>
            </a:xfrm>
            <a:custGeom>
              <a:avLst/>
              <a:gdLst/>
              <a:ahLst/>
              <a:cxnLst/>
              <a:rect l="l" t="t" r="r" b="b"/>
              <a:pathLst>
                <a:path w="7562" h="12999" extrusionOk="0">
                  <a:moveTo>
                    <a:pt x="3171" y="2531"/>
                  </a:moveTo>
                  <a:cubicBezTo>
                    <a:pt x="3805" y="2916"/>
                    <a:pt x="4531" y="3137"/>
                    <a:pt x="5270" y="3180"/>
                  </a:cubicBezTo>
                  <a:lnTo>
                    <a:pt x="5270" y="4462"/>
                  </a:lnTo>
                  <a:cubicBezTo>
                    <a:pt x="5290" y="5298"/>
                    <a:pt x="4617" y="5990"/>
                    <a:pt x="3776" y="5990"/>
                  </a:cubicBezTo>
                  <a:cubicBezTo>
                    <a:pt x="2940" y="5990"/>
                    <a:pt x="2268" y="5298"/>
                    <a:pt x="2282" y="4462"/>
                  </a:cubicBezTo>
                  <a:lnTo>
                    <a:pt x="2287" y="4462"/>
                  </a:lnTo>
                  <a:lnTo>
                    <a:pt x="2287" y="3122"/>
                  </a:lnTo>
                  <a:cubicBezTo>
                    <a:pt x="2604" y="2968"/>
                    <a:pt x="2902" y="2767"/>
                    <a:pt x="3171" y="2531"/>
                  </a:cubicBezTo>
                  <a:close/>
                  <a:moveTo>
                    <a:pt x="4271" y="6355"/>
                  </a:moveTo>
                  <a:lnTo>
                    <a:pt x="4271" y="6893"/>
                  </a:lnTo>
                  <a:cubicBezTo>
                    <a:pt x="4113" y="6951"/>
                    <a:pt x="3947" y="6980"/>
                    <a:pt x="3781" y="6980"/>
                  </a:cubicBezTo>
                  <a:cubicBezTo>
                    <a:pt x="3615" y="6980"/>
                    <a:pt x="3450" y="6951"/>
                    <a:pt x="3291" y="6893"/>
                  </a:cubicBezTo>
                  <a:lnTo>
                    <a:pt x="3291" y="6355"/>
                  </a:lnTo>
                  <a:cubicBezTo>
                    <a:pt x="3450" y="6403"/>
                    <a:pt x="3614" y="6427"/>
                    <a:pt x="3779" y="6427"/>
                  </a:cubicBezTo>
                  <a:cubicBezTo>
                    <a:pt x="3944" y="6427"/>
                    <a:pt x="4110" y="6403"/>
                    <a:pt x="4271" y="6355"/>
                  </a:cubicBezTo>
                  <a:close/>
                  <a:moveTo>
                    <a:pt x="4631" y="7225"/>
                  </a:moveTo>
                  <a:cubicBezTo>
                    <a:pt x="4679" y="7230"/>
                    <a:pt x="4723" y="7234"/>
                    <a:pt x="4771" y="7239"/>
                  </a:cubicBezTo>
                  <a:lnTo>
                    <a:pt x="4603" y="7724"/>
                  </a:lnTo>
                  <a:lnTo>
                    <a:pt x="4209" y="7311"/>
                  </a:lnTo>
                  <a:cubicBezTo>
                    <a:pt x="4305" y="7287"/>
                    <a:pt x="4401" y="7258"/>
                    <a:pt x="4492" y="7225"/>
                  </a:cubicBezTo>
                  <a:close/>
                  <a:moveTo>
                    <a:pt x="3075" y="7230"/>
                  </a:moveTo>
                  <a:cubicBezTo>
                    <a:pt x="3176" y="7273"/>
                    <a:pt x="3282" y="7306"/>
                    <a:pt x="3392" y="7330"/>
                  </a:cubicBezTo>
                  <a:lnTo>
                    <a:pt x="2984" y="7739"/>
                  </a:lnTo>
                  <a:lnTo>
                    <a:pt x="2801" y="7239"/>
                  </a:lnTo>
                  <a:cubicBezTo>
                    <a:pt x="2844" y="7234"/>
                    <a:pt x="2892" y="7230"/>
                    <a:pt x="2936" y="7230"/>
                  </a:cubicBezTo>
                  <a:close/>
                  <a:moveTo>
                    <a:pt x="2412" y="7302"/>
                  </a:moveTo>
                  <a:lnTo>
                    <a:pt x="2902" y="8642"/>
                  </a:lnTo>
                  <a:lnTo>
                    <a:pt x="2619" y="8162"/>
                  </a:lnTo>
                  <a:cubicBezTo>
                    <a:pt x="2583" y="8101"/>
                    <a:pt x="2521" y="8067"/>
                    <a:pt x="2456" y="8067"/>
                  </a:cubicBezTo>
                  <a:cubicBezTo>
                    <a:pt x="2433" y="8067"/>
                    <a:pt x="2410" y="8071"/>
                    <a:pt x="2388" y="8080"/>
                  </a:cubicBezTo>
                  <a:lnTo>
                    <a:pt x="2032" y="8210"/>
                  </a:lnTo>
                  <a:lnTo>
                    <a:pt x="2032" y="8210"/>
                  </a:lnTo>
                  <a:lnTo>
                    <a:pt x="2316" y="7326"/>
                  </a:lnTo>
                  <a:cubicBezTo>
                    <a:pt x="2345" y="7316"/>
                    <a:pt x="2378" y="7306"/>
                    <a:pt x="2412" y="7302"/>
                  </a:cubicBezTo>
                  <a:close/>
                  <a:moveTo>
                    <a:pt x="5150" y="7306"/>
                  </a:moveTo>
                  <a:cubicBezTo>
                    <a:pt x="5213" y="7321"/>
                    <a:pt x="5266" y="7335"/>
                    <a:pt x="5323" y="7359"/>
                  </a:cubicBezTo>
                  <a:lnTo>
                    <a:pt x="5592" y="8210"/>
                  </a:lnTo>
                  <a:lnTo>
                    <a:pt x="5592" y="8210"/>
                  </a:lnTo>
                  <a:lnTo>
                    <a:pt x="5242" y="8080"/>
                  </a:lnTo>
                  <a:cubicBezTo>
                    <a:pt x="5220" y="8072"/>
                    <a:pt x="5198" y="8068"/>
                    <a:pt x="5176" y="8068"/>
                  </a:cubicBezTo>
                  <a:cubicBezTo>
                    <a:pt x="5109" y="8068"/>
                    <a:pt x="5044" y="8105"/>
                    <a:pt x="5011" y="8166"/>
                  </a:cubicBezTo>
                  <a:lnTo>
                    <a:pt x="4636" y="8801"/>
                  </a:lnTo>
                  <a:lnTo>
                    <a:pt x="5150" y="7306"/>
                  </a:lnTo>
                  <a:close/>
                  <a:moveTo>
                    <a:pt x="3810" y="7455"/>
                  </a:moveTo>
                  <a:lnTo>
                    <a:pt x="4458" y="8133"/>
                  </a:lnTo>
                  <a:lnTo>
                    <a:pt x="3810" y="10006"/>
                  </a:lnTo>
                  <a:lnTo>
                    <a:pt x="3128" y="8133"/>
                  </a:lnTo>
                  <a:lnTo>
                    <a:pt x="3810" y="7455"/>
                  </a:lnTo>
                  <a:close/>
                  <a:moveTo>
                    <a:pt x="5818" y="7624"/>
                  </a:moveTo>
                  <a:lnTo>
                    <a:pt x="5818" y="7624"/>
                  </a:lnTo>
                  <a:cubicBezTo>
                    <a:pt x="6169" y="7893"/>
                    <a:pt x="6419" y="8277"/>
                    <a:pt x="6524" y="8709"/>
                  </a:cubicBezTo>
                  <a:lnTo>
                    <a:pt x="7072" y="10938"/>
                  </a:lnTo>
                  <a:cubicBezTo>
                    <a:pt x="7154" y="11270"/>
                    <a:pt x="7005" y="11611"/>
                    <a:pt x="6712" y="11779"/>
                  </a:cubicBezTo>
                  <a:cubicBezTo>
                    <a:pt x="5804" y="12303"/>
                    <a:pt x="4905" y="12576"/>
                    <a:pt x="4007" y="12615"/>
                  </a:cubicBezTo>
                  <a:lnTo>
                    <a:pt x="4007" y="10636"/>
                  </a:lnTo>
                  <a:lnTo>
                    <a:pt x="5261" y="8493"/>
                  </a:lnTo>
                  <a:lnTo>
                    <a:pt x="5832" y="8700"/>
                  </a:lnTo>
                  <a:cubicBezTo>
                    <a:pt x="5854" y="8707"/>
                    <a:pt x="5876" y="8711"/>
                    <a:pt x="5898" y="8711"/>
                  </a:cubicBezTo>
                  <a:cubicBezTo>
                    <a:pt x="6021" y="8711"/>
                    <a:pt x="6123" y="8590"/>
                    <a:pt x="6082" y="8459"/>
                  </a:cubicBezTo>
                  <a:lnTo>
                    <a:pt x="5818" y="7624"/>
                  </a:lnTo>
                  <a:close/>
                  <a:moveTo>
                    <a:pt x="3081" y="1"/>
                  </a:moveTo>
                  <a:cubicBezTo>
                    <a:pt x="1856" y="1"/>
                    <a:pt x="786" y="1018"/>
                    <a:pt x="779" y="2315"/>
                  </a:cubicBezTo>
                  <a:cubicBezTo>
                    <a:pt x="779" y="2944"/>
                    <a:pt x="822" y="3574"/>
                    <a:pt x="913" y="4193"/>
                  </a:cubicBezTo>
                  <a:cubicBezTo>
                    <a:pt x="980" y="4674"/>
                    <a:pt x="1389" y="5034"/>
                    <a:pt x="1874" y="5034"/>
                  </a:cubicBezTo>
                  <a:lnTo>
                    <a:pt x="2004" y="5034"/>
                  </a:lnTo>
                  <a:cubicBezTo>
                    <a:pt x="2157" y="5495"/>
                    <a:pt x="2479" y="5880"/>
                    <a:pt x="2902" y="6105"/>
                  </a:cubicBezTo>
                  <a:lnTo>
                    <a:pt x="2902" y="6836"/>
                  </a:lnTo>
                  <a:cubicBezTo>
                    <a:pt x="1840" y="6855"/>
                    <a:pt x="918" y="7585"/>
                    <a:pt x="663" y="8618"/>
                  </a:cubicBezTo>
                  <a:lnTo>
                    <a:pt x="582" y="8964"/>
                  </a:lnTo>
                  <a:cubicBezTo>
                    <a:pt x="545" y="9111"/>
                    <a:pt x="657" y="9201"/>
                    <a:pt x="768" y="9201"/>
                  </a:cubicBezTo>
                  <a:cubicBezTo>
                    <a:pt x="846" y="9201"/>
                    <a:pt x="923" y="9156"/>
                    <a:pt x="947" y="9055"/>
                  </a:cubicBezTo>
                  <a:lnTo>
                    <a:pt x="1033" y="8709"/>
                  </a:lnTo>
                  <a:cubicBezTo>
                    <a:pt x="1149" y="8243"/>
                    <a:pt x="1427" y="7840"/>
                    <a:pt x="1821" y="7566"/>
                  </a:cubicBezTo>
                  <a:lnTo>
                    <a:pt x="1821" y="7566"/>
                  </a:lnTo>
                  <a:lnTo>
                    <a:pt x="1542" y="8455"/>
                  </a:lnTo>
                  <a:cubicBezTo>
                    <a:pt x="1498" y="8585"/>
                    <a:pt x="1597" y="8708"/>
                    <a:pt x="1722" y="8708"/>
                  </a:cubicBezTo>
                  <a:cubicBezTo>
                    <a:pt x="1745" y="8708"/>
                    <a:pt x="1769" y="8704"/>
                    <a:pt x="1792" y="8695"/>
                  </a:cubicBezTo>
                  <a:lnTo>
                    <a:pt x="2364" y="8488"/>
                  </a:lnTo>
                  <a:lnTo>
                    <a:pt x="3613" y="10631"/>
                  </a:lnTo>
                  <a:lnTo>
                    <a:pt x="3613" y="12610"/>
                  </a:lnTo>
                  <a:cubicBezTo>
                    <a:pt x="2695" y="12581"/>
                    <a:pt x="1778" y="12312"/>
                    <a:pt x="846" y="11769"/>
                  </a:cubicBezTo>
                  <a:cubicBezTo>
                    <a:pt x="558" y="11601"/>
                    <a:pt x="409" y="11265"/>
                    <a:pt x="486" y="10938"/>
                  </a:cubicBezTo>
                  <a:lnTo>
                    <a:pt x="721" y="9968"/>
                  </a:lnTo>
                  <a:cubicBezTo>
                    <a:pt x="758" y="9821"/>
                    <a:pt x="645" y="9731"/>
                    <a:pt x="533" y="9731"/>
                  </a:cubicBezTo>
                  <a:cubicBezTo>
                    <a:pt x="455" y="9731"/>
                    <a:pt x="377" y="9775"/>
                    <a:pt x="351" y="9877"/>
                  </a:cubicBezTo>
                  <a:lnTo>
                    <a:pt x="116" y="10847"/>
                  </a:lnTo>
                  <a:cubicBezTo>
                    <a:pt x="0" y="11337"/>
                    <a:pt x="217" y="11851"/>
                    <a:pt x="658" y="12101"/>
                  </a:cubicBezTo>
                  <a:cubicBezTo>
                    <a:pt x="1691" y="12699"/>
                    <a:pt x="2734" y="12998"/>
                    <a:pt x="3777" y="12998"/>
                  </a:cubicBezTo>
                  <a:cubicBezTo>
                    <a:pt x="4820" y="12998"/>
                    <a:pt x="5864" y="12699"/>
                    <a:pt x="6899" y="12101"/>
                  </a:cubicBezTo>
                  <a:cubicBezTo>
                    <a:pt x="7341" y="11861"/>
                    <a:pt x="7562" y="11347"/>
                    <a:pt x="7442" y="10861"/>
                  </a:cubicBezTo>
                  <a:lnTo>
                    <a:pt x="6894" y="8628"/>
                  </a:lnTo>
                  <a:cubicBezTo>
                    <a:pt x="6635" y="7595"/>
                    <a:pt x="5717" y="6864"/>
                    <a:pt x="4655" y="6845"/>
                  </a:cubicBezTo>
                  <a:lnTo>
                    <a:pt x="4655" y="6115"/>
                  </a:lnTo>
                  <a:cubicBezTo>
                    <a:pt x="5083" y="5889"/>
                    <a:pt x="5405" y="5505"/>
                    <a:pt x="5554" y="5044"/>
                  </a:cubicBezTo>
                  <a:lnTo>
                    <a:pt x="5583" y="5044"/>
                  </a:lnTo>
                  <a:cubicBezTo>
                    <a:pt x="6073" y="5044"/>
                    <a:pt x="6486" y="4679"/>
                    <a:pt x="6548" y="4189"/>
                  </a:cubicBezTo>
                  <a:cubicBezTo>
                    <a:pt x="6611" y="3723"/>
                    <a:pt x="6644" y="3295"/>
                    <a:pt x="6664" y="2892"/>
                  </a:cubicBezTo>
                  <a:cubicBezTo>
                    <a:pt x="6661" y="2768"/>
                    <a:pt x="6567" y="2704"/>
                    <a:pt x="6472" y="2704"/>
                  </a:cubicBezTo>
                  <a:cubicBezTo>
                    <a:pt x="6383" y="2704"/>
                    <a:pt x="6293" y="2761"/>
                    <a:pt x="6279" y="2877"/>
                  </a:cubicBezTo>
                  <a:cubicBezTo>
                    <a:pt x="6260" y="3271"/>
                    <a:pt x="6226" y="3684"/>
                    <a:pt x="6169" y="4145"/>
                  </a:cubicBezTo>
                  <a:cubicBezTo>
                    <a:pt x="6135" y="4414"/>
                    <a:pt x="5914" y="4626"/>
                    <a:pt x="5645" y="4650"/>
                  </a:cubicBezTo>
                  <a:cubicBezTo>
                    <a:pt x="5684" y="4256"/>
                    <a:pt x="5645" y="4890"/>
                    <a:pt x="5664" y="3002"/>
                  </a:cubicBezTo>
                  <a:cubicBezTo>
                    <a:pt x="5664" y="2978"/>
                    <a:pt x="5645" y="2959"/>
                    <a:pt x="5635" y="2935"/>
                  </a:cubicBezTo>
                  <a:cubicBezTo>
                    <a:pt x="5631" y="2911"/>
                    <a:pt x="5621" y="2887"/>
                    <a:pt x="5607" y="2868"/>
                  </a:cubicBezTo>
                  <a:cubicBezTo>
                    <a:pt x="5592" y="2848"/>
                    <a:pt x="5559" y="2848"/>
                    <a:pt x="5539" y="2839"/>
                  </a:cubicBezTo>
                  <a:cubicBezTo>
                    <a:pt x="5520" y="2824"/>
                    <a:pt x="5501" y="2810"/>
                    <a:pt x="5472" y="2810"/>
                  </a:cubicBezTo>
                  <a:cubicBezTo>
                    <a:pt x="4689" y="2800"/>
                    <a:pt x="3920" y="2565"/>
                    <a:pt x="3272" y="2123"/>
                  </a:cubicBezTo>
                  <a:cubicBezTo>
                    <a:pt x="3238" y="2097"/>
                    <a:pt x="3197" y="2085"/>
                    <a:pt x="3157" y="2085"/>
                  </a:cubicBezTo>
                  <a:cubicBezTo>
                    <a:pt x="3106" y="2085"/>
                    <a:pt x="3055" y="2105"/>
                    <a:pt x="3017" y="2142"/>
                  </a:cubicBezTo>
                  <a:cubicBezTo>
                    <a:pt x="3017" y="2142"/>
                    <a:pt x="2571" y="2594"/>
                    <a:pt x="2018" y="2820"/>
                  </a:cubicBezTo>
                  <a:cubicBezTo>
                    <a:pt x="2008" y="2824"/>
                    <a:pt x="1999" y="2839"/>
                    <a:pt x="1994" y="2848"/>
                  </a:cubicBezTo>
                  <a:cubicBezTo>
                    <a:pt x="1951" y="2872"/>
                    <a:pt x="1922" y="2916"/>
                    <a:pt x="1912" y="2964"/>
                  </a:cubicBezTo>
                  <a:cubicBezTo>
                    <a:pt x="1912" y="2973"/>
                    <a:pt x="1898" y="2983"/>
                    <a:pt x="1898" y="2997"/>
                  </a:cubicBezTo>
                  <a:lnTo>
                    <a:pt x="1898" y="4453"/>
                  </a:lnTo>
                  <a:cubicBezTo>
                    <a:pt x="1903" y="4520"/>
                    <a:pt x="1908" y="4587"/>
                    <a:pt x="1922" y="4655"/>
                  </a:cubicBezTo>
                  <a:lnTo>
                    <a:pt x="1874" y="4655"/>
                  </a:lnTo>
                  <a:cubicBezTo>
                    <a:pt x="1581" y="4650"/>
                    <a:pt x="1331" y="4434"/>
                    <a:pt x="1293" y="4145"/>
                  </a:cubicBezTo>
                  <a:cubicBezTo>
                    <a:pt x="1201" y="3540"/>
                    <a:pt x="1158" y="2930"/>
                    <a:pt x="1158" y="2320"/>
                  </a:cubicBezTo>
                  <a:cubicBezTo>
                    <a:pt x="1166" y="1235"/>
                    <a:pt x="2062" y="388"/>
                    <a:pt x="3085" y="388"/>
                  </a:cubicBezTo>
                  <a:cubicBezTo>
                    <a:pt x="3302" y="388"/>
                    <a:pt x="3526" y="426"/>
                    <a:pt x="3747" y="509"/>
                  </a:cubicBezTo>
                  <a:cubicBezTo>
                    <a:pt x="3964" y="586"/>
                    <a:pt x="4161" y="711"/>
                    <a:pt x="4324" y="874"/>
                  </a:cubicBezTo>
                  <a:cubicBezTo>
                    <a:pt x="4362" y="912"/>
                    <a:pt x="4414" y="932"/>
                    <a:pt x="4466" y="932"/>
                  </a:cubicBezTo>
                  <a:cubicBezTo>
                    <a:pt x="4517" y="932"/>
                    <a:pt x="4569" y="912"/>
                    <a:pt x="4607" y="874"/>
                  </a:cubicBezTo>
                  <a:lnTo>
                    <a:pt x="4622" y="855"/>
                  </a:lnTo>
                  <a:cubicBezTo>
                    <a:pt x="4816" y="651"/>
                    <a:pt x="5062" y="558"/>
                    <a:pt x="5304" y="558"/>
                  </a:cubicBezTo>
                  <a:cubicBezTo>
                    <a:pt x="5764" y="558"/>
                    <a:pt x="6211" y="891"/>
                    <a:pt x="6265" y="1426"/>
                  </a:cubicBezTo>
                  <a:cubicBezTo>
                    <a:pt x="6270" y="1479"/>
                    <a:pt x="6274" y="1527"/>
                    <a:pt x="6279" y="1570"/>
                  </a:cubicBezTo>
                  <a:cubicBezTo>
                    <a:pt x="6294" y="1719"/>
                    <a:pt x="6303" y="1873"/>
                    <a:pt x="6298" y="2022"/>
                  </a:cubicBezTo>
                  <a:cubicBezTo>
                    <a:pt x="6298" y="2128"/>
                    <a:pt x="6385" y="2214"/>
                    <a:pt x="6491" y="2214"/>
                  </a:cubicBezTo>
                  <a:cubicBezTo>
                    <a:pt x="6601" y="2214"/>
                    <a:pt x="6683" y="2128"/>
                    <a:pt x="6683" y="2022"/>
                  </a:cubicBezTo>
                  <a:cubicBezTo>
                    <a:pt x="6688" y="1859"/>
                    <a:pt x="6678" y="1695"/>
                    <a:pt x="6659" y="1527"/>
                  </a:cubicBezTo>
                  <a:cubicBezTo>
                    <a:pt x="6659" y="1489"/>
                    <a:pt x="6649" y="1441"/>
                    <a:pt x="6644" y="1388"/>
                  </a:cubicBezTo>
                  <a:cubicBezTo>
                    <a:pt x="6575" y="650"/>
                    <a:pt x="5953" y="172"/>
                    <a:pt x="5302" y="172"/>
                  </a:cubicBezTo>
                  <a:cubicBezTo>
                    <a:pt x="5013" y="172"/>
                    <a:pt x="4718" y="267"/>
                    <a:pt x="4463" y="475"/>
                  </a:cubicBezTo>
                  <a:cubicBezTo>
                    <a:pt x="4290" y="336"/>
                    <a:pt x="4093" y="225"/>
                    <a:pt x="3882" y="148"/>
                  </a:cubicBezTo>
                  <a:cubicBezTo>
                    <a:pt x="3614" y="47"/>
                    <a:pt x="3344" y="1"/>
                    <a:pt x="3081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712" name="Google Shape;8712;p69"/>
          <p:cNvGrpSpPr/>
          <p:nvPr/>
        </p:nvGrpSpPr>
        <p:grpSpPr>
          <a:xfrm>
            <a:off x="5638375" y="2492299"/>
            <a:ext cx="277992" cy="258868"/>
            <a:chOff x="7517833" y="2465815"/>
            <a:chExt cx="370656" cy="345157"/>
          </a:xfrm>
        </p:grpSpPr>
        <p:sp>
          <p:nvSpPr>
            <p:cNvPr id="8713" name="Google Shape;8713;p69"/>
            <p:cNvSpPr/>
            <p:nvPr/>
          </p:nvSpPr>
          <p:spPr>
            <a:xfrm>
              <a:off x="7674416" y="2471182"/>
              <a:ext cx="208157" cy="204466"/>
            </a:xfrm>
            <a:custGeom>
              <a:avLst/>
              <a:gdLst/>
              <a:ahLst/>
              <a:cxnLst/>
              <a:rect l="l" t="t" r="r" b="b"/>
              <a:pathLst>
                <a:path w="7951" h="7810" extrusionOk="0">
                  <a:moveTo>
                    <a:pt x="5611" y="0"/>
                  </a:moveTo>
                  <a:cubicBezTo>
                    <a:pt x="5425" y="0"/>
                    <a:pt x="5239" y="71"/>
                    <a:pt x="5097" y="213"/>
                  </a:cubicBezTo>
                  <a:lnTo>
                    <a:pt x="284" y="5027"/>
                  </a:lnTo>
                  <a:cubicBezTo>
                    <a:pt x="0" y="5315"/>
                    <a:pt x="0" y="5771"/>
                    <a:pt x="284" y="6060"/>
                  </a:cubicBezTo>
                  <a:lnTo>
                    <a:pt x="1821" y="7597"/>
                  </a:lnTo>
                  <a:cubicBezTo>
                    <a:pt x="1963" y="7739"/>
                    <a:pt x="2149" y="7809"/>
                    <a:pt x="2336" y="7809"/>
                  </a:cubicBezTo>
                  <a:cubicBezTo>
                    <a:pt x="2522" y="7809"/>
                    <a:pt x="2710" y="7739"/>
                    <a:pt x="2854" y="7597"/>
                  </a:cubicBezTo>
                  <a:lnTo>
                    <a:pt x="7668" y="2783"/>
                  </a:lnTo>
                  <a:cubicBezTo>
                    <a:pt x="7951" y="2500"/>
                    <a:pt x="7951" y="2039"/>
                    <a:pt x="7668" y="1755"/>
                  </a:cubicBezTo>
                  <a:lnTo>
                    <a:pt x="6125" y="213"/>
                  </a:lnTo>
                  <a:cubicBezTo>
                    <a:pt x="5984" y="71"/>
                    <a:pt x="5798" y="0"/>
                    <a:pt x="5611" y="0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14" name="Google Shape;8714;p69"/>
            <p:cNvSpPr/>
            <p:nvPr/>
          </p:nvSpPr>
          <p:spPr>
            <a:xfrm>
              <a:off x="7699313" y="2494220"/>
              <a:ext cx="183260" cy="181427"/>
            </a:xfrm>
            <a:custGeom>
              <a:avLst/>
              <a:gdLst/>
              <a:ahLst/>
              <a:cxnLst/>
              <a:rect l="l" t="t" r="r" b="b"/>
              <a:pathLst>
                <a:path w="7000" h="6930" extrusionOk="0">
                  <a:moveTo>
                    <a:pt x="5842" y="1"/>
                  </a:moveTo>
                  <a:cubicBezTo>
                    <a:pt x="6126" y="284"/>
                    <a:pt x="6126" y="745"/>
                    <a:pt x="5842" y="1029"/>
                  </a:cubicBezTo>
                  <a:lnTo>
                    <a:pt x="1029" y="5843"/>
                  </a:lnTo>
                  <a:cubicBezTo>
                    <a:pt x="887" y="5984"/>
                    <a:pt x="701" y="6055"/>
                    <a:pt x="514" y="6055"/>
                  </a:cubicBezTo>
                  <a:cubicBezTo>
                    <a:pt x="328" y="6055"/>
                    <a:pt x="142" y="5984"/>
                    <a:pt x="0" y="5843"/>
                  </a:cubicBezTo>
                  <a:lnTo>
                    <a:pt x="0" y="5843"/>
                  </a:lnTo>
                  <a:lnTo>
                    <a:pt x="870" y="6717"/>
                  </a:lnTo>
                  <a:cubicBezTo>
                    <a:pt x="1012" y="6859"/>
                    <a:pt x="1198" y="6929"/>
                    <a:pt x="1385" y="6929"/>
                  </a:cubicBezTo>
                  <a:cubicBezTo>
                    <a:pt x="1571" y="6929"/>
                    <a:pt x="1759" y="6859"/>
                    <a:pt x="1903" y="6717"/>
                  </a:cubicBezTo>
                  <a:lnTo>
                    <a:pt x="6717" y="1903"/>
                  </a:lnTo>
                  <a:cubicBezTo>
                    <a:pt x="7000" y="1615"/>
                    <a:pt x="7000" y="1154"/>
                    <a:pt x="6717" y="870"/>
                  </a:cubicBezTo>
                  <a:lnTo>
                    <a:pt x="5842" y="1"/>
                  </a:lnTo>
                  <a:close/>
                </a:path>
              </a:pathLst>
            </a:custGeom>
            <a:solidFill>
              <a:srgbClr val="526A7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15" name="Google Shape;8715;p69"/>
            <p:cNvSpPr/>
            <p:nvPr/>
          </p:nvSpPr>
          <p:spPr>
            <a:xfrm>
              <a:off x="7762956" y="2505661"/>
              <a:ext cx="83148" cy="83305"/>
            </a:xfrm>
            <a:custGeom>
              <a:avLst/>
              <a:gdLst/>
              <a:ahLst/>
              <a:cxnLst/>
              <a:rect l="l" t="t" r="r" b="b"/>
              <a:pathLst>
                <a:path w="3176" h="3182" extrusionOk="0">
                  <a:moveTo>
                    <a:pt x="610" y="1"/>
                  </a:moveTo>
                  <a:lnTo>
                    <a:pt x="0" y="611"/>
                  </a:lnTo>
                  <a:lnTo>
                    <a:pt x="2561" y="3181"/>
                  </a:lnTo>
                  <a:lnTo>
                    <a:pt x="3176" y="2566"/>
                  </a:lnTo>
                  <a:lnTo>
                    <a:pt x="610" y="1"/>
                  </a:lnTo>
                  <a:close/>
                </a:path>
              </a:pathLst>
            </a:custGeom>
            <a:solidFill>
              <a:srgbClr val="51667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16" name="Google Shape;8716;p69"/>
            <p:cNvSpPr/>
            <p:nvPr/>
          </p:nvSpPr>
          <p:spPr>
            <a:xfrm>
              <a:off x="7807227" y="2549931"/>
              <a:ext cx="39008" cy="39034"/>
            </a:xfrm>
            <a:custGeom>
              <a:avLst/>
              <a:gdLst/>
              <a:ahLst/>
              <a:cxnLst/>
              <a:rect l="l" t="t" r="r" b="b"/>
              <a:pathLst>
                <a:path w="1490" h="1491" extrusionOk="0">
                  <a:moveTo>
                    <a:pt x="615" y="1"/>
                  </a:moveTo>
                  <a:lnTo>
                    <a:pt x="0" y="616"/>
                  </a:lnTo>
                  <a:lnTo>
                    <a:pt x="875" y="1490"/>
                  </a:lnTo>
                  <a:lnTo>
                    <a:pt x="1490" y="875"/>
                  </a:lnTo>
                  <a:lnTo>
                    <a:pt x="615" y="1"/>
                  </a:ln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17" name="Google Shape;8717;p69"/>
            <p:cNvSpPr/>
            <p:nvPr/>
          </p:nvSpPr>
          <p:spPr>
            <a:xfrm>
              <a:off x="7523619" y="2632817"/>
              <a:ext cx="193444" cy="172971"/>
            </a:xfrm>
            <a:custGeom>
              <a:avLst/>
              <a:gdLst/>
              <a:ahLst/>
              <a:cxnLst/>
              <a:rect l="l" t="t" r="r" b="b"/>
              <a:pathLst>
                <a:path w="7389" h="6607" extrusionOk="0">
                  <a:moveTo>
                    <a:pt x="6164" y="1"/>
                  </a:moveTo>
                  <a:lnTo>
                    <a:pt x="0" y="6164"/>
                  </a:lnTo>
                  <a:cubicBezTo>
                    <a:pt x="81" y="6466"/>
                    <a:pt x="463" y="6607"/>
                    <a:pt x="995" y="6607"/>
                  </a:cubicBezTo>
                  <a:cubicBezTo>
                    <a:pt x="2608" y="6607"/>
                    <a:pt x="5594" y="5306"/>
                    <a:pt x="5703" y="3224"/>
                  </a:cubicBezTo>
                  <a:cubicBezTo>
                    <a:pt x="5717" y="2979"/>
                    <a:pt x="5856" y="2763"/>
                    <a:pt x="6029" y="2590"/>
                  </a:cubicBezTo>
                  <a:lnTo>
                    <a:pt x="7389" y="1226"/>
                  </a:lnTo>
                  <a:lnTo>
                    <a:pt x="6164" y="1"/>
                  </a:lnTo>
                  <a:close/>
                </a:path>
              </a:pathLst>
            </a:custGeom>
            <a:solidFill>
              <a:srgbClr val="FCFCF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18" name="Google Shape;8718;p69"/>
            <p:cNvSpPr/>
            <p:nvPr/>
          </p:nvSpPr>
          <p:spPr>
            <a:xfrm>
              <a:off x="7523619" y="2647295"/>
              <a:ext cx="193444" cy="158494"/>
            </a:xfrm>
            <a:custGeom>
              <a:avLst/>
              <a:gdLst/>
              <a:ahLst/>
              <a:cxnLst/>
              <a:rect l="l" t="t" r="r" b="b"/>
              <a:pathLst>
                <a:path w="7389" h="6054" extrusionOk="0">
                  <a:moveTo>
                    <a:pt x="6711" y="0"/>
                  </a:moveTo>
                  <a:lnTo>
                    <a:pt x="5352" y="1360"/>
                  </a:lnTo>
                  <a:cubicBezTo>
                    <a:pt x="5179" y="1533"/>
                    <a:pt x="5040" y="1754"/>
                    <a:pt x="5025" y="1994"/>
                  </a:cubicBezTo>
                  <a:cubicBezTo>
                    <a:pt x="4917" y="4071"/>
                    <a:pt x="1940" y="5378"/>
                    <a:pt x="329" y="5378"/>
                  </a:cubicBezTo>
                  <a:cubicBezTo>
                    <a:pt x="298" y="5378"/>
                    <a:pt x="266" y="5377"/>
                    <a:pt x="236" y="5376"/>
                  </a:cubicBezTo>
                  <a:lnTo>
                    <a:pt x="0" y="5611"/>
                  </a:lnTo>
                  <a:cubicBezTo>
                    <a:pt x="81" y="5913"/>
                    <a:pt x="463" y="6054"/>
                    <a:pt x="995" y="6054"/>
                  </a:cubicBezTo>
                  <a:cubicBezTo>
                    <a:pt x="2608" y="6054"/>
                    <a:pt x="5595" y="4753"/>
                    <a:pt x="5707" y="2671"/>
                  </a:cubicBezTo>
                  <a:cubicBezTo>
                    <a:pt x="5717" y="2426"/>
                    <a:pt x="5856" y="2210"/>
                    <a:pt x="6029" y="2037"/>
                  </a:cubicBezTo>
                  <a:lnTo>
                    <a:pt x="7389" y="673"/>
                  </a:lnTo>
                  <a:lnTo>
                    <a:pt x="6711" y="0"/>
                  </a:ln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19" name="Google Shape;8719;p69"/>
            <p:cNvSpPr/>
            <p:nvPr/>
          </p:nvSpPr>
          <p:spPr>
            <a:xfrm>
              <a:off x="7517833" y="2465815"/>
              <a:ext cx="370656" cy="345157"/>
            </a:xfrm>
            <a:custGeom>
              <a:avLst/>
              <a:gdLst/>
              <a:ahLst/>
              <a:cxnLst/>
              <a:rect l="l" t="t" r="r" b="b"/>
              <a:pathLst>
                <a:path w="14158" h="13184" extrusionOk="0">
                  <a:moveTo>
                    <a:pt x="11592" y="411"/>
                  </a:moveTo>
                  <a:cubicBezTo>
                    <a:pt x="11727" y="411"/>
                    <a:pt x="11861" y="461"/>
                    <a:pt x="11962" y="562"/>
                  </a:cubicBezTo>
                  <a:lnTo>
                    <a:pt x="13504" y="2104"/>
                  </a:lnTo>
                  <a:cubicBezTo>
                    <a:pt x="13706" y="2306"/>
                    <a:pt x="13706" y="2638"/>
                    <a:pt x="13504" y="2839"/>
                  </a:cubicBezTo>
                  <a:lnTo>
                    <a:pt x="12544" y="3800"/>
                  </a:lnTo>
                  <a:lnTo>
                    <a:pt x="10266" y="1523"/>
                  </a:lnTo>
                  <a:lnTo>
                    <a:pt x="11222" y="562"/>
                  </a:lnTo>
                  <a:cubicBezTo>
                    <a:pt x="11323" y="461"/>
                    <a:pt x="11458" y="411"/>
                    <a:pt x="11592" y="411"/>
                  </a:cubicBezTo>
                  <a:close/>
                  <a:moveTo>
                    <a:pt x="9973" y="1816"/>
                  </a:moveTo>
                  <a:lnTo>
                    <a:pt x="12251" y="4088"/>
                  </a:lnTo>
                  <a:lnTo>
                    <a:pt x="11929" y="4410"/>
                  </a:lnTo>
                  <a:lnTo>
                    <a:pt x="9656" y="2133"/>
                  </a:lnTo>
                  <a:lnTo>
                    <a:pt x="9973" y="1816"/>
                  </a:lnTo>
                  <a:close/>
                  <a:moveTo>
                    <a:pt x="11590" y="0"/>
                  </a:moveTo>
                  <a:cubicBezTo>
                    <a:pt x="11351" y="0"/>
                    <a:pt x="11112" y="91"/>
                    <a:pt x="10929" y="274"/>
                  </a:cubicBezTo>
                  <a:lnTo>
                    <a:pt x="8503" y="2700"/>
                  </a:lnTo>
                  <a:cubicBezTo>
                    <a:pt x="8352" y="2851"/>
                    <a:pt x="8489" y="3058"/>
                    <a:pt x="8650" y="3058"/>
                  </a:cubicBezTo>
                  <a:cubicBezTo>
                    <a:pt x="8699" y="3058"/>
                    <a:pt x="8750" y="3039"/>
                    <a:pt x="8796" y="2993"/>
                  </a:cubicBezTo>
                  <a:lnTo>
                    <a:pt x="9358" y="2426"/>
                  </a:lnTo>
                  <a:lnTo>
                    <a:pt x="11636" y="4703"/>
                  </a:lnTo>
                  <a:lnTo>
                    <a:pt x="8681" y="7658"/>
                  </a:lnTo>
                  <a:cubicBezTo>
                    <a:pt x="8580" y="7761"/>
                    <a:pt x="8447" y="7813"/>
                    <a:pt x="8313" y="7813"/>
                  </a:cubicBezTo>
                  <a:cubicBezTo>
                    <a:pt x="8179" y="7813"/>
                    <a:pt x="8045" y="7761"/>
                    <a:pt x="7941" y="7658"/>
                  </a:cubicBezTo>
                  <a:lnTo>
                    <a:pt x="6404" y="6120"/>
                  </a:lnTo>
                  <a:cubicBezTo>
                    <a:pt x="6197" y="5914"/>
                    <a:pt x="6197" y="5582"/>
                    <a:pt x="6404" y="5381"/>
                  </a:cubicBezTo>
                  <a:lnTo>
                    <a:pt x="8124" y="3661"/>
                  </a:lnTo>
                  <a:cubicBezTo>
                    <a:pt x="8271" y="3510"/>
                    <a:pt x="8133" y="3302"/>
                    <a:pt x="7975" y="3302"/>
                  </a:cubicBezTo>
                  <a:cubicBezTo>
                    <a:pt x="7926" y="3302"/>
                    <a:pt x="7876" y="3322"/>
                    <a:pt x="7831" y="3368"/>
                  </a:cubicBezTo>
                  <a:lnTo>
                    <a:pt x="6111" y="5083"/>
                  </a:lnTo>
                  <a:cubicBezTo>
                    <a:pt x="5760" y="5438"/>
                    <a:pt x="5751" y="6005"/>
                    <a:pt x="6092" y="6370"/>
                  </a:cubicBezTo>
                  <a:lnTo>
                    <a:pt x="2042" y="10415"/>
                  </a:lnTo>
                  <a:cubicBezTo>
                    <a:pt x="1895" y="10566"/>
                    <a:pt x="2032" y="10774"/>
                    <a:pt x="2191" y="10774"/>
                  </a:cubicBezTo>
                  <a:cubicBezTo>
                    <a:pt x="2240" y="10774"/>
                    <a:pt x="2290" y="10754"/>
                    <a:pt x="2335" y="10708"/>
                  </a:cubicBezTo>
                  <a:lnTo>
                    <a:pt x="6375" y="6673"/>
                  </a:lnTo>
                  <a:lnTo>
                    <a:pt x="7312" y="7605"/>
                  </a:lnTo>
                  <a:lnTo>
                    <a:pt x="6101" y="8815"/>
                  </a:lnTo>
                  <a:cubicBezTo>
                    <a:pt x="5861" y="9056"/>
                    <a:pt x="5727" y="9320"/>
                    <a:pt x="5717" y="9589"/>
                  </a:cubicBezTo>
                  <a:cubicBezTo>
                    <a:pt x="5612" y="11583"/>
                    <a:pt x="2659" y="12782"/>
                    <a:pt x="1198" y="12782"/>
                  </a:cubicBezTo>
                  <a:cubicBezTo>
                    <a:pt x="854" y="12782"/>
                    <a:pt x="593" y="12715"/>
                    <a:pt x="471" y="12577"/>
                  </a:cubicBezTo>
                  <a:lnTo>
                    <a:pt x="1643" y="11405"/>
                  </a:lnTo>
                  <a:cubicBezTo>
                    <a:pt x="1794" y="11254"/>
                    <a:pt x="1657" y="11047"/>
                    <a:pt x="1496" y="11047"/>
                  </a:cubicBezTo>
                  <a:cubicBezTo>
                    <a:pt x="1447" y="11047"/>
                    <a:pt x="1396" y="11066"/>
                    <a:pt x="1350" y="11112"/>
                  </a:cubicBezTo>
                  <a:lnTo>
                    <a:pt x="72" y="12390"/>
                  </a:lnTo>
                  <a:cubicBezTo>
                    <a:pt x="19" y="12438"/>
                    <a:pt x="0" y="12515"/>
                    <a:pt x="19" y="12587"/>
                  </a:cubicBezTo>
                  <a:cubicBezTo>
                    <a:pt x="146" y="13056"/>
                    <a:pt x="705" y="13183"/>
                    <a:pt x="1233" y="13183"/>
                  </a:cubicBezTo>
                  <a:cubicBezTo>
                    <a:pt x="1364" y="13183"/>
                    <a:pt x="1494" y="13176"/>
                    <a:pt x="1614" y="13163"/>
                  </a:cubicBezTo>
                  <a:cubicBezTo>
                    <a:pt x="3478" y="12966"/>
                    <a:pt x="6024" y="11587"/>
                    <a:pt x="6125" y="9608"/>
                  </a:cubicBezTo>
                  <a:cubicBezTo>
                    <a:pt x="6145" y="9233"/>
                    <a:pt x="6466" y="9060"/>
                    <a:pt x="7600" y="7893"/>
                  </a:cubicBezTo>
                  <a:cubicBezTo>
                    <a:pt x="7778" y="8095"/>
                    <a:pt x="8037" y="8210"/>
                    <a:pt x="8311" y="8215"/>
                  </a:cubicBezTo>
                  <a:cubicBezTo>
                    <a:pt x="8556" y="8215"/>
                    <a:pt x="8796" y="8114"/>
                    <a:pt x="8969" y="7941"/>
                  </a:cubicBezTo>
                  <a:lnTo>
                    <a:pt x="13783" y="3123"/>
                  </a:lnTo>
                  <a:cubicBezTo>
                    <a:pt x="14153" y="2767"/>
                    <a:pt x="14158" y="2176"/>
                    <a:pt x="13793" y="1811"/>
                  </a:cubicBezTo>
                  <a:lnTo>
                    <a:pt x="12251" y="274"/>
                  </a:lnTo>
                  <a:cubicBezTo>
                    <a:pt x="12068" y="91"/>
                    <a:pt x="11829" y="0"/>
                    <a:pt x="11590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720" name="Google Shape;8720;p69"/>
          <p:cNvGrpSpPr/>
          <p:nvPr/>
        </p:nvGrpSpPr>
        <p:grpSpPr>
          <a:xfrm>
            <a:off x="4353716" y="3512219"/>
            <a:ext cx="188398" cy="255294"/>
            <a:chOff x="5804954" y="3825709"/>
            <a:chExt cx="251197" cy="340392"/>
          </a:xfrm>
        </p:grpSpPr>
        <p:sp>
          <p:nvSpPr>
            <p:cNvPr id="8721" name="Google Shape;8721;p69"/>
            <p:cNvSpPr/>
            <p:nvPr/>
          </p:nvSpPr>
          <p:spPr>
            <a:xfrm>
              <a:off x="5804954" y="3830709"/>
              <a:ext cx="236091" cy="330365"/>
            </a:xfrm>
            <a:custGeom>
              <a:avLst/>
              <a:gdLst/>
              <a:ahLst/>
              <a:cxnLst/>
              <a:rect l="l" t="t" r="r" b="b"/>
              <a:pathLst>
                <a:path w="9018" h="12619" extrusionOk="0">
                  <a:moveTo>
                    <a:pt x="5367" y="1"/>
                  </a:moveTo>
                  <a:cubicBezTo>
                    <a:pt x="5135" y="1"/>
                    <a:pt x="4900" y="28"/>
                    <a:pt x="4665" y="85"/>
                  </a:cubicBezTo>
                  <a:cubicBezTo>
                    <a:pt x="4377" y="157"/>
                    <a:pt x="4099" y="258"/>
                    <a:pt x="3830" y="392"/>
                  </a:cubicBezTo>
                  <a:cubicBezTo>
                    <a:pt x="3412" y="608"/>
                    <a:pt x="3037" y="901"/>
                    <a:pt x="2729" y="1257"/>
                  </a:cubicBezTo>
                  <a:cubicBezTo>
                    <a:pt x="2350" y="1694"/>
                    <a:pt x="1807" y="1958"/>
                    <a:pt x="1231" y="1987"/>
                  </a:cubicBezTo>
                  <a:cubicBezTo>
                    <a:pt x="1231" y="1987"/>
                    <a:pt x="452" y="3231"/>
                    <a:pt x="1154" y="4043"/>
                  </a:cubicBezTo>
                  <a:cubicBezTo>
                    <a:pt x="1855" y="4860"/>
                    <a:pt x="1" y="6244"/>
                    <a:pt x="1159" y="8304"/>
                  </a:cubicBezTo>
                  <a:cubicBezTo>
                    <a:pt x="1519" y="8953"/>
                    <a:pt x="1293" y="9750"/>
                    <a:pt x="1207" y="10442"/>
                  </a:cubicBezTo>
                  <a:cubicBezTo>
                    <a:pt x="1115" y="11105"/>
                    <a:pt x="1370" y="11768"/>
                    <a:pt x="1884" y="12201"/>
                  </a:cubicBezTo>
                  <a:cubicBezTo>
                    <a:pt x="2206" y="12470"/>
                    <a:pt x="2616" y="12619"/>
                    <a:pt x="3036" y="12619"/>
                  </a:cubicBezTo>
                  <a:cubicBezTo>
                    <a:pt x="3043" y="12619"/>
                    <a:pt x="3049" y="12619"/>
                    <a:pt x="3056" y="12618"/>
                  </a:cubicBezTo>
                  <a:cubicBezTo>
                    <a:pt x="3729" y="12614"/>
                    <a:pt x="4363" y="12282"/>
                    <a:pt x="4752" y="11725"/>
                  </a:cubicBezTo>
                  <a:lnTo>
                    <a:pt x="5449" y="10750"/>
                  </a:lnTo>
                  <a:lnTo>
                    <a:pt x="5429" y="10750"/>
                  </a:lnTo>
                  <a:lnTo>
                    <a:pt x="5943" y="10058"/>
                  </a:lnTo>
                  <a:lnTo>
                    <a:pt x="6847" y="8790"/>
                  </a:lnTo>
                  <a:cubicBezTo>
                    <a:pt x="8638" y="6023"/>
                    <a:pt x="9018" y="3721"/>
                    <a:pt x="8158" y="1829"/>
                  </a:cubicBezTo>
                  <a:cubicBezTo>
                    <a:pt x="7652" y="708"/>
                    <a:pt x="6549" y="1"/>
                    <a:pt x="5367" y="1"/>
                  </a:cubicBezTo>
                  <a:close/>
                </a:path>
              </a:pathLst>
            </a:custGeom>
            <a:solidFill>
              <a:srgbClr val="E4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22" name="Google Shape;8722;p69"/>
            <p:cNvSpPr/>
            <p:nvPr/>
          </p:nvSpPr>
          <p:spPr>
            <a:xfrm>
              <a:off x="5843831" y="3847124"/>
              <a:ext cx="197214" cy="313951"/>
            </a:xfrm>
            <a:custGeom>
              <a:avLst/>
              <a:gdLst/>
              <a:ahLst/>
              <a:cxnLst/>
              <a:rect l="l" t="t" r="r" b="b"/>
              <a:pathLst>
                <a:path w="7533" h="11992" extrusionOk="0">
                  <a:moveTo>
                    <a:pt x="5727" y="1"/>
                  </a:moveTo>
                  <a:lnTo>
                    <a:pt x="5727" y="1"/>
                  </a:lnTo>
                  <a:cubicBezTo>
                    <a:pt x="5871" y="193"/>
                    <a:pt x="5996" y="399"/>
                    <a:pt x="6097" y="620"/>
                  </a:cubicBezTo>
                  <a:cubicBezTo>
                    <a:pt x="6952" y="2508"/>
                    <a:pt x="6577" y="4809"/>
                    <a:pt x="4780" y="7581"/>
                  </a:cubicBezTo>
                  <a:lnTo>
                    <a:pt x="3877" y="8850"/>
                  </a:lnTo>
                  <a:lnTo>
                    <a:pt x="3363" y="9541"/>
                  </a:lnTo>
                  <a:lnTo>
                    <a:pt x="3382" y="9541"/>
                  </a:lnTo>
                  <a:lnTo>
                    <a:pt x="2686" y="10521"/>
                  </a:lnTo>
                  <a:cubicBezTo>
                    <a:pt x="2292" y="11074"/>
                    <a:pt x="1662" y="11405"/>
                    <a:pt x="985" y="11410"/>
                  </a:cubicBezTo>
                  <a:cubicBezTo>
                    <a:pt x="977" y="11410"/>
                    <a:pt x="969" y="11410"/>
                    <a:pt x="961" y="11410"/>
                  </a:cubicBezTo>
                  <a:cubicBezTo>
                    <a:pt x="619" y="11410"/>
                    <a:pt x="287" y="11310"/>
                    <a:pt x="0" y="11127"/>
                  </a:cubicBezTo>
                  <a:lnTo>
                    <a:pt x="0" y="11127"/>
                  </a:lnTo>
                  <a:cubicBezTo>
                    <a:pt x="341" y="11665"/>
                    <a:pt x="932" y="11991"/>
                    <a:pt x="1571" y="11991"/>
                  </a:cubicBezTo>
                  <a:cubicBezTo>
                    <a:pt x="2244" y="11987"/>
                    <a:pt x="2878" y="11655"/>
                    <a:pt x="3267" y="11103"/>
                  </a:cubicBezTo>
                  <a:lnTo>
                    <a:pt x="3964" y="10128"/>
                  </a:lnTo>
                  <a:lnTo>
                    <a:pt x="3944" y="10128"/>
                  </a:lnTo>
                  <a:lnTo>
                    <a:pt x="4458" y="9431"/>
                  </a:lnTo>
                  <a:lnTo>
                    <a:pt x="5362" y="8167"/>
                  </a:lnTo>
                  <a:cubicBezTo>
                    <a:pt x="7153" y="5396"/>
                    <a:pt x="7533" y="3094"/>
                    <a:pt x="6678" y="1202"/>
                  </a:cubicBezTo>
                  <a:cubicBezTo>
                    <a:pt x="6462" y="731"/>
                    <a:pt x="6135" y="318"/>
                    <a:pt x="5727" y="1"/>
                  </a:cubicBezTo>
                  <a:close/>
                </a:path>
              </a:pathLst>
            </a:custGeom>
            <a:solidFill>
              <a:srgbClr val="DCE3E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23" name="Google Shape;8723;p69"/>
            <p:cNvSpPr/>
            <p:nvPr/>
          </p:nvSpPr>
          <p:spPr>
            <a:xfrm>
              <a:off x="5863021" y="3875058"/>
              <a:ext cx="145954" cy="189936"/>
            </a:xfrm>
            <a:custGeom>
              <a:avLst/>
              <a:gdLst/>
              <a:ahLst/>
              <a:cxnLst/>
              <a:rect l="l" t="t" r="r" b="b"/>
              <a:pathLst>
                <a:path w="5575" h="7255" extrusionOk="0">
                  <a:moveTo>
                    <a:pt x="2710" y="0"/>
                  </a:moveTo>
                  <a:cubicBezTo>
                    <a:pt x="2600" y="0"/>
                    <a:pt x="2490" y="7"/>
                    <a:pt x="2380" y="19"/>
                  </a:cubicBezTo>
                  <a:cubicBezTo>
                    <a:pt x="2380" y="19"/>
                    <a:pt x="2010" y="48"/>
                    <a:pt x="1770" y="207"/>
                  </a:cubicBezTo>
                  <a:cubicBezTo>
                    <a:pt x="1395" y="461"/>
                    <a:pt x="1078" y="807"/>
                    <a:pt x="992" y="1268"/>
                  </a:cubicBezTo>
                  <a:cubicBezTo>
                    <a:pt x="953" y="1446"/>
                    <a:pt x="934" y="1629"/>
                    <a:pt x="929" y="1811"/>
                  </a:cubicBezTo>
                  <a:cubicBezTo>
                    <a:pt x="915" y="2585"/>
                    <a:pt x="1285" y="3315"/>
                    <a:pt x="1914" y="3762"/>
                  </a:cubicBezTo>
                  <a:lnTo>
                    <a:pt x="2318" y="4045"/>
                  </a:lnTo>
                  <a:cubicBezTo>
                    <a:pt x="2399" y="4103"/>
                    <a:pt x="2457" y="4189"/>
                    <a:pt x="2476" y="4285"/>
                  </a:cubicBezTo>
                  <a:cubicBezTo>
                    <a:pt x="2515" y="4415"/>
                    <a:pt x="2486" y="4554"/>
                    <a:pt x="2404" y="4665"/>
                  </a:cubicBezTo>
                  <a:cubicBezTo>
                    <a:pt x="2327" y="4756"/>
                    <a:pt x="2215" y="4803"/>
                    <a:pt x="2102" y="4803"/>
                  </a:cubicBezTo>
                  <a:cubicBezTo>
                    <a:pt x="2019" y="4803"/>
                    <a:pt x="1934" y="4778"/>
                    <a:pt x="1861" y="4727"/>
                  </a:cubicBezTo>
                  <a:lnTo>
                    <a:pt x="795" y="3978"/>
                  </a:lnTo>
                  <a:cubicBezTo>
                    <a:pt x="766" y="3956"/>
                    <a:pt x="734" y="3947"/>
                    <a:pt x="703" y="3947"/>
                  </a:cubicBezTo>
                  <a:cubicBezTo>
                    <a:pt x="616" y="3947"/>
                    <a:pt x="537" y="4023"/>
                    <a:pt x="555" y="4122"/>
                  </a:cubicBezTo>
                  <a:cubicBezTo>
                    <a:pt x="656" y="4867"/>
                    <a:pt x="598" y="5534"/>
                    <a:pt x="363" y="6101"/>
                  </a:cubicBezTo>
                  <a:lnTo>
                    <a:pt x="137" y="6596"/>
                  </a:lnTo>
                  <a:cubicBezTo>
                    <a:pt x="1" y="6912"/>
                    <a:pt x="259" y="7179"/>
                    <a:pt x="527" y="7179"/>
                  </a:cubicBezTo>
                  <a:cubicBezTo>
                    <a:pt x="647" y="7179"/>
                    <a:pt x="768" y="7126"/>
                    <a:pt x="857" y="7000"/>
                  </a:cubicBezTo>
                  <a:lnTo>
                    <a:pt x="1232" y="6438"/>
                  </a:lnTo>
                  <a:cubicBezTo>
                    <a:pt x="3562" y="5803"/>
                    <a:pt x="3994" y="4055"/>
                    <a:pt x="3303" y="1648"/>
                  </a:cubicBezTo>
                  <a:cubicBezTo>
                    <a:pt x="3259" y="1509"/>
                    <a:pt x="3317" y="1360"/>
                    <a:pt x="3442" y="1288"/>
                  </a:cubicBezTo>
                  <a:cubicBezTo>
                    <a:pt x="3487" y="1262"/>
                    <a:pt x="3535" y="1249"/>
                    <a:pt x="3584" y="1249"/>
                  </a:cubicBezTo>
                  <a:cubicBezTo>
                    <a:pt x="3655" y="1249"/>
                    <a:pt x="3730" y="1275"/>
                    <a:pt x="3812" y="1326"/>
                  </a:cubicBezTo>
                  <a:cubicBezTo>
                    <a:pt x="3831" y="1340"/>
                    <a:pt x="3845" y="1350"/>
                    <a:pt x="3860" y="1369"/>
                  </a:cubicBezTo>
                  <a:cubicBezTo>
                    <a:pt x="5373" y="2859"/>
                    <a:pt x="4624" y="4924"/>
                    <a:pt x="2841" y="7254"/>
                  </a:cubicBezTo>
                  <a:cubicBezTo>
                    <a:pt x="4725" y="5203"/>
                    <a:pt x="5575" y="3262"/>
                    <a:pt x="4960" y="1465"/>
                  </a:cubicBezTo>
                  <a:cubicBezTo>
                    <a:pt x="4777" y="918"/>
                    <a:pt x="4364" y="466"/>
                    <a:pt x="3831" y="236"/>
                  </a:cubicBezTo>
                  <a:cubicBezTo>
                    <a:pt x="3476" y="79"/>
                    <a:pt x="3095" y="0"/>
                    <a:pt x="2710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24" name="Google Shape;8724;p69"/>
            <p:cNvSpPr/>
            <p:nvPr/>
          </p:nvSpPr>
          <p:spPr>
            <a:xfrm>
              <a:off x="5854382" y="3870005"/>
              <a:ext cx="162656" cy="200041"/>
            </a:xfrm>
            <a:custGeom>
              <a:avLst/>
              <a:gdLst/>
              <a:ahLst/>
              <a:cxnLst/>
              <a:rect l="l" t="t" r="r" b="b"/>
              <a:pathLst>
                <a:path w="6213" h="7641" extrusionOk="0">
                  <a:moveTo>
                    <a:pt x="3027" y="1"/>
                  </a:moveTo>
                  <a:cubicBezTo>
                    <a:pt x="2773" y="1"/>
                    <a:pt x="2773" y="385"/>
                    <a:pt x="3027" y="385"/>
                  </a:cubicBezTo>
                  <a:cubicBezTo>
                    <a:pt x="3397" y="395"/>
                    <a:pt x="3700" y="433"/>
                    <a:pt x="4089" y="601"/>
                  </a:cubicBezTo>
                  <a:cubicBezTo>
                    <a:pt x="5271" y="1116"/>
                    <a:pt x="5492" y="2638"/>
                    <a:pt x="5165" y="3878"/>
                  </a:cubicBezTo>
                  <a:cubicBezTo>
                    <a:pt x="5285" y="2922"/>
                    <a:pt x="5002" y="2100"/>
                    <a:pt x="4324" y="1428"/>
                  </a:cubicBezTo>
                  <a:cubicBezTo>
                    <a:pt x="4219" y="1329"/>
                    <a:pt x="4065" y="1257"/>
                    <a:pt x="3908" y="1257"/>
                  </a:cubicBezTo>
                  <a:cubicBezTo>
                    <a:pt x="3829" y="1257"/>
                    <a:pt x="3750" y="1275"/>
                    <a:pt x="3676" y="1317"/>
                  </a:cubicBezTo>
                  <a:cubicBezTo>
                    <a:pt x="3474" y="1437"/>
                    <a:pt x="3383" y="1673"/>
                    <a:pt x="3445" y="1899"/>
                  </a:cubicBezTo>
                  <a:cubicBezTo>
                    <a:pt x="4257" y="4714"/>
                    <a:pt x="3311" y="5963"/>
                    <a:pt x="1504" y="6448"/>
                  </a:cubicBezTo>
                  <a:cubicBezTo>
                    <a:pt x="1384" y="6482"/>
                    <a:pt x="1384" y="6568"/>
                    <a:pt x="1024" y="7092"/>
                  </a:cubicBezTo>
                  <a:cubicBezTo>
                    <a:pt x="978" y="7153"/>
                    <a:pt x="907" y="7190"/>
                    <a:pt x="832" y="7190"/>
                  </a:cubicBezTo>
                  <a:cubicBezTo>
                    <a:pt x="813" y="7190"/>
                    <a:pt x="793" y="7188"/>
                    <a:pt x="774" y="7183"/>
                  </a:cubicBezTo>
                  <a:cubicBezTo>
                    <a:pt x="640" y="7149"/>
                    <a:pt x="572" y="7000"/>
                    <a:pt x="630" y="6876"/>
                  </a:cubicBezTo>
                  <a:cubicBezTo>
                    <a:pt x="861" y="6381"/>
                    <a:pt x="1240" y="5747"/>
                    <a:pt x="1077" y="4382"/>
                  </a:cubicBezTo>
                  <a:lnTo>
                    <a:pt x="1077" y="4382"/>
                  </a:lnTo>
                  <a:lnTo>
                    <a:pt x="2076" y="5079"/>
                  </a:lnTo>
                  <a:cubicBezTo>
                    <a:pt x="2181" y="5157"/>
                    <a:pt x="2303" y="5195"/>
                    <a:pt x="2425" y="5195"/>
                  </a:cubicBezTo>
                  <a:cubicBezTo>
                    <a:pt x="2593" y="5195"/>
                    <a:pt x="2759" y="5122"/>
                    <a:pt x="2874" y="4983"/>
                  </a:cubicBezTo>
                  <a:cubicBezTo>
                    <a:pt x="3090" y="4699"/>
                    <a:pt x="3032" y="4296"/>
                    <a:pt x="2749" y="4084"/>
                  </a:cubicBezTo>
                  <a:lnTo>
                    <a:pt x="2350" y="3806"/>
                  </a:lnTo>
                  <a:cubicBezTo>
                    <a:pt x="1773" y="3393"/>
                    <a:pt x="1437" y="2720"/>
                    <a:pt x="1452" y="2014"/>
                  </a:cubicBezTo>
                  <a:cubicBezTo>
                    <a:pt x="1461" y="1404"/>
                    <a:pt x="1629" y="880"/>
                    <a:pt x="2196" y="573"/>
                  </a:cubicBezTo>
                  <a:cubicBezTo>
                    <a:pt x="2384" y="466"/>
                    <a:pt x="2280" y="211"/>
                    <a:pt x="2109" y="211"/>
                  </a:cubicBezTo>
                  <a:cubicBezTo>
                    <a:pt x="2079" y="211"/>
                    <a:pt x="2047" y="218"/>
                    <a:pt x="2014" y="236"/>
                  </a:cubicBezTo>
                  <a:cubicBezTo>
                    <a:pt x="1557" y="486"/>
                    <a:pt x="1235" y="919"/>
                    <a:pt x="1130" y="1428"/>
                  </a:cubicBezTo>
                  <a:cubicBezTo>
                    <a:pt x="904" y="2576"/>
                    <a:pt x="1336" y="3542"/>
                    <a:pt x="2129" y="4118"/>
                  </a:cubicBezTo>
                  <a:cubicBezTo>
                    <a:pt x="2133" y="4121"/>
                    <a:pt x="2135" y="4122"/>
                    <a:pt x="2135" y="4122"/>
                  </a:cubicBezTo>
                  <a:cubicBezTo>
                    <a:pt x="2135" y="4122"/>
                    <a:pt x="2133" y="4121"/>
                    <a:pt x="2134" y="4121"/>
                  </a:cubicBezTo>
                  <a:lnTo>
                    <a:pt x="2134" y="4121"/>
                  </a:lnTo>
                  <a:cubicBezTo>
                    <a:pt x="2136" y="4121"/>
                    <a:pt x="2174" y="4145"/>
                    <a:pt x="2532" y="4397"/>
                  </a:cubicBezTo>
                  <a:cubicBezTo>
                    <a:pt x="2633" y="4483"/>
                    <a:pt x="2657" y="4632"/>
                    <a:pt x="2581" y="4743"/>
                  </a:cubicBezTo>
                  <a:cubicBezTo>
                    <a:pt x="2539" y="4789"/>
                    <a:pt x="2481" y="4814"/>
                    <a:pt x="2422" y="4814"/>
                  </a:cubicBezTo>
                  <a:cubicBezTo>
                    <a:pt x="2378" y="4814"/>
                    <a:pt x="2334" y="4800"/>
                    <a:pt x="2297" y="4771"/>
                  </a:cubicBezTo>
                  <a:lnTo>
                    <a:pt x="1231" y="4022"/>
                  </a:lnTo>
                  <a:cubicBezTo>
                    <a:pt x="1168" y="3978"/>
                    <a:pt x="1100" y="3958"/>
                    <a:pt x="1034" y="3958"/>
                  </a:cubicBezTo>
                  <a:cubicBezTo>
                    <a:pt x="841" y="3958"/>
                    <a:pt x="664" y="4127"/>
                    <a:pt x="693" y="4349"/>
                  </a:cubicBezTo>
                  <a:cubicBezTo>
                    <a:pt x="962" y="6333"/>
                    <a:pt x="1" y="6592"/>
                    <a:pt x="289" y="7221"/>
                  </a:cubicBezTo>
                  <a:cubicBezTo>
                    <a:pt x="398" y="7452"/>
                    <a:pt x="619" y="7570"/>
                    <a:pt x="841" y="7570"/>
                  </a:cubicBezTo>
                  <a:cubicBezTo>
                    <a:pt x="1032" y="7570"/>
                    <a:pt x="1224" y="7483"/>
                    <a:pt x="1346" y="7303"/>
                  </a:cubicBezTo>
                  <a:lnTo>
                    <a:pt x="1677" y="6794"/>
                  </a:lnTo>
                  <a:cubicBezTo>
                    <a:pt x="4084" y="6102"/>
                    <a:pt x="4517" y="4233"/>
                    <a:pt x="3815" y="1788"/>
                  </a:cubicBezTo>
                  <a:cubicBezTo>
                    <a:pt x="3798" y="1729"/>
                    <a:pt x="3823" y="1636"/>
                    <a:pt x="3912" y="1636"/>
                  </a:cubicBezTo>
                  <a:cubicBezTo>
                    <a:pt x="3946" y="1636"/>
                    <a:pt x="3988" y="1650"/>
                    <a:pt x="4041" y="1682"/>
                  </a:cubicBezTo>
                  <a:cubicBezTo>
                    <a:pt x="4046" y="1687"/>
                    <a:pt x="4055" y="1692"/>
                    <a:pt x="4060" y="1697"/>
                  </a:cubicBezTo>
                  <a:cubicBezTo>
                    <a:pt x="5333" y="2960"/>
                    <a:pt x="5002" y="4747"/>
                    <a:pt x="3023" y="7332"/>
                  </a:cubicBezTo>
                  <a:cubicBezTo>
                    <a:pt x="2915" y="7476"/>
                    <a:pt x="3038" y="7641"/>
                    <a:pt x="3177" y="7641"/>
                  </a:cubicBezTo>
                  <a:cubicBezTo>
                    <a:pt x="3224" y="7641"/>
                    <a:pt x="3273" y="7622"/>
                    <a:pt x="3316" y="7577"/>
                  </a:cubicBezTo>
                  <a:cubicBezTo>
                    <a:pt x="4858" y="5900"/>
                    <a:pt x="6212" y="3758"/>
                    <a:pt x="5477" y="1601"/>
                  </a:cubicBezTo>
                  <a:cubicBezTo>
                    <a:pt x="5122" y="553"/>
                    <a:pt x="4137" y="1"/>
                    <a:pt x="3027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25" name="Google Shape;8725;p69"/>
            <p:cNvSpPr/>
            <p:nvPr/>
          </p:nvSpPr>
          <p:spPr>
            <a:xfrm>
              <a:off x="5828856" y="4043160"/>
              <a:ext cx="125036" cy="122941"/>
            </a:xfrm>
            <a:custGeom>
              <a:avLst/>
              <a:gdLst/>
              <a:ahLst/>
              <a:cxnLst/>
              <a:rect l="l" t="t" r="r" b="b"/>
              <a:pathLst>
                <a:path w="4776" h="4696" extrusionOk="0">
                  <a:moveTo>
                    <a:pt x="248" y="0"/>
                  </a:moveTo>
                  <a:cubicBezTo>
                    <a:pt x="141" y="0"/>
                    <a:pt x="32" y="81"/>
                    <a:pt x="53" y="223"/>
                  </a:cubicBezTo>
                  <a:cubicBezTo>
                    <a:pt x="164" y="910"/>
                    <a:pt x="183" y="1611"/>
                    <a:pt x="101" y="2308"/>
                  </a:cubicBezTo>
                  <a:cubicBezTo>
                    <a:pt x="1" y="3033"/>
                    <a:pt x="279" y="3768"/>
                    <a:pt x="846" y="4239"/>
                  </a:cubicBezTo>
                  <a:cubicBezTo>
                    <a:pt x="1206" y="4533"/>
                    <a:pt x="1654" y="4696"/>
                    <a:pt x="2114" y="4696"/>
                  </a:cubicBezTo>
                  <a:cubicBezTo>
                    <a:pt x="2120" y="4696"/>
                    <a:pt x="2127" y="4696"/>
                    <a:pt x="2134" y="4696"/>
                  </a:cubicBezTo>
                  <a:cubicBezTo>
                    <a:pt x="2873" y="4691"/>
                    <a:pt x="3560" y="4331"/>
                    <a:pt x="3988" y="3725"/>
                  </a:cubicBezTo>
                  <a:lnTo>
                    <a:pt x="4684" y="2750"/>
                  </a:lnTo>
                  <a:cubicBezTo>
                    <a:pt x="4776" y="2625"/>
                    <a:pt x="4689" y="2447"/>
                    <a:pt x="4536" y="2447"/>
                  </a:cubicBezTo>
                  <a:cubicBezTo>
                    <a:pt x="4529" y="2447"/>
                    <a:pt x="4523" y="2446"/>
                    <a:pt x="4516" y="2446"/>
                  </a:cubicBezTo>
                  <a:cubicBezTo>
                    <a:pt x="4424" y="2446"/>
                    <a:pt x="4347" y="2511"/>
                    <a:pt x="4329" y="2596"/>
                  </a:cubicBezTo>
                  <a:lnTo>
                    <a:pt x="3680" y="3499"/>
                  </a:lnTo>
                  <a:cubicBezTo>
                    <a:pt x="3330" y="4004"/>
                    <a:pt x="2753" y="4307"/>
                    <a:pt x="2138" y="4311"/>
                  </a:cubicBezTo>
                  <a:cubicBezTo>
                    <a:pt x="1134" y="4311"/>
                    <a:pt x="346" y="3423"/>
                    <a:pt x="481" y="2351"/>
                  </a:cubicBezTo>
                  <a:cubicBezTo>
                    <a:pt x="567" y="1621"/>
                    <a:pt x="553" y="886"/>
                    <a:pt x="433" y="161"/>
                  </a:cubicBezTo>
                  <a:cubicBezTo>
                    <a:pt x="416" y="50"/>
                    <a:pt x="333" y="0"/>
                    <a:pt x="248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26" name="Google Shape;8726;p69"/>
            <p:cNvSpPr/>
            <p:nvPr/>
          </p:nvSpPr>
          <p:spPr>
            <a:xfrm>
              <a:off x="5830532" y="3825709"/>
              <a:ext cx="225619" cy="268607"/>
            </a:xfrm>
            <a:custGeom>
              <a:avLst/>
              <a:gdLst/>
              <a:ahLst/>
              <a:cxnLst/>
              <a:rect l="l" t="t" r="r" b="b"/>
              <a:pathLst>
                <a:path w="8618" h="10260" extrusionOk="0">
                  <a:moveTo>
                    <a:pt x="4386" y="1"/>
                  </a:moveTo>
                  <a:cubicBezTo>
                    <a:pt x="4140" y="1"/>
                    <a:pt x="3892" y="29"/>
                    <a:pt x="3645" y="88"/>
                  </a:cubicBezTo>
                  <a:cubicBezTo>
                    <a:pt x="2853" y="281"/>
                    <a:pt x="2142" y="708"/>
                    <a:pt x="1608" y="1323"/>
                  </a:cubicBezTo>
                  <a:cubicBezTo>
                    <a:pt x="1262" y="1722"/>
                    <a:pt x="768" y="1962"/>
                    <a:pt x="244" y="1991"/>
                  </a:cubicBezTo>
                  <a:cubicBezTo>
                    <a:pt x="1" y="2019"/>
                    <a:pt x="23" y="2375"/>
                    <a:pt x="263" y="2375"/>
                  </a:cubicBezTo>
                  <a:cubicBezTo>
                    <a:pt x="265" y="2375"/>
                    <a:pt x="266" y="2375"/>
                    <a:pt x="268" y="2375"/>
                  </a:cubicBezTo>
                  <a:cubicBezTo>
                    <a:pt x="897" y="2337"/>
                    <a:pt x="1479" y="2053"/>
                    <a:pt x="1897" y="1578"/>
                  </a:cubicBezTo>
                  <a:cubicBezTo>
                    <a:pt x="2613" y="774"/>
                    <a:pt x="3523" y="393"/>
                    <a:pt x="4393" y="393"/>
                  </a:cubicBezTo>
                  <a:cubicBezTo>
                    <a:pt x="5482" y="393"/>
                    <a:pt x="6508" y="990"/>
                    <a:pt x="7013" y="2101"/>
                  </a:cubicBezTo>
                  <a:cubicBezTo>
                    <a:pt x="8617" y="5642"/>
                    <a:pt x="5072" y="9687"/>
                    <a:pt x="4942" y="9956"/>
                  </a:cubicBezTo>
                  <a:cubicBezTo>
                    <a:pt x="4836" y="10104"/>
                    <a:pt x="4963" y="10260"/>
                    <a:pt x="5099" y="10260"/>
                  </a:cubicBezTo>
                  <a:cubicBezTo>
                    <a:pt x="5153" y="10260"/>
                    <a:pt x="5208" y="10235"/>
                    <a:pt x="5250" y="10177"/>
                  </a:cubicBezTo>
                  <a:cubicBezTo>
                    <a:pt x="6071" y="9034"/>
                    <a:pt x="6023" y="9091"/>
                    <a:pt x="6033" y="9086"/>
                  </a:cubicBezTo>
                  <a:cubicBezTo>
                    <a:pt x="7445" y="6901"/>
                    <a:pt x="8435" y="4316"/>
                    <a:pt x="7359" y="1943"/>
                  </a:cubicBezTo>
                  <a:cubicBezTo>
                    <a:pt x="6813" y="739"/>
                    <a:pt x="5633" y="1"/>
                    <a:pt x="4386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727" name="Google Shape;8727;p69"/>
          <p:cNvGrpSpPr/>
          <p:nvPr/>
        </p:nvGrpSpPr>
        <p:grpSpPr>
          <a:xfrm>
            <a:off x="3654101" y="3162932"/>
            <a:ext cx="281114" cy="276422"/>
            <a:chOff x="4872134" y="3359993"/>
            <a:chExt cx="374819" cy="368562"/>
          </a:xfrm>
        </p:grpSpPr>
        <p:sp>
          <p:nvSpPr>
            <p:cNvPr id="8728" name="Google Shape;8728;p69"/>
            <p:cNvSpPr/>
            <p:nvPr/>
          </p:nvSpPr>
          <p:spPr>
            <a:xfrm>
              <a:off x="4880538" y="3368318"/>
              <a:ext cx="357724" cy="352383"/>
            </a:xfrm>
            <a:custGeom>
              <a:avLst/>
              <a:gdLst/>
              <a:ahLst/>
              <a:cxnLst/>
              <a:rect l="l" t="t" r="r" b="b"/>
              <a:pathLst>
                <a:path w="13664" h="13460" extrusionOk="0">
                  <a:moveTo>
                    <a:pt x="10887" y="1"/>
                  </a:moveTo>
                  <a:cubicBezTo>
                    <a:pt x="10607" y="1"/>
                    <a:pt x="10327" y="106"/>
                    <a:pt x="10113" y="318"/>
                  </a:cubicBezTo>
                  <a:lnTo>
                    <a:pt x="6092" y="4344"/>
                  </a:lnTo>
                  <a:cubicBezTo>
                    <a:pt x="5329" y="5107"/>
                    <a:pt x="4733" y="6030"/>
                    <a:pt x="4349" y="7043"/>
                  </a:cubicBezTo>
                  <a:cubicBezTo>
                    <a:pt x="4089" y="7730"/>
                    <a:pt x="3724" y="8379"/>
                    <a:pt x="3277" y="8970"/>
                  </a:cubicBezTo>
                  <a:lnTo>
                    <a:pt x="2600" y="9729"/>
                  </a:lnTo>
                  <a:lnTo>
                    <a:pt x="356" y="11977"/>
                  </a:lnTo>
                  <a:cubicBezTo>
                    <a:pt x="6" y="12309"/>
                    <a:pt x="1" y="12866"/>
                    <a:pt x="342" y="13207"/>
                  </a:cubicBezTo>
                  <a:cubicBezTo>
                    <a:pt x="510" y="13375"/>
                    <a:pt x="731" y="13459"/>
                    <a:pt x="951" y="13459"/>
                  </a:cubicBezTo>
                  <a:cubicBezTo>
                    <a:pt x="1178" y="13459"/>
                    <a:pt x="1404" y="13370"/>
                    <a:pt x="1572" y="13193"/>
                  </a:cubicBezTo>
                  <a:lnTo>
                    <a:pt x="3820" y="10949"/>
                  </a:lnTo>
                  <a:cubicBezTo>
                    <a:pt x="4584" y="10185"/>
                    <a:pt x="5502" y="9590"/>
                    <a:pt x="6515" y="9205"/>
                  </a:cubicBezTo>
                  <a:cubicBezTo>
                    <a:pt x="7529" y="8826"/>
                    <a:pt x="8446" y="8230"/>
                    <a:pt x="9215" y="7466"/>
                  </a:cubicBezTo>
                  <a:lnTo>
                    <a:pt x="13241" y="3440"/>
                  </a:lnTo>
                  <a:cubicBezTo>
                    <a:pt x="13664" y="3018"/>
                    <a:pt x="13664" y="2326"/>
                    <a:pt x="13241" y="1898"/>
                  </a:cubicBezTo>
                  <a:lnTo>
                    <a:pt x="11660" y="318"/>
                  </a:lnTo>
                  <a:cubicBezTo>
                    <a:pt x="11447" y="106"/>
                    <a:pt x="11167" y="1"/>
                    <a:pt x="10887" y="1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29" name="Google Shape;8729;p69"/>
            <p:cNvSpPr/>
            <p:nvPr/>
          </p:nvSpPr>
          <p:spPr>
            <a:xfrm>
              <a:off x="4883444" y="3399891"/>
              <a:ext cx="354818" cy="320391"/>
            </a:xfrm>
            <a:custGeom>
              <a:avLst/>
              <a:gdLst/>
              <a:ahLst/>
              <a:cxnLst/>
              <a:rect l="l" t="t" r="r" b="b"/>
              <a:pathLst>
                <a:path w="13553" h="12238" extrusionOk="0">
                  <a:moveTo>
                    <a:pt x="12438" y="1"/>
                  </a:moveTo>
                  <a:lnTo>
                    <a:pt x="12438" y="1"/>
                  </a:lnTo>
                  <a:cubicBezTo>
                    <a:pt x="12861" y="428"/>
                    <a:pt x="12861" y="1115"/>
                    <a:pt x="12438" y="1543"/>
                  </a:cubicBezTo>
                  <a:lnTo>
                    <a:pt x="8412" y="5568"/>
                  </a:lnTo>
                  <a:cubicBezTo>
                    <a:pt x="7649" y="6332"/>
                    <a:pt x="6726" y="6923"/>
                    <a:pt x="5712" y="7307"/>
                  </a:cubicBezTo>
                  <a:cubicBezTo>
                    <a:pt x="4704" y="7692"/>
                    <a:pt x="3781" y="8287"/>
                    <a:pt x="3017" y="9051"/>
                  </a:cubicBezTo>
                  <a:lnTo>
                    <a:pt x="769" y="11295"/>
                  </a:lnTo>
                  <a:cubicBezTo>
                    <a:pt x="605" y="11459"/>
                    <a:pt x="384" y="11550"/>
                    <a:pt x="158" y="11550"/>
                  </a:cubicBezTo>
                  <a:cubicBezTo>
                    <a:pt x="105" y="11550"/>
                    <a:pt x="53" y="11545"/>
                    <a:pt x="0" y="11535"/>
                  </a:cubicBezTo>
                  <a:lnTo>
                    <a:pt x="0" y="11535"/>
                  </a:lnTo>
                  <a:cubicBezTo>
                    <a:pt x="84" y="11975"/>
                    <a:pt x="462" y="12238"/>
                    <a:pt x="852" y="12238"/>
                  </a:cubicBezTo>
                  <a:cubicBezTo>
                    <a:pt x="1065" y="12238"/>
                    <a:pt x="1282" y="12159"/>
                    <a:pt x="1456" y="11987"/>
                  </a:cubicBezTo>
                  <a:lnTo>
                    <a:pt x="3700" y="9738"/>
                  </a:lnTo>
                  <a:cubicBezTo>
                    <a:pt x="4468" y="8974"/>
                    <a:pt x="5386" y="8384"/>
                    <a:pt x="6399" y="7999"/>
                  </a:cubicBezTo>
                  <a:cubicBezTo>
                    <a:pt x="7413" y="7615"/>
                    <a:pt x="8331" y="7019"/>
                    <a:pt x="9099" y="6255"/>
                  </a:cubicBezTo>
                  <a:lnTo>
                    <a:pt x="13120" y="2234"/>
                  </a:lnTo>
                  <a:cubicBezTo>
                    <a:pt x="13548" y="1807"/>
                    <a:pt x="13553" y="1115"/>
                    <a:pt x="13125" y="692"/>
                  </a:cubicBezTo>
                  <a:lnTo>
                    <a:pt x="12438" y="1"/>
                  </a:lnTo>
                  <a:close/>
                </a:path>
              </a:pathLst>
            </a:custGeom>
            <a:solidFill>
              <a:srgbClr val="5A6E8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30" name="Google Shape;8730;p69"/>
            <p:cNvSpPr/>
            <p:nvPr/>
          </p:nvSpPr>
          <p:spPr>
            <a:xfrm>
              <a:off x="4982274" y="3368239"/>
              <a:ext cx="256119" cy="244652"/>
            </a:xfrm>
            <a:custGeom>
              <a:avLst/>
              <a:gdLst/>
              <a:ahLst/>
              <a:cxnLst/>
              <a:rect l="l" t="t" r="r" b="b"/>
              <a:pathLst>
                <a:path w="9783" h="9345" extrusionOk="0">
                  <a:moveTo>
                    <a:pt x="6999" y="0"/>
                  </a:moveTo>
                  <a:cubicBezTo>
                    <a:pt x="6720" y="0"/>
                    <a:pt x="6441" y="107"/>
                    <a:pt x="6227" y="321"/>
                  </a:cubicBezTo>
                  <a:lnTo>
                    <a:pt x="2202" y="4342"/>
                  </a:lnTo>
                  <a:cubicBezTo>
                    <a:pt x="1438" y="5106"/>
                    <a:pt x="847" y="6028"/>
                    <a:pt x="463" y="7042"/>
                  </a:cubicBezTo>
                  <a:cubicBezTo>
                    <a:pt x="453" y="7056"/>
                    <a:pt x="448" y="7070"/>
                    <a:pt x="448" y="7085"/>
                  </a:cubicBezTo>
                  <a:cubicBezTo>
                    <a:pt x="1" y="8223"/>
                    <a:pt x="882" y="9345"/>
                    <a:pt x="1979" y="9345"/>
                  </a:cubicBezTo>
                  <a:cubicBezTo>
                    <a:pt x="2178" y="9345"/>
                    <a:pt x="2384" y="9308"/>
                    <a:pt x="2591" y="9227"/>
                  </a:cubicBezTo>
                  <a:cubicBezTo>
                    <a:pt x="2605" y="9223"/>
                    <a:pt x="2620" y="9218"/>
                    <a:pt x="2634" y="9213"/>
                  </a:cubicBezTo>
                  <a:cubicBezTo>
                    <a:pt x="3648" y="8829"/>
                    <a:pt x="4565" y="8238"/>
                    <a:pt x="5334" y="7474"/>
                  </a:cubicBezTo>
                  <a:lnTo>
                    <a:pt x="9355" y="3448"/>
                  </a:lnTo>
                  <a:cubicBezTo>
                    <a:pt x="9782" y="3016"/>
                    <a:pt x="9778" y="2324"/>
                    <a:pt x="9350" y="1901"/>
                  </a:cubicBezTo>
                  <a:lnTo>
                    <a:pt x="7770" y="321"/>
                  </a:lnTo>
                  <a:cubicBezTo>
                    <a:pt x="7556" y="107"/>
                    <a:pt x="7277" y="0"/>
                    <a:pt x="6999" y="0"/>
                  </a:cubicBezTo>
                  <a:close/>
                </a:path>
              </a:pathLst>
            </a:custGeom>
            <a:solidFill>
              <a:srgbClr val="CAD2D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31" name="Google Shape;8731;p69"/>
            <p:cNvSpPr/>
            <p:nvPr/>
          </p:nvSpPr>
          <p:spPr>
            <a:xfrm>
              <a:off x="5185666" y="3376512"/>
              <a:ext cx="11729" cy="11702"/>
            </a:xfrm>
            <a:custGeom>
              <a:avLst/>
              <a:gdLst/>
              <a:ahLst/>
              <a:cxnLst/>
              <a:rect l="l" t="t" r="r" b="b"/>
              <a:pathLst>
                <a:path w="448" h="447" extrusionOk="0">
                  <a:moveTo>
                    <a:pt x="447" y="44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A3B0B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32" name="Google Shape;8732;p69"/>
            <p:cNvSpPr/>
            <p:nvPr/>
          </p:nvSpPr>
          <p:spPr>
            <a:xfrm>
              <a:off x="4995756" y="3399891"/>
              <a:ext cx="242505" cy="212686"/>
            </a:xfrm>
            <a:custGeom>
              <a:avLst/>
              <a:gdLst/>
              <a:ahLst/>
              <a:cxnLst/>
              <a:rect l="l" t="t" r="r" b="b"/>
              <a:pathLst>
                <a:path w="9263" h="8124" extrusionOk="0">
                  <a:moveTo>
                    <a:pt x="8148" y="1"/>
                  </a:moveTo>
                  <a:lnTo>
                    <a:pt x="8148" y="1"/>
                  </a:lnTo>
                  <a:cubicBezTo>
                    <a:pt x="8571" y="428"/>
                    <a:pt x="8571" y="1115"/>
                    <a:pt x="8148" y="1543"/>
                  </a:cubicBezTo>
                  <a:lnTo>
                    <a:pt x="4122" y="5568"/>
                  </a:lnTo>
                  <a:cubicBezTo>
                    <a:pt x="3359" y="6332"/>
                    <a:pt x="2436" y="6923"/>
                    <a:pt x="1422" y="7307"/>
                  </a:cubicBezTo>
                  <a:cubicBezTo>
                    <a:pt x="1408" y="7317"/>
                    <a:pt x="1394" y="7322"/>
                    <a:pt x="1379" y="7322"/>
                  </a:cubicBezTo>
                  <a:cubicBezTo>
                    <a:pt x="1183" y="7399"/>
                    <a:pt x="978" y="7437"/>
                    <a:pt x="773" y="7437"/>
                  </a:cubicBezTo>
                  <a:cubicBezTo>
                    <a:pt x="507" y="7437"/>
                    <a:pt x="242" y="7373"/>
                    <a:pt x="0" y="7245"/>
                  </a:cubicBezTo>
                  <a:lnTo>
                    <a:pt x="0" y="7245"/>
                  </a:lnTo>
                  <a:cubicBezTo>
                    <a:pt x="77" y="7389"/>
                    <a:pt x="173" y="7524"/>
                    <a:pt x="294" y="7639"/>
                  </a:cubicBezTo>
                  <a:cubicBezTo>
                    <a:pt x="607" y="7955"/>
                    <a:pt x="1029" y="8123"/>
                    <a:pt x="1460" y="8123"/>
                  </a:cubicBezTo>
                  <a:cubicBezTo>
                    <a:pt x="1663" y="8123"/>
                    <a:pt x="1869" y="8086"/>
                    <a:pt x="2066" y="8009"/>
                  </a:cubicBezTo>
                  <a:cubicBezTo>
                    <a:pt x="2081" y="8004"/>
                    <a:pt x="2095" y="7999"/>
                    <a:pt x="2109" y="7994"/>
                  </a:cubicBezTo>
                  <a:cubicBezTo>
                    <a:pt x="3118" y="7610"/>
                    <a:pt x="4041" y="7014"/>
                    <a:pt x="4809" y="6255"/>
                  </a:cubicBezTo>
                  <a:lnTo>
                    <a:pt x="8830" y="2230"/>
                  </a:lnTo>
                  <a:cubicBezTo>
                    <a:pt x="9258" y="1807"/>
                    <a:pt x="9263" y="1115"/>
                    <a:pt x="8835" y="692"/>
                  </a:cubicBezTo>
                  <a:lnTo>
                    <a:pt x="8148" y="1"/>
                  </a:lnTo>
                  <a:close/>
                </a:path>
              </a:pathLst>
            </a:custGeom>
            <a:solidFill>
              <a:srgbClr val="9FACB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33" name="Google Shape;8733;p69"/>
            <p:cNvSpPr/>
            <p:nvPr/>
          </p:nvSpPr>
          <p:spPr>
            <a:xfrm>
              <a:off x="5026439" y="3415023"/>
              <a:ext cx="163651" cy="160640"/>
            </a:xfrm>
            <a:custGeom>
              <a:avLst/>
              <a:gdLst/>
              <a:ahLst/>
              <a:cxnLst/>
              <a:rect l="l" t="t" r="r" b="b"/>
              <a:pathLst>
                <a:path w="6251" h="6136" extrusionOk="0">
                  <a:moveTo>
                    <a:pt x="5621" y="0"/>
                  </a:moveTo>
                  <a:cubicBezTo>
                    <a:pt x="5478" y="0"/>
                    <a:pt x="5334" y="53"/>
                    <a:pt x="5223" y="158"/>
                  </a:cubicBezTo>
                  <a:lnTo>
                    <a:pt x="236" y="5144"/>
                  </a:lnTo>
                  <a:cubicBezTo>
                    <a:pt x="5" y="5365"/>
                    <a:pt x="1" y="5740"/>
                    <a:pt x="226" y="5966"/>
                  </a:cubicBezTo>
                  <a:cubicBezTo>
                    <a:pt x="340" y="6079"/>
                    <a:pt x="487" y="6136"/>
                    <a:pt x="634" y="6136"/>
                  </a:cubicBezTo>
                  <a:cubicBezTo>
                    <a:pt x="786" y="6136"/>
                    <a:pt x="938" y="6076"/>
                    <a:pt x="1053" y="5956"/>
                  </a:cubicBezTo>
                  <a:lnTo>
                    <a:pt x="5295" y="1714"/>
                  </a:lnTo>
                  <a:lnTo>
                    <a:pt x="6035" y="974"/>
                  </a:lnTo>
                  <a:cubicBezTo>
                    <a:pt x="6251" y="744"/>
                    <a:pt x="6246" y="388"/>
                    <a:pt x="6025" y="167"/>
                  </a:cubicBezTo>
                  <a:cubicBezTo>
                    <a:pt x="5913" y="55"/>
                    <a:pt x="5767" y="0"/>
                    <a:pt x="5621" y="0"/>
                  </a:cubicBezTo>
                  <a:close/>
                </a:path>
              </a:pathLst>
            </a:custGeom>
            <a:solidFill>
              <a:srgbClr val="8195A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34" name="Google Shape;8734;p69"/>
            <p:cNvSpPr/>
            <p:nvPr/>
          </p:nvSpPr>
          <p:spPr>
            <a:xfrm>
              <a:off x="5020418" y="3407405"/>
              <a:ext cx="181925" cy="173835"/>
            </a:xfrm>
            <a:custGeom>
              <a:avLst/>
              <a:gdLst/>
              <a:ahLst/>
              <a:cxnLst/>
              <a:rect l="l" t="t" r="r" b="b"/>
              <a:pathLst>
                <a:path w="6949" h="6640" extrusionOk="0">
                  <a:moveTo>
                    <a:pt x="5921" y="1"/>
                  </a:moveTo>
                  <a:cubicBezTo>
                    <a:pt x="5720" y="1"/>
                    <a:pt x="5519" y="77"/>
                    <a:pt x="5366" y="232"/>
                  </a:cubicBezTo>
                  <a:lnTo>
                    <a:pt x="303" y="5296"/>
                  </a:lnTo>
                  <a:cubicBezTo>
                    <a:pt x="0" y="5608"/>
                    <a:pt x="5" y="6103"/>
                    <a:pt x="308" y="6410"/>
                  </a:cubicBezTo>
                  <a:cubicBezTo>
                    <a:pt x="462" y="6563"/>
                    <a:pt x="665" y="6640"/>
                    <a:pt x="868" y="6640"/>
                  </a:cubicBezTo>
                  <a:cubicBezTo>
                    <a:pt x="1067" y="6640"/>
                    <a:pt x="1267" y="6565"/>
                    <a:pt x="1422" y="6415"/>
                  </a:cubicBezTo>
                  <a:lnTo>
                    <a:pt x="5731" y="2106"/>
                  </a:lnTo>
                  <a:cubicBezTo>
                    <a:pt x="5883" y="1954"/>
                    <a:pt x="5744" y="1745"/>
                    <a:pt x="5582" y="1745"/>
                  </a:cubicBezTo>
                  <a:cubicBezTo>
                    <a:pt x="5534" y="1745"/>
                    <a:pt x="5483" y="1764"/>
                    <a:pt x="5438" y="1808"/>
                  </a:cubicBezTo>
                  <a:lnTo>
                    <a:pt x="1129" y="6122"/>
                  </a:lnTo>
                  <a:cubicBezTo>
                    <a:pt x="1046" y="6205"/>
                    <a:pt x="954" y="6239"/>
                    <a:pt x="865" y="6239"/>
                  </a:cubicBezTo>
                  <a:cubicBezTo>
                    <a:pt x="572" y="6239"/>
                    <a:pt x="319" y="5861"/>
                    <a:pt x="596" y="5584"/>
                  </a:cubicBezTo>
                  <a:lnTo>
                    <a:pt x="5654" y="525"/>
                  </a:lnTo>
                  <a:cubicBezTo>
                    <a:pt x="5732" y="450"/>
                    <a:pt x="5826" y="416"/>
                    <a:pt x="5919" y="416"/>
                  </a:cubicBezTo>
                  <a:cubicBezTo>
                    <a:pt x="6115" y="416"/>
                    <a:pt x="6303" y="566"/>
                    <a:pt x="6303" y="794"/>
                  </a:cubicBezTo>
                  <a:cubicBezTo>
                    <a:pt x="6308" y="895"/>
                    <a:pt x="6265" y="991"/>
                    <a:pt x="6192" y="1063"/>
                  </a:cubicBezTo>
                  <a:cubicBezTo>
                    <a:pt x="6116" y="1145"/>
                    <a:pt x="6116" y="1275"/>
                    <a:pt x="6192" y="1357"/>
                  </a:cubicBezTo>
                  <a:cubicBezTo>
                    <a:pt x="6235" y="1398"/>
                    <a:pt x="6281" y="1417"/>
                    <a:pt x="6328" y="1417"/>
                  </a:cubicBezTo>
                  <a:cubicBezTo>
                    <a:pt x="6621" y="1417"/>
                    <a:pt x="6949" y="700"/>
                    <a:pt x="6486" y="237"/>
                  </a:cubicBezTo>
                  <a:cubicBezTo>
                    <a:pt x="6331" y="80"/>
                    <a:pt x="6126" y="1"/>
                    <a:pt x="5921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35" name="Google Shape;8735;p69"/>
            <p:cNvSpPr/>
            <p:nvPr/>
          </p:nvSpPr>
          <p:spPr>
            <a:xfrm>
              <a:off x="4872134" y="3359993"/>
              <a:ext cx="374819" cy="368562"/>
            </a:xfrm>
            <a:custGeom>
              <a:avLst/>
              <a:gdLst/>
              <a:ahLst/>
              <a:cxnLst/>
              <a:rect l="l" t="t" r="r" b="b"/>
              <a:pathLst>
                <a:path w="14317" h="14078" extrusionOk="0">
                  <a:moveTo>
                    <a:pt x="11279" y="405"/>
                  </a:moveTo>
                  <a:cubicBezTo>
                    <a:pt x="11481" y="405"/>
                    <a:pt x="11684" y="473"/>
                    <a:pt x="11852" y="612"/>
                  </a:cubicBezTo>
                  <a:cubicBezTo>
                    <a:pt x="11909" y="660"/>
                    <a:pt x="11832" y="588"/>
                    <a:pt x="13523" y="2274"/>
                  </a:cubicBezTo>
                  <a:cubicBezTo>
                    <a:pt x="13865" y="2639"/>
                    <a:pt x="13860" y="3206"/>
                    <a:pt x="13509" y="3561"/>
                  </a:cubicBezTo>
                  <a:cubicBezTo>
                    <a:pt x="9248" y="7818"/>
                    <a:pt x="9397" y="7683"/>
                    <a:pt x="9133" y="7919"/>
                  </a:cubicBezTo>
                  <a:cubicBezTo>
                    <a:pt x="8388" y="8596"/>
                    <a:pt x="7615" y="9038"/>
                    <a:pt x="6716" y="9389"/>
                  </a:cubicBezTo>
                  <a:cubicBezTo>
                    <a:pt x="6533" y="9459"/>
                    <a:pt x="6351" y="9491"/>
                    <a:pt x="6175" y="9491"/>
                  </a:cubicBezTo>
                  <a:cubicBezTo>
                    <a:pt x="5195" y="9491"/>
                    <a:pt x="4409" y="8491"/>
                    <a:pt x="4804" y="7477"/>
                  </a:cubicBezTo>
                  <a:cubicBezTo>
                    <a:pt x="5083" y="6722"/>
                    <a:pt x="5482" y="6021"/>
                    <a:pt x="5981" y="5397"/>
                  </a:cubicBezTo>
                  <a:lnTo>
                    <a:pt x="6317" y="5733"/>
                  </a:lnTo>
                  <a:cubicBezTo>
                    <a:pt x="6363" y="5777"/>
                    <a:pt x="6413" y="5796"/>
                    <a:pt x="6461" y="5796"/>
                  </a:cubicBezTo>
                  <a:cubicBezTo>
                    <a:pt x="6623" y="5796"/>
                    <a:pt x="6762" y="5588"/>
                    <a:pt x="6610" y="5440"/>
                  </a:cubicBezTo>
                  <a:lnTo>
                    <a:pt x="6250" y="5080"/>
                  </a:lnTo>
                  <a:cubicBezTo>
                    <a:pt x="6462" y="4839"/>
                    <a:pt x="6601" y="4719"/>
                    <a:pt x="6731" y="4580"/>
                  </a:cubicBezTo>
                  <a:lnTo>
                    <a:pt x="7100" y="4950"/>
                  </a:lnTo>
                  <a:cubicBezTo>
                    <a:pt x="7141" y="4988"/>
                    <a:pt x="7194" y="5007"/>
                    <a:pt x="7247" y="5007"/>
                  </a:cubicBezTo>
                  <a:cubicBezTo>
                    <a:pt x="7300" y="5007"/>
                    <a:pt x="7353" y="4988"/>
                    <a:pt x="7394" y="4950"/>
                  </a:cubicBezTo>
                  <a:cubicBezTo>
                    <a:pt x="7470" y="4868"/>
                    <a:pt x="7470" y="4738"/>
                    <a:pt x="7394" y="4657"/>
                  </a:cubicBezTo>
                  <a:lnTo>
                    <a:pt x="7024" y="4287"/>
                  </a:lnTo>
                  <a:lnTo>
                    <a:pt x="7514" y="3797"/>
                  </a:lnTo>
                  <a:lnTo>
                    <a:pt x="7884" y="4162"/>
                  </a:lnTo>
                  <a:cubicBezTo>
                    <a:pt x="7930" y="4208"/>
                    <a:pt x="7981" y="4227"/>
                    <a:pt x="8030" y="4227"/>
                  </a:cubicBezTo>
                  <a:cubicBezTo>
                    <a:pt x="8191" y="4227"/>
                    <a:pt x="8328" y="4020"/>
                    <a:pt x="8177" y="3869"/>
                  </a:cubicBezTo>
                  <a:lnTo>
                    <a:pt x="7807" y="3504"/>
                  </a:lnTo>
                  <a:lnTo>
                    <a:pt x="8301" y="3014"/>
                  </a:lnTo>
                  <a:lnTo>
                    <a:pt x="8667" y="3379"/>
                  </a:lnTo>
                  <a:cubicBezTo>
                    <a:pt x="8713" y="3425"/>
                    <a:pt x="8764" y="3444"/>
                    <a:pt x="8813" y="3444"/>
                  </a:cubicBezTo>
                  <a:cubicBezTo>
                    <a:pt x="8974" y="3444"/>
                    <a:pt x="9111" y="3237"/>
                    <a:pt x="8960" y="3086"/>
                  </a:cubicBezTo>
                  <a:lnTo>
                    <a:pt x="8595" y="2721"/>
                  </a:lnTo>
                  <a:lnTo>
                    <a:pt x="9085" y="2226"/>
                  </a:lnTo>
                  <a:lnTo>
                    <a:pt x="9450" y="2596"/>
                  </a:lnTo>
                  <a:cubicBezTo>
                    <a:pt x="9496" y="2642"/>
                    <a:pt x="9547" y="2661"/>
                    <a:pt x="9596" y="2661"/>
                  </a:cubicBezTo>
                  <a:cubicBezTo>
                    <a:pt x="9757" y="2661"/>
                    <a:pt x="9894" y="2454"/>
                    <a:pt x="9743" y="2303"/>
                  </a:cubicBezTo>
                  <a:lnTo>
                    <a:pt x="9378" y="1933"/>
                  </a:lnTo>
                  <a:lnTo>
                    <a:pt x="9868" y="1443"/>
                  </a:lnTo>
                  <a:lnTo>
                    <a:pt x="10238" y="1813"/>
                  </a:lnTo>
                  <a:cubicBezTo>
                    <a:pt x="10278" y="1851"/>
                    <a:pt x="10331" y="1870"/>
                    <a:pt x="10384" y="1870"/>
                  </a:cubicBezTo>
                  <a:cubicBezTo>
                    <a:pt x="10437" y="1870"/>
                    <a:pt x="10490" y="1851"/>
                    <a:pt x="10531" y="1813"/>
                  </a:cubicBezTo>
                  <a:cubicBezTo>
                    <a:pt x="10607" y="1731"/>
                    <a:pt x="10607" y="1601"/>
                    <a:pt x="10531" y="1520"/>
                  </a:cubicBezTo>
                  <a:lnTo>
                    <a:pt x="10161" y="1150"/>
                  </a:lnTo>
                  <a:lnTo>
                    <a:pt x="10641" y="669"/>
                  </a:lnTo>
                  <a:cubicBezTo>
                    <a:pt x="10816" y="495"/>
                    <a:pt x="11047" y="405"/>
                    <a:pt x="11279" y="405"/>
                  </a:cubicBezTo>
                  <a:close/>
                  <a:moveTo>
                    <a:pt x="1465" y="11772"/>
                  </a:moveTo>
                  <a:lnTo>
                    <a:pt x="2412" y="12723"/>
                  </a:lnTo>
                  <a:lnTo>
                    <a:pt x="1667" y="13472"/>
                  </a:lnTo>
                  <a:cubicBezTo>
                    <a:pt x="1542" y="13597"/>
                    <a:pt x="1369" y="13669"/>
                    <a:pt x="1191" y="13669"/>
                  </a:cubicBezTo>
                  <a:cubicBezTo>
                    <a:pt x="591" y="13669"/>
                    <a:pt x="298" y="12944"/>
                    <a:pt x="716" y="12521"/>
                  </a:cubicBezTo>
                  <a:lnTo>
                    <a:pt x="1465" y="11772"/>
                  </a:lnTo>
                  <a:close/>
                  <a:moveTo>
                    <a:pt x="11268" y="0"/>
                  </a:moveTo>
                  <a:cubicBezTo>
                    <a:pt x="10932" y="0"/>
                    <a:pt x="10595" y="129"/>
                    <a:pt x="10338" y="386"/>
                  </a:cubicBezTo>
                  <a:cubicBezTo>
                    <a:pt x="6000" y="4729"/>
                    <a:pt x="6212" y="4498"/>
                    <a:pt x="5962" y="4777"/>
                  </a:cubicBezTo>
                  <a:cubicBezTo>
                    <a:pt x="4319" y="6602"/>
                    <a:pt x="4689" y="7467"/>
                    <a:pt x="3373" y="9187"/>
                  </a:cubicBezTo>
                  <a:cubicBezTo>
                    <a:pt x="3260" y="9346"/>
                    <a:pt x="3398" y="9518"/>
                    <a:pt x="3546" y="9518"/>
                  </a:cubicBezTo>
                  <a:cubicBezTo>
                    <a:pt x="3600" y="9518"/>
                    <a:pt x="3655" y="9495"/>
                    <a:pt x="3699" y="9442"/>
                  </a:cubicBezTo>
                  <a:cubicBezTo>
                    <a:pt x="3939" y="9129"/>
                    <a:pt x="4156" y="8798"/>
                    <a:pt x="4343" y="8457"/>
                  </a:cubicBezTo>
                  <a:cubicBezTo>
                    <a:pt x="4506" y="9144"/>
                    <a:pt x="5044" y="9682"/>
                    <a:pt x="5731" y="9845"/>
                  </a:cubicBezTo>
                  <a:cubicBezTo>
                    <a:pt x="4300" y="10638"/>
                    <a:pt x="3680" y="11522"/>
                    <a:pt x="2705" y="12430"/>
                  </a:cubicBezTo>
                  <a:lnTo>
                    <a:pt x="1758" y="11478"/>
                  </a:lnTo>
                  <a:lnTo>
                    <a:pt x="2998" y="10239"/>
                  </a:lnTo>
                  <a:cubicBezTo>
                    <a:pt x="3149" y="10088"/>
                    <a:pt x="3012" y="9881"/>
                    <a:pt x="2851" y="9881"/>
                  </a:cubicBezTo>
                  <a:cubicBezTo>
                    <a:pt x="2802" y="9881"/>
                    <a:pt x="2751" y="9900"/>
                    <a:pt x="2705" y="9946"/>
                  </a:cubicBezTo>
                  <a:lnTo>
                    <a:pt x="423" y="12228"/>
                  </a:lnTo>
                  <a:cubicBezTo>
                    <a:pt x="0" y="12651"/>
                    <a:pt x="0" y="13338"/>
                    <a:pt x="423" y="13760"/>
                  </a:cubicBezTo>
                  <a:cubicBezTo>
                    <a:pt x="634" y="13972"/>
                    <a:pt x="912" y="14077"/>
                    <a:pt x="1189" y="14077"/>
                  </a:cubicBezTo>
                  <a:cubicBezTo>
                    <a:pt x="1467" y="14077"/>
                    <a:pt x="1744" y="13972"/>
                    <a:pt x="1955" y="13760"/>
                  </a:cubicBezTo>
                  <a:lnTo>
                    <a:pt x="4237" y="11478"/>
                  </a:lnTo>
                  <a:cubicBezTo>
                    <a:pt x="5525" y="10191"/>
                    <a:pt x="6740" y="9836"/>
                    <a:pt x="7297" y="9586"/>
                  </a:cubicBezTo>
                  <a:cubicBezTo>
                    <a:pt x="8201" y="9187"/>
                    <a:pt x="9022" y="8625"/>
                    <a:pt x="9719" y="7928"/>
                  </a:cubicBezTo>
                  <a:lnTo>
                    <a:pt x="13802" y="3845"/>
                  </a:lnTo>
                  <a:cubicBezTo>
                    <a:pt x="14311" y="3336"/>
                    <a:pt x="14316" y="2505"/>
                    <a:pt x="13802" y="1991"/>
                  </a:cubicBezTo>
                  <a:lnTo>
                    <a:pt x="12198" y="386"/>
                  </a:lnTo>
                  <a:cubicBezTo>
                    <a:pt x="11941" y="129"/>
                    <a:pt x="11604" y="0"/>
                    <a:pt x="11268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736" name="Google Shape;8736;p69"/>
          <p:cNvGrpSpPr/>
          <p:nvPr/>
        </p:nvGrpSpPr>
        <p:grpSpPr>
          <a:xfrm>
            <a:off x="4961183" y="1780059"/>
            <a:ext cx="293858" cy="276363"/>
            <a:chOff x="6614911" y="1516162"/>
            <a:chExt cx="391810" cy="368484"/>
          </a:xfrm>
        </p:grpSpPr>
        <p:sp>
          <p:nvSpPr>
            <p:cNvPr id="8737" name="Google Shape;8737;p69"/>
            <p:cNvSpPr/>
            <p:nvPr/>
          </p:nvSpPr>
          <p:spPr>
            <a:xfrm>
              <a:off x="6622582" y="1523413"/>
              <a:ext cx="370185" cy="354189"/>
            </a:xfrm>
            <a:custGeom>
              <a:avLst/>
              <a:gdLst/>
              <a:ahLst/>
              <a:cxnLst/>
              <a:rect l="l" t="t" r="r" b="b"/>
              <a:pathLst>
                <a:path w="14140" h="13529" extrusionOk="0">
                  <a:moveTo>
                    <a:pt x="10738" y="1"/>
                  </a:moveTo>
                  <a:cubicBezTo>
                    <a:pt x="9945" y="1"/>
                    <a:pt x="9153" y="303"/>
                    <a:pt x="8547" y="909"/>
                  </a:cubicBezTo>
                  <a:lnTo>
                    <a:pt x="1212" y="8239"/>
                  </a:lnTo>
                  <a:cubicBezTo>
                    <a:pt x="1" y="9450"/>
                    <a:pt x="1" y="11410"/>
                    <a:pt x="1212" y="12621"/>
                  </a:cubicBezTo>
                  <a:cubicBezTo>
                    <a:pt x="1814" y="13226"/>
                    <a:pt x="2607" y="13529"/>
                    <a:pt x="3400" y="13529"/>
                  </a:cubicBezTo>
                  <a:cubicBezTo>
                    <a:pt x="4192" y="13529"/>
                    <a:pt x="4985" y="13226"/>
                    <a:pt x="5588" y="12621"/>
                  </a:cubicBezTo>
                  <a:lnTo>
                    <a:pt x="12929" y="5285"/>
                  </a:lnTo>
                  <a:cubicBezTo>
                    <a:pt x="14139" y="4074"/>
                    <a:pt x="14139" y="2114"/>
                    <a:pt x="12929" y="909"/>
                  </a:cubicBezTo>
                  <a:cubicBezTo>
                    <a:pt x="12323" y="303"/>
                    <a:pt x="11531" y="1"/>
                    <a:pt x="10738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38" name="Google Shape;8738;p69"/>
            <p:cNvSpPr/>
            <p:nvPr/>
          </p:nvSpPr>
          <p:spPr>
            <a:xfrm>
              <a:off x="6680204" y="1573103"/>
              <a:ext cx="254836" cy="254705"/>
            </a:xfrm>
            <a:custGeom>
              <a:avLst/>
              <a:gdLst/>
              <a:ahLst/>
              <a:cxnLst/>
              <a:rect l="l" t="t" r="r" b="b"/>
              <a:pathLst>
                <a:path w="9734" h="9729" extrusionOk="0">
                  <a:moveTo>
                    <a:pt x="5352" y="0"/>
                  </a:moveTo>
                  <a:lnTo>
                    <a:pt x="0" y="5347"/>
                  </a:lnTo>
                  <a:lnTo>
                    <a:pt x="4381" y="9728"/>
                  </a:lnTo>
                  <a:lnTo>
                    <a:pt x="9733" y="4381"/>
                  </a:lnTo>
                  <a:lnTo>
                    <a:pt x="5352" y="0"/>
                  </a:lnTo>
                  <a:close/>
                </a:path>
              </a:pathLst>
            </a:custGeom>
            <a:solidFill>
              <a:srgbClr val="D3DCE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39" name="Google Shape;8739;p69"/>
            <p:cNvSpPr/>
            <p:nvPr/>
          </p:nvSpPr>
          <p:spPr>
            <a:xfrm>
              <a:off x="6622843" y="1523675"/>
              <a:ext cx="369793" cy="353927"/>
            </a:xfrm>
            <a:custGeom>
              <a:avLst/>
              <a:gdLst/>
              <a:ahLst/>
              <a:cxnLst/>
              <a:rect l="l" t="t" r="r" b="b"/>
              <a:pathLst>
                <a:path w="14125" h="13519" extrusionOk="0">
                  <a:moveTo>
                    <a:pt x="3400" y="1"/>
                  </a:moveTo>
                  <a:cubicBezTo>
                    <a:pt x="2608" y="1"/>
                    <a:pt x="1816" y="303"/>
                    <a:pt x="1211" y="908"/>
                  </a:cubicBezTo>
                  <a:cubicBezTo>
                    <a:pt x="5" y="2114"/>
                    <a:pt x="1" y="4064"/>
                    <a:pt x="1202" y="5275"/>
                  </a:cubicBezTo>
                  <a:lnTo>
                    <a:pt x="8537" y="12611"/>
                  </a:lnTo>
                  <a:cubicBezTo>
                    <a:pt x="9143" y="13216"/>
                    <a:pt x="9935" y="13519"/>
                    <a:pt x="10728" y="13519"/>
                  </a:cubicBezTo>
                  <a:cubicBezTo>
                    <a:pt x="11521" y="13519"/>
                    <a:pt x="12313" y="13216"/>
                    <a:pt x="12919" y="12611"/>
                  </a:cubicBezTo>
                  <a:cubicBezTo>
                    <a:pt x="14124" y="11400"/>
                    <a:pt x="14124" y="9440"/>
                    <a:pt x="12919" y="8234"/>
                  </a:cubicBezTo>
                  <a:lnTo>
                    <a:pt x="5578" y="899"/>
                  </a:lnTo>
                  <a:cubicBezTo>
                    <a:pt x="4975" y="300"/>
                    <a:pt x="4187" y="1"/>
                    <a:pt x="3400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40" name="Google Shape;8740;p69"/>
            <p:cNvSpPr/>
            <p:nvPr/>
          </p:nvSpPr>
          <p:spPr>
            <a:xfrm>
              <a:off x="6822571" y="1715470"/>
              <a:ext cx="170065" cy="162133"/>
            </a:xfrm>
            <a:custGeom>
              <a:avLst/>
              <a:gdLst/>
              <a:ahLst/>
              <a:cxnLst/>
              <a:rect l="l" t="t" r="r" b="b"/>
              <a:pathLst>
                <a:path w="6496" h="6193" extrusionOk="0">
                  <a:moveTo>
                    <a:pt x="0" y="4382"/>
                  </a:moveTo>
                  <a:cubicBezTo>
                    <a:pt x="1" y="4383"/>
                    <a:pt x="2" y="4384"/>
                    <a:pt x="3" y="4385"/>
                  </a:cubicBezTo>
                  <a:lnTo>
                    <a:pt x="3" y="4385"/>
                  </a:lnTo>
                  <a:lnTo>
                    <a:pt x="0" y="4382"/>
                  </a:lnTo>
                  <a:close/>
                  <a:moveTo>
                    <a:pt x="4382" y="1"/>
                  </a:moveTo>
                  <a:cubicBezTo>
                    <a:pt x="5592" y="1211"/>
                    <a:pt x="5592" y="3171"/>
                    <a:pt x="4382" y="4377"/>
                  </a:cubicBezTo>
                  <a:cubicBezTo>
                    <a:pt x="3776" y="4983"/>
                    <a:pt x="2982" y="5285"/>
                    <a:pt x="2189" y="5285"/>
                  </a:cubicBezTo>
                  <a:cubicBezTo>
                    <a:pt x="1398" y="5285"/>
                    <a:pt x="608" y="4985"/>
                    <a:pt x="3" y="4385"/>
                  </a:cubicBezTo>
                  <a:lnTo>
                    <a:pt x="3" y="4385"/>
                  </a:lnTo>
                  <a:lnTo>
                    <a:pt x="908" y="5285"/>
                  </a:lnTo>
                  <a:cubicBezTo>
                    <a:pt x="1514" y="5890"/>
                    <a:pt x="2306" y="6193"/>
                    <a:pt x="3098" y="6193"/>
                  </a:cubicBezTo>
                  <a:cubicBezTo>
                    <a:pt x="3890" y="6193"/>
                    <a:pt x="4682" y="5890"/>
                    <a:pt x="5285" y="5285"/>
                  </a:cubicBezTo>
                  <a:cubicBezTo>
                    <a:pt x="6495" y="4074"/>
                    <a:pt x="6495" y="2114"/>
                    <a:pt x="5290" y="908"/>
                  </a:cubicBezTo>
                  <a:lnTo>
                    <a:pt x="4382" y="1"/>
                  </a:lnTo>
                  <a:close/>
                </a:path>
              </a:pathLst>
            </a:custGeom>
            <a:solidFill>
              <a:srgbClr val="D3DCE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41" name="Google Shape;8741;p69"/>
            <p:cNvSpPr/>
            <p:nvPr/>
          </p:nvSpPr>
          <p:spPr>
            <a:xfrm>
              <a:off x="6732014" y="1624782"/>
              <a:ext cx="149828" cy="149828"/>
            </a:xfrm>
            <a:custGeom>
              <a:avLst/>
              <a:gdLst/>
              <a:ahLst/>
              <a:cxnLst/>
              <a:rect l="l" t="t" r="r" b="b"/>
              <a:pathLst>
                <a:path w="5723" h="5723" extrusionOk="0">
                  <a:moveTo>
                    <a:pt x="2431" y="1"/>
                  </a:moveTo>
                  <a:lnTo>
                    <a:pt x="0" y="2431"/>
                  </a:lnTo>
                  <a:lnTo>
                    <a:pt x="3296" y="5722"/>
                  </a:lnTo>
                  <a:lnTo>
                    <a:pt x="5722" y="3296"/>
                  </a:lnTo>
                  <a:lnTo>
                    <a:pt x="2431" y="1"/>
                  </a:lnTo>
                  <a:close/>
                </a:path>
              </a:pathLst>
            </a:custGeom>
            <a:solidFill>
              <a:srgbClr val="C0CDD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42" name="Google Shape;8742;p69"/>
            <p:cNvSpPr/>
            <p:nvPr/>
          </p:nvSpPr>
          <p:spPr>
            <a:xfrm>
              <a:off x="6778929" y="1624782"/>
              <a:ext cx="103018" cy="149959"/>
            </a:xfrm>
            <a:custGeom>
              <a:avLst/>
              <a:gdLst/>
              <a:ahLst/>
              <a:cxnLst/>
              <a:rect l="l" t="t" r="r" b="b"/>
              <a:pathLst>
                <a:path w="3935" h="5728" extrusionOk="0">
                  <a:moveTo>
                    <a:pt x="639" y="1"/>
                  </a:moveTo>
                  <a:lnTo>
                    <a:pt x="0" y="640"/>
                  </a:lnTo>
                  <a:lnTo>
                    <a:pt x="1216" y="1860"/>
                  </a:lnTo>
                  <a:cubicBezTo>
                    <a:pt x="2013" y="2657"/>
                    <a:pt x="2013" y="3940"/>
                    <a:pt x="1216" y="4737"/>
                  </a:cubicBezTo>
                  <a:lnTo>
                    <a:pt x="870" y="5088"/>
                  </a:lnTo>
                  <a:lnTo>
                    <a:pt x="1509" y="5727"/>
                  </a:lnTo>
                  <a:lnTo>
                    <a:pt x="3935" y="3296"/>
                  </a:lnTo>
                  <a:lnTo>
                    <a:pt x="639" y="1"/>
                  </a:lnTo>
                  <a:close/>
                </a:path>
              </a:pathLst>
            </a:custGeom>
            <a:solidFill>
              <a:srgbClr val="AEBFC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43" name="Google Shape;8743;p69"/>
            <p:cNvSpPr/>
            <p:nvPr/>
          </p:nvSpPr>
          <p:spPr>
            <a:xfrm>
              <a:off x="6614911" y="1516162"/>
              <a:ext cx="391810" cy="368484"/>
            </a:xfrm>
            <a:custGeom>
              <a:avLst/>
              <a:gdLst/>
              <a:ahLst/>
              <a:cxnLst/>
              <a:rect l="l" t="t" r="r" b="b"/>
              <a:pathLst>
                <a:path w="14966" h="14075" extrusionOk="0">
                  <a:moveTo>
                    <a:pt x="2946" y="7330"/>
                  </a:moveTo>
                  <a:lnTo>
                    <a:pt x="7072" y="11452"/>
                  </a:lnTo>
                  <a:lnTo>
                    <a:pt x="5732" y="12792"/>
                  </a:lnTo>
                  <a:cubicBezTo>
                    <a:pt x="5163" y="13361"/>
                    <a:pt x="4416" y="13646"/>
                    <a:pt x="3669" y="13646"/>
                  </a:cubicBezTo>
                  <a:cubicBezTo>
                    <a:pt x="2922" y="13646"/>
                    <a:pt x="2175" y="13361"/>
                    <a:pt x="1605" y="12792"/>
                  </a:cubicBezTo>
                  <a:cubicBezTo>
                    <a:pt x="467" y="11654"/>
                    <a:pt x="467" y="9804"/>
                    <a:pt x="1605" y="8665"/>
                  </a:cubicBezTo>
                  <a:lnTo>
                    <a:pt x="2946" y="7330"/>
                  </a:lnTo>
                  <a:close/>
                  <a:moveTo>
                    <a:pt x="3662" y="412"/>
                  </a:moveTo>
                  <a:cubicBezTo>
                    <a:pt x="4430" y="412"/>
                    <a:pt x="5165" y="715"/>
                    <a:pt x="5703" y="1258"/>
                  </a:cubicBezTo>
                  <a:lnTo>
                    <a:pt x="13140" y="8694"/>
                  </a:lnTo>
                  <a:cubicBezTo>
                    <a:pt x="14264" y="9823"/>
                    <a:pt x="14269" y="11649"/>
                    <a:pt x="13145" y="12782"/>
                  </a:cubicBezTo>
                  <a:lnTo>
                    <a:pt x="13106" y="12821"/>
                  </a:lnTo>
                  <a:cubicBezTo>
                    <a:pt x="12542" y="13383"/>
                    <a:pt x="11802" y="13664"/>
                    <a:pt x="11062" y="13664"/>
                  </a:cubicBezTo>
                  <a:cubicBezTo>
                    <a:pt x="10322" y="13664"/>
                    <a:pt x="9583" y="13383"/>
                    <a:pt x="9018" y="12821"/>
                  </a:cubicBezTo>
                  <a:lnTo>
                    <a:pt x="1581" y="5384"/>
                  </a:lnTo>
                  <a:cubicBezTo>
                    <a:pt x="452" y="4255"/>
                    <a:pt x="452" y="2425"/>
                    <a:pt x="1581" y="1296"/>
                  </a:cubicBezTo>
                  <a:cubicBezTo>
                    <a:pt x="2129" y="734"/>
                    <a:pt x="2879" y="417"/>
                    <a:pt x="3662" y="412"/>
                  </a:cubicBezTo>
                  <a:close/>
                  <a:moveTo>
                    <a:pt x="3663" y="0"/>
                  </a:moveTo>
                  <a:cubicBezTo>
                    <a:pt x="2818" y="0"/>
                    <a:pt x="1973" y="323"/>
                    <a:pt x="1327" y="969"/>
                  </a:cubicBezTo>
                  <a:lnTo>
                    <a:pt x="1288" y="1008"/>
                  </a:lnTo>
                  <a:cubicBezTo>
                    <a:pt x="1" y="2295"/>
                    <a:pt x="1" y="4385"/>
                    <a:pt x="1288" y="5677"/>
                  </a:cubicBezTo>
                  <a:lnTo>
                    <a:pt x="2653" y="7037"/>
                  </a:lnTo>
                  <a:lnTo>
                    <a:pt x="1317" y="8377"/>
                  </a:lnTo>
                  <a:cubicBezTo>
                    <a:pt x="15" y="9674"/>
                    <a:pt x="15" y="11783"/>
                    <a:pt x="1317" y="13085"/>
                  </a:cubicBezTo>
                  <a:cubicBezTo>
                    <a:pt x="1966" y="13734"/>
                    <a:pt x="2817" y="14058"/>
                    <a:pt x="3669" y="14058"/>
                  </a:cubicBezTo>
                  <a:cubicBezTo>
                    <a:pt x="4520" y="14058"/>
                    <a:pt x="5372" y="13734"/>
                    <a:pt x="6020" y="13085"/>
                  </a:cubicBezTo>
                  <a:lnTo>
                    <a:pt x="7361" y="11745"/>
                  </a:lnTo>
                  <a:lnTo>
                    <a:pt x="8725" y="13109"/>
                  </a:lnTo>
                  <a:cubicBezTo>
                    <a:pt x="9369" y="13753"/>
                    <a:pt x="10213" y="14075"/>
                    <a:pt x="11058" y="14075"/>
                  </a:cubicBezTo>
                  <a:cubicBezTo>
                    <a:pt x="11903" y="14075"/>
                    <a:pt x="12748" y="13753"/>
                    <a:pt x="13395" y="13109"/>
                  </a:cubicBezTo>
                  <a:lnTo>
                    <a:pt x="13433" y="13071"/>
                  </a:lnTo>
                  <a:cubicBezTo>
                    <a:pt x="14720" y="11783"/>
                    <a:pt x="14720" y="9693"/>
                    <a:pt x="13433" y="8401"/>
                  </a:cubicBezTo>
                  <a:lnTo>
                    <a:pt x="7654" y="2622"/>
                  </a:lnTo>
                  <a:lnTo>
                    <a:pt x="8999" y="1277"/>
                  </a:lnTo>
                  <a:cubicBezTo>
                    <a:pt x="9542" y="729"/>
                    <a:pt x="10286" y="422"/>
                    <a:pt x="11060" y="422"/>
                  </a:cubicBezTo>
                  <a:cubicBezTo>
                    <a:pt x="13635" y="422"/>
                    <a:pt x="14966" y="3559"/>
                    <a:pt x="13121" y="5403"/>
                  </a:cubicBezTo>
                  <a:lnTo>
                    <a:pt x="12203" y="6316"/>
                  </a:lnTo>
                  <a:cubicBezTo>
                    <a:pt x="12073" y="6446"/>
                    <a:pt x="12165" y="6672"/>
                    <a:pt x="12352" y="6672"/>
                  </a:cubicBezTo>
                  <a:cubicBezTo>
                    <a:pt x="12501" y="6672"/>
                    <a:pt x="12482" y="6600"/>
                    <a:pt x="13414" y="5697"/>
                  </a:cubicBezTo>
                  <a:cubicBezTo>
                    <a:pt x="14711" y="4395"/>
                    <a:pt x="14711" y="2286"/>
                    <a:pt x="13414" y="989"/>
                  </a:cubicBezTo>
                  <a:cubicBezTo>
                    <a:pt x="12763" y="338"/>
                    <a:pt x="11910" y="12"/>
                    <a:pt x="11058" y="12"/>
                  </a:cubicBezTo>
                  <a:cubicBezTo>
                    <a:pt x="10206" y="12"/>
                    <a:pt x="9354" y="338"/>
                    <a:pt x="8706" y="989"/>
                  </a:cubicBezTo>
                  <a:lnTo>
                    <a:pt x="7361" y="2334"/>
                  </a:lnTo>
                  <a:lnTo>
                    <a:pt x="5996" y="969"/>
                  </a:lnTo>
                  <a:cubicBezTo>
                    <a:pt x="5353" y="323"/>
                    <a:pt x="4508" y="0"/>
                    <a:pt x="3663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44" name="Google Shape;8744;p69"/>
            <p:cNvSpPr/>
            <p:nvPr/>
          </p:nvSpPr>
          <p:spPr>
            <a:xfrm>
              <a:off x="6725600" y="1618866"/>
              <a:ext cx="162892" cy="161897"/>
            </a:xfrm>
            <a:custGeom>
              <a:avLst/>
              <a:gdLst/>
              <a:ahLst/>
              <a:cxnLst/>
              <a:rect l="l" t="t" r="r" b="b"/>
              <a:pathLst>
                <a:path w="6222" h="6184" extrusionOk="0">
                  <a:moveTo>
                    <a:pt x="2669" y="1"/>
                  </a:moveTo>
                  <a:cubicBezTo>
                    <a:pt x="2616" y="1"/>
                    <a:pt x="2563" y="20"/>
                    <a:pt x="2523" y="58"/>
                  </a:cubicBezTo>
                  <a:lnTo>
                    <a:pt x="77" y="2504"/>
                  </a:lnTo>
                  <a:cubicBezTo>
                    <a:pt x="0" y="2585"/>
                    <a:pt x="0" y="2715"/>
                    <a:pt x="77" y="2797"/>
                  </a:cubicBezTo>
                  <a:lnTo>
                    <a:pt x="630" y="3349"/>
                  </a:lnTo>
                  <a:cubicBezTo>
                    <a:pt x="671" y="3388"/>
                    <a:pt x="723" y="3407"/>
                    <a:pt x="776" y="3407"/>
                  </a:cubicBezTo>
                  <a:cubicBezTo>
                    <a:pt x="829" y="3407"/>
                    <a:pt x="882" y="3388"/>
                    <a:pt x="923" y="3349"/>
                  </a:cubicBezTo>
                  <a:cubicBezTo>
                    <a:pt x="1000" y="3268"/>
                    <a:pt x="1000" y="3138"/>
                    <a:pt x="923" y="3056"/>
                  </a:cubicBezTo>
                  <a:lnTo>
                    <a:pt x="514" y="2653"/>
                  </a:lnTo>
                  <a:lnTo>
                    <a:pt x="2671" y="496"/>
                  </a:lnTo>
                  <a:lnTo>
                    <a:pt x="5703" y="3527"/>
                  </a:lnTo>
                  <a:lnTo>
                    <a:pt x="3546" y="5684"/>
                  </a:lnTo>
                  <a:lnTo>
                    <a:pt x="1615" y="3748"/>
                  </a:lnTo>
                  <a:cubicBezTo>
                    <a:pt x="1574" y="3710"/>
                    <a:pt x="1521" y="3690"/>
                    <a:pt x="1468" y="3690"/>
                  </a:cubicBezTo>
                  <a:cubicBezTo>
                    <a:pt x="1415" y="3690"/>
                    <a:pt x="1362" y="3710"/>
                    <a:pt x="1322" y="3748"/>
                  </a:cubicBezTo>
                  <a:cubicBezTo>
                    <a:pt x="1240" y="3830"/>
                    <a:pt x="1240" y="3959"/>
                    <a:pt x="1322" y="4041"/>
                  </a:cubicBezTo>
                  <a:lnTo>
                    <a:pt x="3402" y="6126"/>
                  </a:lnTo>
                  <a:cubicBezTo>
                    <a:pt x="3443" y="6164"/>
                    <a:pt x="3495" y="6184"/>
                    <a:pt x="3548" y="6184"/>
                  </a:cubicBezTo>
                  <a:cubicBezTo>
                    <a:pt x="3601" y="6184"/>
                    <a:pt x="3654" y="6164"/>
                    <a:pt x="3695" y="6126"/>
                  </a:cubicBezTo>
                  <a:lnTo>
                    <a:pt x="6140" y="3676"/>
                  </a:lnTo>
                  <a:cubicBezTo>
                    <a:pt x="6222" y="3594"/>
                    <a:pt x="6222" y="3465"/>
                    <a:pt x="6140" y="3388"/>
                  </a:cubicBezTo>
                  <a:lnTo>
                    <a:pt x="2816" y="58"/>
                  </a:lnTo>
                  <a:cubicBezTo>
                    <a:pt x="2775" y="20"/>
                    <a:pt x="2722" y="1"/>
                    <a:pt x="2669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45" name="Google Shape;8745;p69"/>
            <p:cNvSpPr/>
            <p:nvPr/>
          </p:nvSpPr>
          <p:spPr>
            <a:xfrm>
              <a:off x="6682481" y="1641642"/>
              <a:ext cx="19216" cy="14739"/>
            </a:xfrm>
            <a:custGeom>
              <a:avLst/>
              <a:gdLst/>
              <a:ahLst/>
              <a:cxnLst/>
              <a:rect l="l" t="t" r="r" b="b"/>
              <a:pathLst>
                <a:path w="734" h="563" extrusionOk="0">
                  <a:moveTo>
                    <a:pt x="300" y="0"/>
                  </a:moveTo>
                  <a:cubicBezTo>
                    <a:pt x="140" y="0"/>
                    <a:pt x="1" y="208"/>
                    <a:pt x="149" y="356"/>
                  </a:cubicBezTo>
                  <a:lnTo>
                    <a:pt x="293" y="500"/>
                  </a:lnTo>
                  <a:cubicBezTo>
                    <a:pt x="337" y="544"/>
                    <a:pt x="386" y="563"/>
                    <a:pt x="434" y="563"/>
                  </a:cubicBezTo>
                  <a:cubicBezTo>
                    <a:pt x="594" y="563"/>
                    <a:pt x="734" y="355"/>
                    <a:pt x="586" y="207"/>
                  </a:cubicBezTo>
                  <a:lnTo>
                    <a:pt x="442" y="63"/>
                  </a:lnTo>
                  <a:cubicBezTo>
                    <a:pt x="397" y="19"/>
                    <a:pt x="348" y="0"/>
                    <a:pt x="300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46" name="Google Shape;8746;p69"/>
            <p:cNvSpPr/>
            <p:nvPr/>
          </p:nvSpPr>
          <p:spPr>
            <a:xfrm>
              <a:off x="6678057" y="1604283"/>
              <a:ext cx="16886" cy="14608"/>
            </a:xfrm>
            <a:custGeom>
              <a:avLst/>
              <a:gdLst/>
              <a:ahLst/>
              <a:cxnLst/>
              <a:rect l="l" t="t" r="r" b="b"/>
              <a:pathLst>
                <a:path w="645" h="558" extrusionOk="0">
                  <a:moveTo>
                    <a:pt x="224" y="1"/>
                  </a:moveTo>
                  <a:cubicBezTo>
                    <a:pt x="171" y="1"/>
                    <a:pt x="118" y="20"/>
                    <a:pt x="77" y="58"/>
                  </a:cubicBezTo>
                  <a:cubicBezTo>
                    <a:pt x="1" y="140"/>
                    <a:pt x="1" y="270"/>
                    <a:pt x="77" y="351"/>
                  </a:cubicBezTo>
                  <a:cubicBezTo>
                    <a:pt x="193" y="447"/>
                    <a:pt x="236" y="558"/>
                    <a:pt x="370" y="558"/>
                  </a:cubicBezTo>
                  <a:cubicBezTo>
                    <a:pt x="553" y="553"/>
                    <a:pt x="644" y="332"/>
                    <a:pt x="515" y="202"/>
                  </a:cubicBezTo>
                  <a:lnTo>
                    <a:pt x="370" y="58"/>
                  </a:lnTo>
                  <a:cubicBezTo>
                    <a:pt x="330" y="20"/>
                    <a:pt x="277" y="1"/>
                    <a:pt x="224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47" name="Google Shape;8747;p69"/>
            <p:cNvSpPr/>
            <p:nvPr/>
          </p:nvSpPr>
          <p:spPr>
            <a:xfrm>
              <a:off x="6710756" y="1571454"/>
              <a:ext cx="17017" cy="14608"/>
            </a:xfrm>
            <a:custGeom>
              <a:avLst/>
              <a:gdLst/>
              <a:ahLst/>
              <a:cxnLst/>
              <a:rect l="l" t="t" r="r" b="b"/>
              <a:pathLst>
                <a:path w="650" h="558" extrusionOk="0">
                  <a:moveTo>
                    <a:pt x="229" y="1"/>
                  </a:moveTo>
                  <a:cubicBezTo>
                    <a:pt x="176" y="1"/>
                    <a:pt x="123" y="20"/>
                    <a:pt x="82" y="58"/>
                  </a:cubicBezTo>
                  <a:cubicBezTo>
                    <a:pt x="1" y="140"/>
                    <a:pt x="1" y="270"/>
                    <a:pt x="82" y="351"/>
                  </a:cubicBezTo>
                  <a:cubicBezTo>
                    <a:pt x="198" y="452"/>
                    <a:pt x="241" y="558"/>
                    <a:pt x="370" y="558"/>
                  </a:cubicBezTo>
                  <a:cubicBezTo>
                    <a:pt x="558" y="553"/>
                    <a:pt x="649" y="332"/>
                    <a:pt x="519" y="203"/>
                  </a:cubicBezTo>
                  <a:lnTo>
                    <a:pt x="375" y="58"/>
                  </a:lnTo>
                  <a:cubicBezTo>
                    <a:pt x="334" y="20"/>
                    <a:pt x="282" y="1"/>
                    <a:pt x="229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48" name="Google Shape;8748;p69"/>
            <p:cNvSpPr/>
            <p:nvPr/>
          </p:nvSpPr>
          <p:spPr>
            <a:xfrm>
              <a:off x="6714473" y="1609624"/>
              <a:ext cx="17567" cy="14713"/>
            </a:xfrm>
            <a:custGeom>
              <a:avLst/>
              <a:gdLst/>
              <a:ahLst/>
              <a:cxnLst/>
              <a:rect l="l" t="t" r="r" b="b"/>
              <a:pathLst>
                <a:path w="671" h="562" extrusionOk="0">
                  <a:moveTo>
                    <a:pt x="298" y="0"/>
                  </a:moveTo>
                  <a:cubicBezTo>
                    <a:pt x="138" y="0"/>
                    <a:pt x="1" y="208"/>
                    <a:pt x="152" y="359"/>
                  </a:cubicBezTo>
                  <a:cubicBezTo>
                    <a:pt x="267" y="455"/>
                    <a:pt x="310" y="560"/>
                    <a:pt x="440" y="560"/>
                  </a:cubicBezTo>
                  <a:cubicBezTo>
                    <a:pt x="445" y="561"/>
                    <a:pt x="450" y="561"/>
                    <a:pt x="454" y="561"/>
                  </a:cubicBezTo>
                  <a:cubicBezTo>
                    <a:pt x="506" y="561"/>
                    <a:pt x="553" y="538"/>
                    <a:pt x="584" y="503"/>
                  </a:cubicBezTo>
                  <a:cubicBezTo>
                    <a:pt x="670" y="421"/>
                    <a:pt x="670" y="287"/>
                    <a:pt x="589" y="205"/>
                  </a:cubicBezTo>
                  <a:lnTo>
                    <a:pt x="445" y="66"/>
                  </a:lnTo>
                  <a:cubicBezTo>
                    <a:pt x="399" y="20"/>
                    <a:pt x="347" y="0"/>
                    <a:pt x="298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49" name="Google Shape;8749;p69"/>
            <p:cNvSpPr/>
            <p:nvPr/>
          </p:nvSpPr>
          <p:spPr>
            <a:xfrm>
              <a:off x="6748350" y="1577632"/>
              <a:ext cx="17017" cy="14478"/>
            </a:xfrm>
            <a:custGeom>
              <a:avLst/>
              <a:gdLst/>
              <a:ahLst/>
              <a:cxnLst/>
              <a:rect l="l" t="t" r="r" b="b"/>
              <a:pathLst>
                <a:path w="650" h="553" extrusionOk="0">
                  <a:moveTo>
                    <a:pt x="229" y="0"/>
                  </a:moveTo>
                  <a:cubicBezTo>
                    <a:pt x="176" y="0"/>
                    <a:pt x="123" y="19"/>
                    <a:pt x="83" y="58"/>
                  </a:cubicBezTo>
                  <a:cubicBezTo>
                    <a:pt x="1" y="139"/>
                    <a:pt x="1" y="269"/>
                    <a:pt x="83" y="351"/>
                  </a:cubicBezTo>
                  <a:cubicBezTo>
                    <a:pt x="198" y="452"/>
                    <a:pt x="241" y="553"/>
                    <a:pt x="376" y="553"/>
                  </a:cubicBezTo>
                  <a:cubicBezTo>
                    <a:pt x="558" y="553"/>
                    <a:pt x="650" y="332"/>
                    <a:pt x="520" y="202"/>
                  </a:cubicBezTo>
                  <a:lnTo>
                    <a:pt x="376" y="58"/>
                  </a:lnTo>
                  <a:cubicBezTo>
                    <a:pt x="335" y="19"/>
                    <a:pt x="282" y="0"/>
                    <a:pt x="229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50" name="Google Shape;8750;p69"/>
            <p:cNvSpPr/>
            <p:nvPr/>
          </p:nvSpPr>
          <p:spPr>
            <a:xfrm>
              <a:off x="6849405" y="1808540"/>
              <a:ext cx="17462" cy="14608"/>
            </a:xfrm>
            <a:custGeom>
              <a:avLst/>
              <a:gdLst/>
              <a:ahLst/>
              <a:cxnLst/>
              <a:rect l="l" t="t" r="r" b="b"/>
              <a:pathLst>
                <a:path w="667" h="558" extrusionOk="0">
                  <a:moveTo>
                    <a:pt x="301" y="0"/>
                  </a:moveTo>
                  <a:cubicBezTo>
                    <a:pt x="140" y="0"/>
                    <a:pt x="1" y="208"/>
                    <a:pt x="152" y="356"/>
                  </a:cubicBezTo>
                  <a:lnTo>
                    <a:pt x="292" y="500"/>
                  </a:lnTo>
                  <a:cubicBezTo>
                    <a:pt x="333" y="538"/>
                    <a:pt x="385" y="558"/>
                    <a:pt x="438" y="558"/>
                  </a:cubicBezTo>
                  <a:cubicBezTo>
                    <a:pt x="491" y="558"/>
                    <a:pt x="544" y="538"/>
                    <a:pt x="585" y="500"/>
                  </a:cubicBezTo>
                  <a:cubicBezTo>
                    <a:pt x="666" y="418"/>
                    <a:pt x="666" y="289"/>
                    <a:pt x="585" y="207"/>
                  </a:cubicBezTo>
                  <a:lnTo>
                    <a:pt x="445" y="63"/>
                  </a:lnTo>
                  <a:cubicBezTo>
                    <a:pt x="400" y="19"/>
                    <a:pt x="350" y="0"/>
                    <a:pt x="301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51" name="Google Shape;8751;p69"/>
            <p:cNvSpPr/>
            <p:nvPr/>
          </p:nvSpPr>
          <p:spPr>
            <a:xfrm>
              <a:off x="6886895" y="1814823"/>
              <a:ext cx="19268" cy="14739"/>
            </a:xfrm>
            <a:custGeom>
              <a:avLst/>
              <a:gdLst/>
              <a:ahLst/>
              <a:cxnLst/>
              <a:rect l="l" t="t" r="r" b="b"/>
              <a:pathLst>
                <a:path w="736" h="563" extrusionOk="0">
                  <a:moveTo>
                    <a:pt x="301" y="0"/>
                  </a:moveTo>
                  <a:cubicBezTo>
                    <a:pt x="139" y="0"/>
                    <a:pt x="0" y="208"/>
                    <a:pt x="152" y="356"/>
                  </a:cubicBezTo>
                  <a:lnTo>
                    <a:pt x="291" y="500"/>
                  </a:lnTo>
                  <a:cubicBezTo>
                    <a:pt x="337" y="544"/>
                    <a:pt x="387" y="563"/>
                    <a:pt x="435" y="563"/>
                  </a:cubicBezTo>
                  <a:cubicBezTo>
                    <a:pt x="597" y="563"/>
                    <a:pt x="736" y="355"/>
                    <a:pt x="584" y="207"/>
                  </a:cubicBezTo>
                  <a:lnTo>
                    <a:pt x="445" y="63"/>
                  </a:lnTo>
                  <a:cubicBezTo>
                    <a:pt x="400" y="19"/>
                    <a:pt x="349" y="0"/>
                    <a:pt x="301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52" name="Google Shape;8752;p69"/>
            <p:cNvSpPr/>
            <p:nvPr/>
          </p:nvSpPr>
          <p:spPr>
            <a:xfrm>
              <a:off x="6919725" y="1781993"/>
              <a:ext cx="17436" cy="14608"/>
            </a:xfrm>
            <a:custGeom>
              <a:avLst/>
              <a:gdLst/>
              <a:ahLst/>
              <a:cxnLst/>
              <a:rect l="l" t="t" r="r" b="b"/>
              <a:pathLst>
                <a:path w="666" h="558" extrusionOk="0">
                  <a:moveTo>
                    <a:pt x="301" y="0"/>
                  </a:moveTo>
                  <a:cubicBezTo>
                    <a:pt x="139" y="0"/>
                    <a:pt x="0" y="208"/>
                    <a:pt x="152" y="356"/>
                  </a:cubicBezTo>
                  <a:lnTo>
                    <a:pt x="296" y="500"/>
                  </a:lnTo>
                  <a:cubicBezTo>
                    <a:pt x="337" y="539"/>
                    <a:pt x="390" y="558"/>
                    <a:pt x="442" y="558"/>
                  </a:cubicBezTo>
                  <a:cubicBezTo>
                    <a:pt x="495" y="558"/>
                    <a:pt x="548" y="539"/>
                    <a:pt x="589" y="500"/>
                  </a:cubicBezTo>
                  <a:cubicBezTo>
                    <a:pt x="666" y="419"/>
                    <a:pt x="666" y="289"/>
                    <a:pt x="589" y="207"/>
                  </a:cubicBezTo>
                  <a:lnTo>
                    <a:pt x="445" y="63"/>
                  </a:lnTo>
                  <a:cubicBezTo>
                    <a:pt x="400" y="19"/>
                    <a:pt x="349" y="0"/>
                    <a:pt x="301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53" name="Google Shape;8753;p69"/>
            <p:cNvSpPr/>
            <p:nvPr/>
          </p:nvSpPr>
          <p:spPr>
            <a:xfrm>
              <a:off x="6881476" y="1776522"/>
              <a:ext cx="18719" cy="14818"/>
            </a:xfrm>
            <a:custGeom>
              <a:avLst/>
              <a:gdLst/>
              <a:ahLst/>
              <a:cxnLst/>
              <a:rect l="l" t="t" r="r" b="b"/>
              <a:pathLst>
                <a:path w="715" h="566" extrusionOk="0">
                  <a:moveTo>
                    <a:pt x="297" y="0"/>
                  </a:moveTo>
                  <a:cubicBezTo>
                    <a:pt x="138" y="0"/>
                    <a:pt x="0" y="208"/>
                    <a:pt x="148" y="359"/>
                  </a:cubicBezTo>
                  <a:cubicBezTo>
                    <a:pt x="263" y="459"/>
                    <a:pt x="306" y="565"/>
                    <a:pt x="441" y="565"/>
                  </a:cubicBezTo>
                  <a:cubicBezTo>
                    <a:pt x="623" y="560"/>
                    <a:pt x="714" y="339"/>
                    <a:pt x="585" y="210"/>
                  </a:cubicBezTo>
                  <a:lnTo>
                    <a:pt x="441" y="66"/>
                  </a:lnTo>
                  <a:cubicBezTo>
                    <a:pt x="396" y="20"/>
                    <a:pt x="345" y="0"/>
                    <a:pt x="297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54" name="Google Shape;8754;p69"/>
            <p:cNvSpPr/>
            <p:nvPr/>
          </p:nvSpPr>
          <p:spPr>
            <a:xfrm>
              <a:off x="6913520" y="1744504"/>
              <a:ext cx="18745" cy="14766"/>
            </a:xfrm>
            <a:custGeom>
              <a:avLst/>
              <a:gdLst/>
              <a:ahLst/>
              <a:cxnLst/>
              <a:rect l="l" t="t" r="r" b="b"/>
              <a:pathLst>
                <a:path w="716" h="564" extrusionOk="0">
                  <a:moveTo>
                    <a:pt x="300" y="1"/>
                  </a:moveTo>
                  <a:cubicBezTo>
                    <a:pt x="140" y="1"/>
                    <a:pt x="1" y="209"/>
                    <a:pt x="149" y="357"/>
                  </a:cubicBezTo>
                  <a:cubicBezTo>
                    <a:pt x="264" y="457"/>
                    <a:pt x="307" y="563"/>
                    <a:pt x="442" y="563"/>
                  </a:cubicBezTo>
                  <a:cubicBezTo>
                    <a:pt x="624" y="563"/>
                    <a:pt x="716" y="337"/>
                    <a:pt x="586" y="208"/>
                  </a:cubicBezTo>
                  <a:lnTo>
                    <a:pt x="442" y="64"/>
                  </a:lnTo>
                  <a:cubicBezTo>
                    <a:pt x="397" y="19"/>
                    <a:pt x="348" y="1"/>
                    <a:pt x="300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755" name="Google Shape;8755;p69"/>
          <p:cNvGrpSpPr/>
          <p:nvPr/>
        </p:nvGrpSpPr>
        <p:grpSpPr>
          <a:xfrm>
            <a:off x="4366930" y="3162952"/>
            <a:ext cx="173299" cy="276304"/>
            <a:chOff x="5822573" y="3360019"/>
            <a:chExt cx="231065" cy="368405"/>
          </a:xfrm>
        </p:grpSpPr>
        <p:sp>
          <p:nvSpPr>
            <p:cNvPr id="8756" name="Google Shape;8756;p69"/>
            <p:cNvSpPr/>
            <p:nvPr/>
          </p:nvSpPr>
          <p:spPr>
            <a:xfrm>
              <a:off x="5828987" y="3458377"/>
              <a:ext cx="218106" cy="263004"/>
            </a:xfrm>
            <a:custGeom>
              <a:avLst/>
              <a:gdLst/>
              <a:ahLst/>
              <a:cxnLst/>
              <a:rect l="l" t="t" r="r" b="b"/>
              <a:pathLst>
                <a:path w="8331" h="10046" extrusionOk="0">
                  <a:moveTo>
                    <a:pt x="865" y="0"/>
                  </a:moveTo>
                  <a:cubicBezTo>
                    <a:pt x="389" y="0"/>
                    <a:pt x="0" y="390"/>
                    <a:pt x="0" y="865"/>
                  </a:cubicBezTo>
                  <a:lnTo>
                    <a:pt x="0" y="9181"/>
                  </a:lnTo>
                  <a:cubicBezTo>
                    <a:pt x="0" y="9656"/>
                    <a:pt x="389" y="10046"/>
                    <a:pt x="865" y="10046"/>
                  </a:cubicBezTo>
                  <a:lnTo>
                    <a:pt x="7466" y="10046"/>
                  </a:lnTo>
                  <a:cubicBezTo>
                    <a:pt x="7946" y="10046"/>
                    <a:pt x="8331" y="9656"/>
                    <a:pt x="8331" y="9176"/>
                  </a:cubicBezTo>
                  <a:lnTo>
                    <a:pt x="8331" y="865"/>
                  </a:lnTo>
                  <a:cubicBezTo>
                    <a:pt x="8331" y="390"/>
                    <a:pt x="7941" y="0"/>
                    <a:pt x="7466" y="0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57" name="Google Shape;8757;p69"/>
            <p:cNvSpPr/>
            <p:nvPr/>
          </p:nvSpPr>
          <p:spPr>
            <a:xfrm>
              <a:off x="5987586" y="3458377"/>
              <a:ext cx="59507" cy="263004"/>
            </a:xfrm>
            <a:custGeom>
              <a:avLst/>
              <a:gdLst/>
              <a:ahLst/>
              <a:cxnLst/>
              <a:rect l="l" t="t" r="r" b="b"/>
              <a:pathLst>
                <a:path w="2273" h="10046" extrusionOk="0">
                  <a:moveTo>
                    <a:pt x="0" y="0"/>
                  </a:moveTo>
                  <a:cubicBezTo>
                    <a:pt x="476" y="0"/>
                    <a:pt x="865" y="390"/>
                    <a:pt x="865" y="865"/>
                  </a:cubicBezTo>
                  <a:lnTo>
                    <a:pt x="865" y="9176"/>
                  </a:lnTo>
                  <a:cubicBezTo>
                    <a:pt x="865" y="9656"/>
                    <a:pt x="476" y="10046"/>
                    <a:pt x="0" y="10046"/>
                  </a:cubicBezTo>
                  <a:lnTo>
                    <a:pt x="1408" y="10046"/>
                  </a:lnTo>
                  <a:cubicBezTo>
                    <a:pt x="1883" y="10046"/>
                    <a:pt x="2273" y="9656"/>
                    <a:pt x="2273" y="9176"/>
                  </a:cubicBezTo>
                  <a:lnTo>
                    <a:pt x="2273" y="865"/>
                  </a:lnTo>
                  <a:cubicBezTo>
                    <a:pt x="2273" y="390"/>
                    <a:pt x="1883" y="0"/>
                    <a:pt x="1408" y="0"/>
                  </a:cubicBezTo>
                  <a:close/>
                </a:path>
              </a:pathLst>
            </a:custGeom>
            <a:solidFill>
              <a:srgbClr val="5A6E8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58" name="Google Shape;8758;p69"/>
            <p:cNvSpPr/>
            <p:nvPr/>
          </p:nvSpPr>
          <p:spPr>
            <a:xfrm>
              <a:off x="5878415" y="3434868"/>
              <a:ext cx="119512" cy="23667"/>
            </a:xfrm>
            <a:custGeom>
              <a:avLst/>
              <a:gdLst/>
              <a:ahLst/>
              <a:cxnLst/>
              <a:rect l="l" t="t" r="r" b="b"/>
              <a:pathLst>
                <a:path w="4565" h="904" extrusionOk="0">
                  <a:moveTo>
                    <a:pt x="0" y="0"/>
                  </a:moveTo>
                  <a:lnTo>
                    <a:pt x="0" y="903"/>
                  </a:lnTo>
                  <a:lnTo>
                    <a:pt x="4564" y="903"/>
                  </a:lnTo>
                  <a:lnTo>
                    <a:pt x="4564" y="0"/>
                  </a:lnTo>
                  <a:close/>
                </a:path>
              </a:pathLst>
            </a:custGeom>
            <a:solidFill>
              <a:srgbClr val="51667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59" name="Google Shape;8759;p69"/>
            <p:cNvSpPr/>
            <p:nvPr/>
          </p:nvSpPr>
          <p:spPr>
            <a:xfrm>
              <a:off x="5878415" y="3434868"/>
              <a:ext cx="119512" cy="23667"/>
            </a:xfrm>
            <a:custGeom>
              <a:avLst/>
              <a:gdLst/>
              <a:ahLst/>
              <a:cxnLst/>
              <a:rect l="l" t="t" r="r" b="b"/>
              <a:pathLst>
                <a:path w="4565" h="904" extrusionOk="0">
                  <a:moveTo>
                    <a:pt x="0" y="0"/>
                  </a:moveTo>
                  <a:lnTo>
                    <a:pt x="0" y="903"/>
                  </a:lnTo>
                  <a:lnTo>
                    <a:pt x="4564" y="903"/>
                  </a:lnTo>
                  <a:lnTo>
                    <a:pt x="4564" y="0"/>
                  </a:lnTo>
                  <a:close/>
                </a:path>
              </a:pathLst>
            </a:custGeom>
            <a:solidFill>
              <a:srgbClr val="51667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60" name="Google Shape;8760;p69"/>
            <p:cNvSpPr/>
            <p:nvPr/>
          </p:nvSpPr>
          <p:spPr>
            <a:xfrm>
              <a:off x="5961798" y="3434868"/>
              <a:ext cx="35997" cy="23667"/>
            </a:xfrm>
            <a:custGeom>
              <a:avLst/>
              <a:gdLst/>
              <a:ahLst/>
              <a:cxnLst/>
              <a:rect l="l" t="t" r="r" b="b"/>
              <a:pathLst>
                <a:path w="1375" h="904" extrusionOk="0">
                  <a:moveTo>
                    <a:pt x="0" y="0"/>
                  </a:moveTo>
                  <a:lnTo>
                    <a:pt x="0" y="903"/>
                  </a:lnTo>
                  <a:lnTo>
                    <a:pt x="1374" y="903"/>
                  </a:lnTo>
                  <a:lnTo>
                    <a:pt x="1374" y="0"/>
                  </a:lnTo>
                  <a:close/>
                </a:path>
              </a:pathLst>
            </a:custGeom>
            <a:solidFill>
              <a:srgbClr val="364F6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61" name="Google Shape;8761;p69"/>
            <p:cNvSpPr/>
            <p:nvPr/>
          </p:nvSpPr>
          <p:spPr>
            <a:xfrm>
              <a:off x="5853518" y="3367192"/>
              <a:ext cx="169175" cy="67571"/>
            </a:xfrm>
            <a:custGeom>
              <a:avLst/>
              <a:gdLst/>
              <a:ahLst/>
              <a:cxnLst/>
              <a:rect l="l" t="t" r="r" b="b"/>
              <a:pathLst>
                <a:path w="6462" h="2581" extrusionOk="0">
                  <a:moveTo>
                    <a:pt x="0" y="1"/>
                  </a:moveTo>
                  <a:lnTo>
                    <a:pt x="0" y="2580"/>
                  </a:lnTo>
                  <a:lnTo>
                    <a:pt x="6462" y="2580"/>
                  </a:lnTo>
                  <a:lnTo>
                    <a:pt x="6462" y="1"/>
                  </a:ln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62" name="Google Shape;8762;p69"/>
            <p:cNvSpPr/>
            <p:nvPr/>
          </p:nvSpPr>
          <p:spPr>
            <a:xfrm>
              <a:off x="5979391" y="3367192"/>
              <a:ext cx="43171" cy="67571"/>
            </a:xfrm>
            <a:custGeom>
              <a:avLst/>
              <a:gdLst/>
              <a:ahLst/>
              <a:cxnLst/>
              <a:rect l="l" t="t" r="r" b="b"/>
              <a:pathLst>
                <a:path w="1649" h="2581" extrusionOk="0">
                  <a:moveTo>
                    <a:pt x="1" y="1"/>
                  </a:moveTo>
                  <a:lnTo>
                    <a:pt x="1" y="2580"/>
                  </a:lnTo>
                  <a:lnTo>
                    <a:pt x="1649" y="2580"/>
                  </a:lnTo>
                  <a:lnTo>
                    <a:pt x="1649" y="1"/>
                  </a:lnTo>
                  <a:close/>
                </a:path>
              </a:pathLst>
            </a:custGeom>
            <a:solidFill>
              <a:srgbClr val="5A6E8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63" name="Google Shape;8763;p69"/>
            <p:cNvSpPr/>
            <p:nvPr/>
          </p:nvSpPr>
          <p:spPr>
            <a:xfrm>
              <a:off x="5863309" y="3497621"/>
              <a:ext cx="149462" cy="184517"/>
            </a:xfrm>
            <a:custGeom>
              <a:avLst/>
              <a:gdLst/>
              <a:ahLst/>
              <a:cxnLst/>
              <a:rect l="l" t="t" r="r" b="b"/>
              <a:pathLst>
                <a:path w="5709" h="7048" extrusionOk="0">
                  <a:moveTo>
                    <a:pt x="1" y="0"/>
                  </a:moveTo>
                  <a:lnTo>
                    <a:pt x="1" y="7048"/>
                  </a:lnTo>
                  <a:lnTo>
                    <a:pt x="5708" y="7048"/>
                  </a:lnTo>
                  <a:lnTo>
                    <a:pt x="5708" y="0"/>
                  </a:lnTo>
                  <a:close/>
                </a:path>
              </a:pathLst>
            </a:custGeom>
            <a:solidFill>
              <a:srgbClr val="F2F5F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64" name="Google Shape;8764;p69"/>
            <p:cNvSpPr/>
            <p:nvPr/>
          </p:nvSpPr>
          <p:spPr>
            <a:xfrm>
              <a:off x="5969469" y="3497621"/>
              <a:ext cx="43302" cy="184517"/>
            </a:xfrm>
            <a:custGeom>
              <a:avLst/>
              <a:gdLst/>
              <a:ahLst/>
              <a:cxnLst/>
              <a:rect l="l" t="t" r="r" b="b"/>
              <a:pathLst>
                <a:path w="1654" h="7048" extrusionOk="0">
                  <a:moveTo>
                    <a:pt x="0" y="0"/>
                  </a:moveTo>
                  <a:lnTo>
                    <a:pt x="0" y="7048"/>
                  </a:lnTo>
                  <a:lnTo>
                    <a:pt x="1653" y="7048"/>
                  </a:lnTo>
                  <a:lnTo>
                    <a:pt x="1653" y="0"/>
                  </a:lnTo>
                  <a:close/>
                </a:path>
              </a:pathLst>
            </a:custGeom>
            <a:solidFill>
              <a:srgbClr val="A5B1B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65" name="Google Shape;8765;p69"/>
            <p:cNvSpPr/>
            <p:nvPr/>
          </p:nvSpPr>
          <p:spPr>
            <a:xfrm>
              <a:off x="5883075" y="3538855"/>
              <a:ext cx="105924" cy="101919"/>
            </a:xfrm>
            <a:custGeom>
              <a:avLst/>
              <a:gdLst/>
              <a:ahLst/>
              <a:cxnLst/>
              <a:rect l="l" t="t" r="r" b="b"/>
              <a:pathLst>
                <a:path w="4046" h="3893" extrusionOk="0">
                  <a:moveTo>
                    <a:pt x="2099" y="1"/>
                  </a:moveTo>
                  <a:cubicBezTo>
                    <a:pt x="1312" y="1"/>
                    <a:pt x="605" y="477"/>
                    <a:pt x="303" y="1202"/>
                  </a:cubicBezTo>
                  <a:cubicBezTo>
                    <a:pt x="0" y="1932"/>
                    <a:pt x="168" y="2768"/>
                    <a:pt x="725" y="3325"/>
                  </a:cubicBezTo>
                  <a:cubicBezTo>
                    <a:pt x="1098" y="3695"/>
                    <a:pt x="1595" y="3892"/>
                    <a:pt x="2100" y="3892"/>
                  </a:cubicBezTo>
                  <a:cubicBezTo>
                    <a:pt x="2351" y="3892"/>
                    <a:pt x="2604" y="3844"/>
                    <a:pt x="2844" y="3743"/>
                  </a:cubicBezTo>
                  <a:cubicBezTo>
                    <a:pt x="3569" y="3445"/>
                    <a:pt x="4045" y="2734"/>
                    <a:pt x="4045" y="1947"/>
                  </a:cubicBezTo>
                  <a:cubicBezTo>
                    <a:pt x="4045" y="875"/>
                    <a:pt x="3176" y="1"/>
                    <a:pt x="2099" y="1"/>
                  </a:cubicBezTo>
                  <a:close/>
                </a:path>
              </a:pathLst>
            </a:custGeom>
            <a:solidFill>
              <a:srgbClr val="8195A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66" name="Google Shape;8766;p69"/>
            <p:cNvSpPr/>
            <p:nvPr/>
          </p:nvSpPr>
          <p:spPr>
            <a:xfrm>
              <a:off x="5893757" y="3545530"/>
              <a:ext cx="104170" cy="95295"/>
            </a:xfrm>
            <a:custGeom>
              <a:avLst/>
              <a:gdLst/>
              <a:ahLst/>
              <a:cxnLst/>
              <a:rect l="l" t="t" r="r" b="b"/>
              <a:pathLst>
                <a:path w="3979" h="3640" extrusionOk="0">
                  <a:moveTo>
                    <a:pt x="2652" y="1"/>
                  </a:moveTo>
                  <a:lnTo>
                    <a:pt x="2652" y="1"/>
                  </a:lnTo>
                  <a:cubicBezTo>
                    <a:pt x="3085" y="760"/>
                    <a:pt x="2950" y="1716"/>
                    <a:pt x="2335" y="2331"/>
                  </a:cubicBezTo>
                  <a:cubicBezTo>
                    <a:pt x="1959" y="2707"/>
                    <a:pt x="1461" y="2902"/>
                    <a:pt x="956" y="2902"/>
                  </a:cubicBezTo>
                  <a:cubicBezTo>
                    <a:pt x="630" y="2902"/>
                    <a:pt x="301" y="2820"/>
                    <a:pt x="0" y="2652"/>
                  </a:cubicBezTo>
                  <a:lnTo>
                    <a:pt x="0" y="2652"/>
                  </a:lnTo>
                  <a:cubicBezTo>
                    <a:pt x="366" y="3298"/>
                    <a:pt x="1028" y="3640"/>
                    <a:pt x="1698" y="3640"/>
                  </a:cubicBezTo>
                  <a:cubicBezTo>
                    <a:pt x="2190" y="3640"/>
                    <a:pt x="2686" y="3455"/>
                    <a:pt x="3070" y="3070"/>
                  </a:cubicBezTo>
                  <a:cubicBezTo>
                    <a:pt x="3978" y="2158"/>
                    <a:pt x="3772" y="630"/>
                    <a:pt x="2652" y="1"/>
                  </a:cubicBezTo>
                  <a:close/>
                </a:path>
              </a:pathLst>
            </a:custGeom>
            <a:solidFill>
              <a:srgbClr val="6E869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67" name="Google Shape;8767;p69"/>
            <p:cNvSpPr/>
            <p:nvPr/>
          </p:nvSpPr>
          <p:spPr>
            <a:xfrm>
              <a:off x="5822573" y="3360019"/>
              <a:ext cx="231065" cy="368405"/>
            </a:xfrm>
            <a:custGeom>
              <a:avLst/>
              <a:gdLst/>
              <a:ahLst/>
              <a:cxnLst/>
              <a:rect l="l" t="t" r="r" b="b"/>
              <a:pathLst>
                <a:path w="8826" h="14072" extrusionOk="0">
                  <a:moveTo>
                    <a:pt x="2542" y="414"/>
                  </a:moveTo>
                  <a:lnTo>
                    <a:pt x="2542" y="2609"/>
                  </a:lnTo>
                  <a:lnTo>
                    <a:pt x="1355" y="2609"/>
                  </a:lnTo>
                  <a:lnTo>
                    <a:pt x="1355" y="414"/>
                  </a:lnTo>
                  <a:close/>
                  <a:moveTo>
                    <a:pt x="4209" y="414"/>
                  </a:moveTo>
                  <a:lnTo>
                    <a:pt x="4209" y="2609"/>
                  </a:lnTo>
                  <a:lnTo>
                    <a:pt x="2950" y="2609"/>
                  </a:lnTo>
                  <a:lnTo>
                    <a:pt x="2950" y="414"/>
                  </a:lnTo>
                  <a:close/>
                  <a:moveTo>
                    <a:pt x="5871" y="414"/>
                  </a:moveTo>
                  <a:lnTo>
                    <a:pt x="5871" y="2609"/>
                  </a:lnTo>
                  <a:lnTo>
                    <a:pt x="4617" y="2609"/>
                  </a:lnTo>
                  <a:lnTo>
                    <a:pt x="4617" y="414"/>
                  </a:lnTo>
                  <a:close/>
                  <a:moveTo>
                    <a:pt x="6510" y="3027"/>
                  </a:moveTo>
                  <a:lnTo>
                    <a:pt x="6510" y="3517"/>
                  </a:lnTo>
                  <a:lnTo>
                    <a:pt x="2316" y="3517"/>
                  </a:lnTo>
                  <a:lnTo>
                    <a:pt x="2316" y="3027"/>
                  </a:lnTo>
                  <a:close/>
                  <a:moveTo>
                    <a:pt x="7754" y="3930"/>
                  </a:moveTo>
                  <a:cubicBezTo>
                    <a:pt x="8119" y="3930"/>
                    <a:pt x="8417" y="4228"/>
                    <a:pt x="8417" y="4589"/>
                  </a:cubicBezTo>
                  <a:lnTo>
                    <a:pt x="8412" y="13005"/>
                  </a:lnTo>
                  <a:cubicBezTo>
                    <a:pt x="8412" y="13370"/>
                    <a:pt x="8114" y="13668"/>
                    <a:pt x="7754" y="13668"/>
                  </a:cubicBezTo>
                  <a:lnTo>
                    <a:pt x="1072" y="13668"/>
                  </a:lnTo>
                  <a:cubicBezTo>
                    <a:pt x="707" y="13668"/>
                    <a:pt x="413" y="13370"/>
                    <a:pt x="413" y="13005"/>
                  </a:cubicBezTo>
                  <a:lnTo>
                    <a:pt x="413" y="4589"/>
                  </a:lnTo>
                  <a:cubicBezTo>
                    <a:pt x="413" y="4228"/>
                    <a:pt x="707" y="3930"/>
                    <a:pt x="1072" y="3930"/>
                  </a:cubicBezTo>
                  <a:close/>
                  <a:moveTo>
                    <a:pt x="1148" y="1"/>
                  </a:moveTo>
                  <a:cubicBezTo>
                    <a:pt x="1033" y="1"/>
                    <a:pt x="942" y="92"/>
                    <a:pt x="942" y="207"/>
                  </a:cubicBezTo>
                  <a:lnTo>
                    <a:pt x="942" y="2816"/>
                  </a:lnTo>
                  <a:cubicBezTo>
                    <a:pt x="942" y="2931"/>
                    <a:pt x="1033" y="3022"/>
                    <a:pt x="1148" y="3022"/>
                  </a:cubicBezTo>
                  <a:lnTo>
                    <a:pt x="1903" y="3022"/>
                  </a:lnTo>
                  <a:lnTo>
                    <a:pt x="1903" y="3517"/>
                  </a:lnTo>
                  <a:lnTo>
                    <a:pt x="1072" y="3517"/>
                  </a:lnTo>
                  <a:cubicBezTo>
                    <a:pt x="481" y="3517"/>
                    <a:pt x="5" y="3998"/>
                    <a:pt x="0" y="4589"/>
                  </a:cubicBezTo>
                  <a:lnTo>
                    <a:pt x="0" y="13000"/>
                  </a:lnTo>
                  <a:cubicBezTo>
                    <a:pt x="5" y="13591"/>
                    <a:pt x="481" y="14072"/>
                    <a:pt x="1072" y="14072"/>
                  </a:cubicBezTo>
                  <a:lnTo>
                    <a:pt x="7754" y="14072"/>
                  </a:lnTo>
                  <a:cubicBezTo>
                    <a:pt x="8345" y="14072"/>
                    <a:pt x="8825" y="13591"/>
                    <a:pt x="8825" y="13000"/>
                  </a:cubicBezTo>
                  <a:lnTo>
                    <a:pt x="8825" y="4589"/>
                  </a:lnTo>
                  <a:cubicBezTo>
                    <a:pt x="8825" y="3998"/>
                    <a:pt x="8345" y="3517"/>
                    <a:pt x="7754" y="3517"/>
                  </a:cubicBezTo>
                  <a:lnTo>
                    <a:pt x="6923" y="3517"/>
                  </a:lnTo>
                  <a:lnTo>
                    <a:pt x="6923" y="3022"/>
                  </a:lnTo>
                  <a:lnTo>
                    <a:pt x="7677" y="3022"/>
                  </a:lnTo>
                  <a:cubicBezTo>
                    <a:pt x="7788" y="3022"/>
                    <a:pt x="7879" y="2931"/>
                    <a:pt x="7879" y="2821"/>
                  </a:cubicBezTo>
                  <a:lnTo>
                    <a:pt x="7879" y="1514"/>
                  </a:lnTo>
                  <a:cubicBezTo>
                    <a:pt x="7879" y="1377"/>
                    <a:pt x="7777" y="1309"/>
                    <a:pt x="7675" y="1309"/>
                  </a:cubicBezTo>
                  <a:cubicBezTo>
                    <a:pt x="7573" y="1309"/>
                    <a:pt x="7471" y="1377"/>
                    <a:pt x="7471" y="1514"/>
                  </a:cubicBezTo>
                  <a:lnTo>
                    <a:pt x="7471" y="2609"/>
                  </a:lnTo>
                  <a:lnTo>
                    <a:pt x="6289" y="2609"/>
                  </a:lnTo>
                  <a:lnTo>
                    <a:pt x="6289" y="414"/>
                  </a:lnTo>
                  <a:lnTo>
                    <a:pt x="7471" y="414"/>
                  </a:lnTo>
                  <a:lnTo>
                    <a:pt x="7471" y="659"/>
                  </a:lnTo>
                  <a:cubicBezTo>
                    <a:pt x="7471" y="796"/>
                    <a:pt x="7573" y="864"/>
                    <a:pt x="7675" y="864"/>
                  </a:cubicBezTo>
                  <a:cubicBezTo>
                    <a:pt x="7777" y="864"/>
                    <a:pt x="7879" y="796"/>
                    <a:pt x="7879" y="659"/>
                  </a:cubicBezTo>
                  <a:lnTo>
                    <a:pt x="7879" y="207"/>
                  </a:lnTo>
                  <a:cubicBezTo>
                    <a:pt x="7879" y="92"/>
                    <a:pt x="7788" y="1"/>
                    <a:pt x="7677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68" name="Google Shape;8768;p69"/>
            <p:cNvSpPr/>
            <p:nvPr/>
          </p:nvSpPr>
          <p:spPr>
            <a:xfrm>
              <a:off x="5907213" y="3561422"/>
              <a:ext cx="61523" cy="57832"/>
            </a:xfrm>
            <a:custGeom>
              <a:avLst/>
              <a:gdLst/>
              <a:ahLst/>
              <a:cxnLst/>
              <a:rect l="l" t="t" r="r" b="b"/>
              <a:pathLst>
                <a:path w="2350" h="2209" extrusionOk="0">
                  <a:moveTo>
                    <a:pt x="1175" y="0"/>
                  </a:moveTo>
                  <a:cubicBezTo>
                    <a:pt x="1073" y="0"/>
                    <a:pt x="971" y="69"/>
                    <a:pt x="971" y="205"/>
                  </a:cubicBezTo>
                  <a:lnTo>
                    <a:pt x="971" y="902"/>
                  </a:lnTo>
                  <a:lnTo>
                    <a:pt x="274" y="902"/>
                  </a:lnTo>
                  <a:cubicBezTo>
                    <a:pt x="0" y="902"/>
                    <a:pt x="0" y="1310"/>
                    <a:pt x="274" y="1310"/>
                  </a:cubicBezTo>
                  <a:lnTo>
                    <a:pt x="971" y="1310"/>
                  </a:lnTo>
                  <a:lnTo>
                    <a:pt x="971" y="2007"/>
                  </a:lnTo>
                  <a:cubicBezTo>
                    <a:pt x="971" y="2142"/>
                    <a:pt x="1073" y="2209"/>
                    <a:pt x="1175" y="2209"/>
                  </a:cubicBezTo>
                  <a:cubicBezTo>
                    <a:pt x="1277" y="2209"/>
                    <a:pt x="1379" y="2142"/>
                    <a:pt x="1379" y="2007"/>
                  </a:cubicBezTo>
                  <a:lnTo>
                    <a:pt x="1379" y="1310"/>
                  </a:lnTo>
                  <a:lnTo>
                    <a:pt x="2076" y="1310"/>
                  </a:lnTo>
                  <a:cubicBezTo>
                    <a:pt x="2348" y="1310"/>
                    <a:pt x="2350" y="902"/>
                    <a:pt x="2081" y="902"/>
                  </a:cubicBezTo>
                  <a:cubicBezTo>
                    <a:pt x="2079" y="902"/>
                    <a:pt x="2077" y="902"/>
                    <a:pt x="2076" y="902"/>
                  </a:cubicBezTo>
                  <a:lnTo>
                    <a:pt x="1379" y="902"/>
                  </a:lnTo>
                  <a:lnTo>
                    <a:pt x="1379" y="205"/>
                  </a:lnTo>
                  <a:cubicBezTo>
                    <a:pt x="1379" y="69"/>
                    <a:pt x="1277" y="0"/>
                    <a:pt x="1175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69" name="Google Shape;8769;p69"/>
            <p:cNvSpPr/>
            <p:nvPr/>
          </p:nvSpPr>
          <p:spPr>
            <a:xfrm>
              <a:off x="5881190" y="3533540"/>
              <a:ext cx="118124" cy="113647"/>
            </a:xfrm>
            <a:custGeom>
              <a:avLst/>
              <a:gdLst/>
              <a:ahLst/>
              <a:cxnLst/>
              <a:rect l="l" t="t" r="r" b="b"/>
              <a:pathLst>
                <a:path w="4512" h="4341" extrusionOk="0">
                  <a:moveTo>
                    <a:pt x="2171" y="411"/>
                  </a:moveTo>
                  <a:cubicBezTo>
                    <a:pt x="2882" y="411"/>
                    <a:pt x="3526" y="838"/>
                    <a:pt x="3795" y="1496"/>
                  </a:cubicBezTo>
                  <a:cubicBezTo>
                    <a:pt x="4069" y="2154"/>
                    <a:pt x="3920" y="2909"/>
                    <a:pt x="3416" y="3413"/>
                  </a:cubicBezTo>
                  <a:cubicBezTo>
                    <a:pt x="3078" y="3751"/>
                    <a:pt x="2628" y="3929"/>
                    <a:pt x="2169" y="3929"/>
                  </a:cubicBezTo>
                  <a:cubicBezTo>
                    <a:pt x="1944" y="3929"/>
                    <a:pt x="1716" y="3886"/>
                    <a:pt x="1499" y="3797"/>
                  </a:cubicBezTo>
                  <a:cubicBezTo>
                    <a:pt x="841" y="3524"/>
                    <a:pt x="413" y="2880"/>
                    <a:pt x="413" y="2169"/>
                  </a:cubicBezTo>
                  <a:cubicBezTo>
                    <a:pt x="413" y="1198"/>
                    <a:pt x="1201" y="411"/>
                    <a:pt x="2171" y="411"/>
                  </a:cubicBezTo>
                  <a:close/>
                  <a:moveTo>
                    <a:pt x="2169" y="0"/>
                  </a:moveTo>
                  <a:cubicBezTo>
                    <a:pt x="1890" y="0"/>
                    <a:pt x="1609" y="54"/>
                    <a:pt x="1340" y="166"/>
                  </a:cubicBezTo>
                  <a:cubicBezTo>
                    <a:pt x="528" y="502"/>
                    <a:pt x="0" y="1290"/>
                    <a:pt x="0" y="2169"/>
                  </a:cubicBezTo>
                  <a:cubicBezTo>
                    <a:pt x="5" y="3365"/>
                    <a:pt x="975" y="4340"/>
                    <a:pt x="2171" y="4340"/>
                  </a:cubicBezTo>
                  <a:cubicBezTo>
                    <a:pt x="3051" y="4340"/>
                    <a:pt x="3838" y="3812"/>
                    <a:pt x="4175" y="3000"/>
                  </a:cubicBezTo>
                  <a:cubicBezTo>
                    <a:pt x="4511" y="2188"/>
                    <a:pt x="4324" y="1256"/>
                    <a:pt x="3704" y="636"/>
                  </a:cubicBezTo>
                  <a:cubicBezTo>
                    <a:pt x="3289" y="222"/>
                    <a:pt x="2734" y="0"/>
                    <a:pt x="2169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70" name="Google Shape;8770;p69"/>
            <p:cNvSpPr/>
            <p:nvPr/>
          </p:nvSpPr>
          <p:spPr>
            <a:xfrm>
              <a:off x="5857288" y="3491704"/>
              <a:ext cx="161766" cy="197109"/>
            </a:xfrm>
            <a:custGeom>
              <a:avLst/>
              <a:gdLst/>
              <a:ahLst/>
              <a:cxnLst/>
              <a:rect l="l" t="t" r="r" b="b"/>
              <a:pathLst>
                <a:path w="6179" h="7529" extrusionOk="0">
                  <a:moveTo>
                    <a:pt x="5975" y="0"/>
                  </a:moveTo>
                  <a:cubicBezTo>
                    <a:pt x="5972" y="0"/>
                    <a:pt x="5970" y="0"/>
                    <a:pt x="5967" y="0"/>
                  </a:cubicBezTo>
                  <a:lnTo>
                    <a:pt x="2186" y="0"/>
                  </a:lnTo>
                  <a:cubicBezTo>
                    <a:pt x="1912" y="0"/>
                    <a:pt x="1912" y="414"/>
                    <a:pt x="2186" y="414"/>
                  </a:cubicBezTo>
                  <a:lnTo>
                    <a:pt x="5760" y="414"/>
                  </a:lnTo>
                  <a:lnTo>
                    <a:pt x="5760" y="7120"/>
                  </a:lnTo>
                  <a:lnTo>
                    <a:pt x="413" y="7120"/>
                  </a:lnTo>
                  <a:lnTo>
                    <a:pt x="413" y="414"/>
                  </a:lnTo>
                  <a:lnTo>
                    <a:pt x="1120" y="414"/>
                  </a:lnTo>
                  <a:cubicBezTo>
                    <a:pt x="1393" y="414"/>
                    <a:pt x="1393" y="0"/>
                    <a:pt x="1120" y="0"/>
                  </a:cubicBezTo>
                  <a:lnTo>
                    <a:pt x="207" y="0"/>
                  </a:lnTo>
                  <a:cubicBezTo>
                    <a:pt x="92" y="0"/>
                    <a:pt x="0" y="92"/>
                    <a:pt x="0" y="207"/>
                  </a:cubicBezTo>
                  <a:lnTo>
                    <a:pt x="0" y="7327"/>
                  </a:lnTo>
                  <a:cubicBezTo>
                    <a:pt x="0" y="7437"/>
                    <a:pt x="92" y="7528"/>
                    <a:pt x="207" y="7528"/>
                  </a:cubicBezTo>
                  <a:lnTo>
                    <a:pt x="5972" y="7528"/>
                  </a:lnTo>
                  <a:cubicBezTo>
                    <a:pt x="6082" y="7528"/>
                    <a:pt x="6173" y="7437"/>
                    <a:pt x="6173" y="7327"/>
                  </a:cubicBezTo>
                  <a:lnTo>
                    <a:pt x="6173" y="207"/>
                  </a:lnTo>
                  <a:cubicBezTo>
                    <a:pt x="6178" y="95"/>
                    <a:pt x="6087" y="0"/>
                    <a:pt x="5975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771" name="Google Shape;8771;p69"/>
          <p:cNvGrpSpPr/>
          <p:nvPr/>
        </p:nvGrpSpPr>
        <p:grpSpPr>
          <a:xfrm>
            <a:off x="5621018" y="1780078"/>
            <a:ext cx="280918" cy="276461"/>
            <a:chOff x="7494690" y="1516188"/>
            <a:chExt cx="374557" cy="368614"/>
          </a:xfrm>
        </p:grpSpPr>
        <p:sp>
          <p:nvSpPr>
            <p:cNvPr id="8772" name="Google Shape;8772;p69"/>
            <p:cNvSpPr/>
            <p:nvPr/>
          </p:nvSpPr>
          <p:spPr>
            <a:xfrm>
              <a:off x="7656299" y="1607844"/>
              <a:ext cx="119643" cy="118150"/>
            </a:xfrm>
            <a:custGeom>
              <a:avLst/>
              <a:gdLst/>
              <a:ahLst/>
              <a:cxnLst/>
              <a:rect l="l" t="t" r="r" b="b"/>
              <a:pathLst>
                <a:path w="4570" h="4513" extrusionOk="0">
                  <a:moveTo>
                    <a:pt x="784" y="0"/>
                  </a:moveTo>
                  <a:cubicBezTo>
                    <a:pt x="703" y="0"/>
                    <a:pt x="623" y="30"/>
                    <a:pt x="563" y="90"/>
                  </a:cubicBezTo>
                  <a:lnTo>
                    <a:pt x="121" y="532"/>
                  </a:lnTo>
                  <a:cubicBezTo>
                    <a:pt x="0" y="657"/>
                    <a:pt x="0" y="854"/>
                    <a:pt x="121" y="979"/>
                  </a:cubicBezTo>
                  <a:lnTo>
                    <a:pt x="3565" y="4419"/>
                  </a:lnTo>
                  <a:cubicBezTo>
                    <a:pt x="3625" y="4481"/>
                    <a:pt x="3704" y="4512"/>
                    <a:pt x="3784" y="4512"/>
                  </a:cubicBezTo>
                  <a:cubicBezTo>
                    <a:pt x="3864" y="4512"/>
                    <a:pt x="3945" y="4481"/>
                    <a:pt x="4007" y="4419"/>
                  </a:cubicBezTo>
                  <a:lnTo>
                    <a:pt x="4449" y="3977"/>
                  </a:lnTo>
                  <a:cubicBezTo>
                    <a:pt x="4569" y="3857"/>
                    <a:pt x="4569" y="3655"/>
                    <a:pt x="4449" y="3535"/>
                  </a:cubicBezTo>
                  <a:lnTo>
                    <a:pt x="1005" y="90"/>
                  </a:lnTo>
                  <a:cubicBezTo>
                    <a:pt x="944" y="30"/>
                    <a:pt x="864" y="0"/>
                    <a:pt x="784" y="0"/>
                  </a:cubicBezTo>
                  <a:close/>
                </a:path>
              </a:pathLst>
            </a:custGeom>
            <a:solidFill>
              <a:srgbClr val="51667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73" name="Google Shape;8773;p69"/>
            <p:cNvSpPr/>
            <p:nvPr/>
          </p:nvSpPr>
          <p:spPr>
            <a:xfrm>
              <a:off x="7659441" y="1633474"/>
              <a:ext cx="116501" cy="92520"/>
            </a:xfrm>
            <a:custGeom>
              <a:avLst/>
              <a:gdLst/>
              <a:ahLst/>
              <a:cxnLst/>
              <a:rect l="l" t="t" r="r" b="b"/>
              <a:pathLst>
                <a:path w="4450" h="3534" extrusionOk="0">
                  <a:moveTo>
                    <a:pt x="1" y="0"/>
                  </a:moveTo>
                  <a:lnTo>
                    <a:pt x="3440" y="3440"/>
                  </a:lnTo>
                  <a:cubicBezTo>
                    <a:pt x="3503" y="3502"/>
                    <a:pt x="3583" y="3533"/>
                    <a:pt x="3664" y="3533"/>
                  </a:cubicBezTo>
                  <a:cubicBezTo>
                    <a:pt x="3744" y="3533"/>
                    <a:pt x="3825" y="3502"/>
                    <a:pt x="3887" y="3440"/>
                  </a:cubicBezTo>
                  <a:lnTo>
                    <a:pt x="4329" y="2998"/>
                  </a:lnTo>
                  <a:cubicBezTo>
                    <a:pt x="4449" y="2878"/>
                    <a:pt x="4449" y="2676"/>
                    <a:pt x="4329" y="2556"/>
                  </a:cubicBezTo>
                  <a:lnTo>
                    <a:pt x="3267" y="1494"/>
                  </a:lnTo>
                  <a:lnTo>
                    <a:pt x="3267" y="1494"/>
                  </a:lnTo>
                  <a:cubicBezTo>
                    <a:pt x="3387" y="1614"/>
                    <a:pt x="3387" y="1816"/>
                    <a:pt x="3267" y="1936"/>
                  </a:cubicBezTo>
                  <a:lnTo>
                    <a:pt x="2825" y="2378"/>
                  </a:lnTo>
                  <a:cubicBezTo>
                    <a:pt x="2765" y="2441"/>
                    <a:pt x="2685" y="2472"/>
                    <a:pt x="2604" y="2472"/>
                  </a:cubicBezTo>
                  <a:cubicBezTo>
                    <a:pt x="2524" y="2472"/>
                    <a:pt x="2443" y="2441"/>
                    <a:pt x="2383" y="237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64F6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74" name="Google Shape;8774;p69"/>
            <p:cNvSpPr/>
            <p:nvPr/>
          </p:nvSpPr>
          <p:spPr>
            <a:xfrm>
              <a:off x="7706722" y="1521686"/>
              <a:ext cx="156609" cy="154567"/>
            </a:xfrm>
            <a:custGeom>
              <a:avLst/>
              <a:gdLst/>
              <a:ahLst/>
              <a:cxnLst/>
              <a:rect l="l" t="t" r="r" b="b"/>
              <a:pathLst>
                <a:path w="5982" h="5904" extrusionOk="0">
                  <a:moveTo>
                    <a:pt x="5172" y="0"/>
                  </a:moveTo>
                  <a:cubicBezTo>
                    <a:pt x="5000" y="0"/>
                    <a:pt x="4827" y="60"/>
                    <a:pt x="4690" y="182"/>
                  </a:cubicBezTo>
                  <a:lnTo>
                    <a:pt x="3258" y="1441"/>
                  </a:lnTo>
                  <a:lnTo>
                    <a:pt x="2710" y="1916"/>
                  </a:lnTo>
                  <a:lnTo>
                    <a:pt x="1" y="4304"/>
                  </a:lnTo>
                  <a:lnTo>
                    <a:pt x="1601" y="5903"/>
                  </a:lnTo>
                  <a:lnTo>
                    <a:pt x="5727" y="1220"/>
                  </a:lnTo>
                  <a:cubicBezTo>
                    <a:pt x="5982" y="931"/>
                    <a:pt x="5968" y="489"/>
                    <a:pt x="5694" y="216"/>
                  </a:cubicBezTo>
                  <a:cubicBezTo>
                    <a:pt x="5551" y="72"/>
                    <a:pt x="5361" y="0"/>
                    <a:pt x="5172" y="0"/>
                  </a:cubicBez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75" name="Google Shape;8775;p69"/>
            <p:cNvSpPr/>
            <p:nvPr/>
          </p:nvSpPr>
          <p:spPr>
            <a:xfrm>
              <a:off x="7706722" y="1521686"/>
              <a:ext cx="156609" cy="154698"/>
            </a:xfrm>
            <a:custGeom>
              <a:avLst/>
              <a:gdLst/>
              <a:ahLst/>
              <a:cxnLst/>
              <a:rect l="l" t="t" r="r" b="b"/>
              <a:pathLst>
                <a:path w="5982" h="5909" extrusionOk="0">
                  <a:moveTo>
                    <a:pt x="5172" y="0"/>
                  </a:moveTo>
                  <a:cubicBezTo>
                    <a:pt x="5000" y="0"/>
                    <a:pt x="4827" y="60"/>
                    <a:pt x="4690" y="182"/>
                  </a:cubicBezTo>
                  <a:lnTo>
                    <a:pt x="1" y="4304"/>
                  </a:lnTo>
                  <a:lnTo>
                    <a:pt x="1601" y="5908"/>
                  </a:lnTo>
                  <a:lnTo>
                    <a:pt x="5727" y="1220"/>
                  </a:lnTo>
                  <a:cubicBezTo>
                    <a:pt x="5982" y="931"/>
                    <a:pt x="5968" y="489"/>
                    <a:pt x="5694" y="216"/>
                  </a:cubicBezTo>
                  <a:cubicBezTo>
                    <a:pt x="5551" y="72"/>
                    <a:pt x="5361" y="0"/>
                    <a:pt x="5172" y="0"/>
                  </a:cubicBez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76" name="Google Shape;8776;p69"/>
            <p:cNvSpPr/>
            <p:nvPr/>
          </p:nvSpPr>
          <p:spPr>
            <a:xfrm>
              <a:off x="7735912" y="1522419"/>
              <a:ext cx="127418" cy="153703"/>
            </a:xfrm>
            <a:custGeom>
              <a:avLst/>
              <a:gdLst/>
              <a:ahLst/>
              <a:cxnLst/>
              <a:rect l="l" t="t" r="r" b="b"/>
              <a:pathLst>
                <a:path w="4867" h="5871" extrusionOk="0">
                  <a:moveTo>
                    <a:pt x="4276" y="0"/>
                  </a:moveTo>
                  <a:lnTo>
                    <a:pt x="4276" y="0"/>
                  </a:lnTo>
                  <a:cubicBezTo>
                    <a:pt x="4353" y="245"/>
                    <a:pt x="4295" y="514"/>
                    <a:pt x="4122" y="706"/>
                  </a:cubicBezTo>
                  <a:lnTo>
                    <a:pt x="0" y="5390"/>
                  </a:lnTo>
                  <a:lnTo>
                    <a:pt x="486" y="5871"/>
                  </a:lnTo>
                  <a:lnTo>
                    <a:pt x="4608" y="1187"/>
                  </a:lnTo>
                  <a:cubicBezTo>
                    <a:pt x="4867" y="899"/>
                    <a:pt x="4853" y="457"/>
                    <a:pt x="4579" y="183"/>
                  </a:cubicBezTo>
                  <a:cubicBezTo>
                    <a:pt x="4492" y="96"/>
                    <a:pt x="4391" y="39"/>
                    <a:pt x="4276" y="0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77" name="Google Shape;8777;p69"/>
            <p:cNvSpPr/>
            <p:nvPr/>
          </p:nvSpPr>
          <p:spPr>
            <a:xfrm>
              <a:off x="7502099" y="1637715"/>
              <a:ext cx="250307" cy="241615"/>
            </a:xfrm>
            <a:custGeom>
              <a:avLst/>
              <a:gdLst/>
              <a:ahLst/>
              <a:cxnLst/>
              <a:rect l="l" t="t" r="r" b="b"/>
              <a:pathLst>
                <a:path w="9561" h="9229" extrusionOk="0">
                  <a:moveTo>
                    <a:pt x="5205" y="0"/>
                  </a:moveTo>
                  <a:cubicBezTo>
                    <a:pt x="3943" y="0"/>
                    <a:pt x="2630" y="524"/>
                    <a:pt x="1605" y="1548"/>
                  </a:cubicBezTo>
                  <a:cubicBezTo>
                    <a:pt x="524" y="2634"/>
                    <a:pt x="1" y="4046"/>
                    <a:pt x="68" y="5377"/>
                  </a:cubicBezTo>
                  <a:cubicBezTo>
                    <a:pt x="92" y="5886"/>
                    <a:pt x="303" y="6367"/>
                    <a:pt x="668" y="6722"/>
                  </a:cubicBezTo>
                  <a:lnTo>
                    <a:pt x="2566" y="8625"/>
                  </a:lnTo>
                  <a:cubicBezTo>
                    <a:pt x="2926" y="8980"/>
                    <a:pt x="3407" y="9196"/>
                    <a:pt x="3911" y="9225"/>
                  </a:cubicBezTo>
                  <a:cubicBezTo>
                    <a:pt x="3977" y="9227"/>
                    <a:pt x="4042" y="9229"/>
                    <a:pt x="4108" y="9229"/>
                  </a:cubicBezTo>
                  <a:cubicBezTo>
                    <a:pt x="4319" y="9229"/>
                    <a:pt x="4528" y="9216"/>
                    <a:pt x="4737" y="9187"/>
                  </a:cubicBezTo>
                  <a:cubicBezTo>
                    <a:pt x="5055" y="9139"/>
                    <a:pt x="5367" y="9067"/>
                    <a:pt x="5674" y="8980"/>
                  </a:cubicBezTo>
                  <a:cubicBezTo>
                    <a:pt x="6457" y="8716"/>
                    <a:pt x="7164" y="8274"/>
                    <a:pt x="7745" y="7688"/>
                  </a:cubicBezTo>
                  <a:cubicBezTo>
                    <a:pt x="9076" y="6357"/>
                    <a:pt x="9561" y="4536"/>
                    <a:pt x="9152" y="2980"/>
                  </a:cubicBezTo>
                  <a:lnTo>
                    <a:pt x="6313" y="141"/>
                  </a:lnTo>
                  <a:cubicBezTo>
                    <a:pt x="5954" y="47"/>
                    <a:pt x="5582" y="0"/>
                    <a:pt x="5205" y="0"/>
                  </a:cubicBezTo>
                  <a:close/>
                </a:path>
              </a:pathLst>
            </a:custGeom>
            <a:solidFill>
              <a:srgbClr val="677C8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78" name="Google Shape;8778;p69"/>
            <p:cNvSpPr/>
            <p:nvPr/>
          </p:nvSpPr>
          <p:spPr>
            <a:xfrm>
              <a:off x="7543228" y="1689552"/>
              <a:ext cx="209047" cy="189779"/>
            </a:xfrm>
            <a:custGeom>
              <a:avLst/>
              <a:gdLst/>
              <a:ahLst/>
              <a:cxnLst/>
              <a:rect l="l" t="t" r="r" b="b"/>
              <a:pathLst>
                <a:path w="7985" h="7249" extrusionOk="0">
                  <a:moveTo>
                    <a:pt x="6582" y="1"/>
                  </a:moveTo>
                  <a:lnTo>
                    <a:pt x="6582" y="1"/>
                  </a:lnTo>
                  <a:cubicBezTo>
                    <a:pt x="6991" y="1557"/>
                    <a:pt x="6505" y="3378"/>
                    <a:pt x="5175" y="4709"/>
                  </a:cubicBezTo>
                  <a:cubicBezTo>
                    <a:pt x="4593" y="5295"/>
                    <a:pt x="3887" y="5737"/>
                    <a:pt x="3104" y="6001"/>
                  </a:cubicBezTo>
                  <a:lnTo>
                    <a:pt x="2172" y="6212"/>
                  </a:lnTo>
                  <a:cubicBezTo>
                    <a:pt x="1963" y="6242"/>
                    <a:pt x="1754" y="6254"/>
                    <a:pt x="1542" y="6254"/>
                  </a:cubicBezTo>
                  <a:cubicBezTo>
                    <a:pt x="1477" y="6254"/>
                    <a:pt x="1412" y="6253"/>
                    <a:pt x="1346" y="6251"/>
                  </a:cubicBezTo>
                  <a:cubicBezTo>
                    <a:pt x="841" y="6222"/>
                    <a:pt x="361" y="6006"/>
                    <a:pt x="1" y="5650"/>
                  </a:cubicBezTo>
                  <a:lnTo>
                    <a:pt x="1" y="5650"/>
                  </a:lnTo>
                  <a:lnTo>
                    <a:pt x="995" y="6645"/>
                  </a:lnTo>
                  <a:cubicBezTo>
                    <a:pt x="1355" y="7005"/>
                    <a:pt x="1836" y="7216"/>
                    <a:pt x="2345" y="7245"/>
                  </a:cubicBezTo>
                  <a:cubicBezTo>
                    <a:pt x="2410" y="7247"/>
                    <a:pt x="2474" y="7249"/>
                    <a:pt x="2539" y="7249"/>
                  </a:cubicBezTo>
                  <a:cubicBezTo>
                    <a:pt x="2748" y="7249"/>
                    <a:pt x="2957" y="7236"/>
                    <a:pt x="3166" y="7207"/>
                  </a:cubicBezTo>
                  <a:lnTo>
                    <a:pt x="4098" y="6995"/>
                  </a:lnTo>
                  <a:cubicBezTo>
                    <a:pt x="4882" y="6726"/>
                    <a:pt x="5588" y="6289"/>
                    <a:pt x="6174" y="5703"/>
                  </a:cubicBezTo>
                  <a:cubicBezTo>
                    <a:pt x="7500" y="4372"/>
                    <a:pt x="7985" y="2552"/>
                    <a:pt x="7577" y="995"/>
                  </a:cubicBezTo>
                  <a:lnTo>
                    <a:pt x="6582" y="1"/>
                  </a:ln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79" name="Google Shape;8779;p69"/>
            <p:cNvSpPr/>
            <p:nvPr/>
          </p:nvSpPr>
          <p:spPr>
            <a:xfrm>
              <a:off x="7494690" y="1516188"/>
              <a:ext cx="374557" cy="368614"/>
            </a:xfrm>
            <a:custGeom>
              <a:avLst/>
              <a:gdLst/>
              <a:ahLst/>
              <a:cxnLst/>
              <a:rect l="l" t="t" r="r" b="b"/>
              <a:pathLst>
                <a:path w="14307" h="14080" extrusionOk="0">
                  <a:moveTo>
                    <a:pt x="6952" y="3703"/>
                  </a:moveTo>
                  <a:cubicBezTo>
                    <a:pt x="6979" y="3703"/>
                    <a:pt x="7007" y="3714"/>
                    <a:pt x="7029" y="3735"/>
                  </a:cubicBezTo>
                  <a:lnTo>
                    <a:pt x="10473" y="7180"/>
                  </a:lnTo>
                  <a:cubicBezTo>
                    <a:pt x="10516" y="7223"/>
                    <a:pt x="10521" y="7290"/>
                    <a:pt x="10478" y="7334"/>
                  </a:cubicBezTo>
                  <a:lnTo>
                    <a:pt x="10473" y="7334"/>
                  </a:lnTo>
                  <a:cubicBezTo>
                    <a:pt x="10026" y="7771"/>
                    <a:pt x="10036" y="7809"/>
                    <a:pt x="9954" y="7809"/>
                  </a:cubicBezTo>
                  <a:cubicBezTo>
                    <a:pt x="9873" y="7809"/>
                    <a:pt x="9877" y="7756"/>
                    <a:pt x="9580" y="7473"/>
                  </a:cubicBezTo>
                  <a:cubicBezTo>
                    <a:pt x="6236" y="4129"/>
                    <a:pt x="6404" y="4322"/>
                    <a:pt x="6404" y="4254"/>
                  </a:cubicBezTo>
                  <a:cubicBezTo>
                    <a:pt x="6404" y="4177"/>
                    <a:pt x="6438" y="4187"/>
                    <a:pt x="6875" y="3735"/>
                  </a:cubicBezTo>
                  <a:cubicBezTo>
                    <a:pt x="6896" y="3714"/>
                    <a:pt x="6924" y="3703"/>
                    <a:pt x="6952" y="3703"/>
                  </a:cubicBezTo>
                  <a:close/>
                  <a:moveTo>
                    <a:pt x="13270" y="0"/>
                  </a:moveTo>
                  <a:cubicBezTo>
                    <a:pt x="13049" y="0"/>
                    <a:pt x="12828" y="78"/>
                    <a:pt x="12649" y="233"/>
                  </a:cubicBezTo>
                  <a:lnTo>
                    <a:pt x="11223" y="1492"/>
                  </a:lnTo>
                  <a:cubicBezTo>
                    <a:pt x="11053" y="1631"/>
                    <a:pt x="11188" y="1857"/>
                    <a:pt x="11354" y="1857"/>
                  </a:cubicBezTo>
                  <a:cubicBezTo>
                    <a:pt x="11399" y="1857"/>
                    <a:pt x="11447" y="1840"/>
                    <a:pt x="11492" y="1799"/>
                  </a:cubicBezTo>
                  <a:lnTo>
                    <a:pt x="12923" y="541"/>
                  </a:lnTo>
                  <a:cubicBezTo>
                    <a:pt x="13022" y="454"/>
                    <a:pt x="13146" y="410"/>
                    <a:pt x="13270" y="410"/>
                  </a:cubicBezTo>
                  <a:cubicBezTo>
                    <a:pt x="13405" y="410"/>
                    <a:pt x="13541" y="462"/>
                    <a:pt x="13644" y="565"/>
                  </a:cubicBezTo>
                  <a:cubicBezTo>
                    <a:pt x="13846" y="762"/>
                    <a:pt x="13855" y="1079"/>
                    <a:pt x="13668" y="1290"/>
                  </a:cubicBezTo>
                  <a:lnTo>
                    <a:pt x="9690" y="5811"/>
                  </a:lnTo>
                  <a:lnTo>
                    <a:pt x="8398" y="4519"/>
                  </a:lnTo>
                  <a:lnTo>
                    <a:pt x="10708" y="2486"/>
                  </a:lnTo>
                  <a:cubicBezTo>
                    <a:pt x="10877" y="2344"/>
                    <a:pt x="10741" y="2119"/>
                    <a:pt x="10578" y="2119"/>
                  </a:cubicBezTo>
                  <a:cubicBezTo>
                    <a:pt x="10532" y="2119"/>
                    <a:pt x="10484" y="2137"/>
                    <a:pt x="10439" y="2179"/>
                  </a:cubicBezTo>
                  <a:lnTo>
                    <a:pt x="8109" y="4226"/>
                  </a:lnTo>
                  <a:lnTo>
                    <a:pt x="7322" y="3442"/>
                  </a:lnTo>
                  <a:cubicBezTo>
                    <a:pt x="7221" y="3339"/>
                    <a:pt x="7089" y="3288"/>
                    <a:pt x="6957" y="3288"/>
                  </a:cubicBezTo>
                  <a:cubicBezTo>
                    <a:pt x="6824" y="3288"/>
                    <a:pt x="6692" y="3339"/>
                    <a:pt x="6591" y="3442"/>
                  </a:cubicBezTo>
                  <a:lnTo>
                    <a:pt x="6149" y="3884"/>
                  </a:lnTo>
                  <a:cubicBezTo>
                    <a:pt x="5996" y="4038"/>
                    <a:pt x="5952" y="4274"/>
                    <a:pt x="6049" y="4466"/>
                  </a:cubicBezTo>
                  <a:cubicBezTo>
                    <a:pt x="5858" y="4443"/>
                    <a:pt x="5668" y="4432"/>
                    <a:pt x="5479" y="4432"/>
                  </a:cubicBezTo>
                  <a:cubicBezTo>
                    <a:pt x="2586" y="4432"/>
                    <a:pt x="0" y="7052"/>
                    <a:pt x="149" y="10024"/>
                  </a:cubicBezTo>
                  <a:cubicBezTo>
                    <a:pt x="178" y="10581"/>
                    <a:pt x="413" y="11110"/>
                    <a:pt x="807" y="11508"/>
                  </a:cubicBezTo>
                  <a:lnTo>
                    <a:pt x="2705" y="13406"/>
                  </a:lnTo>
                  <a:cubicBezTo>
                    <a:pt x="3203" y="13904"/>
                    <a:pt x="3783" y="14079"/>
                    <a:pt x="4437" y="14079"/>
                  </a:cubicBezTo>
                  <a:cubicBezTo>
                    <a:pt x="4635" y="14079"/>
                    <a:pt x="4839" y="14063"/>
                    <a:pt x="5049" y="14035"/>
                  </a:cubicBezTo>
                  <a:cubicBezTo>
                    <a:pt x="5160" y="14021"/>
                    <a:pt x="5241" y="13915"/>
                    <a:pt x="5227" y="13805"/>
                  </a:cubicBezTo>
                  <a:cubicBezTo>
                    <a:pt x="5214" y="13698"/>
                    <a:pt x="5123" y="13621"/>
                    <a:pt x="5022" y="13621"/>
                  </a:cubicBezTo>
                  <a:cubicBezTo>
                    <a:pt x="5013" y="13621"/>
                    <a:pt x="5005" y="13621"/>
                    <a:pt x="4996" y="13622"/>
                  </a:cubicBezTo>
                  <a:cubicBezTo>
                    <a:pt x="4800" y="13648"/>
                    <a:pt x="4611" y="13663"/>
                    <a:pt x="4429" y="13663"/>
                  </a:cubicBezTo>
                  <a:cubicBezTo>
                    <a:pt x="3887" y="13663"/>
                    <a:pt x="3410" y="13527"/>
                    <a:pt x="2993" y="13113"/>
                  </a:cubicBezTo>
                  <a:lnTo>
                    <a:pt x="1100" y="11211"/>
                  </a:lnTo>
                  <a:cubicBezTo>
                    <a:pt x="774" y="10889"/>
                    <a:pt x="582" y="10456"/>
                    <a:pt x="553" y="10000"/>
                  </a:cubicBezTo>
                  <a:cubicBezTo>
                    <a:pt x="416" y="7256"/>
                    <a:pt x="2841" y="4838"/>
                    <a:pt x="5476" y="4838"/>
                  </a:cubicBezTo>
                  <a:cubicBezTo>
                    <a:pt x="5812" y="4838"/>
                    <a:pt x="6152" y="4877"/>
                    <a:pt x="6491" y="4961"/>
                  </a:cubicBezTo>
                  <a:lnTo>
                    <a:pt x="9248" y="7718"/>
                  </a:lnTo>
                  <a:cubicBezTo>
                    <a:pt x="9810" y="10010"/>
                    <a:pt x="8350" y="12484"/>
                    <a:pt x="6073" y="13353"/>
                  </a:cubicBezTo>
                  <a:cubicBezTo>
                    <a:pt x="5848" y="13439"/>
                    <a:pt x="5942" y="13750"/>
                    <a:pt x="6144" y="13750"/>
                  </a:cubicBezTo>
                  <a:cubicBezTo>
                    <a:pt x="6167" y="13750"/>
                    <a:pt x="6191" y="13746"/>
                    <a:pt x="6217" y="13737"/>
                  </a:cubicBezTo>
                  <a:cubicBezTo>
                    <a:pt x="8494" y="12873"/>
                    <a:pt x="10026" y="10519"/>
                    <a:pt x="9743" y="8160"/>
                  </a:cubicBezTo>
                  <a:lnTo>
                    <a:pt x="9743" y="8160"/>
                  </a:lnTo>
                  <a:cubicBezTo>
                    <a:pt x="9813" y="8194"/>
                    <a:pt x="9889" y="8211"/>
                    <a:pt x="9964" y="8211"/>
                  </a:cubicBezTo>
                  <a:cubicBezTo>
                    <a:pt x="10098" y="8211"/>
                    <a:pt x="10230" y="8158"/>
                    <a:pt x="10329" y="8059"/>
                  </a:cubicBezTo>
                  <a:lnTo>
                    <a:pt x="10766" y="7622"/>
                  </a:lnTo>
                  <a:cubicBezTo>
                    <a:pt x="10973" y="7420"/>
                    <a:pt x="10973" y="7089"/>
                    <a:pt x="10766" y="6887"/>
                  </a:cubicBezTo>
                  <a:lnTo>
                    <a:pt x="9983" y="6109"/>
                  </a:lnTo>
                  <a:lnTo>
                    <a:pt x="13980" y="1564"/>
                  </a:lnTo>
                  <a:cubicBezTo>
                    <a:pt x="14307" y="1189"/>
                    <a:pt x="14288" y="627"/>
                    <a:pt x="13937" y="277"/>
                  </a:cubicBezTo>
                  <a:cubicBezTo>
                    <a:pt x="13753" y="93"/>
                    <a:pt x="13512" y="0"/>
                    <a:pt x="13270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780" name="Google Shape;8780;p69"/>
          <p:cNvGrpSpPr/>
          <p:nvPr/>
        </p:nvGrpSpPr>
        <p:grpSpPr>
          <a:xfrm>
            <a:off x="3986031" y="3162952"/>
            <a:ext cx="286298" cy="276304"/>
            <a:chOff x="5314707" y="3360019"/>
            <a:chExt cx="381731" cy="368405"/>
          </a:xfrm>
        </p:grpSpPr>
        <p:sp>
          <p:nvSpPr>
            <p:cNvPr id="8781" name="Google Shape;8781;p69"/>
            <p:cNvSpPr/>
            <p:nvPr/>
          </p:nvSpPr>
          <p:spPr>
            <a:xfrm>
              <a:off x="5452179" y="3369444"/>
              <a:ext cx="60397" cy="187056"/>
            </a:xfrm>
            <a:custGeom>
              <a:avLst/>
              <a:gdLst/>
              <a:ahLst/>
              <a:cxnLst/>
              <a:rect l="l" t="t" r="r" b="b"/>
              <a:pathLst>
                <a:path w="2307" h="7145" extrusionOk="0">
                  <a:moveTo>
                    <a:pt x="0" y="1"/>
                  </a:moveTo>
                  <a:cubicBezTo>
                    <a:pt x="116" y="111"/>
                    <a:pt x="178" y="265"/>
                    <a:pt x="178" y="424"/>
                  </a:cubicBezTo>
                  <a:lnTo>
                    <a:pt x="178" y="6722"/>
                  </a:lnTo>
                  <a:cubicBezTo>
                    <a:pt x="178" y="6880"/>
                    <a:pt x="116" y="7034"/>
                    <a:pt x="0" y="7145"/>
                  </a:cubicBezTo>
                  <a:lnTo>
                    <a:pt x="1091" y="7145"/>
                  </a:lnTo>
                  <a:cubicBezTo>
                    <a:pt x="1763" y="7145"/>
                    <a:pt x="2306" y="6597"/>
                    <a:pt x="2306" y="5929"/>
                  </a:cubicBezTo>
                  <a:lnTo>
                    <a:pt x="2306" y="1216"/>
                  </a:lnTo>
                  <a:cubicBezTo>
                    <a:pt x="2306" y="544"/>
                    <a:pt x="1759" y="1"/>
                    <a:pt x="1091" y="1"/>
                  </a:cubicBezTo>
                  <a:close/>
                </a:path>
              </a:pathLst>
            </a:custGeom>
            <a:solidFill>
              <a:srgbClr val="91A8B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82" name="Google Shape;8782;p69"/>
            <p:cNvSpPr/>
            <p:nvPr/>
          </p:nvSpPr>
          <p:spPr>
            <a:xfrm>
              <a:off x="5452179" y="3369575"/>
              <a:ext cx="22044" cy="186925"/>
            </a:xfrm>
            <a:custGeom>
              <a:avLst/>
              <a:gdLst/>
              <a:ahLst/>
              <a:cxnLst/>
              <a:rect l="l" t="t" r="r" b="b"/>
              <a:pathLst>
                <a:path w="842" h="7140" extrusionOk="0">
                  <a:moveTo>
                    <a:pt x="0" y="1"/>
                  </a:moveTo>
                  <a:cubicBezTo>
                    <a:pt x="116" y="106"/>
                    <a:pt x="178" y="260"/>
                    <a:pt x="183" y="419"/>
                  </a:cubicBezTo>
                  <a:lnTo>
                    <a:pt x="183" y="6722"/>
                  </a:lnTo>
                  <a:cubicBezTo>
                    <a:pt x="183" y="6880"/>
                    <a:pt x="116" y="7029"/>
                    <a:pt x="0" y="7140"/>
                  </a:cubicBezTo>
                  <a:lnTo>
                    <a:pt x="663" y="7140"/>
                  </a:lnTo>
                  <a:cubicBezTo>
                    <a:pt x="779" y="7029"/>
                    <a:pt x="841" y="6880"/>
                    <a:pt x="841" y="6722"/>
                  </a:cubicBezTo>
                  <a:lnTo>
                    <a:pt x="841" y="419"/>
                  </a:lnTo>
                  <a:cubicBezTo>
                    <a:pt x="841" y="260"/>
                    <a:pt x="779" y="106"/>
                    <a:pt x="663" y="1"/>
                  </a:cubicBezTo>
                  <a:close/>
                </a:path>
              </a:pathLst>
            </a:custGeom>
            <a:solidFill>
              <a:srgbClr val="87A0B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83" name="Google Shape;8783;p69"/>
            <p:cNvSpPr/>
            <p:nvPr/>
          </p:nvSpPr>
          <p:spPr>
            <a:xfrm>
              <a:off x="5534305" y="3443402"/>
              <a:ext cx="68330" cy="21782"/>
            </a:xfrm>
            <a:custGeom>
              <a:avLst/>
              <a:gdLst/>
              <a:ahLst/>
              <a:cxnLst/>
              <a:rect l="l" t="t" r="r" b="b"/>
              <a:pathLst>
                <a:path w="2610" h="832" extrusionOk="0">
                  <a:moveTo>
                    <a:pt x="361" y="1"/>
                  </a:moveTo>
                  <a:cubicBezTo>
                    <a:pt x="159" y="1"/>
                    <a:pt x="0" y="159"/>
                    <a:pt x="0" y="361"/>
                  </a:cubicBezTo>
                  <a:lnTo>
                    <a:pt x="0" y="472"/>
                  </a:lnTo>
                  <a:cubicBezTo>
                    <a:pt x="0" y="668"/>
                    <a:pt x="159" y="832"/>
                    <a:pt x="361" y="832"/>
                  </a:cubicBezTo>
                  <a:lnTo>
                    <a:pt x="2249" y="832"/>
                  </a:lnTo>
                  <a:cubicBezTo>
                    <a:pt x="2446" y="832"/>
                    <a:pt x="2609" y="668"/>
                    <a:pt x="2609" y="472"/>
                  </a:cubicBezTo>
                  <a:lnTo>
                    <a:pt x="2609" y="361"/>
                  </a:lnTo>
                  <a:cubicBezTo>
                    <a:pt x="2609" y="159"/>
                    <a:pt x="2446" y="1"/>
                    <a:pt x="2249" y="1"/>
                  </a:cubicBezTo>
                  <a:close/>
                </a:path>
              </a:pathLst>
            </a:custGeom>
            <a:solidFill>
              <a:srgbClr val="91A8B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84" name="Google Shape;8784;p69"/>
            <p:cNvSpPr/>
            <p:nvPr/>
          </p:nvSpPr>
          <p:spPr>
            <a:xfrm>
              <a:off x="5576193" y="3443533"/>
              <a:ext cx="26442" cy="21782"/>
            </a:xfrm>
            <a:custGeom>
              <a:avLst/>
              <a:gdLst/>
              <a:ahLst/>
              <a:cxnLst/>
              <a:rect l="l" t="t" r="r" b="b"/>
              <a:pathLst>
                <a:path w="1010" h="832" extrusionOk="0">
                  <a:moveTo>
                    <a:pt x="0" y="1"/>
                  </a:moveTo>
                  <a:cubicBezTo>
                    <a:pt x="197" y="1"/>
                    <a:pt x="360" y="159"/>
                    <a:pt x="360" y="361"/>
                  </a:cubicBezTo>
                  <a:lnTo>
                    <a:pt x="360" y="471"/>
                  </a:lnTo>
                  <a:cubicBezTo>
                    <a:pt x="360" y="668"/>
                    <a:pt x="197" y="832"/>
                    <a:pt x="0" y="832"/>
                  </a:cubicBezTo>
                  <a:lnTo>
                    <a:pt x="649" y="832"/>
                  </a:lnTo>
                  <a:cubicBezTo>
                    <a:pt x="846" y="832"/>
                    <a:pt x="1009" y="668"/>
                    <a:pt x="1009" y="471"/>
                  </a:cubicBezTo>
                  <a:lnTo>
                    <a:pt x="1009" y="361"/>
                  </a:lnTo>
                  <a:cubicBezTo>
                    <a:pt x="1009" y="159"/>
                    <a:pt x="846" y="1"/>
                    <a:pt x="649" y="1"/>
                  </a:cubicBezTo>
                  <a:close/>
                </a:path>
              </a:pathLst>
            </a:custGeom>
            <a:solidFill>
              <a:srgbClr val="87A0B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85" name="Google Shape;8785;p69"/>
            <p:cNvSpPr/>
            <p:nvPr/>
          </p:nvSpPr>
          <p:spPr>
            <a:xfrm>
              <a:off x="5602085" y="3549562"/>
              <a:ext cx="68330" cy="21782"/>
            </a:xfrm>
            <a:custGeom>
              <a:avLst/>
              <a:gdLst/>
              <a:ahLst/>
              <a:cxnLst/>
              <a:rect l="l" t="t" r="r" b="b"/>
              <a:pathLst>
                <a:path w="2610" h="832" extrusionOk="0">
                  <a:moveTo>
                    <a:pt x="361" y="0"/>
                  </a:moveTo>
                  <a:cubicBezTo>
                    <a:pt x="159" y="0"/>
                    <a:pt x="1" y="164"/>
                    <a:pt x="1" y="361"/>
                  </a:cubicBezTo>
                  <a:lnTo>
                    <a:pt x="1" y="471"/>
                  </a:lnTo>
                  <a:cubicBezTo>
                    <a:pt x="1" y="673"/>
                    <a:pt x="159" y="831"/>
                    <a:pt x="361" y="831"/>
                  </a:cubicBezTo>
                  <a:lnTo>
                    <a:pt x="2249" y="831"/>
                  </a:lnTo>
                  <a:cubicBezTo>
                    <a:pt x="2446" y="831"/>
                    <a:pt x="2609" y="673"/>
                    <a:pt x="2609" y="471"/>
                  </a:cubicBezTo>
                  <a:lnTo>
                    <a:pt x="2609" y="361"/>
                  </a:lnTo>
                  <a:cubicBezTo>
                    <a:pt x="2609" y="164"/>
                    <a:pt x="2446" y="0"/>
                    <a:pt x="2249" y="0"/>
                  </a:cubicBezTo>
                  <a:close/>
                </a:path>
              </a:pathLst>
            </a:custGeom>
            <a:solidFill>
              <a:srgbClr val="91A8B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86" name="Google Shape;8786;p69"/>
            <p:cNvSpPr/>
            <p:nvPr/>
          </p:nvSpPr>
          <p:spPr>
            <a:xfrm>
              <a:off x="5645492" y="3549798"/>
              <a:ext cx="24923" cy="21808"/>
            </a:xfrm>
            <a:custGeom>
              <a:avLst/>
              <a:gdLst/>
              <a:ahLst/>
              <a:cxnLst/>
              <a:rect l="l" t="t" r="r" b="b"/>
              <a:pathLst>
                <a:path w="952" h="833" extrusionOk="0">
                  <a:moveTo>
                    <a:pt x="0" y="1"/>
                  </a:moveTo>
                  <a:cubicBezTo>
                    <a:pt x="197" y="1"/>
                    <a:pt x="361" y="159"/>
                    <a:pt x="361" y="361"/>
                  </a:cubicBezTo>
                  <a:lnTo>
                    <a:pt x="361" y="472"/>
                  </a:lnTo>
                  <a:cubicBezTo>
                    <a:pt x="361" y="669"/>
                    <a:pt x="197" y="832"/>
                    <a:pt x="0" y="832"/>
                  </a:cubicBezTo>
                  <a:lnTo>
                    <a:pt x="591" y="832"/>
                  </a:lnTo>
                  <a:cubicBezTo>
                    <a:pt x="788" y="832"/>
                    <a:pt x="951" y="669"/>
                    <a:pt x="951" y="472"/>
                  </a:cubicBezTo>
                  <a:lnTo>
                    <a:pt x="951" y="361"/>
                  </a:lnTo>
                  <a:cubicBezTo>
                    <a:pt x="951" y="159"/>
                    <a:pt x="788" y="1"/>
                    <a:pt x="591" y="1"/>
                  </a:cubicBezTo>
                  <a:close/>
                </a:path>
              </a:pathLst>
            </a:custGeom>
            <a:solidFill>
              <a:srgbClr val="87A0B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87" name="Google Shape;8787;p69"/>
            <p:cNvSpPr/>
            <p:nvPr/>
          </p:nvSpPr>
          <p:spPr>
            <a:xfrm>
              <a:off x="5581717" y="3481520"/>
              <a:ext cx="109066" cy="69456"/>
            </a:xfrm>
            <a:custGeom>
              <a:avLst/>
              <a:gdLst/>
              <a:ahLst/>
              <a:cxnLst/>
              <a:rect l="l" t="t" r="r" b="b"/>
              <a:pathLst>
                <a:path w="4166" h="2653" extrusionOk="0">
                  <a:moveTo>
                    <a:pt x="2081" y="0"/>
                  </a:moveTo>
                  <a:cubicBezTo>
                    <a:pt x="702" y="0"/>
                    <a:pt x="1" y="1663"/>
                    <a:pt x="966" y="2652"/>
                  </a:cubicBezTo>
                  <a:cubicBezTo>
                    <a:pt x="1019" y="2623"/>
                    <a:pt x="1077" y="2609"/>
                    <a:pt x="1134" y="2609"/>
                  </a:cubicBezTo>
                  <a:lnTo>
                    <a:pt x="3027" y="2609"/>
                  </a:lnTo>
                  <a:cubicBezTo>
                    <a:pt x="3090" y="2609"/>
                    <a:pt x="3147" y="2623"/>
                    <a:pt x="3200" y="2652"/>
                  </a:cubicBezTo>
                  <a:cubicBezTo>
                    <a:pt x="4166" y="1663"/>
                    <a:pt x="3464" y="0"/>
                    <a:pt x="2081" y="0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88" name="Google Shape;8788;p69"/>
            <p:cNvSpPr/>
            <p:nvPr/>
          </p:nvSpPr>
          <p:spPr>
            <a:xfrm>
              <a:off x="5605986" y="3549798"/>
              <a:ext cx="5445" cy="1178"/>
            </a:xfrm>
            <a:custGeom>
              <a:avLst/>
              <a:gdLst/>
              <a:ahLst/>
              <a:cxnLst/>
              <a:rect l="l" t="t" r="r" b="b"/>
              <a:pathLst>
                <a:path w="208" h="45" extrusionOk="0">
                  <a:moveTo>
                    <a:pt x="1" y="1"/>
                  </a:moveTo>
                  <a:cubicBezTo>
                    <a:pt x="10" y="15"/>
                    <a:pt x="25" y="30"/>
                    <a:pt x="34" y="44"/>
                  </a:cubicBezTo>
                  <a:cubicBezTo>
                    <a:pt x="87" y="15"/>
                    <a:pt x="150" y="1"/>
                    <a:pt x="207" y="1"/>
                  </a:cubicBez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89" name="Google Shape;8789;p69"/>
            <p:cNvSpPr/>
            <p:nvPr/>
          </p:nvSpPr>
          <p:spPr>
            <a:xfrm>
              <a:off x="5626616" y="3481651"/>
              <a:ext cx="64036" cy="69325"/>
            </a:xfrm>
            <a:custGeom>
              <a:avLst/>
              <a:gdLst/>
              <a:ahLst/>
              <a:cxnLst/>
              <a:rect l="l" t="t" r="r" b="b"/>
              <a:pathLst>
                <a:path w="2446" h="2648" extrusionOk="0">
                  <a:moveTo>
                    <a:pt x="366" y="0"/>
                  </a:moveTo>
                  <a:cubicBezTo>
                    <a:pt x="241" y="0"/>
                    <a:pt x="121" y="15"/>
                    <a:pt x="1" y="43"/>
                  </a:cubicBezTo>
                  <a:cubicBezTo>
                    <a:pt x="1149" y="322"/>
                    <a:pt x="1581" y="1725"/>
                    <a:pt x="793" y="2604"/>
                  </a:cubicBezTo>
                  <a:lnTo>
                    <a:pt x="1312" y="2604"/>
                  </a:lnTo>
                  <a:cubicBezTo>
                    <a:pt x="1375" y="2604"/>
                    <a:pt x="1432" y="2618"/>
                    <a:pt x="1485" y="2647"/>
                  </a:cubicBezTo>
                  <a:cubicBezTo>
                    <a:pt x="2446" y="1658"/>
                    <a:pt x="1744" y="0"/>
                    <a:pt x="366" y="0"/>
                  </a:cubicBez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90" name="Google Shape;8790;p69"/>
            <p:cNvSpPr/>
            <p:nvPr/>
          </p:nvSpPr>
          <p:spPr>
            <a:xfrm>
              <a:off x="5559464" y="3365412"/>
              <a:ext cx="44297" cy="78147"/>
            </a:xfrm>
            <a:custGeom>
              <a:avLst/>
              <a:gdLst/>
              <a:ahLst/>
              <a:cxnLst/>
              <a:rect l="l" t="t" r="r" b="b"/>
              <a:pathLst>
                <a:path w="1692" h="2985" extrusionOk="0">
                  <a:moveTo>
                    <a:pt x="306" y="1"/>
                  </a:moveTo>
                  <a:cubicBezTo>
                    <a:pt x="203" y="1"/>
                    <a:pt x="100" y="20"/>
                    <a:pt x="0" y="54"/>
                  </a:cubicBezTo>
                  <a:cubicBezTo>
                    <a:pt x="548" y="227"/>
                    <a:pt x="956" y="794"/>
                    <a:pt x="1004" y="1495"/>
                  </a:cubicBezTo>
                  <a:lnTo>
                    <a:pt x="951" y="2173"/>
                  </a:lnTo>
                  <a:cubicBezTo>
                    <a:pt x="899" y="2490"/>
                    <a:pt x="798" y="2807"/>
                    <a:pt x="658" y="2985"/>
                  </a:cubicBezTo>
                  <a:lnTo>
                    <a:pt x="1350" y="2985"/>
                  </a:lnTo>
                  <a:cubicBezTo>
                    <a:pt x="1480" y="2807"/>
                    <a:pt x="1586" y="2490"/>
                    <a:pt x="1643" y="2173"/>
                  </a:cubicBezTo>
                  <a:lnTo>
                    <a:pt x="1691" y="1495"/>
                  </a:lnTo>
                  <a:cubicBezTo>
                    <a:pt x="1638" y="659"/>
                    <a:pt x="1057" y="1"/>
                    <a:pt x="341" y="1"/>
                  </a:cubicBezTo>
                  <a:cubicBezTo>
                    <a:pt x="330" y="1"/>
                    <a:pt x="318" y="1"/>
                    <a:pt x="306" y="1"/>
                  </a:cubicBezTo>
                  <a:close/>
                </a:path>
              </a:pathLst>
            </a:custGeom>
            <a:solidFill>
              <a:srgbClr val="9CB0C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91" name="Google Shape;8791;p69"/>
            <p:cNvSpPr/>
            <p:nvPr/>
          </p:nvSpPr>
          <p:spPr>
            <a:xfrm>
              <a:off x="5532918" y="3365438"/>
              <a:ext cx="71340" cy="78121"/>
            </a:xfrm>
            <a:custGeom>
              <a:avLst/>
              <a:gdLst/>
              <a:ahLst/>
              <a:cxnLst/>
              <a:rect l="l" t="t" r="r" b="b"/>
              <a:pathLst>
                <a:path w="2725" h="2984" extrusionOk="0">
                  <a:moveTo>
                    <a:pt x="1355" y="0"/>
                  </a:moveTo>
                  <a:cubicBezTo>
                    <a:pt x="611" y="0"/>
                    <a:pt x="1" y="726"/>
                    <a:pt x="1" y="1624"/>
                  </a:cubicBezTo>
                  <a:cubicBezTo>
                    <a:pt x="1" y="2037"/>
                    <a:pt x="135" y="2695"/>
                    <a:pt x="346" y="2984"/>
                  </a:cubicBezTo>
                  <a:lnTo>
                    <a:pt x="2369" y="2984"/>
                  </a:lnTo>
                  <a:cubicBezTo>
                    <a:pt x="2503" y="2801"/>
                    <a:pt x="2604" y="2484"/>
                    <a:pt x="2662" y="2167"/>
                  </a:cubicBezTo>
                  <a:cubicBezTo>
                    <a:pt x="2705" y="1946"/>
                    <a:pt x="2724" y="1715"/>
                    <a:pt x="2715" y="1489"/>
                  </a:cubicBezTo>
                  <a:cubicBezTo>
                    <a:pt x="2652" y="658"/>
                    <a:pt x="2071" y="0"/>
                    <a:pt x="1355" y="0"/>
                  </a:cubicBezTo>
                  <a:close/>
                </a:path>
              </a:pathLst>
            </a:custGeom>
            <a:solidFill>
              <a:srgbClr val="AABBC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92" name="Google Shape;8792;p69"/>
            <p:cNvSpPr/>
            <p:nvPr/>
          </p:nvSpPr>
          <p:spPr>
            <a:xfrm>
              <a:off x="5319734" y="3365438"/>
              <a:ext cx="137236" cy="195093"/>
            </a:xfrm>
            <a:custGeom>
              <a:avLst/>
              <a:gdLst/>
              <a:ahLst/>
              <a:cxnLst/>
              <a:rect l="l" t="t" r="r" b="b"/>
              <a:pathLst>
                <a:path w="5242" h="7452" extrusionOk="0">
                  <a:moveTo>
                    <a:pt x="4669" y="0"/>
                  </a:moveTo>
                  <a:cubicBezTo>
                    <a:pt x="4666" y="0"/>
                    <a:pt x="4664" y="0"/>
                    <a:pt x="4661" y="0"/>
                  </a:cubicBezTo>
                  <a:lnTo>
                    <a:pt x="1216" y="0"/>
                  </a:lnTo>
                  <a:cubicBezTo>
                    <a:pt x="544" y="0"/>
                    <a:pt x="1" y="543"/>
                    <a:pt x="1" y="1216"/>
                  </a:cubicBezTo>
                  <a:lnTo>
                    <a:pt x="1" y="6236"/>
                  </a:lnTo>
                  <a:cubicBezTo>
                    <a:pt x="1" y="6908"/>
                    <a:pt x="544" y="7451"/>
                    <a:pt x="1216" y="7451"/>
                  </a:cubicBezTo>
                  <a:lnTo>
                    <a:pt x="4661" y="7451"/>
                  </a:lnTo>
                  <a:cubicBezTo>
                    <a:pt x="4978" y="7451"/>
                    <a:pt x="5237" y="7192"/>
                    <a:pt x="5242" y="6870"/>
                  </a:cubicBezTo>
                  <a:lnTo>
                    <a:pt x="5242" y="577"/>
                  </a:lnTo>
                  <a:cubicBezTo>
                    <a:pt x="5237" y="258"/>
                    <a:pt x="4982" y="0"/>
                    <a:pt x="4669" y="0"/>
                  </a:cubicBezTo>
                  <a:close/>
                </a:path>
              </a:pathLst>
            </a:custGeom>
            <a:solidFill>
              <a:srgbClr val="AABBC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93" name="Google Shape;8793;p69"/>
            <p:cNvSpPr/>
            <p:nvPr/>
          </p:nvSpPr>
          <p:spPr>
            <a:xfrm>
              <a:off x="5319734" y="3367323"/>
              <a:ext cx="137236" cy="193208"/>
            </a:xfrm>
            <a:custGeom>
              <a:avLst/>
              <a:gdLst/>
              <a:ahLst/>
              <a:cxnLst/>
              <a:rect l="l" t="t" r="r" b="b"/>
              <a:pathLst>
                <a:path w="5242" h="7380" extrusionOk="0">
                  <a:moveTo>
                    <a:pt x="793" y="0"/>
                  </a:moveTo>
                  <a:cubicBezTo>
                    <a:pt x="318" y="178"/>
                    <a:pt x="1" y="634"/>
                    <a:pt x="6" y="1144"/>
                  </a:cubicBezTo>
                  <a:lnTo>
                    <a:pt x="6" y="6164"/>
                  </a:lnTo>
                  <a:cubicBezTo>
                    <a:pt x="6" y="6836"/>
                    <a:pt x="548" y="7379"/>
                    <a:pt x="1221" y="7379"/>
                  </a:cubicBezTo>
                  <a:lnTo>
                    <a:pt x="4665" y="7379"/>
                  </a:lnTo>
                  <a:cubicBezTo>
                    <a:pt x="4983" y="7379"/>
                    <a:pt x="5242" y="7120"/>
                    <a:pt x="5242" y="6803"/>
                  </a:cubicBezTo>
                  <a:lnTo>
                    <a:pt x="5242" y="6663"/>
                  </a:lnTo>
                  <a:lnTo>
                    <a:pt x="1932" y="6663"/>
                  </a:lnTo>
                  <a:cubicBezTo>
                    <a:pt x="1264" y="6663"/>
                    <a:pt x="717" y="6121"/>
                    <a:pt x="717" y="5448"/>
                  </a:cubicBezTo>
                  <a:lnTo>
                    <a:pt x="717" y="428"/>
                  </a:lnTo>
                  <a:cubicBezTo>
                    <a:pt x="717" y="284"/>
                    <a:pt x="745" y="140"/>
                    <a:pt x="793" y="0"/>
                  </a:cubicBezTo>
                  <a:close/>
                </a:path>
              </a:pathLst>
            </a:custGeom>
            <a:solidFill>
              <a:srgbClr val="9CB0C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94" name="Google Shape;8794;p69"/>
            <p:cNvSpPr/>
            <p:nvPr/>
          </p:nvSpPr>
          <p:spPr>
            <a:xfrm>
              <a:off x="5314707" y="3360019"/>
              <a:ext cx="381731" cy="368405"/>
            </a:xfrm>
            <a:custGeom>
              <a:avLst/>
              <a:gdLst/>
              <a:ahLst/>
              <a:cxnLst/>
              <a:rect l="l" t="t" r="r" b="b"/>
              <a:pathLst>
                <a:path w="14581" h="14072" extrusionOk="0">
                  <a:moveTo>
                    <a:pt x="10646" y="3392"/>
                  </a:moveTo>
                  <a:cubicBezTo>
                    <a:pt x="10728" y="3392"/>
                    <a:pt x="10795" y="3460"/>
                    <a:pt x="10795" y="3546"/>
                  </a:cubicBezTo>
                  <a:lnTo>
                    <a:pt x="10795" y="3657"/>
                  </a:lnTo>
                  <a:cubicBezTo>
                    <a:pt x="10795" y="3738"/>
                    <a:pt x="10728" y="3805"/>
                    <a:pt x="10646" y="3805"/>
                  </a:cubicBezTo>
                  <a:lnTo>
                    <a:pt x="8754" y="3805"/>
                  </a:lnTo>
                  <a:cubicBezTo>
                    <a:pt x="8672" y="3805"/>
                    <a:pt x="8605" y="3738"/>
                    <a:pt x="8605" y="3657"/>
                  </a:cubicBezTo>
                  <a:lnTo>
                    <a:pt x="8605" y="3546"/>
                  </a:lnTo>
                  <a:cubicBezTo>
                    <a:pt x="8605" y="3460"/>
                    <a:pt x="8672" y="3392"/>
                    <a:pt x="8758" y="3392"/>
                  </a:cubicBezTo>
                  <a:close/>
                  <a:moveTo>
                    <a:pt x="12289" y="4858"/>
                  </a:moveTo>
                  <a:cubicBezTo>
                    <a:pt x="13433" y="4858"/>
                    <a:pt x="14048" y="6179"/>
                    <a:pt x="13346" y="7058"/>
                  </a:cubicBezTo>
                  <a:cubicBezTo>
                    <a:pt x="13296" y="7048"/>
                    <a:pt x="13283" y="7046"/>
                    <a:pt x="13038" y="7046"/>
                  </a:cubicBezTo>
                  <a:cubicBezTo>
                    <a:pt x="12794" y="7046"/>
                    <a:pt x="12318" y="7048"/>
                    <a:pt x="11343" y="7048"/>
                  </a:cubicBezTo>
                  <a:cubicBezTo>
                    <a:pt x="11309" y="7048"/>
                    <a:pt x="11271" y="7048"/>
                    <a:pt x="11237" y="7058"/>
                  </a:cubicBezTo>
                  <a:cubicBezTo>
                    <a:pt x="10531" y="6183"/>
                    <a:pt x="11146" y="4858"/>
                    <a:pt x="12289" y="4858"/>
                  </a:cubicBezTo>
                  <a:close/>
                  <a:moveTo>
                    <a:pt x="5616" y="558"/>
                  </a:moveTo>
                  <a:lnTo>
                    <a:pt x="6352" y="563"/>
                  </a:lnTo>
                  <a:lnTo>
                    <a:pt x="6352" y="568"/>
                  </a:lnTo>
                  <a:cubicBezTo>
                    <a:pt x="6909" y="568"/>
                    <a:pt x="7360" y="1014"/>
                    <a:pt x="7360" y="1572"/>
                  </a:cubicBezTo>
                  <a:lnTo>
                    <a:pt x="7360" y="6284"/>
                  </a:lnTo>
                  <a:cubicBezTo>
                    <a:pt x="7360" y="6842"/>
                    <a:pt x="6909" y="7288"/>
                    <a:pt x="6352" y="7293"/>
                  </a:cubicBezTo>
                  <a:lnTo>
                    <a:pt x="5616" y="7293"/>
                  </a:lnTo>
                  <a:cubicBezTo>
                    <a:pt x="5636" y="7221"/>
                    <a:pt x="5645" y="7149"/>
                    <a:pt x="5650" y="7072"/>
                  </a:cubicBezTo>
                  <a:cubicBezTo>
                    <a:pt x="5636" y="476"/>
                    <a:pt x="5679" y="760"/>
                    <a:pt x="5616" y="558"/>
                  </a:cubicBezTo>
                  <a:close/>
                  <a:moveTo>
                    <a:pt x="13236" y="7457"/>
                  </a:moveTo>
                  <a:cubicBezTo>
                    <a:pt x="13317" y="7457"/>
                    <a:pt x="13385" y="7524"/>
                    <a:pt x="13385" y="7605"/>
                  </a:cubicBezTo>
                  <a:lnTo>
                    <a:pt x="13385" y="7716"/>
                  </a:lnTo>
                  <a:cubicBezTo>
                    <a:pt x="13385" y="7802"/>
                    <a:pt x="13317" y="7870"/>
                    <a:pt x="13236" y="7870"/>
                  </a:cubicBezTo>
                  <a:lnTo>
                    <a:pt x="11343" y="7870"/>
                  </a:lnTo>
                  <a:cubicBezTo>
                    <a:pt x="11261" y="7870"/>
                    <a:pt x="11194" y="7802"/>
                    <a:pt x="11194" y="7716"/>
                  </a:cubicBezTo>
                  <a:lnTo>
                    <a:pt x="11194" y="7605"/>
                  </a:lnTo>
                  <a:cubicBezTo>
                    <a:pt x="11194" y="7524"/>
                    <a:pt x="11261" y="7457"/>
                    <a:pt x="11343" y="7457"/>
                  </a:cubicBezTo>
                  <a:close/>
                  <a:moveTo>
                    <a:pt x="1423" y="1"/>
                  </a:moveTo>
                  <a:cubicBezTo>
                    <a:pt x="635" y="1"/>
                    <a:pt x="1" y="640"/>
                    <a:pt x="1" y="1423"/>
                  </a:cubicBezTo>
                  <a:lnTo>
                    <a:pt x="1" y="6443"/>
                  </a:lnTo>
                  <a:cubicBezTo>
                    <a:pt x="1" y="7231"/>
                    <a:pt x="635" y="7865"/>
                    <a:pt x="1423" y="7865"/>
                  </a:cubicBezTo>
                  <a:lnTo>
                    <a:pt x="2624" y="7865"/>
                  </a:lnTo>
                  <a:lnTo>
                    <a:pt x="2624" y="11756"/>
                  </a:lnTo>
                  <a:cubicBezTo>
                    <a:pt x="2624" y="13034"/>
                    <a:pt x="3661" y="14072"/>
                    <a:pt x="4939" y="14072"/>
                  </a:cubicBezTo>
                  <a:lnTo>
                    <a:pt x="10190" y="14072"/>
                  </a:lnTo>
                  <a:cubicBezTo>
                    <a:pt x="11468" y="14072"/>
                    <a:pt x="12501" y="13034"/>
                    <a:pt x="12506" y="11756"/>
                  </a:cubicBezTo>
                  <a:lnTo>
                    <a:pt x="12506" y="8278"/>
                  </a:lnTo>
                  <a:lnTo>
                    <a:pt x="13245" y="8278"/>
                  </a:lnTo>
                  <a:cubicBezTo>
                    <a:pt x="13558" y="8278"/>
                    <a:pt x="13807" y="8028"/>
                    <a:pt x="13807" y="7716"/>
                  </a:cubicBezTo>
                  <a:cubicBezTo>
                    <a:pt x="13798" y="7649"/>
                    <a:pt x="13851" y="7490"/>
                    <a:pt x="13692" y="7279"/>
                  </a:cubicBezTo>
                  <a:cubicBezTo>
                    <a:pt x="14581" y="6107"/>
                    <a:pt x="13740" y="4440"/>
                    <a:pt x="12289" y="4440"/>
                  </a:cubicBezTo>
                  <a:cubicBezTo>
                    <a:pt x="10834" y="4440"/>
                    <a:pt x="9998" y="6107"/>
                    <a:pt x="10901" y="7279"/>
                  </a:cubicBezTo>
                  <a:cubicBezTo>
                    <a:pt x="10742" y="7490"/>
                    <a:pt x="10795" y="7649"/>
                    <a:pt x="10786" y="7716"/>
                  </a:cubicBezTo>
                  <a:cubicBezTo>
                    <a:pt x="10786" y="8023"/>
                    <a:pt x="11035" y="8278"/>
                    <a:pt x="11348" y="8278"/>
                  </a:cubicBezTo>
                  <a:lnTo>
                    <a:pt x="12088" y="8278"/>
                  </a:lnTo>
                  <a:lnTo>
                    <a:pt x="12088" y="11756"/>
                  </a:lnTo>
                  <a:cubicBezTo>
                    <a:pt x="12083" y="12808"/>
                    <a:pt x="11232" y="13659"/>
                    <a:pt x="10180" y="13663"/>
                  </a:cubicBezTo>
                  <a:lnTo>
                    <a:pt x="4930" y="13663"/>
                  </a:lnTo>
                  <a:cubicBezTo>
                    <a:pt x="3882" y="13659"/>
                    <a:pt x="3027" y="12808"/>
                    <a:pt x="3027" y="11756"/>
                  </a:cubicBezTo>
                  <a:lnTo>
                    <a:pt x="3027" y="7865"/>
                  </a:lnTo>
                  <a:lnTo>
                    <a:pt x="4862" y="7865"/>
                  </a:lnTo>
                  <a:cubicBezTo>
                    <a:pt x="5026" y="7865"/>
                    <a:pt x="5179" y="7807"/>
                    <a:pt x="5304" y="7706"/>
                  </a:cubicBezTo>
                  <a:lnTo>
                    <a:pt x="5592" y="7706"/>
                  </a:lnTo>
                  <a:lnTo>
                    <a:pt x="5592" y="10108"/>
                  </a:lnTo>
                  <a:cubicBezTo>
                    <a:pt x="5592" y="11002"/>
                    <a:pt x="6313" y="11722"/>
                    <a:pt x="7207" y="11722"/>
                  </a:cubicBezTo>
                  <a:lnTo>
                    <a:pt x="8292" y="11722"/>
                  </a:lnTo>
                  <a:cubicBezTo>
                    <a:pt x="9186" y="11722"/>
                    <a:pt x="9907" y="11002"/>
                    <a:pt x="9907" y="10108"/>
                  </a:cubicBezTo>
                  <a:lnTo>
                    <a:pt x="9907" y="4219"/>
                  </a:lnTo>
                  <a:lnTo>
                    <a:pt x="10646" y="4219"/>
                  </a:lnTo>
                  <a:cubicBezTo>
                    <a:pt x="10959" y="4219"/>
                    <a:pt x="11208" y="3969"/>
                    <a:pt x="11208" y="3657"/>
                  </a:cubicBezTo>
                  <a:lnTo>
                    <a:pt x="11208" y="3546"/>
                  </a:lnTo>
                  <a:cubicBezTo>
                    <a:pt x="11208" y="3373"/>
                    <a:pt x="11127" y="3215"/>
                    <a:pt x="10992" y="3109"/>
                  </a:cubicBezTo>
                  <a:cubicBezTo>
                    <a:pt x="11093" y="2888"/>
                    <a:pt x="11165" y="2652"/>
                    <a:pt x="11204" y="2407"/>
                  </a:cubicBezTo>
                  <a:cubicBezTo>
                    <a:pt x="11242" y="2248"/>
                    <a:pt x="11119" y="2153"/>
                    <a:pt x="10999" y="2153"/>
                  </a:cubicBezTo>
                  <a:cubicBezTo>
                    <a:pt x="10906" y="2153"/>
                    <a:pt x="10815" y="2210"/>
                    <a:pt x="10800" y="2335"/>
                  </a:cubicBezTo>
                  <a:cubicBezTo>
                    <a:pt x="10762" y="2561"/>
                    <a:pt x="10694" y="2777"/>
                    <a:pt x="10598" y="2984"/>
                  </a:cubicBezTo>
                  <a:lnTo>
                    <a:pt x="8806" y="2984"/>
                  </a:lnTo>
                  <a:cubicBezTo>
                    <a:pt x="8653" y="2705"/>
                    <a:pt x="8552" y="2187"/>
                    <a:pt x="8552" y="1831"/>
                  </a:cubicBezTo>
                  <a:cubicBezTo>
                    <a:pt x="8552" y="1053"/>
                    <a:pt x="9066" y="414"/>
                    <a:pt x="9700" y="414"/>
                  </a:cubicBezTo>
                  <a:cubicBezTo>
                    <a:pt x="10209" y="414"/>
                    <a:pt x="10661" y="837"/>
                    <a:pt x="10800" y="1447"/>
                  </a:cubicBezTo>
                  <a:cubicBezTo>
                    <a:pt x="10830" y="1550"/>
                    <a:pt x="10912" y="1596"/>
                    <a:pt x="10995" y="1596"/>
                  </a:cubicBezTo>
                  <a:cubicBezTo>
                    <a:pt x="11113" y="1596"/>
                    <a:pt x="11232" y="1503"/>
                    <a:pt x="11204" y="1351"/>
                  </a:cubicBezTo>
                  <a:cubicBezTo>
                    <a:pt x="11026" y="558"/>
                    <a:pt x="10401" y="1"/>
                    <a:pt x="9700" y="1"/>
                  </a:cubicBezTo>
                  <a:cubicBezTo>
                    <a:pt x="8840" y="1"/>
                    <a:pt x="8139" y="827"/>
                    <a:pt x="8139" y="1831"/>
                  </a:cubicBezTo>
                  <a:cubicBezTo>
                    <a:pt x="8139" y="2167"/>
                    <a:pt x="8230" y="2725"/>
                    <a:pt x="8417" y="3109"/>
                  </a:cubicBezTo>
                  <a:cubicBezTo>
                    <a:pt x="8273" y="3210"/>
                    <a:pt x="8191" y="3373"/>
                    <a:pt x="8187" y="3546"/>
                  </a:cubicBezTo>
                  <a:lnTo>
                    <a:pt x="8187" y="3657"/>
                  </a:lnTo>
                  <a:cubicBezTo>
                    <a:pt x="8187" y="3969"/>
                    <a:pt x="8441" y="4223"/>
                    <a:pt x="8754" y="4223"/>
                  </a:cubicBezTo>
                  <a:lnTo>
                    <a:pt x="9493" y="4223"/>
                  </a:lnTo>
                  <a:lnTo>
                    <a:pt x="9493" y="10113"/>
                  </a:lnTo>
                  <a:cubicBezTo>
                    <a:pt x="9493" y="10776"/>
                    <a:pt x="8955" y="11314"/>
                    <a:pt x="8292" y="11314"/>
                  </a:cubicBezTo>
                  <a:lnTo>
                    <a:pt x="7202" y="11314"/>
                  </a:lnTo>
                  <a:cubicBezTo>
                    <a:pt x="6539" y="11314"/>
                    <a:pt x="6001" y="10776"/>
                    <a:pt x="6001" y="10113"/>
                  </a:cubicBezTo>
                  <a:lnTo>
                    <a:pt x="6001" y="7711"/>
                  </a:lnTo>
                  <a:lnTo>
                    <a:pt x="6347" y="7711"/>
                  </a:lnTo>
                  <a:cubicBezTo>
                    <a:pt x="7130" y="7711"/>
                    <a:pt x="7769" y="7077"/>
                    <a:pt x="7769" y="6289"/>
                  </a:cubicBezTo>
                  <a:lnTo>
                    <a:pt x="7769" y="1576"/>
                  </a:lnTo>
                  <a:cubicBezTo>
                    <a:pt x="7769" y="793"/>
                    <a:pt x="7130" y="159"/>
                    <a:pt x="6347" y="159"/>
                  </a:cubicBezTo>
                  <a:lnTo>
                    <a:pt x="5304" y="159"/>
                  </a:lnTo>
                  <a:cubicBezTo>
                    <a:pt x="5175" y="58"/>
                    <a:pt x="5021" y="5"/>
                    <a:pt x="4857" y="1"/>
                  </a:cubicBezTo>
                  <a:lnTo>
                    <a:pt x="2960" y="1"/>
                  </a:lnTo>
                  <a:cubicBezTo>
                    <a:pt x="2686" y="1"/>
                    <a:pt x="2686" y="409"/>
                    <a:pt x="2960" y="409"/>
                  </a:cubicBezTo>
                  <a:lnTo>
                    <a:pt x="4857" y="409"/>
                  </a:lnTo>
                  <a:cubicBezTo>
                    <a:pt x="5059" y="414"/>
                    <a:pt x="5227" y="577"/>
                    <a:pt x="5232" y="784"/>
                  </a:cubicBezTo>
                  <a:cubicBezTo>
                    <a:pt x="5218" y="7730"/>
                    <a:pt x="5266" y="7096"/>
                    <a:pt x="5184" y="7250"/>
                  </a:cubicBezTo>
                  <a:cubicBezTo>
                    <a:pt x="5122" y="7375"/>
                    <a:pt x="4997" y="7452"/>
                    <a:pt x="4857" y="7452"/>
                  </a:cubicBezTo>
                  <a:lnTo>
                    <a:pt x="1423" y="7452"/>
                  </a:lnTo>
                  <a:cubicBezTo>
                    <a:pt x="865" y="7452"/>
                    <a:pt x="414" y="7000"/>
                    <a:pt x="414" y="6448"/>
                  </a:cubicBezTo>
                  <a:lnTo>
                    <a:pt x="414" y="1423"/>
                  </a:lnTo>
                  <a:cubicBezTo>
                    <a:pt x="414" y="865"/>
                    <a:pt x="865" y="414"/>
                    <a:pt x="1423" y="414"/>
                  </a:cubicBezTo>
                  <a:lnTo>
                    <a:pt x="1951" y="414"/>
                  </a:lnTo>
                  <a:cubicBezTo>
                    <a:pt x="2220" y="414"/>
                    <a:pt x="2220" y="1"/>
                    <a:pt x="1951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95" name="Google Shape;8795;p69"/>
            <p:cNvSpPr/>
            <p:nvPr/>
          </p:nvSpPr>
          <p:spPr>
            <a:xfrm>
              <a:off x="5631014" y="3497150"/>
              <a:ext cx="10839" cy="27777"/>
            </a:xfrm>
            <a:custGeom>
              <a:avLst/>
              <a:gdLst/>
              <a:ahLst/>
              <a:cxnLst/>
              <a:rect l="l" t="t" r="r" b="b"/>
              <a:pathLst>
                <a:path w="414" h="1061" extrusionOk="0">
                  <a:moveTo>
                    <a:pt x="207" y="0"/>
                  </a:moveTo>
                  <a:cubicBezTo>
                    <a:pt x="104" y="0"/>
                    <a:pt x="1" y="69"/>
                    <a:pt x="1" y="206"/>
                  </a:cubicBezTo>
                  <a:lnTo>
                    <a:pt x="1" y="859"/>
                  </a:lnTo>
                  <a:cubicBezTo>
                    <a:pt x="1" y="969"/>
                    <a:pt x="92" y="1061"/>
                    <a:pt x="207" y="1061"/>
                  </a:cubicBezTo>
                  <a:cubicBezTo>
                    <a:pt x="323" y="1061"/>
                    <a:pt x="414" y="969"/>
                    <a:pt x="414" y="859"/>
                  </a:cubicBezTo>
                  <a:lnTo>
                    <a:pt x="414" y="206"/>
                  </a:lnTo>
                  <a:cubicBezTo>
                    <a:pt x="414" y="69"/>
                    <a:pt x="311" y="0"/>
                    <a:pt x="207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796" name="Google Shape;8796;p69"/>
          <p:cNvGrpSpPr/>
          <p:nvPr/>
        </p:nvGrpSpPr>
        <p:grpSpPr>
          <a:xfrm>
            <a:off x="3981044" y="1780805"/>
            <a:ext cx="280721" cy="274949"/>
            <a:chOff x="5308058" y="1517156"/>
            <a:chExt cx="374295" cy="366599"/>
          </a:xfrm>
        </p:grpSpPr>
        <p:sp>
          <p:nvSpPr>
            <p:cNvPr id="8797" name="Google Shape;8797;p69"/>
            <p:cNvSpPr/>
            <p:nvPr/>
          </p:nvSpPr>
          <p:spPr>
            <a:xfrm>
              <a:off x="5315493" y="1522078"/>
              <a:ext cx="359425" cy="357043"/>
            </a:xfrm>
            <a:custGeom>
              <a:avLst/>
              <a:gdLst/>
              <a:ahLst/>
              <a:cxnLst/>
              <a:rect l="l" t="t" r="r" b="b"/>
              <a:pathLst>
                <a:path w="13729" h="13638" extrusionOk="0">
                  <a:moveTo>
                    <a:pt x="10004" y="1"/>
                  </a:moveTo>
                  <a:cubicBezTo>
                    <a:pt x="9972" y="1"/>
                    <a:pt x="9941" y="2"/>
                    <a:pt x="9910" y="4"/>
                  </a:cubicBezTo>
                  <a:cubicBezTo>
                    <a:pt x="9487" y="23"/>
                    <a:pt x="9089" y="205"/>
                    <a:pt x="8796" y="513"/>
                  </a:cubicBezTo>
                  <a:cubicBezTo>
                    <a:pt x="8373" y="955"/>
                    <a:pt x="8224" y="1594"/>
                    <a:pt x="8411" y="2175"/>
                  </a:cubicBezTo>
                  <a:cubicBezTo>
                    <a:pt x="8522" y="2530"/>
                    <a:pt x="8426" y="2920"/>
                    <a:pt x="8161" y="3184"/>
                  </a:cubicBezTo>
                  <a:lnTo>
                    <a:pt x="3233" y="8113"/>
                  </a:lnTo>
                  <a:cubicBezTo>
                    <a:pt x="3041" y="8304"/>
                    <a:pt x="2783" y="8408"/>
                    <a:pt x="2521" y="8408"/>
                  </a:cubicBezTo>
                  <a:cubicBezTo>
                    <a:pt x="2421" y="8408"/>
                    <a:pt x="2321" y="8393"/>
                    <a:pt x="2224" y="8363"/>
                  </a:cubicBezTo>
                  <a:cubicBezTo>
                    <a:pt x="2053" y="8308"/>
                    <a:pt x="1881" y="8282"/>
                    <a:pt x="1713" y="8282"/>
                  </a:cubicBezTo>
                  <a:cubicBezTo>
                    <a:pt x="846" y="8282"/>
                    <a:pt x="79" y="8965"/>
                    <a:pt x="43" y="9890"/>
                  </a:cubicBezTo>
                  <a:cubicBezTo>
                    <a:pt x="0" y="10861"/>
                    <a:pt x="785" y="11638"/>
                    <a:pt x="1710" y="11638"/>
                  </a:cubicBezTo>
                  <a:cubicBezTo>
                    <a:pt x="1833" y="11638"/>
                    <a:pt x="1958" y="11624"/>
                    <a:pt x="2084" y="11596"/>
                  </a:cubicBezTo>
                  <a:lnTo>
                    <a:pt x="2084" y="11596"/>
                  </a:lnTo>
                  <a:cubicBezTo>
                    <a:pt x="1955" y="12158"/>
                    <a:pt x="2123" y="12749"/>
                    <a:pt x="2536" y="13157"/>
                  </a:cubicBezTo>
                  <a:cubicBezTo>
                    <a:pt x="2866" y="13478"/>
                    <a:pt x="3294" y="13638"/>
                    <a:pt x="3721" y="13638"/>
                  </a:cubicBezTo>
                  <a:cubicBezTo>
                    <a:pt x="4163" y="13638"/>
                    <a:pt x="4605" y="13466"/>
                    <a:pt x="4938" y="13123"/>
                  </a:cubicBezTo>
                  <a:cubicBezTo>
                    <a:pt x="5361" y="12681"/>
                    <a:pt x="5505" y="12042"/>
                    <a:pt x="5322" y="11461"/>
                  </a:cubicBezTo>
                  <a:cubicBezTo>
                    <a:pt x="5207" y="11106"/>
                    <a:pt x="5303" y="10717"/>
                    <a:pt x="5572" y="10452"/>
                  </a:cubicBezTo>
                  <a:lnTo>
                    <a:pt x="6634" y="9391"/>
                  </a:lnTo>
                  <a:lnTo>
                    <a:pt x="7374" y="8646"/>
                  </a:lnTo>
                  <a:lnTo>
                    <a:pt x="10496" y="5523"/>
                  </a:lnTo>
                  <a:cubicBezTo>
                    <a:pt x="10688" y="5332"/>
                    <a:pt x="10945" y="5228"/>
                    <a:pt x="11208" y="5228"/>
                  </a:cubicBezTo>
                  <a:cubicBezTo>
                    <a:pt x="11307" y="5228"/>
                    <a:pt x="11408" y="5243"/>
                    <a:pt x="11505" y="5274"/>
                  </a:cubicBezTo>
                  <a:cubicBezTo>
                    <a:pt x="11676" y="5328"/>
                    <a:pt x="11848" y="5354"/>
                    <a:pt x="12016" y="5354"/>
                  </a:cubicBezTo>
                  <a:cubicBezTo>
                    <a:pt x="12881" y="5354"/>
                    <a:pt x="13646" y="4672"/>
                    <a:pt x="13686" y="3751"/>
                  </a:cubicBezTo>
                  <a:cubicBezTo>
                    <a:pt x="13729" y="2774"/>
                    <a:pt x="12941" y="1999"/>
                    <a:pt x="12014" y="1999"/>
                  </a:cubicBezTo>
                  <a:cubicBezTo>
                    <a:pt x="11893" y="1999"/>
                    <a:pt x="11769" y="2013"/>
                    <a:pt x="11644" y="2040"/>
                  </a:cubicBezTo>
                  <a:cubicBezTo>
                    <a:pt x="11774" y="1478"/>
                    <a:pt x="11606" y="887"/>
                    <a:pt x="11193" y="479"/>
                  </a:cubicBezTo>
                  <a:cubicBezTo>
                    <a:pt x="11034" y="325"/>
                    <a:pt x="10847" y="201"/>
                    <a:pt x="10636" y="119"/>
                  </a:cubicBezTo>
                  <a:cubicBezTo>
                    <a:pt x="10434" y="43"/>
                    <a:pt x="10218" y="1"/>
                    <a:pt x="10004" y="1"/>
                  </a:cubicBezTo>
                  <a:close/>
                </a:path>
              </a:pathLst>
            </a:custGeom>
            <a:solidFill>
              <a:srgbClr val="FCFDF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98" name="Google Shape;8798;p69"/>
            <p:cNvSpPr/>
            <p:nvPr/>
          </p:nvSpPr>
          <p:spPr>
            <a:xfrm>
              <a:off x="5372199" y="1577632"/>
              <a:ext cx="306149" cy="301594"/>
            </a:xfrm>
            <a:custGeom>
              <a:avLst/>
              <a:gdLst/>
              <a:ahLst/>
              <a:cxnLst/>
              <a:rect l="l" t="t" r="r" b="b"/>
              <a:pathLst>
                <a:path w="11694" h="11520" extrusionOk="0">
                  <a:moveTo>
                    <a:pt x="10482" y="0"/>
                  </a:moveTo>
                  <a:cubicBezTo>
                    <a:pt x="10742" y="639"/>
                    <a:pt x="10588" y="1374"/>
                    <a:pt x="10093" y="1859"/>
                  </a:cubicBezTo>
                  <a:cubicBezTo>
                    <a:pt x="9776" y="2159"/>
                    <a:pt x="9358" y="2320"/>
                    <a:pt x="8933" y="2320"/>
                  </a:cubicBezTo>
                  <a:cubicBezTo>
                    <a:pt x="8765" y="2320"/>
                    <a:pt x="8596" y="2295"/>
                    <a:pt x="8431" y="2244"/>
                  </a:cubicBezTo>
                  <a:cubicBezTo>
                    <a:pt x="8331" y="2211"/>
                    <a:pt x="8229" y="2196"/>
                    <a:pt x="8127" y="2196"/>
                  </a:cubicBezTo>
                  <a:cubicBezTo>
                    <a:pt x="7867" y="2196"/>
                    <a:pt x="7612" y="2299"/>
                    <a:pt x="7422" y="2489"/>
                  </a:cubicBezTo>
                  <a:lnTo>
                    <a:pt x="4300" y="5611"/>
                  </a:lnTo>
                  <a:lnTo>
                    <a:pt x="3555" y="6361"/>
                  </a:lnTo>
                  <a:lnTo>
                    <a:pt x="2489" y="7422"/>
                  </a:lnTo>
                  <a:cubicBezTo>
                    <a:pt x="2224" y="7687"/>
                    <a:pt x="2128" y="8076"/>
                    <a:pt x="2239" y="8431"/>
                  </a:cubicBezTo>
                  <a:cubicBezTo>
                    <a:pt x="2426" y="9012"/>
                    <a:pt x="2277" y="9651"/>
                    <a:pt x="1854" y="10093"/>
                  </a:cubicBezTo>
                  <a:cubicBezTo>
                    <a:pt x="1529" y="10428"/>
                    <a:pt x="1087" y="10607"/>
                    <a:pt x="638" y="10607"/>
                  </a:cubicBezTo>
                  <a:cubicBezTo>
                    <a:pt x="423" y="10607"/>
                    <a:pt x="206" y="10566"/>
                    <a:pt x="0" y="10483"/>
                  </a:cubicBezTo>
                  <a:lnTo>
                    <a:pt x="0" y="10483"/>
                  </a:lnTo>
                  <a:cubicBezTo>
                    <a:pt x="82" y="10689"/>
                    <a:pt x="207" y="10876"/>
                    <a:pt x="365" y="11035"/>
                  </a:cubicBezTo>
                  <a:cubicBezTo>
                    <a:pt x="695" y="11358"/>
                    <a:pt x="1123" y="11519"/>
                    <a:pt x="1550" y="11519"/>
                  </a:cubicBezTo>
                  <a:cubicBezTo>
                    <a:pt x="1993" y="11519"/>
                    <a:pt x="2435" y="11346"/>
                    <a:pt x="2767" y="11001"/>
                  </a:cubicBezTo>
                  <a:cubicBezTo>
                    <a:pt x="3190" y="10559"/>
                    <a:pt x="3339" y="9920"/>
                    <a:pt x="3151" y="9339"/>
                  </a:cubicBezTo>
                  <a:cubicBezTo>
                    <a:pt x="3041" y="8984"/>
                    <a:pt x="3137" y="8595"/>
                    <a:pt x="3401" y="8330"/>
                  </a:cubicBezTo>
                  <a:lnTo>
                    <a:pt x="4463" y="7269"/>
                  </a:lnTo>
                  <a:lnTo>
                    <a:pt x="5208" y="6524"/>
                  </a:lnTo>
                  <a:lnTo>
                    <a:pt x="8330" y="3401"/>
                  </a:lnTo>
                  <a:cubicBezTo>
                    <a:pt x="8521" y="3208"/>
                    <a:pt x="8776" y="3104"/>
                    <a:pt x="9036" y="3104"/>
                  </a:cubicBezTo>
                  <a:cubicBezTo>
                    <a:pt x="9137" y="3104"/>
                    <a:pt x="9240" y="3119"/>
                    <a:pt x="9339" y="3152"/>
                  </a:cubicBezTo>
                  <a:cubicBezTo>
                    <a:pt x="9505" y="3204"/>
                    <a:pt x="9676" y="3229"/>
                    <a:pt x="9845" y="3229"/>
                  </a:cubicBezTo>
                  <a:cubicBezTo>
                    <a:pt x="10269" y="3229"/>
                    <a:pt x="10685" y="3069"/>
                    <a:pt x="11001" y="2767"/>
                  </a:cubicBezTo>
                  <a:cubicBezTo>
                    <a:pt x="11674" y="2114"/>
                    <a:pt x="11693" y="1038"/>
                    <a:pt x="11040" y="370"/>
                  </a:cubicBezTo>
                  <a:cubicBezTo>
                    <a:pt x="10881" y="207"/>
                    <a:pt x="10689" y="82"/>
                    <a:pt x="10482" y="0"/>
                  </a:cubicBez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99" name="Google Shape;8799;p69"/>
            <p:cNvSpPr/>
            <p:nvPr/>
          </p:nvSpPr>
          <p:spPr>
            <a:xfrm>
              <a:off x="5308058" y="1517156"/>
              <a:ext cx="266539" cy="366599"/>
            </a:xfrm>
            <a:custGeom>
              <a:avLst/>
              <a:gdLst/>
              <a:ahLst/>
              <a:cxnLst/>
              <a:rect l="l" t="t" r="r" b="b"/>
              <a:pathLst>
                <a:path w="10181" h="14003" extrusionOk="0">
                  <a:moveTo>
                    <a:pt x="9898" y="1"/>
                  </a:moveTo>
                  <a:cubicBezTo>
                    <a:pt x="9885" y="1"/>
                    <a:pt x="9872" y="2"/>
                    <a:pt x="9858" y="4"/>
                  </a:cubicBezTo>
                  <a:cubicBezTo>
                    <a:pt x="8791" y="254"/>
                    <a:pt x="8167" y="1354"/>
                    <a:pt x="8498" y="2397"/>
                  </a:cubicBezTo>
                  <a:cubicBezTo>
                    <a:pt x="8590" y="2680"/>
                    <a:pt x="8513" y="2992"/>
                    <a:pt x="8301" y="3199"/>
                  </a:cubicBezTo>
                  <a:lnTo>
                    <a:pt x="3372" y="8133"/>
                  </a:lnTo>
                  <a:cubicBezTo>
                    <a:pt x="3220" y="8285"/>
                    <a:pt x="3018" y="8367"/>
                    <a:pt x="2811" y="8367"/>
                  </a:cubicBezTo>
                  <a:cubicBezTo>
                    <a:pt x="2730" y="8367"/>
                    <a:pt x="2649" y="8355"/>
                    <a:pt x="2570" y="8330"/>
                  </a:cubicBezTo>
                  <a:cubicBezTo>
                    <a:pt x="2382" y="8271"/>
                    <a:pt x="2192" y="8243"/>
                    <a:pt x="2007" y="8243"/>
                  </a:cubicBezTo>
                  <a:cubicBezTo>
                    <a:pt x="1084" y="8243"/>
                    <a:pt x="255" y="8929"/>
                    <a:pt x="139" y="9900"/>
                  </a:cubicBezTo>
                  <a:cubicBezTo>
                    <a:pt x="0" y="11026"/>
                    <a:pt x="884" y="12004"/>
                    <a:pt x="2002" y="12004"/>
                  </a:cubicBezTo>
                  <a:cubicBezTo>
                    <a:pt x="2044" y="12004"/>
                    <a:pt x="2086" y="12003"/>
                    <a:pt x="2128" y="12000"/>
                  </a:cubicBezTo>
                  <a:lnTo>
                    <a:pt x="2128" y="12000"/>
                  </a:lnTo>
                  <a:cubicBezTo>
                    <a:pt x="2056" y="13100"/>
                    <a:pt x="2932" y="14002"/>
                    <a:pt x="4000" y="14002"/>
                  </a:cubicBezTo>
                  <a:cubicBezTo>
                    <a:pt x="4075" y="14002"/>
                    <a:pt x="4151" y="13998"/>
                    <a:pt x="4228" y="13989"/>
                  </a:cubicBezTo>
                  <a:cubicBezTo>
                    <a:pt x="5395" y="13849"/>
                    <a:pt x="6149" y="12682"/>
                    <a:pt x="5798" y="11558"/>
                  </a:cubicBezTo>
                  <a:cubicBezTo>
                    <a:pt x="5707" y="11274"/>
                    <a:pt x="5784" y="10967"/>
                    <a:pt x="5995" y="10756"/>
                  </a:cubicBezTo>
                  <a:lnTo>
                    <a:pt x="7062" y="9694"/>
                  </a:lnTo>
                  <a:cubicBezTo>
                    <a:pt x="7139" y="9612"/>
                    <a:pt x="7139" y="9483"/>
                    <a:pt x="7062" y="9401"/>
                  </a:cubicBezTo>
                  <a:cubicBezTo>
                    <a:pt x="7022" y="9365"/>
                    <a:pt x="6970" y="9347"/>
                    <a:pt x="6919" y="9347"/>
                  </a:cubicBezTo>
                  <a:cubicBezTo>
                    <a:pt x="6865" y="9347"/>
                    <a:pt x="6813" y="9367"/>
                    <a:pt x="6774" y="9406"/>
                  </a:cubicBezTo>
                  <a:lnTo>
                    <a:pt x="5707" y="10472"/>
                  </a:lnTo>
                  <a:cubicBezTo>
                    <a:pt x="5390" y="10789"/>
                    <a:pt x="5275" y="11255"/>
                    <a:pt x="5409" y="11688"/>
                  </a:cubicBezTo>
                  <a:cubicBezTo>
                    <a:pt x="5698" y="12610"/>
                    <a:pt x="5030" y="13556"/>
                    <a:pt x="4064" y="13595"/>
                  </a:cubicBezTo>
                  <a:cubicBezTo>
                    <a:pt x="4042" y="13596"/>
                    <a:pt x="4019" y="13596"/>
                    <a:pt x="3997" y="13596"/>
                  </a:cubicBezTo>
                  <a:cubicBezTo>
                    <a:pt x="3064" y="13596"/>
                    <a:pt x="2364" y="12727"/>
                    <a:pt x="2565" y="11808"/>
                  </a:cubicBezTo>
                  <a:cubicBezTo>
                    <a:pt x="2595" y="11676"/>
                    <a:pt x="2497" y="11556"/>
                    <a:pt x="2372" y="11556"/>
                  </a:cubicBezTo>
                  <a:cubicBezTo>
                    <a:pt x="2355" y="11556"/>
                    <a:pt x="2338" y="11558"/>
                    <a:pt x="2320" y="11563"/>
                  </a:cubicBezTo>
                  <a:cubicBezTo>
                    <a:pt x="2213" y="11586"/>
                    <a:pt x="2107" y="11597"/>
                    <a:pt x="2003" y="11597"/>
                  </a:cubicBezTo>
                  <a:cubicBezTo>
                    <a:pt x="1189" y="11597"/>
                    <a:pt x="495" y="10915"/>
                    <a:pt x="533" y="10059"/>
                  </a:cubicBezTo>
                  <a:cubicBezTo>
                    <a:pt x="565" y="9248"/>
                    <a:pt x="1238" y="8651"/>
                    <a:pt x="1999" y="8651"/>
                  </a:cubicBezTo>
                  <a:cubicBezTo>
                    <a:pt x="2144" y="8651"/>
                    <a:pt x="2293" y="8672"/>
                    <a:pt x="2440" y="8719"/>
                  </a:cubicBezTo>
                  <a:cubicBezTo>
                    <a:pt x="2560" y="8756"/>
                    <a:pt x="2681" y="8774"/>
                    <a:pt x="2802" y="8774"/>
                  </a:cubicBezTo>
                  <a:cubicBezTo>
                    <a:pt x="3118" y="8774"/>
                    <a:pt x="3426" y="8649"/>
                    <a:pt x="3656" y="8416"/>
                  </a:cubicBezTo>
                  <a:lnTo>
                    <a:pt x="8590" y="3487"/>
                  </a:lnTo>
                  <a:cubicBezTo>
                    <a:pt x="8907" y="3170"/>
                    <a:pt x="9022" y="2699"/>
                    <a:pt x="8887" y="2272"/>
                  </a:cubicBezTo>
                  <a:cubicBezTo>
                    <a:pt x="8628" y="1460"/>
                    <a:pt x="9118" y="595"/>
                    <a:pt x="9949" y="403"/>
                  </a:cubicBezTo>
                  <a:cubicBezTo>
                    <a:pt x="10181" y="330"/>
                    <a:pt x="10116" y="1"/>
                    <a:pt x="9898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00" name="Google Shape;8800;p69"/>
            <p:cNvSpPr/>
            <p:nvPr/>
          </p:nvSpPr>
          <p:spPr>
            <a:xfrm>
              <a:off x="5501476" y="1519068"/>
              <a:ext cx="180878" cy="234023"/>
            </a:xfrm>
            <a:custGeom>
              <a:avLst/>
              <a:gdLst/>
              <a:ahLst/>
              <a:cxnLst/>
              <a:rect l="l" t="t" r="r" b="b"/>
              <a:pathLst>
                <a:path w="6909" h="8939" extrusionOk="0">
                  <a:moveTo>
                    <a:pt x="3522" y="1"/>
                  </a:moveTo>
                  <a:cubicBezTo>
                    <a:pt x="3325" y="1"/>
                    <a:pt x="3234" y="312"/>
                    <a:pt x="3459" y="397"/>
                  </a:cubicBezTo>
                  <a:cubicBezTo>
                    <a:pt x="4127" y="661"/>
                    <a:pt x="4502" y="1377"/>
                    <a:pt x="4343" y="2083"/>
                  </a:cubicBezTo>
                  <a:cubicBezTo>
                    <a:pt x="4313" y="2212"/>
                    <a:pt x="4414" y="2334"/>
                    <a:pt x="4542" y="2334"/>
                  </a:cubicBezTo>
                  <a:cubicBezTo>
                    <a:pt x="4557" y="2334"/>
                    <a:pt x="4573" y="2332"/>
                    <a:pt x="4588" y="2328"/>
                  </a:cubicBezTo>
                  <a:cubicBezTo>
                    <a:pt x="4700" y="2303"/>
                    <a:pt x="4811" y="2291"/>
                    <a:pt x="4919" y="2291"/>
                  </a:cubicBezTo>
                  <a:cubicBezTo>
                    <a:pt x="5732" y="2291"/>
                    <a:pt x="6423" y="2971"/>
                    <a:pt x="6385" y="3827"/>
                  </a:cubicBezTo>
                  <a:cubicBezTo>
                    <a:pt x="6353" y="4640"/>
                    <a:pt x="5677" y="5237"/>
                    <a:pt x="4916" y="5237"/>
                  </a:cubicBezTo>
                  <a:cubicBezTo>
                    <a:pt x="4768" y="5237"/>
                    <a:pt x="4618" y="5215"/>
                    <a:pt x="4468" y="5168"/>
                  </a:cubicBezTo>
                  <a:cubicBezTo>
                    <a:pt x="4349" y="5130"/>
                    <a:pt x="4227" y="5112"/>
                    <a:pt x="4107" y="5112"/>
                  </a:cubicBezTo>
                  <a:cubicBezTo>
                    <a:pt x="3790" y="5112"/>
                    <a:pt x="3483" y="5237"/>
                    <a:pt x="3253" y="5470"/>
                  </a:cubicBezTo>
                  <a:lnTo>
                    <a:pt x="130" y="8588"/>
                  </a:lnTo>
                  <a:cubicBezTo>
                    <a:pt x="1" y="8718"/>
                    <a:pt x="92" y="8939"/>
                    <a:pt x="274" y="8939"/>
                  </a:cubicBezTo>
                  <a:cubicBezTo>
                    <a:pt x="279" y="8939"/>
                    <a:pt x="283" y="8939"/>
                    <a:pt x="287" y="8939"/>
                  </a:cubicBezTo>
                  <a:cubicBezTo>
                    <a:pt x="432" y="8939"/>
                    <a:pt x="364" y="8898"/>
                    <a:pt x="3541" y="5758"/>
                  </a:cubicBezTo>
                  <a:cubicBezTo>
                    <a:pt x="3694" y="5602"/>
                    <a:pt x="3896" y="5519"/>
                    <a:pt x="4104" y="5519"/>
                  </a:cubicBezTo>
                  <a:cubicBezTo>
                    <a:pt x="4184" y="5519"/>
                    <a:pt x="4265" y="5531"/>
                    <a:pt x="4343" y="5557"/>
                  </a:cubicBezTo>
                  <a:cubicBezTo>
                    <a:pt x="4533" y="5615"/>
                    <a:pt x="4723" y="5643"/>
                    <a:pt x="4909" y="5643"/>
                  </a:cubicBezTo>
                  <a:cubicBezTo>
                    <a:pt x="5833" y="5643"/>
                    <a:pt x="6658" y="4958"/>
                    <a:pt x="6774" y="3986"/>
                  </a:cubicBezTo>
                  <a:cubicBezTo>
                    <a:pt x="6909" y="2856"/>
                    <a:pt x="6025" y="1878"/>
                    <a:pt x="4911" y="1878"/>
                  </a:cubicBezTo>
                  <a:cubicBezTo>
                    <a:pt x="4870" y="1878"/>
                    <a:pt x="4828" y="1879"/>
                    <a:pt x="4786" y="1882"/>
                  </a:cubicBezTo>
                  <a:lnTo>
                    <a:pt x="4786" y="1882"/>
                  </a:lnTo>
                  <a:cubicBezTo>
                    <a:pt x="4836" y="1072"/>
                    <a:pt x="4361" y="315"/>
                    <a:pt x="3604" y="18"/>
                  </a:cubicBezTo>
                  <a:cubicBezTo>
                    <a:pt x="3575" y="6"/>
                    <a:pt x="3548" y="1"/>
                    <a:pt x="3522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801" name="Google Shape;8801;p69"/>
          <p:cNvGrpSpPr/>
          <p:nvPr/>
        </p:nvGrpSpPr>
        <p:grpSpPr>
          <a:xfrm>
            <a:off x="4638600" y="1798614"/>
            <a:ext cx="278071" cy="239331"/>
            <a:chOff x="6184800" y="1540902"/>
            <a:chExt cx="370761" cy="319108"/>
          </a:xfrm>
        </p:grpSpPr>
        <p:sp>
          <p:nvSpPr>
            <p:cNvPr id="8802" name="Google Shape;8802;p69"/>
            <p:cNvSpPr/>
            <p:nvPr/>
          </p:nvSpPr>
          <p:spPr>
            <a:xfrm>
              <a:off x="6392695" y="1636485"/>
              <a:ext cx="156975" cy="217975"/>
            </a:xfrm>
            <a:custGeom>
              <a:avLst/>
              <a:gdLst/>
              <a:ahLst/>
              <a:cxnLst/>
              <a:rect l="l" t="t" r="r" b="b"/>
              <a:pathLst>
                <a:path w="5996" h="8326" extrusionOk="0">
                  <a:moveTo>
                    <a:pt x="2421" y="0"/>
                  </a:moveTo>
                  <a:cubicBezTo>
                    <a:pt x="1686" y="0"/>
                    <a:pt x="524" y="567"/>
                    <a:pt x="461" y="1297"/>
                  </a:cubicBezTo>
                  <a:lnTo>
                    <a:pt x="370" y="2374"/>
                  </a:lnTo>
                  <a:cubicBezTo>
                    <a:pt x="807" y="2873"/>
                    <a:pt x="1437" y="3368"/>
                    <a:pt x="2234" y="3378"/>
                  </a:cubicBezTo>
                  <a:lnTo>
                    <a:pt x="2215" y="4617"/>
                  </a:lnTo>
                  <a:lnTo>
                    <a:pt x="2224" y="4622"/>
                  </a:lnTo>
                  <a:lnTo>
                    <a:pt x="2220" y="4622"/>
                  </a:lnTo>
                  <a:cubicBezTo>
                    <a:pt x="1432" y="4612"/>
                    <a:pt x="774" y="4319"/>
                    <a:pt x="245" y="3935"/>
                  </a:cubicBezTo>
                  <a:lnTo>
                    <a:pt x="96" y="6308"/>
                  </a:lnTo>
                  <a:cubicBezTo>
                    <a:pt x="0" y="7394"/>
                    <a:pt x="860" y="8326"/>
                    <a:pt x="1951" y="8326"/>
                  </a:cubicBezTo>
                  <a:lnTo>
                    <a:pt x="5424" y="8326"/>
                  </a:lnTo>
                  <a:cubicBezTo>
                    <a:pt x="5746" y="8326"/>
                    <a:pt x="5996" y="8042"/>
                    <a:pt x="5952" y="7720"/>
                  </a:cubicBezTo>
                  <a:cubicBezTo>
                    <a:pt x="5534" y="4564"/>
                    <a:pt x="5131" y="1514"/>
                    <a:pt x="3200" y="236"/>
                  </a:cubicBezTo>
                  <a:cubicBezTo>
                    <a:pt x="2969" y="82"/>
                    <a:pt x="2700" y="0"/>
                    <a:pt x="2421" y="0"/>
                  </a:cubicBezTo>
                  <a:close/>
                </a:path>
              </a:pathLst>
            </a:custGeom>
            <a:solidFill>
              <a:srgbClr val="8599A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03" name="Google Shape;8803;p69"/>
            <p:cNvSpPr/>
            <p:nvPr/>
          </p:nvSpPr>
          <p:spPr>
            <a:xfrm>
              <a:off x="6438850" y="1636485"/>
              <a:ext cx="110689" cy="217975"/>
            </a:xfrm>
            <a:custGeom>
              <a:avLst/>
              <a:gdLst/>
              <a:ahLst/>
              <a:cxnLst/>
              <a:rect l="l" t="t" r="r" b="b"/>
              <a:pathLst>
                <a:path w="4228" h="8326" extrusionOk="0">
                  <a:moveTo>
                    <a:pt x="654" y="0"/>
                  </a:moveTo>
                  <a:cubicBezTo>
                    <a:pt x="433" y="5"/>
                    <a:pt x="212" y="44"/>
                    <a:pt x="0" y="116"/>
                  </a:cubicBezTo>
                  <a:cubicBezTo>
                    <a:pt x="77" y="149"/>
                    <a:pt x="154" y="193"/>
                    <a:pt x="226" y="236"/>
                  </a:cubicBezTo>
                  <a:cubicBezTo>
                    <a:pt x="2152" y="1514"/>
                    <a:pt x="2556" y="4564"/>
                    <a:pt x="2974" y="7720"/>
                  </a:cubicBezTo>
                  <a:cubicBezTo>
                    <a:pt x="3022" y="8038"/>
                    <a:pt x="2772" y="8326"/>
                    <a:pt x="2445" y="8326"/>
                  </a:cubicBezTo>
                  <a:lnTo>
                    <a:pt x="3646" y="8326"/>
                  </a:lnTo>
                  <a:cubicBezTo>
                    <a:pt x="3649" y="8326"/>
                    <a:pt x="3652" y="8326"/>
                    <a:pt x="3655" y="8326"/>
                  </a:cubicBezTo>
                  <a:cubicBezTo>
                    <a:pt x="3977" y="8326"/>
                    <a:pt x="4227" y="8040"/>
                    <a:pt x="4185" y="7720"/>
                  </a:cubicBezTo>
                  <a:cubicBezTo>
                    <a:pt x="3767" y="4569"/>
                    <a:pt x="3363" y="1514"/>
                    <a:pt x="1432" y="236"/>
                  </a:cubicBezTo>
                  <a:cubicBezTo>
                    <a:pt x="1201" y="87"/>
                    <a:pt x="932" y="5"/>
                    <a:pt x="654" y="0"/>
                  </a:cubicBezTo>
                  <a:close/>
                </a:path>
              </a:pathLst>
            </a:custGeom>
            <a:solidFill>
              <a:srgbClr val="738A9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04" name="Google Shape;8804;p69"/>
            <p:cNvSpPr/>
            <p:nvPr/>
          </p:nvSpPr>
          <p:spPr>
            <a:xfrm>
              <a:off x="6190455" y="1636485"/>
              <a:ext cx="156975" cy="217975"/>
            </a:xfrm>
            <a:custGeom>
              <a:avLst/>
              <a:gdLst/>
              <a:ahLst/>
              <a:cxnLst/>
              <a:rect l="l" t="t" r="r" b="b"/>
              <a:pathLst>
                <a:path w="5996" h="8326" extrusionOk="0">
                  <a:moveTo>
                    <a:pt x="3574" y="0"/>
                  </a:moveTo>
                  <a:cubicBezTo>
                    <a:pt x="3296" y="0"/>
                    <a:pt x="3027" y="82"/>
                    <a:pt x="2796" y="236"/>
                  </a:cubicBezTo>
                  <a:cubicBezTo>
                    <a:pt x="865" y="1514"/>
                    <a:pt x="461" y="4564"/>
                    <a:pt x="43" y="7720"/>
                  </a:cubicBezTo>
                  <a:cubicBezTo>
                    <a:pt x="0" y="8042"/>
                    <a:pt x="250" y="8326"/>
                    <a:pt x="572" y="8326"/>
                  </a:cubicBezTo>
                  <a:lnTo>
                    <a:pt x="4045" y="8326"/>
                  </a:lnTo>
                  <a:cubicBezTo>
                    <a:pt x="5136" y="8326"/>
                    <a:pt x="5996" y="7394"/>
                    <a:pt x="5904" y="6308"/>
                  </a:cubicBezTo>
                  <a:lnTo>
                    <a:pt x="5751" y="3935"/>
                  </a:lnTo>
                  <a:cubicBezTo>
                    <a:pt x="5217" y="4319"/>
                    <a:pt x="4559" y="4612"/>
                    <a:pt x="3771" y="4622"/>
                  </a:cubicBezTo>
                  <a:lnTo>
                    <a:pt x="3767" y="4622"/>
                  </a:lnTo>
                  <a:lnTo>
                    <a:pt x="3781" y="4617"/>
                  </a:lnTo>
                  <a:lnTo>
                    <a:pt x="3762" y="3378"/>
                  </a:lnTo>
                  <a:cubicBezTo>
                    <a:pt x="4559" y="3368"/>
                    <a:pt x="5189" y="2873"/>
                    <a:pt x="5626" y="2374"/>
                  </a:cubicBezTo>
                  <a:lnTo>
                    <a:pt x="5534" y="1297"/>
                  </a:lnTo>
                  <a:cubicBezTo>
                    <a:pt x="5472" y="567"/>
                    <a:pt x="4309" y="0"/>
                    <a:pt x="3574" y="0"/>
                  </a:cubicBezTo>
                  <a:close/>
                </a:path>
              </a:pathLst>
            </a:custGeom>
            <a:solidFill>
              <a:srgbClr val="8599A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05" name="Google Shape;8805;p69"/>
            <p:cNvSpPr/>
            <p:nvPr/>
          </p:nvSpPr>
          <p:spPr>
            <a:xfrm>
              <a:off x="6190455" y="1636485"/>
              <a:ext cx="110820" cy="217975"/>
            </a:xfrm>
            <a:custGeom>
              <a:avLst/>
              <a:gdLst/>
              <a:ahLst/>
              <a:cxnLst/>
              <a:rect l="l" t="t" r="r" b="b"/>
              <a:pathLst>
                <a:path w="4233" h="8326" extrusionOk="0">
                  <a:moveTo>
                    <a:pt x="3579" y="0"/>
                  </a:moveTo>
                  <a:cubicBezTo>
                    <a:pt x="3301" y="0"/>
                    <a:pt x="3032" y="87"/>
                    <a:pt x="2796" y="236"/>
                  </a:cubicBezTo>
                  <a:cubicBezTo>
                    <a:pt x="870" y="1514"/>
                    <a:pt x="466" y="4569"/>
                    <a:pt x="48" y="7720"/>
                  </a:cubicBezTo>
                  <a:cubicBezTo>
                    <a:pt x="1" y="8044"/>
                    <a:pt x="251" y="8326"/>
                    <a:pt x="573" y="8326"/>
                  </a:cubicBezTo>
                  <a:cubicBezTo>
                    <a:pt x="576" y="8326"/>
                    <a:pt x="579" y="8326"/>
                    <a:pt x="581" y="8326"/>
                  </a:cubicBezTo>
                  <a:lnTo>
                    <a:pt x="1782" y="8326"/>
                  </a:lnTo>
                  <a:cubicBezTo>
                    <a:pt x="1461" y="8326"/>
                    <a:pt x="1211" y="8038"/>
                    <a:pt x="1254" y="7720"/>
                  </a:cubicBezTo>
                  <a:cubicBezTo>
                    <a:pt x="1677" y="4564"/>
                    <a:pt x="2076" y="1514"/>
                    <a:pt x="4007" y="236"/>
                  </a:cubicBezTo>
                  <a:cubicBezTo>
                    <a:pt x="4079" y="193"/>
                    <a:pt x="4151" y="149"/>
                    <a:pt x="4233" y="116"/>
                  </a:cubicBezTo>
                  <a:cubicBezTo>
                    <a:pt x="4021" y="44"/>
                    <a:pt x="3800" y="5"/>
                    <a:pt x="3579" y="0"/>
                  </a:cubicBezTo>
                  <a:close/>
                </a:path>
              </a:pathLst>
            </a:custGeom>
            <a:solidFill>
              <a:srgbClr val="738A9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06" name="Google Shape;8806;p69"/>
            <p:cNvSpPr/>
            <p:nvPr/>
          </p:nvSpPr>
          <p:spPr>
            <a:xfrm>
              <a:off x="6274964" y="1709684"/>
              <a:ext cx="27698" cy="63277"/>
            </a:xfrm>
            <a:custGeom>
              <a:avLst/>
              <a:gdLst/>
              <a:ahLst/>
              <a:cxnLst/>
              <a:rect l="l" t="t" r="r" b="b"/>
              <a:pathLst>
                <a:path w="1058" h="2417" extrusionOk="0">
                  <a:moveTo>
                    <a:pt x="529" y="0"/>
                  </a:moveTo>
                  <a:cubicBezTo>
                    <a:pt x="236" y="0"/>
                    <a:pt x="1" y="538"/>
                    <a:pt x="1" y="1206"/>
                  </a:cubicBezTo>
                  <a:cubicBezTo>
                    <a:pt x="1" y="1874"/>
                    <a:pt x="236" y="2417"/>
                    <a:pt x="529" y="2417"/>
                  </a:cubicBezTo>
                  <a:cubicBezTo>
                    <a:pt x="822" y="2417"/>
                    <a:pt x="1057" y="1874"/>
                    <a:pt x="1057" y="1206"/>
                  </a:cubicBezTo>
                  <a:cubicBezTo>
                    <a:pt x="1057" y="538"/>
                    <a:pt x="822" y="0"/>
                    <a:pt x="529" y="0"/>
                  </a:cubicBezTo>
                  <a:close/>
                </a:path>
              </a:pathLst>
            </a:custGeom>
            <a:solidFill>
              <a:srgbClr val="738A9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07" name="Google Shape;8807;p69"/>
            <p:cNvSpPr/>
            <p:nvPr/>
          </p:nvSpPr>
          <p:spPr>
            <a:xfrm>
              <a:off x="6437332" y="1709684"/>
              <a:ext cx="27829" cy="63277"/>
            </a:xfrm>
            <a:custGeom>
              <a:avLst/>
              <a:gdLst/>
              <a:ahLst/>
              <a:cxnLst/>
              <a:rect l="l" t="t" r="r" b="b"/>
              <a:pathLst>
                <a:path w="1063" h="2417" extrusionOk="0">
                  <a:moveTo>
                    <a:pt x="529" y="0"/>
                  </a:moveTo>
                  <a:cubicBezTo>
                    <a:pt x="236" y="0"/>
                    <a:pt x="1" y="538"/>
                    <a:pt x="1" y="1206"/>
                  </a:cubicBezTo>
                  <a:cubicBezTo>
                    <a:pt x="1" y="1874"/>
                    <a:pt x="236" y="2417"/>
                    <a:pt x="529" y="2417"/>
                  </a:cubicBezTo>
                  <a:cubicBezTo>
                    <a:pt x="822" y="2417"/>
                    <a:pt x="1062" y="1874"/>
                    <a:pt x="1062" y="1206"/>
                  </a:cubicBezTo>
                  <a:cubicBezTo>
                    <a:pt x="1062" y="538"/>
                    <a:pt x="822" y="0"/>
                    <a:pt x="529" y="0"/>
                  </a:cubicBezTo>
                  <a:close/>
                </a:path>
              </a:pathLst>
            </a:custGeom>
            <a:solidFill>
              <a:srgbClr val="738A9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08" name="Google Shape;8808;p69"/>
            <p:cNvSpPr/>
            <p:nvPr/>
          </p:nvSpPr>
          <p:spPr>
            <a:xfrm>
              <a:off x="6288054" y="1546295"/>
              <a:ext cx="163128" cy="211194"/>
            </a:xfrm>
            <a:custGeom>
              <a:avLst/>
              <a:gdLst/>
              <a:ahLst/>
              <a:cxnLst/>
              <a:rect l="l" t="t" r="r" b="b"/>
              <a:pathLst>
                <a:path w="6231" h="8067" extrusionOk="0">
                  <a:moveTo>
                    <a:pt x="2498" y="1"/>
                  </a:moveTo>
                  <a:lnTo>
                    <a:pt x="2498" y="4642"/>
                  </a:lnTo>
                  <a:cubicBezTo>
                    <a:pt x="2498" y="4829"/>
                    <a:pt x="2445" y="5012"/>
                    <a:pt x="2349" y="5170"/>
                  </a:cubicBezTo>
                  <a:cubicBezTo>
                    <a:pt x="2205" y="5405"/>
                    <a:pt x="2042" y="5626"/>
                    <a:pt x="1859" y="5833"/>
                  </a:cubicBezTo>
                  <a:cubicBezTo>
                    <a:pt x="1288" y="6482"/>
                    <a:pt x="658" y="6823"/>
                    <a:pt x="0" y="6827"/>
                  </a:cubicBezTo>
                  <a:lnTo>
                    <a:pt x="5" y="8067"/>
                  </a:lnTo>
                  <a:lnTo>
                    <a:pt x="15" y="8067"/>
                  </a:lnTo>
                  <a:cubicBezTo>
                    <a:pt x="1168" y="8048"/>
                    <a:pt x="2042" y="7442"/>
                    <a:pt x="2647" y="6799"/>
                  </a:cubicBezTo>
                  <a:cubicBezTo>
                    <a:pt x="2774" y="6667"/>
                    <a:pt x="2944" y="6600"/>
                    <a:pt x="3113" y="6600"/>
                  </a:cubicBezTo>
                  <a:cubicBezTo>
                    <a:pt x="3281" y="6600"/>
                    <a:pt x="3449" y="6667"/>
                    <a:pt x="3574" y="6799"/>
                  </a:cubicBezTo>
                  <a:cubicBezTo>
                    <a:pt x="4180" y="7442"/>
                    <a:pt x="5059" y="8048"/>
                    <a:pt x="6212" y="8067"/>
                  </a:cubicBezTo>
                  <a:lnTo>
                    <a:pt x="6217" y="8067"/>
                  </a:lnTo>
                  <a:lnTo>
                    <a:pt x="6231" y="6832"/>
                  </a:lnTo>
                  <a:cubicBezTo>
                    <a:pt x="5059" y="6818"/>
                    <a:pt x="4247" y="5756"/>
                    <a:pt x="3887" y="5170"/>
                  </a:cubicBezTo>
                  <a:cubicBezTo>
                    <a:pt x="3791" y="5012"/>
                    <a:pt x="3738" y="4829"/>
                    <a:pt x="3738" y="4642"/>
                  </a:cubicBezTo>
                  <a:lnTo>
                    <a:pt x="3738" y="1"/>
                  </a:lnTo>
                  <a:close/>
                </a:path>
              </a:pathLst>
            </a:custGeom>
            <a:solidFill>
              <a:srgbClr val="A3B2B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09" name="Google Shape;8809;p69"/>
            <p:cNvSpPr/>
            <p:nvPr/>
          </p:nvSpPr>
          <p:spPr>
            <a:xfrm>
              <a:off x="6272084" y="1713611"/>
              <a:ext cx="196088" cy="146137"/>
            </a:xfrm>
            <a:custGeom>
              <a:avLst/>
              <a:gdLst/>
              <a:ahLst/>
              <a:cxnLst/>
              <a:rect l="l" t="t" r="r" b="b"/>
              <a:pathLst>
                <a:path w="7490" h="5582" extrusionOk="0">
                  <a:moveTo>
                    <a:pt x="3729" y="0"/>
                  </a:moveTo>
                  <a:cubicBezTo>
                    <a:pt x="3506" y="0"/>
                    <a:pt x="3284" y="88"/>
                    <a:pt x="3118" y="263"/>
                  </a:cubicBezTo>
                  <a:cubicBezTo>
                    <a:pt x="2009" y="1434"/>
                    <a:pt x="879" y="1464"/>
                    <a:pt x="661" y="1464"/>
                  </a:cubicBezTo>
                  <a:cubicBezTo>
                    <a:pt x="649" y="1464"/>
                    <a:pt x="640" y="1464"/>
                    <a:pt x="634" y="1464"/>
                  </a:cubicBezTo>
                  <a:cubicBezTo>
                    <a:pt x="629" y="1464"/>
                    <a:pt x="626" y="1464"/>
                    <a:pt x="625" y="1465"/>
                  </a:cubicBezTo>
                  <a:cubicBezTo>
                    <a:pt x="351" y="1465"/>
                    <a:pt x="351" y="1873"/>
                    <a:pt x="625" y="1873"/>
                  </a:cubicBezTo>
                  <a:cubicBezTo>
                    <a:pt x="793" y="1873"/>
                    <a:pt x="961" y="1858"/>
                    <a:pt x="1129" y="1830"/>
                  </a:cubicBezTo>
                  <a:lnTo>
                    <a:pt x="1129" y="1830"/>
                  </a:lnTo>
                  <a:cubicBezTo>
                    <a:pt x="1100" y="2065"/>
                    <a:pt x="994" y="2401"/>
                    <a:pt x="649" y="2478"/>
                  </a:cubicBezTo>
                  <a:cubicBezTo>
                    <a:pt x="408" y="2536"/>
                    <a:pt x="461" y="2888"/>
                    <a:pt x="685" y="2888"/>
                  </a:cubicBezTo>
                  <a:cubicBezTo>
                    <a:pt x="702" y="2888"/>
                    <a:pt x="721" y="2886"/>
                    <a:pt x="740" y="2882"/>
                  </a:cubicBezTo>
                  <a:cubicBezTo>
                    <a:pt x="1350" y="2742"/>
                    <a:pt x="1533" y="2142"/>
                    <a:pt x="1552" y="1738"/>
                  </a:cubicBezTo>
                  <a:cubicBezTo>
                    <a:pt x="1720" y="1685"/>
                    <a:pt x="1888" y="1623"/>
                    <a:pt x="2051" y="1546"/>
                  </a:cubicBezTo>
                  <a:cubicBezTo>
                    <a:pt x="2056" y="1546"/>
                    <a:pt x="2402" y="1368"/>
                    <a:pt x="2455" y="1335"/>
                  </a:cubicBezTo>
                  <a:cubicBezTo>
                    <a:pt x="2574" y="3240"/>
                    <a:pt x="2583" y="3371"/>
                    <a:pt x="2584" y="3371"/>
                  </a:cubicBezTo>
                  <a:cubicBezTo>
                    <a:pt x="2584" y="3371"/>
                    <a:pt x="2584" y="3368"/>
                    <a:pt x="2584" y="3368"/>
                  </a:cubicBezTo>
                  <a:cubicBezTo>
                    <a:pt x="2584" y="3368"/>
                    <a:pt x="2584" y="3369"/>
                    <a:pt x="2585" y="3372"/>
                  </a:cubicBezTo>
                  <a:cubicBezTo>
                    <a:pt x="2666" y="4337"/>
                    <a:pt x="1907" y="5168"/>
                    <a:pt x="937" y="5173"/>
                  </a:cubicBezTo>
                  <a:lnTo>
                    <a:pt x="274" y="5173"/>
                  </a:lnTo>
                  <a:cubicBezTo>
                    <a:pt x="272" y="5173"/>
                    <a:pt x="271" y="5173"/>
                    <a:pt x="269" y="5173"/>
                  </a:cubicBezTo>
                  <a:cubicBezTo>
                    <a:pt x="0" y="5173"/>
                    <a:pt x="2" y="5582"/>
                    <a:pt x="274" y="5582"/>
                  </a:cubicBezTo>
                  <a:lnTo>
                    <a:pt x="927" y="5582"/>
                  </a:lnTo>
                  <a:cubicBezTo>
                    <a:pt x="2138" y="5582"/>
                    <a:pt x="3089" y="4549"/>
                    <a:pt x="2988" y="3343"/>
                  </a:cubicBezTo>
                  <a:lnTo>
                    <a:pt x="2839" y="1056"/>
                  </a:lnTo>
                  <a:cubicBezTo>
                    <a:pt x="3041" y="898"/>
                    <a:pt x="3228" y="729"/>
                    <a:pt x="3406" y="542"/>
                  </a:cubicBezTo>
                  <a:cubicBezTo>
                    <a:pt x="3488" y="460"/>
                    <a:pt x="3598" y="408"/>
                    <a:pt x="3718" y="408"/>
                  </a:cubicBezTo>
                  <a:cubicBezTo>
                    <a:pt x="4016" y="408"/>
                    <a:pt x="3992" y="590"/>
                    <a:pt x="4626" y="1075"/>
                  </a:cubicBezTo>
                  <a:lnTo>
                    <a:pt x="4482" y="3338"/>
                  </a:lnTo>
                  <a:cubicBezTo>
                    <a:pt x="4381" y="4544"/>
                    <a:pt x="5333" y="5577"/>
                    <a:pt x="6543" y="5577"/>
                  </a:cubicBezTo>
                  <a:lnTo>
                    <a:pt x="7283" y="5577"/>
                  </a:lnTo>
                  <a:cubicBezTo>
                    <a:pt x="7398" y="5577"/>
                    <a:pt x="7490" y="5485"/>
                    <a:pt x="7490" y="5370"/>
                  </a:cubicBezTo>
                  <a:cubicBezTo>
                    <a:pt x="7490" y="5262"/>
                    <a:pt x="7407" y="5173"/>
                    <a:pt x="7301" y="5173"/>
                  </a:cubicBezTo>
                  <a:cubicBezTo>
                    <a:pt x="7298" y="5173"/>
                    <a:pt x="7295" y="5173"/>
                    <a:pt x="7293" y="5173"/>
                  </a:cubicBezTo>
                  <a:lnTo>
                    <a:pt x="6553" y="5173"/>
                  </a:lnTo>
                  <a:cubicBezTo>
                    <a:pt x="5582" y="5168"/>
                    <a:pt x="4818" y="4342"/>
                    <a:pt x="4905" y="3372"/>
                  </a:cubicBezTo>
                  <a:lnTo>
                    <a:pt x="5035" y="1354"/>
                  </a:lnTo>
                  <a:cubicBezTo>
                    <a:pt x="5107" y="1397"/>
                    <a:pt x="5184" y="1436"/>
                    <a:pt x="5260" y="1469"/>
                  </a:cubicBezTo>
                  <a:cubicBezTo>
                    <a:pt x="5457" y="1580"/>
                    <a:pt x="5669" y="1666"/>
                    <a:pt x="5890" y="1734"/>
                  </a:cubicBezTo>
                  <a:cubicBezTo>
                    <a:pt x="5909" y="2137"/>
                    <a:pt x="6092" y="2742"/>
                    <a:pt x="6702" y="2882"/>
                  </a:cubicBezTo>
                  <a:cubicBezTo>
                    <a:pt x="6721" y="2886"/>
                    <a:pt x="6739" y="2888"/>
                    <a:pt x="6756" y="2888"/>
                  </a:cubicBezTo>
                  <a:cubicBezTo>
                    <a:pt x="6981" y="2888"/>
                    <a:pt x="7038" y="2536"/>
                    <a:pt x="6793" y="2478"/>
                  </a:cubicBezTo>
                  <a:cubicBezTo>
                    <a:pt x="6442" y="2401"/>
                    <a:pt x="6341" y="2060"/>
                    <a:pt x="6313" y="1830"/>
                  </a:cubicBezTo>
                  <a:lnTo>
                    <a:pt x="6313" y="1830"/>
                  </a:lnTo>
                  <a:cubicBezTo>
                    <a:pt x="6485" y="1854"/>
                    <a:pt x="6658" y="1873"/>
                    <a:pt x="6836" y="1873"/>
                  </a:cubicBezTo>
                  <a:cubicBezTo>
                    <a:pt x="7110" y="1873"/>
                    <a:pt x="7110" y="1465"/>
                    <a:pt x="6836" y="1465"/>
                  </a:cubicBezTo>
                  <a:lnTo>
                    <a:pt x="6831" y="1465"/>
                  </a:lnTo>
                  <a:cubicBezTo>
                    <a:pt x="5895" y="1450"/>
                    <a:pt x="5011" y="974"/>
                    <a:pt x="4343" y="263"/>
                  </a:cubicBezTo>
                  <a:cubicBezTo>
                    <a:pt x="4175" y="88"/>
                    <a:pt x="3951" y="0"/>
                    <a:pt x="3729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10" name="Google Shape;8810;p69"/>
            <p:cNvSpPr/>
            <p:nvPr/>
          </p:nvSpPr>
          <p:spPr>
            <a:xfrm>
              <a:off x="6380495" y="1540902"/>
              <a:ext cx="175066" cy="318977"/>
            </a:xfrm>
            <a:custGeom>
              <a:avLst/>
              <a:gdLst/>
              <a:ahLst/>
              <a:cxnLst/>
              <a:rect l="l" t="t" r="r" b="b"/>
              <a:pathLst>
                <a:path w="6687" h="12184" extrusionOk="0">
                  <a:moveTo>
                    <a:pt x="207" y="0"/>
                  </a:moveTo>
                  <a:cubicBezTo>
                    <a:pt x="103" y="0"/>
                    <a:pt x="0" y="68"/>
                    <a:pt x="0" y="202"/>
                  </a:cubicBezTo>
                  <a:lnTo>
                    <a:pt x="0" y="4843"/>
                  </a:lnTo>
                  <a:cubicBezTo>
                    <a:pt x="0" y="5069"/>
                    <a:pt x="63" y="5290"/>
                    <a:pt x="183" y="5487"/>
                  </a:cubicBezTo>
                  <a:cubicBezTo>
                    <a:pt x="332" y="5727"/>
                    <a:pt x="500" y="5953"/>
                    <a:pt x="682" y="6169"/>
                  </a:cubicBezTo>
                  <a:cubicBezTo>
                    <a:pt x="942" y="6471"/>
                    <a:pt x="1254" y="6731"/>
                    <a:pt x="1605" y="6928"/>
                  </a:cubicBezTo>
                  <a:cubicBezTo>
                    <a:pt x="1614" y="6933"/>
                    <a:pt x="1629" y="6952"/>
                    <a:pt x="1648" y="6957"/>
                  </a:cubicBezTo>
                  <a:cubicBezTo>
                    <a:pt x="1667" y="6971"/>
                    <a:pt x="1691" y="6981"/>
                    <a:pt x="1715" y="6985"/>
                  </a:cubicBezTo>
                  <a:cubicBezTo>
                    <a:pt x="2023" y="7144"/>
                    <a:pt x="2364" y="7230"/>
                    <a:pt x="2710" y="7240"/>
                  </a:cubicBezTo>
                  <a:cubicBezTo>
                    <a:pt x="2734" y="7240"/>
                    <a:pt x="2762" y="7226"/>
                    <a:pt x="2786" y="7211"/>
                  </a:cubicBezTo>
                  <a:cubicBezTo>
                    <a:pt x="2810" y="7202"/>
                    <a:pt x="2835" y="7202"/>
                    <a:pt x="2854" y="7182"/>
                  </a:cubicBezTo>
                  <a:cubicBezTo>
                    <a:pt x="2979" y="7053"/>
                    <a:pt x="2892" y="6832"/>
                    <a:pt x="2710" y="6832"/>
                  </a:cubicBezTo>
                  <a:cubicBezTo>
                    <a:pt x="2614" y="6822"/>
                    <a:pt x="2513" y="6812"/>
                    <a:pt x="2417" y="6793"/>
                  </a:cubicBezTo>
                  <a:cubicBezTo>
                    <a:pt x="2652" y="6625"/>
                    <a:pt x="2820" y="6380"/>
                    <a:pt x="2892" y="6101"/>
                  </a:cubicBezTo>
                  <a:cubicBezTo>
                    <a:pt x="2935" y="5941"/>
                    <a:pt x="2810" y="5838"/>
                    <a:pt x="2688" y="5838"/>
                  </a:cubicBezTo>
                  <a:cubicBezTo>
                    <a:pt x="2606" y="5838"/>
                    <a:pt x="2525" y="5885"/>
                    <a:pt x="2498" y="5991"/>
                  </a:cubicBezTo>
                  <a:cubicBezTo>
                    <a:pt x="2426" y="6308"/>
                    <a:pt x="2162" y="6548"/>
                    <a:pt x="1840" y="6591"/>
                  </a:cubicBezTo>
                  <a:cubicBezTo>
                    <a:pt x="1547" y="6428"/>
                    <a:pt x="1283" y="6217"/>
                    <a:pt x="1057" y="5967"/>
                  </a:cubicBezTo>
                  <a:lnTo>
                    <a:pt x="1139" y="4977"/>
                  </a:lnTo>
                  <a:cubicBezTo>
                    <a:pt x="1187" y="4377"/>
                    <a:pt x="2248" y="3868"/>
                    <a:pt x="2892" y="3868"/>
                  </a:cubicBezTo>
                  <a:cubicBezTo>
                    <a:pt x="3128" y="3868"/>
                    <a:pt x="3358" y="3940"/>
                    <a:pt x="3555" y="4069"/>
                  </a:cubicBezTo>
                  <a:cubicBezTo>
                    <a:pt x="5395" y="5285"/>
                    <a:pt x="5794" y="8234"/>
                    <a:pt x="6212" y="11357"/>
                  </a:cubicBezTo>
                  <a:lnTo>
                    <a:pt x="6217" y="11405"/>
                  </a:lnTo>
                  <a:cubicBezTo>
                    <a:pt x="6241" y="11602"/>
                    <a:pt x="6092" y="11775"/>
                    <a:pt x="5895" y="11775"/>
                  </a:cubicBezTo>
                  <a:lnTo>
                    <a:pt x="4064" y="11775"/>
                  </a:lnTo>
                  <a:cubicBezTo>
                    <a:pt x="3791" y="11775"/>
                    <a:pt x="3791" y="12183"/>
                    <a:pt x="4064" y="12183"/>
                  </a:cubicBezTo>
                  <a:lnTo>
                    <a:pt x="5895" y="12183"/>
                  </a:lnTo>
                  <a:cubicBezTo>
                    <a:pt x="5897" y="12183"/>
                    <a:pt x="5900" y="12183"/>
                    <a:pt x="5903" y="12183"/>
                  </a:cubicBezTo>
                  <a:cubicBezTo>
                    <a:pt x="6346" y="12183"/>
                    <a:pt x="6687" y="11792"/>
                    <a:pt x="6630" y="11347"/>
                  </a:cubicBezTo>
                  <a:lnTo>
                    <a:pt x="6610" y="11299"/>
                  </a:lnTo>
                  <a:cubicBezTo>
                    <a:pt x="6178" y="8081"/>
                    <a:pt x="5770" y="5045"/>
                    <a:pt x="3776" y="3723"/>
                  </a:cubicBezTo>
                  <a:cubicBezTo>
                    <a:pt x="3518" y="3550"/>
                    <a:pt x="3214" y="3454"/>
                    <a:pt x="2905" y="3454"/>
                  </a:cubicBezTo>
                  <a:cubicBezTo>
                    <a:pt x="2898" y="3454"/>
                    <a:pt x="2890" y="3454"/>
                    <a:pt x="2883" y="3454"/>
                  </a:cubicBezTo>
                  <a:cubicBezTo>
                    <a:pt x="2061" y="3454"/>
                    <a:pt x="788" y="4079"/>
                    <a:pt x="721" y="4939"/>
                  </a:cubicBezTo>
                  <a:lnTo>
                    <a:pt x="677" y="5487"/>
                  </a:lnTo>
                  <a:cubicBezTo>
                    <a:pt x="524" y="5266"/>
                    <a:pt x="413" y="5112"/>
                    <a:pt x="413" y="4843"/>
                  </a:cubicBezTo>
                  <a:lnTo>
                    <a:pt x="413" y="202"/>
                  </a:lnTo>
                  <a:cubicBezTo>
                    <a:pt x="413" y="68"/>
                    <a:pt x="310" y="0"/>
                    <a:pt x="207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11" name="Google Shape;8811;p69"/>
            <p:cNvSpPr/>
            <p:nvPr/>
          </p:nvSpPr>
          <p:spPr>
            <a:xfrm>
              <a:off x="6184800" y="1540928"/>
              <a:ext cx="174071" cy="319082"/>
            </a:xfrm>
            <a:custGeom>
              <a:avLst/>
              <a:gdLst/>
              <a:ahLst/>
              <a:cxnLst/>
              <a:rect l="l" t="t" r="r" b="b"/>
              <a:pathLst>
                <a:path w="6649" h="12188" extrusionOk="0">
                  <a:moveTo>
                    <a:pt x="6445" y="1"/>
                  </a:moveTo>
                  <a:cubicBezTo>
                    <a:pt x="6343" y="1"/>
                    <a:pt x="6240" y="69"/>
                    <a:pt x="6240" y="206"/>
                  </a:cubicBezTo>
                  <a:lnTo>
                    <a:pt x="6240" y="4847"/>
                  </a:lnTo>
                  <a:cubicBezTo>
                    <a:pt x="6240" y="5178"/>
                    <a:pt x="6053" y="5351"/>
                    <a:pt x="6000" y="5428"/>
                  </a:cubicBezTo>
                  <a:lnTo>
                    <a:pt x="5957" y="4938"/>
                  </a:lnTo>
                  <a:cubicBezTo>
                    <a:pt x="5885" y="4073"/>
                    <a:pt x="4612" y="3453"/>
                    <a:pt x="3795" y="3453"/>
                  </a:cubicBezTo>
                  <a:cubicBezTo>
                    <a:pt x="3478" y="3453"/>
                    <a:pt x="3166" y="3545"/>
                    <a:pt x="2902" y="3722"/>
                  </a:cubicBezTo>
                  <a:cubicBezTo>
                    <a:pt x="783" y="5125"/>
                    <a:pt x="428" y="8599"/>
                    <a:pt x="62" y="11346"/>
                  </a:cubicBezTo>
                  <a:cubicBezTo>
                    <a:pt x="0" y="11793"/>
                    <a:pt x="346" y="12187"/>
                    <a:pt x="793" y="12187"/>
                  </a:cubicBezTo>
                  <a:lnTo>
                    <a:pt x="2426" y="12187"/>
                  </a:lnTo>
                  <a:cubicBezTo>
                    <a:pt x="2700" y="12187"/>
                    <a:pt x="2700" y="11779"/>
                    <a:pt x="2426" y="11779"/>
                  </a:cubicBezTo>
                  <a:lnTo>
                    <a:pt x="793" y="11779"/>
                  </a:lnTo>
                  <a:cubicBezTo>
                    <a:pt x="701" y="11779"/>
                    <a:pt x="610" y="11740"/>
                    <a:pt x="548" y="11668"/>
                  </a:cubicBezTo>
                  <a:cubicBezTo>
                    <a:pt x="476" y="11582"/>
                    <a:pt x="452" y="11467"/>
                    <a:pt x="480" y="11361"/>
                  </a:cubicBezTo>
                  <a:cubicBezTo>
                    <a:pt x="889" y="8229"/>
                    <a:pt x="1287" y="5284"/>
                    <a:pt x="3127" y="4059"/>
                  </a:cubicBezTo>
                  <a:cubicBezTo>
                    <a:pt x="3324" y="3929"/>
                    <a:pt x="3555" y="3862"/>
                    <a:pt x="3790" y="3862"/>
                  </a:cubicBezTo>
                  <a:cubicBezTo>
                    <a:pt x="4434" y="3862"/>
                    <a:pt x="5496" y="4371"/>
                    <a:pt x="5544" y="4972"/>
                  </a:cubicBezTo>
                  <a:lnTo>
                    <a:pt x="5626" y="5928"/>
                  </a:lnTo>
                  <a:cubicBezTo>
                    <a:pt x="5553" y="6009"/>
                    <a:pt x="5481" y="6072"/>
                    <a:pt x="5405" y="6144"/>
                  </a:cubicBezTo>
                  <a:cubicBezTo>
                    <a:pt x="5227" y="6312"/>
                    <a:pt x="5304" y="6273"/>
                    <a:pt x="4982" y="6480"/>
                  </a:cubicBezTo>
                  <a:cubicBezTo>
                    <a:pt x="4929" y="6514"/>
                    <a:pt x="4876" y="6557"/>
                    <a:pt x="4818" y="6590"/>
                  </a:cubicBezTo>
                  <a:cubicBezTo>
                    <a:pt x="4487" y="6552"/>
                    <a:pt x="4218" y="6312"/>
                    <a:pt x="4141" y="5990"/>
                  </a:cubicBezTo>
                  <a:cubicBezTo>
                    <a:pt x="4117" y="5898"/>
                    <a:pt x="4033" y="5839"/>
                    <a:pt x="3944" y="5839"/>
                  </a:cubicBezTo>
                  <a:cubicBezTo>
                    <a:pt x="3926" y="5839"/>
                    <a:pt x="3909" y="5841"/>
                    <a:pt x="3891" y="5846"/>
                  </a:cubicBezTo>
                  <a:cubicBezTo>
                    <a:pt x="3776" y="5875"/>
                    <a:pt x="3714" y="5985"/>
                    <a:pt x="3742" y="6096"/>
                  </a:cubicBezTo>
                  <a:cubicBezTo>
                    <a:pt x="3814" y="6379"/>
                    <a:pt x="3983" y="6624"/>
                    <a:pt x="4218" y="6792"/>
                  </a:cubicBezTo>
                  <a:cubicBezTo>
                    <a:pt x="4127" y="6811"/>
                    <a:pt x="4035" y="6826"/>
                    <a:pt x="3939" y="6831"/>
                  </a:cubicBezTo>
                  <a:cubicBezTo>
                    <a:pt x="3757" y="6831"/>
                    <a:pt x="3665" y="7056"/>
                    <a:pt x="3800" y="7181"/>
                  </a:cubicBezTo>
                  <a:cubicBezTo>
                    <a:pt x="3810" y="7196"/>
                    <a:pt x="3834" y="7196"/>
                    <a:pt x="3848" y="7201"/>
                  </a:cubicBezTo>
                  <a:cubicBezTo>
                    <a:pt x="3877" y="7225"/>
                    <a:pt x="3911" y="7234"/>
                    <a:pt x="3944" y="7239"/>
                  </a:cubicBezTo>
                  <a:cubicBezTo>
                    <a:pt x="4247" y="7234"/>
                    <a:pt x="4737" y="7100"/>
                    <a:pt x="4996" y="6960"/>
                  </a:cubicBezTo>
                  <a:cubicBezTo>
                    <a:pt x="5616" y="6629"/>
                    <a:pt x="6135" y="6019"/>
                    <a:pt x="6466" y="5481"/>
                  </a:cubicBezTo>
                  <a:cubicBezTo>
                    <a:pt x="6586" y="5289"/>
                    <a:pt x="6649" y="5068"/>
                    <a:pt x="6649" y="4842"/>
                  </a:cubicBezTo>
                  <a:lnTo>
                    <a:pt x="6649" y="206"/>
                  </a:lnTo>
                  <a:cubicBezTo>
                    <a:pt x="6649" y="69"/>
                    <a:pt x="6547" y="1"/>
                    <a:pt x="6445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812" name="Google Shape;8812;p69"/>
          <p:cNvGrpSpPr/>
          <p:nvPr/>
        </p:nvGrpSpPr>
        <p:grpSpPr>
          <a:xfrm>
            <a:off x="5295077" y="1780216"/>
            <a:ext cx="278032" cy="275872"/>
            <a:chOff x="7060102" y="1516371"/>
            <a:chExt cx="370709" cy="367829"/>
          </a:xfrm>
        </p:grpSpPr>
        <p:sp>
          <p:nvSpPr>
            <p:cNvPr id="8813" name="Google Shape;8813;p69"/>
            <p:cNvSpPr/>
            <p:nvPr/>
          </p:nvSpPr>
          <p:spPr>
            <a:xfrm>
              <a:off x="7066699" y="1521790"/>
              <a:ext cx="356833" cy="357069"/>
            </a:xfrm>
            <a:custGeom>
              <a:avLst/>
              <a:gdLst/>
              <a:ahLst/>
              <a:cxnLst/>
              <a:rect l="l" t="t" r="r" b="b"/>
              <a:pathLst>
                <a:path w="13630" h="13639" extrusionOk="0">
                  <a:moveTo>
                    <a:pt x="6894" y="0"/>
                  </a:moveTo>
                  <a:cubicBezTo>
                    <a:pt x="6783" y="149"/>
                    <a:pt x="6682" y="308"/>
                    <a:pt x="6577" y="485"/>
                  </a:cubicBezTo>
                  <a:cubicBezTo>
                    <a:pt x="6039" y="1403"/>
                    <a:pt x="5477" y="2902"/>
                    <a:pt x="5678" y="4982"/>
                  </a:cubicBezTo>
                  <a:cubicBezTo>
                    <a:pt x="4429" y="5847"/>
                    <a:pt x="3300" y="6870"/>
                    <a:pt x="2316" y="8023"/>
                  </a:cubicBezTo>
                  <a:cubicBezTo>
                    <a:pt x="1427" y="9061"/>
                    <a:pt x="649" y="10189"/>
                    <a:pt x="0" y="11386"/>
                  </a:cubicBezTo>
                  <a:lnTo>
                    <a:pt x="2239" y="13639"/>
                  </a:lnTo>
                  <a:cubicBezTo>
                    <a:pt x="2873" y="12289"/>
                    <a:pt x="3690" y="11035"/>
                    <a:pt x="4670" y="9911"/>
                  </a:cubicBezTo>
                  <a:cubicBezTo>
                    <a:pt x="6197" y="8153"/>
                    <a:pt x="7711" y="6976"/>
                    <a:pt x="9723" y="6178"/>
                  </a:cubicBezTo>
                  <a:lnTo>
                    <a:pt x="10545" y="5866"/>
                  </a:lnTo>
                  <a:cubicBezTo>
                    <a:pt x="11544" y="5525"/>
                    <a:pt x="12577" y="5294"/>
                    <a:pt x="13629" y="5184"/>
                  </a:cubicBezTo>
                  <a:lnTo>
                    <a:pt x="13629" y="2162"/>
                  </a:lnTo>
                  <a:cubicBezTo>
                    <a:pt x="13581" y="2162"/>
                    <a:pt x="13533" y="2162"/>
                    <a:pt x="13485" y="2167"/>
                  </a:cubicBezTo>
                  <a:cubicBezTo>
                    <a:pt x="11847" y="2320"/>
                    <a:pt x="10237" y="2714"/>
                    <a:pt x="8710" y="3334"/>
                  </a:cubicBezTo>
                  <a:cubicBezTo>
                    <a:pt x="8950" y="1898"/>
                    <a:pt x="10041" y="500"/>
                    <a:pt x="10790" y="0"/>
                  </a:cubicBezTo>
                  <a:close/>
                </a:path>
              </a:pathLst>
            </a:custGeom>
            <a:solidFill>
              <a:srgbClr val="B7C2C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14" name="Google Shape;8814;p69"/>
            <p:cNvSpPr/>
            <p:nvPr/>
          </p:nvSpPr>
          <p:spPr>
            <a:xfrm>
              <a:off x="7121180" y="1786156"/>
              <a:ext cx="22515" cy="19216"/>
            </a:xfrm>
            <a:custGeom>
              <a:avLst/>
              <a:gdLst/>
              <a:ahLst/>
              <a:cxnLst/>
              <a:rect l="l" t="t" r="r" b="b"/>
              <a:pathLst>
                <a:path w="860" h="734" extrusionOk="0">
                  <a:moveTo>
                    <a:pt x="488" y="0"/>
                  </a:moveTo>
                  <a:cubicBezTo>
                    <a:pt x="161" y="0"/>
                    <a:pt x="1" y="396"/>
                    <a:pt x="230" y="625"/>
                  </a:cubicBezTo>
                  <a:cubicBezTo>
                    <a:pt x="305" y="700"/>
                    <a:pt x="398" y="734"/>
                    <a:pt x="489" y="734"/>
                  </a:cubicBezTo>
                  <a:cubicBezTo>
                    <a:pt x="676" y="734"/>
                    <a:pt x="856" y="590"/>
                    <a:pt x="859" y="370"/>
                  </a:cubicBezTo>
                  <a:cubicBezTo>
                    <a:pt x="859" y="164"/>
                    <a:pt x="696" y="0"/>
                    <a:pt x="494" y="0"/>
                  </a:cubicBezTo>
                  <a:cubicBezTo>
                    <a:pt x="492" y="0"/>
                    <a:pt x="490" y="0"/>
                    <a:pt x="488" y="0"/>
                  </a:cubicBezTo>
                  <a:close/>
                </a:path>
              </a:pathLst>
            </a:custGeom>
            <a:solidFill>
              <a:srgbClr val="A4B3B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15" name="Google Shape;8815;p69"/>
            <p:cNvSpPr/>
            <p:nvPr/>
          </p:nvSpPr>
          <p:spPr>
            <a:xfrm>
              <a:off x="7256347" y="1559123"/>
              <a:ext cx="22672" cy="19347"/>
            </a:xfrm>
            <a:custGeom>
              <a:avLst/>
              <a:gdLst/>
              <a:ahLst/>
              <a:cxnLst/>
              <a:rect l="l" t="t" r="r" b="b"/>
              <a:pathLst>
                <a:path w="866" h="739" extrusionOk="0">
                  <a:moveTo>
                    <a:pt x="495" y="1"/>
                  </a:moveTo>
                  <a:cubicBezTo>
                    <a:pt x="164" y="1"/>
                    <a:pt x="1" y="400"/>
                    <a:pt x="236" y="630"/>
                  </a:cubicBezTo>
                  <a:cubicBezTo>
                    <a:pt x="310" y="705"/>
                    <a:pt x="402" y="738"/>
                    <a:pt x="492" y="738"/>
                  </a:cubicBezTo>
                  <a:cubicBezTo>
                    <a:pt x="680" y="738"/>
                    <a:pt x="860" y="592"/>
                    <a:pt x="860" y="371"/>
                  </a:cubicBezTo>
                  <a:cubicBezTo>
                    <a:pt x="865" y="164"/>
                    <a:pt x="697" y="1"/>
                    <a:pt x="495" y="1"/>
                  </a:cubicBezTo>
                  <a:close/>
                </a:path>
              </a:pathLst>
            </a:custGeom>
            <a:solidFill>
              <a:srgbClr val="A4B3B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16" name="Google Shape;8816;p69"/>
            <p:cNvSpPr/>
            <p:nvPr/>
          </p:nvSpPr>
          <p:spPr>
            <a:xfrm>
              <a:off x="7299623" y="1651198"/>
              <a:ext cx="22646" cy="19321"/>
            </a:xfrm>
            <a:custGeom>
              <a:avLst/>
              <a:gdLst/>
              <a:ahLst/>
              <a:cxnLst/>
              <a:rect l="l" t="t" r="r" b="b"/>
              <a:pathLst>
                <a:path w="865" h="738" extrusionOk="0">
                  <a:moveTo>
                    <a:pt x="499" y="0"/>
                  </a:moveTo>
                  <a:cubicBezTo>
                    <a:pt x="496" y="0"/>
                    <a:pt x="493" y="0"/>
                    <a:pt x="490" y="0"/>
                  </a:cubicBezTo>
                  <a:cubicBezTo>
                    <a:pt x="163" y="0"/>
                    <a:pt x="0" y="399"/>
                    <a:pt x="231" y="630"/>
                  </a:cubicBezTo>
                  <a:cubicBezTo>
                    <a:pt x="305" y="704"/>
                    <a:pt x="397" y="738"/>
                    <a:pt x="488" y="738"/>
                  </a:cubicBezTo>
                  <a:cubicBezTo>
                    <a:pt x="677" y="738"/>
                    <a:pt x="860" y="591"/>
                    <a:pt x="860" y="370"/>
                  </a:cubicBezTo>
                  <a:cubicBezTo>
                    <a:pt x="865" y="167"/>
                    <a:pt x="701" y="0"/>
                    <a:pt x="499" y="0"/>
                  </a:cubicBezTo>
                  <a:close/>
                </a:path>
              </a:pathLst>
            </a:custGeom>
            <a:solidFill>
              <a:srgbClr val="A4B3B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17" name="Google Shape;8817;p69"/>
            <p:cNvSpPr/>
            <p:nvPr/>
          </p:nvSpPr>
          <p:spPr>
            <a:xfrm>
              <a:off x="7236738" y="1632715"/>
              <a:ext cx="22646" cy="19321"/>
            </a:xfrm>
            <a:custGeom>
              <a:avLst/>
              <a:gdLst/>
              <a:ahLst/>
              <a:cxnLst/>
              <a:rect l="l" t="t" r="r" b="b"/>
              <a:pathLst>
                <a:path w="865" h="738" extrusionOk="0">
                  <a:moveTo>
                    <a:pt x="495" y="0"/>
                  </a:moveTo>
                  <a:cubicBezTo>
                    <a:pt x="168" y="0"/>
                    <a:pt x="0" y="394"/>
                    <a:pt x="236" y="630"/>
                  </a:cubicBezTo>
                  <a:cubicBezTo>
                    <a:pt x="310" y="704"/>
                    <a:pt x="402" y="737"/>
                    <a:pt x="492" y="737"/>
                  </a:cubicBezTo>
                  <a:cubicBezTo>
                    <a:pt x="682" y="737"/>
                    <a:pt x="865" y="590"/>
                    <a:pt x="865" y="365"/>
                  </a:cubicBezTo>
                  <a:cubicBezTo>
                    <a:pt x="860" y="164"/>
                    <a:pt x="697" y="0"/>
                    <a:pt x="495" y="0"/>
                  </a:cubicBezTo>
                  <a:close/>
                </a:path>
              </a:pathLst>
            </a:custGeom>
            <a:solidFill>
              <a:srgbClr val="A4B3B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18" name="Google Shape;8818;p69"/>
            <p:cNvSpPr/>
            <p:nvPr/>
          </p:nvSpPr>
          <p:spPr>
            <a:xfrm>
              <a:off x="7209825" y="1707799"/>
              <a:ext cx="22515" cy="19321"/>
            </a:xfrm>
            <a:custGeom>
              <a:avLst/>
              <a:gdLst/>
              <a:ahLst/>
              <a:cxnLst/>
              <a:rect l="l" t="t" r="r" b="b"/>
              <a:pathLst>
                <a:path w="860" h="738" extrusionOk="0">
                  <a:moveTo>
                    <a:pt x="495" y="0"/>
                  </a:moveTo>
                  <a:cubicBezTo>
                    <a:pt x="163" y="0"/>
                    <a:pt x="0" y="394"/>
                    <a:pt x="231" y="630"/>
                  </a:cubicBezTo>
                  <a:cubicBezTo>
                    <a:pt x="307" y="704"/>
                    <a:pt x="399" y="737"/>
                    <a:pt x="489" y="737"/>
                  </a:cubicBezTo>
                  <a:cubicBezTo>
                    <a:pt x="679" y="737"/>
                    <a:pt x="860" y="590"/>
                    <a:pt x="860" y="365"/>
                  </a:cubicBezTo>
                  <a:cubicBezTo>
                    <a:pt x="860" y="164"/>
                    <a:pt x="697" y="0"/>
                    <a:pt x="495" y="0"/>
                  </a:cubicBezTo>
                  <a:close/>
                </a:path>
              </a:pathLst>
            </a:custGeom>
            <a:solidFill>
              <a:srgbClr val="A4B3B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19" name="Google Shape;8819;p69"/>
            <p:cNvSpPr/>
            <p:nvPr/>
          </p:nvSpPr>
          <p:spPr>
            <a:xfrm>
              <a:off x="7374812" y="1606928"/>
              <a:ext cx="22541" cy="19321"/>
            </a:xfrm>
            <a:custGeom>
              <a:avLst/>
              <a:gdLst/>
              <a:ahLst/>
              <a:cxnLst/>
              <a:rect l="l" t="t" r="r" b="b"/>
              <a:pathLst>
                <a:path w="861" h="738" extrusionOk="0">
                  <a:moveTo>
                    <a:pt x="496" y="0"/>
                  </a:moveTo>
                  <a:cubicBezTo>
                    <a:pt x="164" y="0"/>
                    <a:pt x="1" y="399"/>
                    <a:pt x="232" y="630"/>
                  </a:cubicBezTo>
                  <a:cubicBezTo>
                    <a:pt x="308" y="704"/>
                    <a:pt x="400" y="738"/>
                    <a:pt x="491" y="738"/>
                  </a:cubicBezTo>
                  <a:cubicBezTo>
                    <a:pt x="680" y="738"/>
                    <a:pt x="861" y="591"/>
                    <a:pt x="861" y="370"/>
                  </a:cubicBezTo>
                  <a:cubicBezTo>
                    <a:pt x="861" y="169"/>
                    <a:pt x="698" y="0"/>
                    <a:pt x="496" y="0"/>
                  </a:cubicBezTo>
                  <a:close/>
                </a:path>
              </a:pathLst>
            </a:custGeom>
            <a:solidFill>
              <a:srgbClr val="A4B3B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20" name="Google Shape;8820;p69"/>
            <p:cNvSpPr/>
            <p:nvPr/>
          </p:nvSpPr>
          <p:spPr>
            <a:xfrm>
              <a:off x="7089580" y="1805529"/>
              <a:ext cx="22672" cy="19321"/>
            </a:xfrm>
            <a:custGeom>
              <a:avLst/>
              <a:gdLst/>
              <a:ahLst/>
              <a:cxnLst/>
              <a:rect l="l" t="t" r="r" b="b"/>
              <a:pathLst>
                <a:path w="866" h="738" extrusionOk="0">
                  <a:moveTo>
                    <a:pt x="495" y="0"/>
                  </a:moveTo>
                  <a:cubicBezTo>
                    <a:pt x="169" y="0"/>
                    <a:pt x="0" y="399"/>
                    <a:pt x="236" y="629"/>
                  </a:cubicBezTo>
                  <a:cubicBezTo>
                    <a:pt x="310" y="704"/>
                    <a:pt x="402" y="737"/>
                    <a:pt x="493" y="737"/>
                  </a:cubicBezTo>
                  <a:cubicBezTo>
                    <a:pt x="682" y="737"/>
                    <a:pt x="865" y="591"/>
                    <a:pt x="865" y="370"/>
                  </a:cubicBezTo>
                  <a:cubicBezTo>
                    <a:pt x="860" y="163"/>
                    <a:pt x="697" y="0"/>
                    <a:pt x="495" y="0"/>
                  </a:cubicBezTo>
                  <a:close/>
                </a:path>
              </a:pathLst>
            </a:custGeom>
            <a:solidFill>
              <a:srgbClr val="A4B3B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21" name="Google Shape;8821;p69"/>
            <p:cNvSpPr/>
            <p:nvPr/>
          </p:nvSpPr>
          <p:spPr>
            <a:xfrm>
              <a:off x="7108954" y="1835819"/>
              <a:ext cx="22646" cy="19295"/>
            </a:xfrm>
            <a:custGeom>
              <a:avLst/>
              <a:gdLst/>
              <a:ahLst/>
              <a:cxnLst/>
              <a:rect l="l" t="t" r="r" b="b"/>
              <a:pathLst>
                <a:path w="865" h="737" extrusionOk="0">
                  <a:moveTo>
                    <a:pt x="504" y="1"/>
                  </a:moveTo>
                  <a:cubicBezTo>
                    <a:pt x="501" y="1"/>
                    <a:pt x="498" y="1"/>
                    <a:pt x="495" y="1"/>
                  </a:cubicBezTo>
                  <a:cubicBezTo>
                    <a:pt x="168" y="1"/>
                    <a:pt x="0" y="395"/>
                    <a:pt x="236" y="625"/>
                  </a:cubicBezTo>
                  <a:cubicBezTo>
                    <a:pt x="311" y="702"/>
                    <a:pt x="404" y="736"/>
                    <a:pt x="495" y="736"/>
                  </a:cubicBezTo>
                  <a:cubicBezTo>
                    <a:pt x="684" y="736"/>
                    <a:pt x="865" y="589"/>
                    <a:pt x="865" y="366"/>
                  </a:cubicBezTo>
                  <a:cubicBezTo>
                    <a:pt x="865" y="167"/>
                    <a:pt x="706" y="1"/>
                    <a:pt x="504" y="1"/>
                  </a:cubicBezTo>
                  <a:close/>
                </a:path>
              </a:pathLst>
            </a:custGeom>
            <a:solidFill>
              <a:srgbClr val="A4B3B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22" name="Google Shape;8822;p69"/>
            <p:cNvSpPr/>
            <p:nvPr/>
          </p:nvSpPr>
          <p:spPr>
            <a:xfrm>
              <a:off x="7109949" y="1578261"/>
              <a:ext cx="313689" cy="300599"/>
            </a:xfrm>
            <a:custGeom>
              <a:avLst/>
              <a:gdLst/>
              <a:ahLst/>
              <a:cxnLst/>
              <a:rect l="l" t="t" r="r" b="b"/>
              <a:pathLst>
                <a:path w="11982" h="11482" extrusionOk="0">
                  <a:moveTo>
                    <a:pt x="11982" y="0"/>
                  </a:moveTo>
                  <a:cubicBezTo>
                    <a:pt x="11934" y="5"/>
                    <a:pt x="11881" y="5"/>
                    <a:pt x="11838" y="15"/>
                  </a:cubicBezTo>
                  <a:cubicBezTo>
                    <a:pt x="11689" y="24"/>
                    <a:pt x="11540" y="43"/>
                    <a:pt x="11396" y="63"/>
                  </a:cubicBezTo>
                  <a:lnTo>
                    <a:pt x="11396" y="1595"/>
                  </a:lnTo>
                  <a:cubicBezTo>
                    <a:pt x="11396" y="2071"/>
                    <a:pt x="11055" y="2469"/>
                    <a:pt x="10589" y="2546"/>
                  </a:cubicBezTo>
                  <a:cubicBezTo>
                    <a:pt x="9815" y="2671"/>
                    <a:pt x="9051" y="2863"/>
                    <a:pt x="8307" y="3118"/>
                  </a:cubicBezTo>
                  <a:lnTo>
                    <a:pt x="7485" y="3435"/>
                  </a:lnTo>
                  <a:cubicBezTo>
                    <a:pt x="5472" y="4232"/>
                    <a:pt x="3959" y="5405"/>
                    <a:pt x="2431" y="7168"/>
                  </a:cubicBezTo>
                  <a:cubicBezTo>
                    <a:pt x="1451" y="8292"/>
                    <a:pt x="635" y="9546"/>
                    <a:pt x="1" y="10896"/>
                  </a:cubicBezTo>
                  <a:lnTo>
                    <a:pt x="592" y="11482"/>
                  </a:lnTo>
                  <a:cubicBezTo>
                    <a:pt x="1226" y="10137"/>
                    <a:pt x="2042" y="8878"/>
                    <a:pt x="3018" y="7754"/>
                  </a:cubicBezTo>
                  <a:cubicBezTo>
                    <a:pt x="4550" y="5996"/>
                    <a:pt x="6063" y="4819"/>
                    <a:pt x="8076" y="4026"/>
                  </a:cubicBezTo>
                  <a:lnTo>
                    <a:pt x="8893" y="3709"/>
                  </a:lnTo>
                  <a:cubicBezTo>
                    <a:pt x="9892" y="3368"/>
                    <a:pt x="10930" y="3137"/>
                    <a:pt x="11982" y="3031"/>
                  </a:cubicBezTo>
                  <a:lnTo>
                    <a:pt x="11982" y="0"/>
                  </a:lnTo>
                  <a:close/>
                </a:path>
              </a:pathLst>
            </a:custGeom>
            <a:solidFill>
              <a:srgbClr val="A4B3B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23" name="Google Shape;8823;p69"/>
            <p:cNvSpPr/>
            <p:nvPr/>
          </p:nvSpPr>
          <p:spPr>
            <a:xfrm>
              <a:off x="7098010" y="1662141"/>
              <a:ext cx="105165" cy="110113"/>
            </a:xfrm>
            <a:custGeom>
              <a:avLst/>
              <a:gdLst/>
              <a:ahLst/>
              <a:cxnLst/>
              <a:rect l="l" t="t" r="r" b="b"/>
              <a:pathLst>
                <a:path w="4017" h="4206" extrusionOk="0">
                  <a:moveTo>
                    <a:pt x="3959" y="0"/>
                  </a:moveTo>
                  <a:cubicBezTo>
                    <a:pt x="2912" y="783"/>
                    <a:pt x="1960" y="1677"/>
                    <a:pt x="1110" y="2667"/>
                  </a:cubicBezTo>
                  <a:cubicBezTo>
                    <a:pt x="697" y="3157"/>
                    <a:pt x="327" y="3632"/>
                    <a:pt x="0" y="4103"/>
                  </a:cubicBezTo>
                  <a:cubicBezTo>
                    <a:pt x="20" y="4102"/>
                    <a:pt x="38" y="4102"/>
                    <a:pt x="56" y="4102"/>
                  </a:cubicBezTo>
                  <a:cubicBezTo>
                    <a:pt x="340" y="4102"/>
                    <a:pt x="362" y="4206"/>
                    <a:pt x="552" y="4206"/>
                  </a:cubicBezTo>
                  <a:cubicBezTo>
                    <a:pt x="620" y="4206"/>
                    <a:pt x="710" y="4192"/>
                    <a:pt x="841" y="4156"/>
                  </a:cubicBezTo>
                  <a:cubicBezTo>
                    <a:pt x="1100" y="4084"/>
                    <a:pt x="1307" y="3772"/>
                    <a:pt x="1610" y="3623"/>
                  </a:cubicBezTo>
                  <a:cubicBezTo>
                    <a:pt x="1859" y="3498"/>
                    <a:pt x="2239" y="3517"/>
                    <a:pt x="2489" y="3315"/>
                  </a:cubicBezTo>
                  <a:cubicBezTo>
                    <a:pt x="2710" y="3133"/>
                    <a:pt x="2767" y="2768"/>
                    <a:pt x="2960" y="2513"/>
                  </a:cubicBezTo>
                  <a:cubicBezTo>
                    <a:pt x="3132" y="2282"/>
                    <a:pt x="3474" y="2138"/>
                    <a:pt x="3603" y="1840"/>
                  </a:cubicBezTo>
                  <a:cubicBezTo>
                    <a:pt x="3723" y="1581"/>
                    <a:pt x="3608" y="1230"/>
                    <a:pt x="3675" y="913"/>
                  </a:cubicBezTo>
                  <a:cubicBezTo>
                    <a:pt x="3738" y="635"/>
                    <a:pt x="3997" y="366"/>
                    <a:pt x="4016" y="44"/>
                  </a:cubicBezTo>
                  <a:lnTo>
                    <a:pt x="3959" y="0"/>
                  </a:ln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24" name="Google Shape;8824;p69"/>
            <p:cNvSpPr/>
            <p:nvPr/>
          </p:nvSpPr>
          <p:spPr>
            <a:xfrm>
              <a:off x="7098010" y="1662141"/>
              <a:ext cx="105165" cy="110035"/>
            </a:xfrm>
            <a:custGeom>
              <a:avLst/>
              <a:gdLst/>
              <a:ahLst/>
              <a:cxnLst/>
              <a:rect l="l" t="t" r="r" b="b"/>
              <a:pathLst>
                <a:path w="4017" h="4203" extrusionOk="0">
                  <a:moveTo>
                    <a:pt x="3954" y="0"/>
                  </a:moveTo>
                  <a:cubicBezTo>
                    <a:pt x="3714" y="183"/>
                    <a:pt x="3478" y="366"/>
                    <a:pt x="3248" y="558"/>
                  </a:cubicBezTo>
                  <a:cubicBezTo>
                    <a:pt x="3205" y="860"/>
                    <a:pt x="3296" y="1182"/>
                    <a:pt x="3190" y="1422"/>
                  </a:cubicBezTo>
                  <a:cubicBezTo>
                    <a:pt x="3056" y="1720"/>
                    <a:pt x="2715" y="1864"/>
                    <a:pt x="2542" y="2090"/>
                  </a:cubicBezTo>
                  <a:cubicBezTo>
                    <a:pt x="2349" y="2345"/>
                    <a:pt x="2297" y="2710"/>
                    <a:pt x="2071" y="2892"/>
                  </a:cubicBezTo>
                  <a:cubicBezTo>
                    <a:pt x="1821" y="3099"/>
                    <a:pt x="1446" y="3075"/>
                    <a:pt x="1192" y="3200"/>
                  </a:cubicBezTo>
                  <a:cubicBezTo>
                    <a:pt x="894" y="3354"/>
                    <a:pt x="687" y="3661"/>
                    <a:pt x="428" y="3733"/>
                  </a:cubicBezTo>
                  <a:cubicBezTo>
                    <a:pt x="361" y="3752"/>
                    <a:pt x="298" y="3767"/>
                    <a:pt x="231" y="3776"/>
                  </a:cubicBezTo>
                  <a:cubicBezTo>
                    <a:pt x="154" y="3882"/>
                    <a:pt x="72" y="3993"/>
                    <a:pt x="0" y="4098"/>
                  </a:cubicBezTo>
                  <a:cubicBezTo>
                    <a:pt x="20" y="4097"/>
                    <a:pt x="38" y="4097"/>
                    <a:pt x="55" y="4097"/>
                  </a:cubicBezTo>
                  <a:cubicBezTo>
                    <a:pt x="343" y="4097"/>
                    <a:pt x="366" y="4203"/>
                    <a:pt x="555" y="4203"/>
                  </a:cubicBezTo>
                  <a:cubicBezTo>
                    <a:pt x="623" y="4203"/>
                    <a:pt x="714" y="4189"/>
                    <a:pt x="846" y="4151"/>
                  </a:cubicBezTo>
                  <a:cubicBezTo>
                    <a:pt x="1100" y="4079"/>
                    <a:pt x="1312" y="3772"/>
                    <a:pt x="1610" y="3618"/>
                  </a:cubicBezTo>
                  <a:cubicBezTo>
                    <a:pt x="1864" y="3493"/>
                    <a:pt x="2244" y="3512"/>
                    <a:pt x="2489" y="3310"/>
                  </a:cubicBezTo>
                  <a:cubicBezTo>
                    <a:pt x="2715" y="3133"/>
                    <a:pt x="2767" y="2763"/>
                    <a:pt x="2960" y="2508"/>
                  </a:cubicBezTo>
                  <a:cubicBezTo>
                    <a:pt x="3132" y="2282"/>
                    <a:pt x="3478" y="2133"/>
                    <a:pt x="3608" y="1840"/>
                  </a:cubicBezTo>
                  <a:cubicBezTo>
                    <a:pt x="3723" y="1581"/>
                    <a:pt x="3608" y="1230"/>
                    <a:pt x="3680" y="913"/>
                  </a:cubicBezTo>
                  <a:cubicBezTo>
                    <a:pt x="3738" y="635"/>
                    <a:pt x="3997" y="366"/>
                    <a:pt x="4016" y="44"/>
                  </a:cubicBezTo>
                  <a:lnTo>
                    <a:pt x="3954" y="0"/>
                  </a:lnTo>
                  <a:close/>
                </a:path>
              </a:pathLst>
            </a:custGeom>
            <a:solidFill>
              <a:srgbClr val="CCD6D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25" name="Google Shape;8825;p69"/>
            <p:cNvSpPr/>
            <p:nvPr/>
          </p:nvSpPr>
          <p:spPr>
            <a:xfrm>
              <a:off x="7116624" y="1783014"/>
              <a:ext cx="22541" cy="19242"/>
            </a:xfrm>
            <a:custGeom>
              <a:avLst/>
              <a:gdLst/>
              <a:ahLst/>
              <a:cxnLst/>
              <a:rect l="l" t="t" r="r" b="b"/>
              <a:pathLst>
                <a:path w="861" h="735" extrusionOk="0">
                  <a:moveTo>
                    <a:pt x="490" y="0"/>
                  </a:moveTo>
                  <a:cubicBezTo>
                    <a:pt x="164" y="0"/>
                    <a:pt x="0" y="394"/>
                    <a:pt x="231" y="625"/>
                  </a:cubicBezTo>
                  <a:cubicBezTo>
                    <a:pt x="305" y="701"/>
                    <a:pt x="398" y="735"/>
                    <a:pt x="488" y="735"/>
                  </a:cubicBezTo>
                  <a:cubicBezTo>
                    <a:pt x="678" y="735"/>
                    <a:pt x="860" y="586"/>
                    <a:pt x="860" y="365"/>
                  </a:cubicBezTo>
                  <a:cubicBezTo>
                    <a:pt x="860" y="163"/>
                    <a:pt x="697" y="0"/>
                    <a:pt x="490" y="0"/>
                  </a:cubicBezTo>
                  <a:close/>
                </a:path>
              </a:pathLst>
            </a:custGeom>
            <a:solidFill>
              <a:srgbClr val="6A829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26" name="Google Shape;8826;p69"/>
            <p:cNvSpPr/>
            <p:nvPr/>
          </p:nvSpPr>
          <p:spPr>
            <a:xfrm>
              <a:off x="7251949" y="1555877"/>
              <a:ext cx="22541" cy="19321"/>
            </a:xfrm>
            <a:custGeom>
              <a:avLst/>
              <a:gdLst/>
              <a:ahLst/>
              <a:cxnLst/>
              <a:rect l="l" t="t" r="r" b="b"/>
              <a:pathLst>
                <a:path w="861" h="738" extrusionOk="0">
                  <a:moveTo>
                    <a:pt x="490" y="0"/>
                  </a:moveTo>
                  <a:cubicBezTo>
                    <a:pt x="164" y="0"/>
                    <a:pt x="0" y="394"/>
                    <a:pt x="231" y="629"/>
                  </a:cubicBezTo>
                  <a:cubicBezTo>
                    <a:pt x="306" y="704"/>
                    <a:pt x="398" y="737"/>
                    <a:pt x="488" y="737"/>
                  </a:cubicBezTo>
                  <a:cubicBezTo>
                    <a:pt x="678" y="737"/>
                    <a:pt x="860" y="591"/>
                    <a:pt x="860" y="370"/>
                  </a:cubicBezTo>
                  <a:cubicBezTo>
                    <a:pt x="860" y="163"/>
                    <a:pt x="697" y="0"/>
                    <a:pt x="490" y="0"/>
                  </a:cubicBezTo>
                  <a:close/>
                </a:path>
              </a:pathLst>
            </a:custGeom>
            <a:solidFill>
              <a:srgbClr val="6A829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27" name="Google Shape;8827;p69"/>
            <p:cNvSpPr/>
            <p:nvPr/>
          </p:nvSpPr>
          <p:spPr>
            <a:xfrm>
              <a:off x="7295093" y="1648056"/>
              <a:ext cx="22646" cy="19268"/>
            </a:xfrm>
            <a:custGeom>
              <a:avLst/>
              <a:gdLst/>
              <a:ahLst/>
              <a:cxnLst/>
              <a:rect l="l" t="t" r="r" b="b"/>
              <a:pathLst>
                <a:path w="865" h="736" extrusionOk="0">
                  <a:moveTo>
                    <a:pt x="503" y="0"/>
                  </a:moveTo>
                  <a:cubicBezTo>
                    <a:pt x="501" y="0"/>
                    <a:pt x="498" y="0"/>
                    <a:pt x="495" y="0"/>
                  </a:cubicBezTo>
                  <a:cubicBezTo>
                    <a:pt x="168" y="0"/>
                    <a:pt x="0" y="394"/>
                    <a:pt x="236" y="625"/>
                  </a:cubicBezTo>
                  <a:cubicBezTo>
                    <a:pt x="311" y="702"/>
                    <a:pt x="404" y="736"/>
                    <a:pt x="495" y="736"/>
                  </a:cubicBezTo>
                  <a:cubicBezTo>
                    <a:pt x="684" y="736"/>
                    <a:pt x="865" y="589"/>
                    <a:pt x="865" y="365"/>
                  </a:cubicBezTo>
                  <a:cubicBezTo>
                    <a:pt x="865" y="167"/>
                    <a:pt x="701" y="0"/>
                    <a:pt x="503" y="0"/>
                  </a:cubicBezTo>
                  <a:close/>
                </a:path>
              </a:pathLst>
            </a:custGeom>
            <a:solidFill>
              <a:srgbClr val="6A829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28" name="Google Shape;8828;p69"/>
            <p:cNvSpPr/>
            <p:nvPr/>
          </p:nvSpPr>
          <p:spPr>
            <a:xfrm>
              <a:off x="7232209" y="1629442"/>
              <a:ext cx="22646" cy="19321"/>
            </a:xfrm>
            <a:custGeom>
              <a:avLst/>
              <a:gdLst/>
              <a:ahLst/>
              <a:cxnLst/>
              <a:rect l="l" t="t" r="r" b="b"/>
              <a:pathLst>
                <a:path w="865" h="738" extrusionOk="0">
                  <a:moveTo>
                    <a:pt x="495" y="0"/>
                  </a:moveTo>
                  <a:cubicBezTo>
                    <a:pt x="164" y="0"/>
                    <a:pt x="0" y="399"/>
                    <a:pt x="236" y="630"/>
                  </a:cubicBezTo>
                  <a:cubicBezTo>
                    <a:pt x="310" y="704"/>
                    <a:pt x="402" y="738"/>
                    <a:pt x="492" y="738"/>
                  </a:cubicBezTo>
                  <a:cubicBezTo>
                    <a:pt x="680" y="738"/>
                    <a:pt x="860" y="591"/>
                    <a:pt x="860" y="370"/>
                  </a:cubicBezTo>
                  <a:cubicBezTo>
                    <a:pt x="865" y="164"/>
                    <a:pt x="697" y="0"/>
                    <a:pt x="495" y="0"/>
                  </a:cubicBezTo>
                  <a:close/>
                </a:path>
              </a:pathLst>
            </a:custGeom>
            <a:solidFill>
              <a:srgbClr val="6A829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29" name="Google Shape;8829;p69"/>
            <p:cNvSpPr/>
            <p:nvPr/>
          </p:nvSpPr>
          <p:spPr>
            <a:xfrm>
              <a:off x="7205296" y="1704527"/>
              <a:ext cx="22646" cy="19321"/>
            </a:xfrm>
            <a:custGeom>
              <a:avLst/>
              <a:gdLst/>
              <a:ahLst/>
              <a:cxnLst/>
              <a:rect l="l" t="t" r="r" b="b"/>
              <a:pathLst>
                <a:path w="865" h="738" extrusionOk="0">
                  <a:moveTo>
                    <a:pt x="503" y="0"/>
                  </a:moveTo>
                  <a:cubicBezTo>
                    <a:pt x="501" y="0"/>
                    <a:pt x="498" y="0"/>
                    <a:pt x="495" y="0"/>
                  </a:cubicBezTo>
                  <a:cubicBezTo>
                    <a:pt x="163" y="0"/>
                    <a:pt x="0" y="399"/>
                    <a:pt x="231" y="630"/>
                  </a:cubicBezTo>
                  <a:cubicBezTo>
                    <a:pt x="307" y="704"/>
                    <a:pt x="399" y="738"/>
                    <a:pt x="490" y="738"/>
                  </a:cubicBezTo>
                  <a:cubicBezTo>
                    <a:pt x="680" y="738"/>
                    <a:pt x="860" y="591"/>
                    <a:pt x="860" y="370"/>
                  </a:cubicBezTo>
                  <a:cubicBezTo>
                    <a:pt x="865" y="167"/>
                    <a:pt x="701" y="0"/>
                    <a:pt x="503" y="0"/>
                  </a:cubicBezTo>
                  <a:close/>
                </a:path>
              </a:pathLst>
            </a:custGeom>
            <a:solidFill>
              <a:srgbClr val="6A829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30" name="Google Shape;8830;p69"/>
            <p:cNvSpPr/>
            <p:nvPr/>
          </p:nvSpPr>
          <p:spPr>
            <a:xfrm>
              <a:off x="7370413" y="1603655"/>
              <a:ext cx="22541" cy="19321"/>
            </a:xfrm>
            <a:custGeom>
              <a:avLst/>
              <a:gdLst/>
              <a:ahLst/>
              <a:cxnLst/>
              <a:rect l="l" t="t" r="r" b="b"/>
              <a:pathLst>
                <a:path w="861" h="738" extrusionOk="0">
                  <a:moveTo>
                    <a:pt x="491" y="1"/>
                  </a:moveTo>
                  <a:cubicBezTo>
                    <a:pt x="164" y="1"/>
                    <a:pt x="1" y="399"/>
                    <a:pt x="231" y="630"/>
                  </a:cubicBezTo>
                  <a:cubicBezTo>
                    <a:pt x="306" y="704"/>
                    <a:pt x="398" y="738"/>
                    <a:pt x="489" y="738"/>
                  </a:cubicBezTo>
                  <a:cubicBezTo>
                    <a:pt x="678" y="738"/>
                    <a:pt x="861" y="592"/>
                    <a:pt x="861" y="370"/>
                  </a:cubicBezTo>
                  <a:cubicBezTo>
                    <a:pt x="861" y="164"/>
                    <a:pt x="697" y="1"/>
                    <a:pt x="491" y="1"/>
                  </a:cubicBezTo>
                  <a:close/>
                </a:path>
              </a:pathLst>
            </a:custGeom>
            <a:solidFill>
              <a:srgbClr val="6A829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31" name="Google Shape;8831;p69"/>
            <p:cNvSpPr/>
            <p:nvPr/>
          </p:nvSpPr>
          <p:spPr>
            <a:xfrm>
              <a:off x="7085051" y="1802361"/>
              <a:ext cx="22672" cy="19268"/>
            </a:xfrm>
            <a:custGeom>
              <a:avLst/>
              <a:gdLst/>
              <a:ahLst/>
              <a:cxnLst/>
              <a:rect l="l" t="t" r="r" b="b"/>
              <a:pathLst>
                <a:path w="866" h="736" extrusionOk="0">
                  <a:moveTo>
                    <a:pt x="504" y="1"/>
                  </a:moveTo>
                  <a:cubicBezTo>
                    <a:pt x="501" y="1"/>
                    <a:pt x="498" y="1"/>
                    <a:pt x="495" y="1"/>
                  </a:cubicBezTo>
                  <a:cubicBezTo>
                    <a:pt x="169" y="1"/>
                    <a:pt x="0" y="395"/>
                    <a:pt x="236" y="625"/>
                  </a:cubicBezTo>
                  <a:cubicBezTo>
                    <a:pt x="310" y="702"/>
                    <a:pt x="403" y="735"/>
                    <a:pt x="493" y="735"/>
                  </a:cubicBezTo>
                  <a:cubicBezTo>
                    <a:pt x="683" y="735"/>
                    <a:pt x="865" y="587"/>
                    <a:pt x="865" y="366"/>
                  </a:cubicBezTo>
                  <a:cubicBezTo>
                    <a:pt x="865" y="167"/>
                    <a:pt x="702" y="1"/>
                    <a:pt x="504" y="1"/>
                  </a:cubicBezTo>
                  <a:close/>
                </a:path>
              </a:pathLst>
            </a:custGeom>
            <a:solidFill>
              <a:srgbClr val="6A829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32" name="Google Shape;8832;p69"/>
            <p:cNvSpPr/>
            <p:nvPr/>
          </p:nvSpPr>
          <p:spPr>
            <a:xfrm>
              <a:off x="7104555" y="1832547"/>
              <a:ext cx="22515" cy="19268"/>
            </a:xfrm>
            <a:custGeom>
              <a:avLst/>
              <a:gdLst/>
              <a:ahLst/>
              <a:cxnLst/>
              <a:rect l="l" t="t" r="r" b="b"/>
              <a:pathLst>
                <a:path w="860" h="736" extrusionOk="0">
                  <a:moveTo>
                    <a:pt x="495" y="1"/>
                  </a:moveTo>
                  <a:cubicBezTo>
                    <a:pt x="163" y="1"/>
                    <a:pt x="0" y="395"/>
                    <a:pt x="231" y="625"/>
                  </a:cubicBezTo>
                  <a:cubicBezTo>
                    <a:pt x="307" y="702"/>
                    <a:pt x="400" y="735"/>
                    <a:pt x="490" y="735"/>
                  </a:cubicBezTo>
                  <a:cubicBezTo>
                    <a:pt x="680" y="735"/>
                    <a:pt x="860" y="587"/>
                    <a:pt x="860" y="366"/>
                  </a:cubicBezTo>
                  <a:cubicBezTo>
                    <a:pt x="860" y="164"/>
                    <a:pt x="697" y="1"/>
                    <a:pt x="495" y="1"/>
                  </a:cubicBezTo>
                  <a:close/>
                </a:path>
              </a:pathLst>
            </a:custGeom>
            <a:solidFill>
              <a:srgbClr val="6A829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33" name="Google Shape;8833;p69"/>
            <p:cNvSpPr/>
            <p:nvPr/>
          </p:nvSpPr>
          <p:spPr>
            <a:xfrm>
              <a:off x="7139008" y="1744661"/>
              <a:ext cx="84928" cy="95845"/>
            </a:xfrm>
            <a:custGeom>
              <a:avLst/>
              <a:gdLst/>
              <a:ahLst/>
              <a:cxnLst/>
              <a:rect l="l" t="t" r="r" b="b"/>
              <a:pathLst>
                <a:path w="3244" h="3661" extrusionOk="0">
                  <a:moveTo>
                    <a:pt x="2811" y="0"/>
                  </a:moveTo>
                  <a:cubicBezTo>
                    <a:pt x="2685" y="0"/>
                    <a:pt x="2565" y="11"/>
                    <a:pt x="2460" y="58"/>
                  </a:cubicBezTo>
                  <a:cubicBezTo>
                    <a:pt x="2167" y="187"/>
                    <a:pt x="2018" y="528"/>
                    <a:pt x="1792" y="701"/>
                  </a:cubicBezTo>
                  <a:cubicBezTo>
                    <a:pt x="1533" y="893"/>
                    <a:pt x="1168" y="951"/>
                    <a:pt x="985" y="1172"/>
                  </a:cubicBezTo>
                  <a:cubicBezTo>
                    <a:pt x="783" y="1422"/>
                    <a:pt x="807" y="1801"/>
                    <a:pt x="678" y="2051"/>
                  </a:cubicBezTo>
                  <a:cubicBezTo>
                    <a:pt x="529" y="2354"/>
                    <a:pt x="217" y="2560"/>
                    <a:pt x="144" y="2820"/>
                  </a:cubicBezTo>
                  <a:cubicBezTo>
                    <a:pt x="0" y="3334"/>
                    <a:pt x="221" y="3204"/>
                    <a:pt x="202" y="3661"/>
                  </a:cubicBezTo>
                  <a:cubicBezTo>
                    <a:pt x="202" y="3661"/>
                    <a:pt x="226" y="3656"/>
                    <a:pt x="265" y="3656"/>
                  </a:cubicBezTo>
                  <a:cubicBezTo>
                    <a:pt x="745" y="2858"/>
                    <a:pt x="1293" y="2104"/>
                    <a:pt x="1903" y="1403"/>
                  </a:cubicBezTo>
                  <a:cubicBezTo>
                    <a:pt x="2321" y="913"/>
                    <a:pt x="2768" y="451"/>
                    <a:pt x="3243" y="14"/>
                  </a:cubicBezTo>
                  <a:lnTo>
                    <a:pt x="3224" y="5"/>
                  </a:lnTo>
                  <a:cubicBezTo>
                    <a:pt x="3190" y="6"/>
                    <a:pt x="3157" y="7"/>
                    <a:pt x="3123" y="7"/>
                  </a:cubicBezTo>
                  <a:cubicBezTo>
                    <a:pt x="3018" y="7"/>
                    <a:pt x="2912" y="0"/>
                    <a:pt x="2811" y="0"/>
                  </a:cubicBezTo>
                  <a:close/>
                </a:path>
              </a:pathLst>
            </a:custGeom>
            <a:solidFill>
              <a:srgbClr val="CCD6D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34" name="Google Shape;8834;p69"/>
            <p:cNvSpPr/>
            <p:nvPr/>
          </p:nvSpPr>
          <p:spPr>
            <a:xfrm>
              <a:off x="7288810" y="1516371"/>
              <a:ext cx="142000" cy="98227"/>
            </a:xfrm>
            <a:custGeom>
              <a:avLst/>
              <a:gdLst/>
              <a:ahLst/>
              <a:cxnLst/>
              <a:rect l="l" t="t" r="r" b="b"/>
              <a:pathLst>
                <a:path w="5424" h="3752" extrusionOk="0">
                  <a:moveTo>
                    <a:pt x="2315" y="0"/>
                  </a:moveTo>
                  <a:cubicBezTo>
                    <a:pt x="2277" y="0"/>
                    <a:pt x="2236" y="12"/>
                    <a:pt x="2195" y="39"/>
                  </a:cubicBezTo>
                  <a:cubicBezTo>
                    <a:pt x="1312" y="630"/>
                    <a:pt x="259" y="2114"/>
                    <a:pt x="24" y="3512"/>
                  </a:cubicBezTo>
                  <a:cubicBezTo>
                    <a:pt x="1" y="3641"/>
                    <a:pt x="105" y="3751"/>
                    <a:pt x="224" y="3751"/>
                  </a:cubicBezTo>
                  <a:cubicBezTo>
                    <a:pt x="252" y="3751"/>
                    <a:pt x="280" y="3746"/>
                    <a:pt x="307" y="3733"/>
                  </a:cubicBezTo>
                  <a:cubicBezTo>
                    <a:pt x="1816" y="3123"/>
                    <a:pt x="3406" y="2734"/>
                    <a:pt x="5025" y="2580"/>
                  </a:cubicBezTo>
                  <a:cubicBezTo>
                    <a:pt x="5068" y="2576"/>
                    <a:pt x="5107" y="2571"/>
                    <a:pt x="5155" y="2571"/>
                  </a:cubicBezTo>
                  <a:cubicBezTo>
                    <a:pt x="5424" y="2571"/>
                    <a:pt x="5424" y="2162"/>
                    <a:pt x="5155" y="2162"/>
                  </a:cubicBezTo>
                  <a:cubicBezTo>
                    <a:pt x="4280" y="2186"/>
                    <a:pt x="2277" y="2537"/>
                    <a:pt x="519" y="3210"/>
                  </a:cubicBezTo>
                  <a:cubicBezTo>
                    <a:pt x="860" y="1922"/>
                    <a:pt x="1826" y="784"/>
                    <a:pt x="2431" y="385"/>
                  </a:cubicBezTo>
                  <a:cubicBezTo>
                    <a:pt x="2617" y="254"/>
                    <a:pt x="2493" y="0"/>
                    <a:pt x="2315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35" name="Google Shape;8835;p69"/>
            <p:cNvSpPr/>
            <p:nvPr/>
          </p:nvSpPr>
          <p:spPr>
            <a:xfrm>
              <a:off x="7060102" y="1516528"/>
              <a:ext cx="194308" cy="308531"/>
            </a:xfrm>
            <a:custGeom>
              <a:avLst/>
              <a:gdLst/>
              <a:ahLst/>
              <a:cxnLst/>
              <a:rect l="l" t="t" r="r" b="b"/>
              <a:pathLst>
                <a:path w="7422" h="11785" extrusionOk="0">
                  <a:moveTo>
                    <a:pt x="5056" y="6096"/>
                  </a:moveTo>
                  <a:cubicBezTo>
                    <a:pt x="4922" y="6360"/>
                    <a:pt x="4883" y="6485"/>
                    <a:pt x="4893" y="6917"/>
                  </a:cubicBezTo>
                  <a:cubicBezTo>
                    <a:pt x="4907" y="7321"/>
                    <a:pt x="4893" y="7374"/>
                    <a:pt x="4542" y="7662"/>
                  </a:cubicBezTo>
                  <a:cubicBezTo>
                    <a:pt x="4263" y="7883"/>
                    <a:pt x="4191" y="7964"/>
                    <a:pt x="4018" y="8354"/>
                  </a:cubicBezTo>
                  <a:cubicBezTo>
                    <a:pt x="3850" y="8733"/>
                    <a:pt x="3812" y="8781"/>
                    <a:pt x="3370" y="8872"/>
                  </a:cubicBezTo>
                  <a:cubicBezTo>
                    <a:pt x="3014" y="8949"/>
                    <a:pt x="2904" y="8993"/>
                    <a:pt x="2548" y="9295"/>
                  </a:cubicBezTo>
                  <a:cubicBezTo>
                    <a:pt x="2433" y="9396"/>
                    <a:pt x="2327" y="9487"/>
                    <a:pt x="2231" y="9516"/>
                  </a:cubicBezTo>
                  <a:cubicBezTo>
                    <a:pt x="2126" y="9544"/>
                    <a:pt x="2061" y="9556"/>
                    <a:pt x="2010" y="9556"/>
                  </a:cubicBezTo>
                  <a:cubicBezTo>
                    <a:pt x="1947" y="9556"/>
                    <a:pt x="1904" y="9538"/>
                    <a:pt x="1833" y="9511"/>
                  </a:cubicBezTo>
                  <a:cubicBezTo>
                    <a:pt x="2116" y="9122"/>
                    <a:pt x="2404" y="8733"/>
                    <a:pt x="2717" y="8368"/>
                  </a:cubicBezTo>
                  <a:cubicBezTo>
                    <a:pt x="3423" y="7537"/>
                    <a:pt x="4211" y="6778"/>
                    <a:pt x="5056" y="6096"/>
                  </a:cubicBezTo>
                  <a:close/>
                  <a:moveTo>
                    <a:pt x="7135" y="0"/>
                  </a:moveTo>
                  <a:cubicBezTo>
                    <a:pt x="7077" y="0"/>
                    <a:pt x="7018" y="27"/>
                    <a:pt x="6973" y="91"/>
                  </a:cubicBezTo>
                  <a:cubicBezTo>
                    <a:pt x="5950" y="1522"/>
                    <a:pt x="5556" y="3285"/>
                    <a:pt x="5709" y="5087"/>
                  </a:cubicBezTo>
                  <a:cubicBezTo>
                    <a:pt x="3327" y="6754"/>
                    <a:pt x="1405" y="9026"/>
                    <a:pt x="69" y="11495"/>
                  </a:cubicBezTo>
                  <a:cubicBezTo>
                    <a:pt x="0" y="11654"/>
                    <a:pt x="128" y="11785"/>
                    <a:pt x="261" y="11785"/>
                  </a:cubicBezTo>
                  <a:cubicBezTo>
                    <a:pt x="322" y="11785"/>
                    <a:pt x="385" y="11757"/>
                    <a:pt x="430" y="11692"/>
                  </a:cubicBezTo>
                  <a:cubicBezTo>
                    <a:pt x="771" y="11068"/>
                    <a:pt x="1146" y="10463"/>
                    <a:pt x="1559" y="9876"/>
                  </a:cubicBezTo>
                  <a:cubicBezTo>
                    <a:pt x="1738" y="9890"/>
                    <a:pt x="1805" y="9972"/>
                    <a:pt x="1997" y="9972"/>
                  </a:cubicBezTo>
                  <a:cubicBezTo>
                    <a:pt x="2082" y="9972"/>
                    <a:pt x="2191" y="9956"/>
                    <a:pt x="2347" y="9910"/>
                  </a:cubicBezTo>
                  <a:cubicBezTo>
                    <a:pt x="2659" y="9819"/>
                    <a:pt x="2875" y="9502"/>
                    <a:pt x="3149" y="9367"/>
                  </a:cubicBezTo>
                  <a:cubicBezTo>
                    <a:pt x="3245" y="9324"/>
                    <a:pt x="3351" y="9295"/>
                    <a:pt x="3456" y="9276"/>
                  </a:cubicBezTo>
                  <a:cubicBezTo>
                    <a:pt x="4047" y="9151"/>
                    <a:pt x="4182" y="9007"/>
                    <a:pt x="4398" y="8522"/>
                  </a:cubicBezTo>
                  <a:cubicBezTo>
                    <a:pt x="4537" y="8200"/>
                    <a:pt x="4571" y="8166"/>
                    <a:pt x="4801" y="7979"/>
                  </a:cubicBezTo>
                  <a:cubicBezTo>
                    <a:pt x="5277" y="7599"/>
                    <a:pt x="5325" y="7412"/>
                    <a:pt x="5306" y="6903"/>
                  </a:cubicBezTo>
                  <a:cubicBezTo>
                    <a:pt x="5296" y="6538"/>
                    <a:pt x="5311" y="6494"/>
                    <a:pt x="5460" y="6216"/>
                  </a:cubicBezTo>
                  <a:cubicBezTo>
                    <a:pt x="5551" y="6048"/>
                    <a:pt x="5647" y="5855"/>
                    <a:pt x="5661" y="5639"/>
                  </a:cubicBezTo>
                  <a:cubicBezTo>
                    <a:pt x="5791" y="5548"/>
                    <a:pt x="5911" y="5447"/>
                    <a:pt x="6036" y="5361"/>
                  </a:cubicBezTo>
                  <a:cubicBezTo>
                    <a:pt x="6099" y="5317"/>
                    <a:pt x="6132" y="5245"/>
                    <a:pt x="6127" y="5173"/>
                  </a:cubicBezTo>
                  <a:cubicBezTo>
                    <a:pt x="5964" y="3453"/>
                    <a:pt x="6300" y="1734"/>
                    <a:pt x="7304" y="331"/>
                  </a:cubicBezTo>
                  <a:cubicBezTo>
                    <a:pt x="7421" y="169"/>
                    <a:pt x="7282" y="0"/>
                    <a:pt x="7135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36" name="Google Shape;8836;p69"/>
            <p:cNvSpPr/>
            <p:nvPr/>
          </p:nvSpPr>
          <p:spPr>
            <a:xfrm>
              <a:off x="7118536" y="1678216"/>
              <a:ext cx="208785" cy="205984"/>
            </a:xfrm>
            <a:custGeom>
              <a:avLst/>
              <a:gdLst/>
              <a:ahLst/>
              <a:cxnLst/>
              <a:rect l="l" t="t" r="r" b="b"/>
              <a:pathLst>
                <a:path w="7975" h="7868" extrusionOk="0">
                  <a:moveTo>
                    <a:pt x="3525" y="2749"/>
                  </a:moveTo>
                  <a:lnTo>
                    <a:pt x="3525" y="2749"/>
                  </a:lnTo>
                  <a:cubicBezTo>
                    <a:pt x="2603" y="3643"/>
                    <a:pt x="1791" y="4637"/>
                    <a:pt x="1104" y="5723"/>
                  </a:cubicBezTo>
                  <a:cubicBezTo>
                    <a:pt x="1085" y="5665"/>
                    <a:pt x="1080" y="5603"/>
                    <a:pt x="1133" y="5411"/>
                  </a:cubicBezTo>
                  <a:cubicBezTo>
                    <a:pt x="1162" y="5319"/>
                    <a:pt x="1253" y="5209"/>
                    <a:pt x="1354" y="5094"/>
                  </a:cubicBezTo>
                  <a:cubicBezTo>
                    <a:pt x="1652" y="4743"/>
                    <a:pt x="1700" y="4632"/>
                    <a:pt x="1772" y="4277"/>
                  </a:cubicBezTo>
                  <a:cubicBezTo>
                    <a:pt x="1868" y="3830"/>
                    <a:pt x="1916" y="3792"/>
                    <a:pt x="2296" y="3624"/>
                  </a:cubicBezTo>
                  <a:cubicBezTo>
                    <a:pt x="2685" y="3451"/>
                    <a:pt x="2766" y="3379"/>
                    <a:pt x="2987" y="3100"/>
                  </a:cubicBezTo>
                  <a:cubicBezTo>
                    <a:pt x="3223" y="2807"/>
                    <a:pt x="3300" y="2754"/>
                    <a:pt x="3525" y="2749"/>
                  </a:cubicBezTo>
                  <a:close/>
                  <a:moveTo>
                    <a:pt x="7745" y="1"/>
                  </a:moveTo>
                  <a:cubicBezTo>
                    <a:pt x="7720" y="1"/>
                    <a:pt x="7695" y="5"/>
                    <a:pt x="7671" y="16"/>
                  </a:cubicBezTo>
                  <a:cubicBezTo>
                    <a:pt x="6297" y="549"/>
                    <a:pt x="5039" y="1337"/>
                    <a:pt x="3963" y="2341"/>
                  </a:cubicBezTo>
                  <a:cubicBezTo>
                    <a:pt x="3950" y="2341"/>
                    <a:pt x="3937" y="2341"/>
                    <a:pt x="3924" y="2341"/>
                  </a:cubicBezTo>
                  <a:cubicBezTo>
                    <a:pt x="3806" y="2341"/>
                    <a:pt x="3691" y="2333"/>
                    <a:pt x="3578" y="2333"/>
                  </a:cubicBezTo>
                  <a:cubicBezTo>
                    <a:pt x="3435" y="2333"/>
                    <a:pt x="3294" y="2346"/>
                    <a:pt x="3156" y="2408"/>
                  </a:cubicBezTo>
                  <a:cubicBezTo>
                    <a:pt x="2810" y="2562"/>
                    <a:pt x="2646" y="2927"/>
                    <a:pt x="2449" y="3076"/>
                  </a:cubicBezTo>
                  <a:cubicBezTo>
                    <a:pt x="2348" y="3148"/>
                    <a:pt x="2238" y="3206"/>
                    <a:pt x="2123" y="3249"/>
                  </a:cubicBezTo>
                  <a:cubicBezTo>
                    <a:pt x="1642" y="3465"/>
                    <a:pt x="1498" y="3600"/>
                    <a:pt x="1368" y="4195"/>
                  </a:cubicBezTo>
                  <a:cubicBezTo>
                    <a:pt x="1311" y="4488"/>
                    <a:pt x="1292" y="4536"/>
                    <a:pt x="1037" y="4829"/>
                  </a:cubicBezTo>
                  <a:cubicBezTo>
                    <a:pt x="917" y="4969"/>
                    <a:pt x="782" y="5122"/>
                    <a:pt x="730" y="5300"/>
                  </a:cubicBezTo>
                  <a:cubicBezTo>
                    <a:pt x="566" y="5872"/>
                    <a:pt x="792" y="5829"/>
                    <a:pt x="773" y="6194"/>
                  </a:cubicBezTo>
                  <a:cubicBezTo>
                    <a:pt x="773" y="6203"/>
                    <a:pt x="787" y="6213"/>
                    <a:pt x="787" y="6227"/>
                  </a:cubicBezTo>
                  <a:cubicBezTo>
                    <a:pt x="523" y="6665"/>
                    <a:pt x="283" y="7116"/>
                    <a:pt x="67" y="7582"/>
                  </a:cubicBezTo>
                  <a:cubicBezTo>
                    <a:pt x="0" y="7743"/>
                    <a:pt x="132" y="7867"/>
                    <a:pt x="263" y="7867"/>
                  </a:cubicBezTo>
                  <a:cubicBezTo>
                    <a:pt x="332" y="7867"/>
                    <a:pt x="400" y="7834"/>
                    <a:pt x="441" y="7755"/>
                  </a:cubicBezTo>
                  <a:cubicBezTo>
                    <a:pt x="1066" y="6424"/>
                    <a:pt x="1873" y="5185"/>
                    <a:pt x="2839" y="4075"/>
                  </a:cubicBezTo>
                  <a:cubicBezTo>
                    <a:pt x="4419" y="2250"/>
                    <a:pt x="5908" y="1154"/>
                    <a:pt x="7816" y="400"/>
                  </a:cubicBezTo>
                  <a:cubicBezTo>
                    <a:pt x="7921" y="357"/>
                    <a:pt x="7974" y="237"/>
                    <a:pt x="7931" y="131"/>
                  </a:cubicBezTo>
                  <a:cubicBezTo>
                    <a:pt x="7902" y="50"/>
                    <a:pt x="7825" y="1"/>
                    <a:pt x="7745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37" name="Google Shape;8837;p69"/>
            <p:cNvSpPr/>
            <p:nvPr/>
          </p:nvSpPr>
          <p:spPr>
            <a:xfrm>
              <a:off x="7335018" y="1652193"/>
              <a:ext cx="94169" cy="28693"/>
            </a:xfrm>
            <a:custGeom>
              <a:avLst/>
              <a:gdLst/>
              <a:ahLst/>
              <a:cxnLst/>
              <a:rect l="l" t="t" r="r" b="b"/>
              <a:pathLst>
                <a:path w="3597" h="1096" extrusionOk="0">
                  <a:moveTo>
                    <a:pt x="3379" y="0"/>
                  </a:moveTo>
                  <a:cubicBezTo>
                    <a:pt x="3373" y="0"/>
                    <a:pt x="3367" y="0"/>
                    <a:pt x="3361" y="1"/>
                  </a:cubicBezTo>
                  <a:cubicBezTo>
                    <a:pt x="2294" y="111"/>
                    <a:pt x="1242" y="342"/>
                    <a:pt x="229" y="693"/>
                  </a:cubicBezTo>
                  <a:cubicBezTo>
                    <a:pt x="0" y="770"/>
                    <a:pt x="81" y="1095"/>
                    <a:pt x="288" y="1095"/>
                  </a:cubicBezTo>
                  <a:cubicBezTo>
                    <a:pt x="311" y="1095"/>
                    <a:pt x="337" y="1091"/>
                    <a:pt x="363" y="1082"/>
                  </a:cubicBezTo>
                  <a:cubicBezTo>
                    <a:pt x="1348" y="741"/>
                    <a:pt x="2371" y="520"/>
                    <a:pt x="3404" y="414"/>
                  </a:cubicBezTo>
                  <a:cubicBezTo>
                    <a:pt x="3519" y="400"/>
                    <a:pt x="3596" y="299"/>
                    <a:pt x="3587" y="188"/>
                  </a:cubicBezTo>
                  <a:cubicBezTo>
                    <a:pt x="3573" y="79"/>
                    <a:pt x="3482" y="0"/>
                    <a:pt x="3379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838" name="Google Shape;8838;p69"/>
          <p:cNvGrpSpPr/>
          <p:nvPr/>
        </p:nvGrpSpPr>
        <p:grpSpPr>
          <a:xfrm>
            <a:off x="5951435" y="1780059"/>
            <a:ext cx="286278" cy="276441"/>
            <a:chOff x="7935247" y="1516162"/>
            <a:chExt cx="381704" cy="368588"/>
          </a:xfrm>
        </p:grpSpPr>
        <p:sp>
          <p:nvSpPr>
            <p:cNvPr id="8839" name="Google Shape;8839;p69"/>
            <p:cNvSpPr/>
            <p:nvPr/>
          </p:nvSpPr>
          <p:spPr>
            <a:xfrm>
              <a:off x="8127801" y="1641773"/>
              <a:ext cx="52098" cy="51496"/>
            </a:xfrm>
            <a:custGeom>
              <a:avLst/>
              <a:gdLst/>
              <a:ahLst/>
              <a:cxnLst/>
              <a:rect l="l" t="t" r="r" b="b"/>
              <a:pathLst>
                <a:path w="1990" h="1967" extrusionOk="0">
                  <a:moveTo>
                    <a:pt x="808" y="0"/>
                  </a:moveTo>
                  <a:lnTo>
                    <a:pt x="111" y="697"/>
                  </a:lnTo>
                  <a:cubicBezTo>
                    <a:pt x="1" y="812"/>
                    <a:pt x="1" y="990"/>
                    <a:pt x="111" y="1100"/>
                  </a:cubicBezTo>
                  <a:lnTo>
                    <a:pt x="890" y="1883"/>
                  </a:lnTo>
                  <a:cubicBezTo>
                    <a:pt x="947" y="1939"/>
                    <a:pt x="1021" y="1966"/>
                    <a:pt x="1093" y="1966"/>
                  </a:cubicBezTo>
                  <a:cubicBezTo>
                    <a:pt x="1166" y="1966"/>
                    <a:pt x="1238" y="1939"/>
                    <a:pt x="1293" y="1883"/>
                  </a:cubicBezTo>
                  <a:lnTo>
                    <a:pt x="1990" y="1187"/>
                  </a:lnTo>
                  <a:cubicBezTo>
                    <a:pt x="1735" y="1052"/>
                    <a:pt x="1505" y="884"/>
                    <a:pt x="1303" y="682"/>
                  </a:cubicBezTo>
                  <a:cubicBezTo>
                    <a:pt x="1101" y="485"/>
                    <a:pt x="933" y="255"/>
                    <a:pt x="808" y="0"/>
                  </a:cubicBezTo>
                  <a:close/>
                </a:path>
              </a:pathLst>
            </a:custGeom>
            <a:solidFill>
              <a:srgbClr val="EBF0F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40" name="Google Shape;8840;p69"/>
            <p:cNvSpPr/>
            <p:nvPr/>
          </p:nvSpPr>
          <p:spPr>
            <a:xfrm>
              <a:off x="8130707" y="1661879"/>
              <a:ext cx="49323" cy="31259"/>
            </a:xfrm>
            <a:custGeom>
              <a:avLst/>
              <a:gdLst/>
              <a:ahLst/>
              <a:cxnLst/>
              <a:rect l="l" t="t" r="r" b="b"/>
              <a:pathLst>
                <a:path w="1884" h="1194" extrusionOk="0">
                  <a:moveTo>
                    <a:pt x="0" y="327"/>
                  </a:moveTo>
                  <a:lnTo>
                    <a:pt x="274" y="606"/>
                  </a:lnTo>
                  <a:cubicBezTo>
                    <a:pt x="282" y="613"/>
                    <a:pt x="289" y="620"/>
                    <a:pt x="297" y="626"/>
                  </a:cubicBezTo>
                  <a:lnTo>
                    <a:pt x="297" y="626"/>
                  </a:lnTo>
                  <a:lnTo>
                    <a:pt x="0" y="327"/>
                  </a:lnTo>
                  <a:close/>
                  <a:moveTo>
                    <a:pt x="1283" y="1"/>
                  </a:moveTo>
                  <a:lnTo>
                    <a:pt x="678" y="606"/>
                  </a:lnTo>
                  <a:cubicBezTo>
                    <a:pt x="622" y="661"/>
                    <a:pt x="550" y="689"/>
                    <a:pt x="478" y="689"/>
                  </a:cubicBezTo>
                  <a:cubicBezTo>
                    <a:pt x="414" y="689"/>
                    <a:pt x="350" y="668"/>
                    <a:pt x="297" y="626"/>
                  </a:cubicBezTo>
                  <a:lnTo>
                    <a:pt x="297" y="626"/>
                  </a:lnTo>
                  <a:lnTo>
                    <a:pt x="779" y="1111"/>
                  </a:lnTo>
                  <a:cubicBezTo>
                    <a:pt x="836" y="1166"/>
                    <a:pt x="910" y="1193"/>
                    <a:pt x="982" y="1193"/>
                  </a:cubicBezTo>
                  <a:cubicBezTo>
                    <a:pt x="1055" y="1193"/>
                    <a:pt x="1127" y="1166"/>
                    <a:pt x="1182" y="1111"/>
                  </a:cubicBezTo>
                  <a:lnTo>
                    <a:pt x="1884" y="414"/>
                  </a:lnTo>
                  <a:cubicBezTo>
                    <a:pt x="1663" y="308"/>
                    <a:pt x="1461" y="169"/>
                    <a:pt x="1283" y="1"/>
                  </a:cubicBezTo>
                  <a:close/>
                </a:path>
              </a:pathLst>
            </a:custGeom>
            <a:solidFill>
              <a:srgbClr val="E4E9E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41" name="Google Shape;8841;p69"/>
            <p:cNvSpPr/>
            <p:nvPr/>
          </p:nvSpPr>
          <p:spPr>
            <a:xfrm>
              <a:off x="7938022" y="1671435"/>
              <a:ext cx="213210" cy="207581"/>
            </a:xfrm>
            <a:custGeom>
              <a:avLst/>
              <a:gdLst/>
              <a:ahLst/>
              <a:cxnLst/>
              <a:rect l="l" t="t" r="r" b="b"/>
              <a:pathLst>
                <a:path w="8144" h="7929" extrusionOk="0">
                  <a:moveTo>
                    <a:pt x="7394" y="1"/>
                  </a:moveTo>
                  <a:cubicBezTo>
                    <a:pt x="7043" y="299"/>
                    <a:pt x="6433" y="971"/>
                    <a:pt x="5934" y="2355"/>
                  </a:cubicBezTo>
                  <a:cubicBezTo>
                    <a:pt x="5479" y="3617"/>
                    <a:pt x="4678" y="4123"/>
                    <a:pt x="3486" y="4123"/>
                  </a:cubicBezTo>
                  <a:cubicBezTo>
                    <a:pt x="3480" y="4123"/>
                    <a:pt x="3475" y="4123"/>
                    <a:pt x="3469" y="4123"/>
                  </a:cubicBezTo>
                  <a:cubicBezTo>
                    <a:pt x="3467" y="4123"/>
                    <a:pt x="3466" y="4123"/>
                    <a:pt x="3464" y="4123"/>
                  </a:cubicBezTo>
                  <a:cubicBezTo>
                    <a:pt x="898" y="4123"/>
                    <a:pt x="1" y="7678"/>
                    <a:pt x="169" y="7846"/>
                  </a:cubicBezTo>
                  <a:cubicBezTo>
                    <a:pt x="202" y="7875"/>
                    <a:pt x="236" y="7904"/>
                    <a:pt x="279" y="7923"/>
                  </a:cubicBezTo>
                  <a:cubicBezTo>
                    <a:pt x="285" y="7926"/>
                    <a:pt x="292" y="7928"/>
                    <a:pt x="299" y="7928"/>
                  </a:cubicBezTo>
                  <a:cubicBezTo>
                    <a:pt x="577" y="7928"/>
                    <a:pt x="1702" y="5145"/>
                    <a:pt x="3656" y="5145"/>
                  </a:cubicBezTo>
                  <a:cubicBezTo>
                    <a:pt x="3682" y="5145"/>
                    <a:pt x="3707" y="5145"/>
                    <a:pt x="3733" y="5146"/>
                  </a:cubicBezTo>
                  <a:cubicBezTo>
                    <a:pt x="3775" y="5148"/>
                    <a:pt x="3816" y="5148"/>
                    <a:pt x="3858" y="5148"/>
                  </a:cubicBezTo>
                  <a:cubicBezTo>
                    <a:pt x="5097" y="5148"/>
                    <a:pt x="6296" y="4449"/>
                    <a:pt x="6923" y="2710"/>
                  </a:cubicBezTo>
                  <a:cubicBezTo>
                    <a:pt x="7418" y="1341"/>
                    <a:pt x="8004" y="851"/>
                    <a:pt x="8143" y="750"/>
                  </a:cubicBezTo>
                  <a:lnTo>
                    <a:pt x="8139" y="746"/>
                  </a:lnTo>
                  <a:lnTo>
                    <a:pt x="7394" y="1"/>
                  </a:ln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42" name="Google Shape;8842;p69"/>
            <p:cNvSpPr/>
            <p:nvPr/>
          </p:nvSpPr>
          <p:spPr>
            <a:xfrm>
              <a:off x="8131466" y="1671435"/>
              <a:ext cx="9948" cy="9844"/>
            </a:xfrm>
            <a:custGeom>
              <a:avLst/>
              <a:gdLst/>
              <a:ahLst/>
              <a:cxnLst/>
              <a:rect l="l" t="t" r="r" b="b"/>
              <a:pathLst>
                <a:path w="380" h="376" extrusionOk="0">
                  <a:moveTo>
                    <a:pt x="380" y="376"/>
                  </a:moveTo>
                  <a:lnTo>
                    <a:pt x="380" y="37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FF2F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43" name="Google Shape;8843;p69"/>
            <p:cNvSpPr/>
            <p:nvPr/>
          </p:nvSpPr>
          <p:spPr>
            <a:xfrm>
              <a:off x="7941294" y="1681514"/>
              <a:ext cx="209937" cy="197371"/>
            </a:xfrm>
            <a:custGeom>
              <a:avLst/>
              <a:gdLst/>
              <a:ahLst/>
              <a:cxnLst/>
              <a:rect l="l" t="t" r="r" b="b"/>
              <a:pathLst>
                <a:path w="8019" h="7539" extrusionOk="0">
                  <a:moveTo>
                    <a:pt x="7653" y="0"/>
                  </a:moveTo>
                  <a:cubicBezTo>
                    <a:pt x="7519" y="101"/>
                    <a:pt x="6928" y="596"/>
                    <a:pt x="6433" y="1960"/>
                  </a:cubicBezTo>
                  <a:cubicBezTo>
                    <a:pt x="5806" y="3699"/>
                    <a:pt x="4611" y="4398"/>
                    <a:pt x="3360" y="4398"/>
                  </a:cubicBezTo>
                  <a:cubicBezTo>
                    <a:pt x="3318" y="4398"/>
                    <a:pt x="3276" y="4397"/>
                    <a:pt x="3234" y="4396"/>
                  </a:cubicBezTo>
                  <a:cubicBezTo>
                    <a:pt x="3206" y="4395"/>
                    <a:pt x="3178" y="4394"/>
                    <a:pt x="3151" y="4394"/>
                  </a:cubicBezTo>
                  <a:cubicBezTo>
                    <a:pt x="1645" y="4394"/>
                    <a:pt x="635" y="6053"/>
                    <a:pt x="121" y="6808"/>
                  </a:cubicBezTo>
                  <a:cubicBezTo>
                    <a:pt x="20" y="7163"/>
                    <a:pt x="0" y="7408"/>
                    <a:pt x="39" y="7451"/>
                  </a:cubicBezTo>
                  <a:cubicBezTo>
                    <a:pt x="73" y="7485"/>
                    <a:pt x="106" y="7514"/>
                    <a:pt x="149" y="7533"/>
                  </a:cubicBezTo>
                  <a:cubicBezTo>
                    <a:pt x="155" y="7537"/>
                    <a:pt x="162" y="7538"/>
                    <a:pt x="169" y="7538"/>
                  </a:cubicBezTo>
                  <a:cubicBezTo>
                    <a:pt x="447" y="7538"/>
                    <a:pt x="1572" y="4755"/>
                    <a:pt x="3526" y="4755"/>
                  </a:cubicBezTo>
                  <a:cubicBezTo>
                    <a:pt x="3552" y="4755"/>
                    <a:pt x="3578" y="4755"/>
                    <a:pt x="3603" y="4756"/>
                  </a:cubicBezTo>
                  <a:cubicBezTo>
                    <a:pt x="3649" y="4758"/>
                    <a:pt x="3695" y="4759"/>
                    <a:pt x="3740" y="4759"/>
                  </a:cubicBezTo>
                  <a:cubicBezTo>
                    <a:pt x="4979" y="4759"/>
                    <a:pt x="6173" y="4058"/>
                    <a:pt x="6798" y="2321"/>
                  </a:cubicBezTo>
                  <a:cubicBezTo>
                    <a:pt x="7293" y="951"/>
                    <a:pt x="7879" y="466"/>
                    <a:pt x="8018" y="365"/>
                  </a:cubicBezTo>
                  <a:cubicBezTo>
                    <a:pt x="8014" y="361"/>
                    <a:pt x="8014" y="361"/>
                    <a:pt x="8009" y="356"/>
                  </a:cubicBezTo>
                  <a:lnTo>
                    <a:pt x="7653" y="0"/>
                  </a:lnTo>
                  <a:close/>
                </a:path>
              </a:pathLst>
            </a:custGeom>
            <a:solidFill>
              <a:srgbClr val="EFF2F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44" name="Google Shape;8844;p69"/>
            <p:cNvSpPr/>
            <p:nvPr/>
          </p:nvSpPr>
          <p:spPr>
            <a:xfrm>
              <a:off x="8134215" y="1523125"/>
              <a:ext cx="178757" cy="156164"/>
            </a:xfrm>
            <a:custGeom>
              <a:avLst/>
              <a:gdLst/>
              <a:ahLst/>
              <a:cxnLst/>
              <a:rect l="l" t="t" r="r" b="b"/>
              <a:pathLst>
                <a:path w="6828" h="5965" extrusionOk="0">
                  <a:moveTo>
                    <a:pt x="4614" y="1"/>
                  </a:moveTo>
                  <a:cubicBezTo>
                    <a:pt x="3998" y="1"/>
                    <a:pt x="3290" y="199"/>
                    <a:pt x="2638" y="516"/>
                  </a:cubicBezTo>
                  <a:cubicBezTo>
                    <a:pt x="2413" y="627"/>
                    <a:pt x="2192" y="747"/>
                    <a:pt x="1980" y="881"/>
                  </a:cubicBezTo>
                  <a:cubicBezTo>
                    <a:pt x="1702" y="1064"/>
                    <a:pt x="1437" y="1275"/>
                    <a:pt x="1202" y="1510"/>
                  </a:cubicBezTo>
                  <a:cubicBezTo>
                    <a:pt x="1" y="2711"/>
                    <a:pt x="73" y="4230"/>
                    <a:pt x="1058" y="5214"/>
                  </a:cubicBezTo>
                  <a:cubicBezTo>
                    <a:pt x="1543" y="5700"/>
                    <a:pt x="2158" y="5965"/>
                    <a:pt x="2801" y="5965"/>
                  </a:cubicBezTo>
                  <a:cubicBezTo>
                    <a:pt x="3462" y="5965"/>
                    <a:pt x="4153" y="5684"/>
                    <a:pt x="4762" y="5075"/>
                  </a:cubicBezTo>
                  <a:cubicBezTo>
                    <a:pt x="5963" y="3869"/>
                    <a:pt x="6827" y="1410"/>
                    <a:pt x="5843" y="430"/>
                  </a:cubicBezTo>
                  <a:cubicBezTo>
                    <a:pt x="5545" y="130"/>
                    <a:pt x="5109" y="1"/>
                    <a:pt x="4614" y="1"/>
                  </a:cubicBez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45" name="Google Shape;8845;p69"/>
            <p:cNvSpPr/>
            <p:nvPr/>
          </p:nvSpPr>
          <p:spPr>
            <a:xfrm>
              <a:off x="8153981" y="1527183"/>
              <a:ext cx="158991" cy="152001"/>
            </a:xfrm>
            <a:custGeom>
              <a:avLst/>
              <a:gdLst/>
              <a:ahLst/>
              <a:cxnLst/>
              <a:rect l="l" t="t" r="r" b="b"/>
              <a:pathLst>
                <a:path w="6073" h="5806" extrusionOk="0">
                  <a:moveTo>
                    <a:pt x="4694" y="1"/>
                  </a:moveTo>
                  <a:lnTo>
                    <a:pt x="4694" y="1"/>
                  </a:lnTo>
                  <a:cubicBezTo>
                    <a:pt x="5198" y="1144"/>
                    <a:pt x="4401" y="3186"/>
                    <a:pt x="3344" y="4252"/>
                  </a:cubicBezTo>
                  <a:cubicBezTo>
                    <a:pt x="2737" y="4862"/>
                    <a:pt x="2043" y="5142"/>
                    <a:pt x="1380" y="5142"/>
                  </a:cubicBezTo>
                  <a:cubicBezTo>
                    <a:pt x="887" y="5142"/>
                    <a:pt x="411" y="4988"/>
                    <a:pt x="0" y="4699"/>
                  </a:cubicBezTo>
                  <a:lnTo>
                    <a:pt x="0" y="4699"/>
                  </a:lnTo>
                  <a:cubicBezTo>
                    <a:pt x="87" y="4829"/>
                    <a:pt x="192" y="4949"/>
                    <a:pt x="303" y="5059"/>
                  </a:cubicBezTo>
                  <a:cubicBezTo>
                    <a:pt x="788" y="5542"/>
                    <a:pt x="1402" y="5805"/>
                    <a:pt x="2044" y="5805"/>
                  </a:cubicBezTo>
                  <a:cubicBezTo>
                    <a:pt x="2707" y="5805"/>
                    <a:pt x="3399" y="5525"/>
                    <a:pt x="4011" y="4915"/>
                  </a:cubicBezTo>
                  <a:cubicBezTo>
                    <a:pt x="5213" y="3714"/>
                    <a:pt x="6072" y="1255"/>
                    <a:pt x="5088" y="275"/>
                  </a:cubicBezTo>
                  <a:cubicBezTo>
                    <a:pt x="4977" y="159"/>
                    <a:pt x="4838" y="68"/>
                    <a:pt x="4694" y="1"/>
                  </a:cubicBezTo>
                  <a:close/>
                </a:path>
              </a:pathLst>
            </a:custGeom>
            <a:solidFill>
              <a:srgbClr val="EFF2F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46" name="Google Shape;8846;p69"/>
            <p:cNvSpPr/>
            <p:nvPr/>
          </p:nvSpPr>
          <p:spPr>
            <a:xfrm>
              <a:off x="8041145" y="1521633"/>
              <a:ext cx="92232" cy="80503"/>
            </a:xfrm>
            <a:custGeom>
              <a:avLst/>
              <a:gdLst/>
              <a:ahLst/>
              <a:cxnLst/>
              <a:rect l="l" t="t" r="r" b="b"/>
              <a:pathLst>
                <a:path w="3523" h="3075" extrusionOk="0">
                  <a:moveTo>
                    <a:pt x="2382" y="1"/>
                  </a:moveTo>
                  <a:cubicBezTo>
                    <a:pt x="1797" y="1"/>
                    <a:pt x="1052" y="348"/>
                    <a:pt x="621" y="780"/>
                  </a:cubicBezTo>
                  <a:cubicBezTo>
                    <a:pt x="1" y="1399"/>
                    <a:pt x="39" y="2187"/>
                    <a:pt x="544" y="2692"/>
                  </a:cubicBezTo>
                  <a:cubicBezTo>
                    <a:pt x="794" y="2939"/>
                    <a:pt x="1110" y="3075"/>
                    <a:pt x="1441" y="3075"/>
                  </a:cubicBezTo>
                  <a:cubicBezTo>
                    <a:pt x="1783" y="3075"/>
                    <a:pt x="2141" y="2930"/>
                    <a:pt x="2456" y="2615"/>
                  </a:cubicBezTo>
                  <a:cubicBezTo>
                    <a:pt x="3075" y="1995"/>
                    <a:pt x="3522" y="727"/>
                    <a:pt x="3018" y="222"/>
                  </a:cubicBezTo>
                  <a:cubicBezTo>
                    <a:pt x="2863" y="67"/>
                    <a:pt x="2638" y="1"/>
                    <a:pt x="2382" y="1"/>
                  </a:cubicBez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47" name="Google Shape;8847;p69"/>
            <p:cNvSpPr/>
            <p:nvPr/>
          </p:nvSpPr>
          <p:spPr>
            <a:xfrm>
              <a:off x="8049339" y="1522419"/>
              <a:ext cx="84038" cy="79613"/>
            </a:xfrm>
            <a:custGeom>
              <a:avLst/>
              <a:gdLst/>
              <a:ahLst/>
              <a:cxnLst/>
              <a:rect l="l" t="t" r="r" b="b"/>
              <a:pathLst>
                <a:path w="3210" h="3041" extrusionOk="0">
                  <a:moveTo>
                    <a:pt x="2359" y="0"/>
                  </a:moveTo>
                  <a:lnTo>
                    <a:pt x="2359" y="0"/>
                  </a:lnTo>
                  <a:cubicBezTo>
                    <a:pt x="2508" y="605"/>
                    <a:pt x="2119" y="1547"/>
                    <a:pt x="1609" y="2056"/>
                  </a:cubicBezTo>
                  <a:cubicBezTo>
                    <a:pt x="1297" y="2369"/>
                    <a:pt x="941" y="2513"/>
                    <a:pt x="599" y="2513"/>
                  </a:cubicBezTo>
                  <a:cubicBezTo>
                    <a:pt x="389" y="2513"/>
                    <a:pt x="185" y="2458"/>
                    <a:pt x="0" y="2354"/>
                  </a:cubicBezTo>
                  <a:lnTo>
                    <a:pt x="0" y="2354"/>
                  </a:lnTo>
                  <a:cubicBezTo>
                    <a:pt x="63" y="2465"/>
                    <a:pt x="139" y="2566"/>
                    <a:pt x="226" y="2657"/>
                  </a:cubicBezTo>
                  <a:cubicBezTo>
                    <a:pt x="476" y="2905"/>
                    <a:pt x="793" y="3040"/>
                    <a:pt x="1123" y="3040"/>
                  </a:cubicBezTo>
                  <a:cubicBezTo>
                    <a:pt x="1465" y="3040"/>
                    <a:pt x="1823" y="2895"/>
                    <a:pt x="2138" y="2580"/>
                  </a:cubicBezTo>
                  <a:cubicBezTo>
                    <a:pt x="2758" y="1960"/>
                    <a:pt x="3209" y="697"/>
                    <a:pt x="2700" y="188"/>
                  </a:cubicBezTo>
                  <a:cubicBezTo>
                    <a:pt x="2604" y="96"/>
                    <a:pt x="2489" y="34"/>
                    <a:pt x="2359" y="0"/>
                  </a:cubicBezTo>
                  <a:close/>
                </a:path>
              </a:pathLst>
            </a:custGeom>
            <a:solidFill>
              <a:srgbClr val="EFF2F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48" name="Google Shape;8848;p69"/>
            <p:cNvSpPr/>
            <p:nvPr/>
          </p:nvSpPr>
          <p:spPr>
            <a:xfrm>
              <a:off x="8037768" y="1582790"/>
              <a:ext cx="26939" cy="26468"/>
            </a:xfrm>
            <a:custGeom>
              <a:avLst/>
              <a:gdLst/>
              <a:ahLst/>
              <a:cxnLst/>
              <a:rect l="l" t="t" r="r" b="b"/>
              <a:pathLst>
                <a:path w="1029" h="1011" extrusionOk="0">
                  <a:moveTo>
                    <a:pt x="418" y="0"/>
                  </a:moveTo>
                  <a:lnTo>
                    <a:pt x="58" y="360"/>
                  </a:lnTo>
                  <a:cubicBezTo>
                    <a:pt x="0" y="418"/>
                    <a:pt x="0" y="509"/>
                    <a:pt x="58" y="567"/>
                  </a:cubicBezTo>
                  <a:lnTo>
                    <a:pt x="457" y="971"/>
                  </a:lnTo>
                  <a:cubicBezTo>
                    <a:pt x="485" y="997"/>
                    <a:pt x="524" y="1010"/>
                    <a:pt x="562" y="1010"/>
                  </a:cubicBezTo>
                  <a:cubicBezTo>
                    <a:pt x="601" y="1010"/>
                    <a:pt x="639" y="997"/>
                    <a:pt x="668" y="971"/>
                  </a:cubicBezTo>
                  <a:lnTo>
                    <a:pt x="1028" y="610"/>
                  </a:lnTo>
                  <a:cubicBezTo>
                    <a:pt x="899" y="543"/>
                    <a:pt x="778" y="456"/>
                    <a:pt x="673" y="356"/>
                  </a:cubicBezTo>
                  <a:cubicBezTo>
                    <a:pt x="572" y="250"/>
                    <a:pt x="485" y="130"/>
                    <a:pt x="418" y="0"/>
                  </a:cubicBezTo>
                  <a:close/>
                </a:path>
              </a:pathLst>
            </a:custGeom>
            <a:solidFill>
              <a:srgbClr val="EBF0F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49" name="Google Shape;8849;p69"/>
            <p:cNvSpPr/>
            <p:nvPr/>
          </p:nvSpPr>
          <p:spPr>
            <a:xfrm>
              <a:off x="7939907" y="1598000"/>
              <a:ext cx="109956" cy="107129"/>
            </a:xfrm>
            <a:custGeom>
              <a:avLst/>
              <a:gdLst/>
              <a:ahLst/>
              <a:cxnLst/>
              <a:rect l="l" t="t" r="r" b="b"/>
              <a:pathLst>
                <a:path w="4200" h="4092" extrusionOk="0">
                  <a:moveTo>
                    <a:pt x="3810" y="0"/>
                  </a:moveTo>
                  <a:cubicBezTo>
                    <a:pt x="3632" y="154"/>
                    <a:pt x="3315" y="505"/>
                    <a:pt x="3056" y="1216"/>
                  </a:cubicBezTo>
                  <a:cubicBezTo>
                    <a:pt x="2821" y="1869"/>
                    <a:pt x="2407" y="2129"/>
                    <a:pt x="1788" y="2129"/>
                  </a:cubicBezTo>
                  <a:cubicBezTo>
                    <a:pt x="462" y="2129"/>
                    <a:pt x="1" y="3964"/>
                    <a:pt x="87" y="4050"/>
                  </a:cubicBezTo>
                  <a:cubicBezTo>
                    <a:pt x="101" y="4065"/>
                    <a:pt x="121" y="4079"/>
                    <a:pt x="140" y="4089"/>
                  </a:cubicBezTo>
                  <a:cubicBezTo>
                    <a:pt x="143" y="4090"/>
                    <a:pt x="146" y="4091"/>
                    <a:pt x="150" y="4091"/>
                  </a:cubicBezTo>
                  <a:cubicBezTo>
                    <a:pt x="297" y="4091"/>
                    <a:pt x="874" y="2656"/>
                    <a:pt x="1879" y="2656"/>
                  </a:cubicBezTo>
                  <a:cubicBezTo>
                    <a:pt x="1893" y="2656"/>
                    <a:pt x="1908" y="2656"/>
                    <a:pt x="1922" y="2657"/>
                  </a:cubicBezTo>
                  <a:cubicBezTo>
                    <a:pt x="1950" y="2659"/>
                    <a:pt x="1979" y="2659"/>
                    <a:pt x="2007" y="2659"/>
                  </a:cubicBezTo>
                  <a:cubicBezTo>
                    <a:pt x="2314" y="2659"/>
                    <a:pt x="2613" y="2564"/>
                    <a:pt x="2869" y="2388"/>
                  </a:cubicBezTo>
                  <a:cubicBezTo>
                    <a:pt x="3003" y="2297"/>
                    <a:pt x="3123" y="2181"/>
                    <a:pt x="3219" y="2047"/>
                  </a:cubicBezTo>
                  <a:cubicBezTo>
                    <a:pt x="3368" y="1850"/>
                    <a:pt x="3488" y="1634"/>
                    <a:pt x="3570" y="1398"/>
                  </a:cubicBezTo>
                  <a:cubicBezTo>
                    <a:pt x="3825" y="687"/>
                    <a:pt x="4127" y="438"/>
                    <a:pt x="4199" y="390"/>
                  </a:cubicBezTo>
                  <a:lnTo>
                    <a:pt x="4195" y="385"/>
                  </a:lnTo>
                  <a:lnTo>
                    <a:pt x="3810" y="0"/>
                  </a:ln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50" name="Google Shape;8850;p69"/>
            <p:cNvSpPr/>
            <p:nvPr/>
          </p:nvSpPr>
          <p:spPr>
            <a:xfrm>
              <a:off x="8213724" y="1695809"/>
              <a:ext cx="92206" cy="80451"/>
            </a:xfrm>
            <a:custGeom>
              <a:avLst/>
              <a:gdLst/>
              <a:ahLst/>
              <a:cxnLst/>
              <a:rect l="l" t="t" r="r" b="b"/>
              <a:pathLst>
                <a:path w="3522" h="3073" extrusionOk="0">
                  <a:moveTo>
                    <a:pt x="2378" y="1"/>
                  </a:moveTo>
                  <a:cubicBezTo>
                    <a:pt x="1794" y="1"/>
                    <a:pt x="1050" y="346"/>
                    <a:pt x="620" y="780"/>
                  </a:cubicBezTo>
                  <a:cubicBezTo>
                    <a:pt x="0" y="1400"/>
                    <a:pt x="38" y="2188"/>
                    <a:pt x="543" y="2687"/>
                  </a:cubicBezTo>
                  <a:cubicBezTo>
                    <a:pt x="794" y="2936"/>
                    <a:pt x="1112" y="3073"/>
                    <a:pt x="1444" y="3073"/>
                  </a:cubicBezTo>
                  <a:cubicBezTo>
                    <a:pt x="1785" y="3073"/>
                    <a:pt x="2141" y="2929"/>
                    <a:pt x="2455" y="2615"/>
                  </a:cubicBezTo>
                  <a:cubicBezTo>
                    <a:pt x="3079" y="1996"/>
                    <a:pt x="3521" y="727"/>
                    <a:pt x="3017" y="223"/>
                  </a:cubicBezTo>
                  <a:cubicBezTo>
                    <a:pt x="2861" y="67"/>
                    <a:pt x="2635" y="1"/>
                    <a:pt x="2378" y="1"/>
                  </a:cubicBez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51" name="Google Shape;8851;p69"/>
            <p:cNvSpPr/>
            <p:nvPr/>
          </p:nvSpPr>
          <p:spPr>
            <a:xfrm>
              <a:off x="8221630" y="1696463"/>
              <a:ext cx="84169" cy="79744"/>
            </a:xfrm>
            <a:custGeom>
              <a:avLst/>
              <a:gdLst/>
              <a:ahLst/>
              <a:cxnLst/>
              <a:rect l="l" t="t" r="r" b="b"/>
              <a:pathLst>
                <a:path w="3215" h="3046" extrusionOk="0">
                  <a:moveTo>
                    <a:pt x="2340" y="1"/>
                  </a:moveTo>
                  <a:lnTo>
                    <a:pt x="2340" y="1"/>
                  </a:lnTo>
                  <a:cubicBezTo>
                    <a:pt x="2480" y="606"/>
                    <a:pt x="2095" y="1529"/>
                    <a:pt x="1591" y="2028"/>
                  </a:cubicBezTo>
                  <a:cubicBezTo>
                    <a:pt x="1277" y="2342"/>
                    <a:pt x="921" y="2487"/>
                    <a:pt x="579" y="2487"/>
                  </a:cubicBezTo>
                  <a:cubicBezTo>
                    <a:pt x="378" y="2487"/>
                    <a:pt x="181" y="2437"/>
                    <a:pt x="1" y="2340"/>
                  </a:cubicBezTo>
                  <a:lnTo>
                    <a:pt x="1" y="2340"/>
                  </a:lnTo>
                  <a:cubicBezTo>
                    <a:pt x="63" y="2461"/>
                    <a:pt x="145" y="2566"/>
                    <a:pt x="241" y="2662"/>
                  </a:cubicBezTo>
                  <a:cubicBezTo>
                    <a:pt x="491" y="2910"/>
                    <a:pt x="808" y="3046"/>
                    <a:pt x="1138" y="3046"/>
                  </a:cubicBezTo>
                  <a:cubicBezTo>
                    <a:pt x="1480" y="3046"/>
                    <a:pt x="1838" y="2901"/>
                    <a:pt x="2153" y="2585"/>
                  </a:cubicBezTo>
                  <a:cubicBezTo>
                    <a:pt x="2773" y="1966"/>
                    <a:pt x="3215" y="698"/>
                    <a:pt x="2710" y="193"/>
                  </a:cubicBezTo>
                  <a:cubicBezTo>
                    <a:pt x="2609" y="97"/>
                    <a:pt x="2480" y="30"/>
                    <a:pt x="2340" y="1"/>
                  </a:cubicBezTo>
                  <a:close/>
                </a:path>
              </a:pathLst>
            </a:custGeom>
            <a:solidFill>
              <a:srgbClr val="EFF2F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52" name="Google Shape;8852;p69"/>
            <p:cNvSpPr/>
            <p:nvPr/>
          </p:nvSpPr>
          <p:spPr>
            <a:xfrm>
              <a:off x="8210320" y="1756834"/>
              <a:ext cx="26939" cy="26573"/>
            </a:xfrm>
            <a:custGeom>
              <a:avLst/>
              <a:gdLst/>
              <a:ahLst/>
              <a:cxnLst/>
              <a:rect l="l" t="t" r="r" b="b"/>
              <a:pathLst>
                <a:path w="1029" h="1015" extrusionOk="0">
                  <a:moveTo>
                    <a:pt x="418" y="1"/>
                  </a:moveTo>
                  <a:lnTo>
                    <a:pt x="58" y="361"/>
                  </a:lnTo>
                  <a:cubicBezTo>
                    <a:pt x="0" y="419"/>
                    <a:pt x="0" y="515"/>
                    <a:pt x="58" y="573"/>
                  </a:cubicBezTo>
                  <a:lnTo>
                    <a:pt x="457" y="971"/>
                  </a:lnTo>
                  <a:cubicBezTo>
                    <a:pt x="486" y="1000"/>
                    <a:pt x="523" y="1015"/>
                    <a:pt x="561" y="1015"/>
                  </a:cubicBezTo>
                  <a:cubicBezTo>
                    <a:pt x="598" y="1015"/>
                    <a:pt x="637" y="1000"/>
                    <a:pt x="668" y="971"/>
                  </a:cubicBezTo>
                  <a:lnTo>
                    <a:pt x="1028" y="611"/>
                  </a:lnTo>
                  <a:cubicBezTo>
                    <a:pt x="894" y="544"/>
                    <a:pt x="774" y="457"/>
                    <a:pt x="673" y="356"/>
                  </a:cubicBezTo>
                  <a:cubicBezTo>
                    <a:pt x="567" y="251"/>
                    <a:pt x="481" y="135"/>
                    <a:pt x="418" y="1"/>
                  </a:cubicBezTo>
                  <a:close/>
                </a:path>
              </a:pathLst>
            </a:custGeom>
            <a:solidFill>
              <a:srgbClr val="EBF0F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53" name="Google Shape;8853;p69"/>
            <p:cNvSpPr/>
            <p:nvPr/>
          </p:nvSpPr>
          <p:spPr>
            <a:xfrm>
              <a:off x="8112459" y="1772176"/>
              <a:ext cx="109825" cy="107129"/>
            </a:xfrm>
            <a:custGeom>
              <a:avLst/>
              <a:gdLst/>
              <a:ahLst/>
              <a:cxnLst/>
              <a:rect l="l" t="t" r="r" b="b"/>
              <a:pathLst>
                <a:path w="4195" h="4092" extrusionOk="0">
                  <a:moveTo>
                    <a:pt x="3810" y="1"/>
                  </a:moveTo>
                  <a:cubicBezTo>
                    <a:pt x="3628" y="155"/>
                    <a:pt x="3316" y="505"/>
                    <a:pt x="3056" y="1216"/>
                  </a:cubicBezTo>
                  <a:cubicBezTo>
                    <a:pt x="2821" y="1870"/>
                    <a:pt x="2408" y="2129"/>
                    <a:pt x="1788" y="2129"/>
                  </a:cubicBezTo>
                  <a:cubicBezTo>
                    <a:pt x="462" y="2129"/>
                    <a:pt x="1" y="3964"/>
                    <a:pt x="82" y="4051"/>
                  </a:cubicBezTo>
                  <a:cubicBezTo>
                    <a:pt x="102" y="4065"/>
                    <a:pt x="121" y="4080"/>
                    <a:pt x="140" y="4089"/>
                  </a:cubicBezTo>
                  <a:cubicBezTo>
                    <a:pt x="143" y="4091"/>
                    <a:pt x="147" y="4092"/>
                    <a:pt x="150" y="4092"/>
                  </a:cubicBezTo>
                  <a:cubicBezTo>
                    <a:pt x="297" y="4092"/>
                    <a:pt x="870" y="2657"/>
                    <a:pt x="1879" y="2657"/>
                  </a:cubicBezTo>
                  <a:cubicBezTo>
                    <a:pt x="1893" y="2657"/>
                    <a:pt x="1908" y="2657"/>
                    <a:pt x="1922" y="2658"/>
                  </a:cubicBezTo>
                  <a:cubicBezTo>
                    <a:pt x="1945" y="2659"/>
                    <a:pt x="1967" y="2659"/>
                    <a:pt x="1989" y="2659"/>
                  </a:cubicBezTo>
                  <a:cubicBezTo>
                    <a:pt x="2307" y="2659"/>
                    <a:pt x="2618" y="2563"/>
                    <a:pt x="2883" y="2379"/>
                  </a:cubicBezTo>
                  <a:cubicBezTo>
                    <a:pt x="3018" y="2288"/>
                    <a:pt x="3224" y="2047"/>
                    <a:pt x="3224" y="2047"/>
                  </a:cubicBezTo>
                  <a:cubicBezTo>
                    <a:pt x="3373" y="1850"/>
                    <a:pt x="3489" y="1634"/>
                    <a:pt x="3570" y="1399"/>
                  </a:cubicBezTo>
                  <a:cubicBezTo>
                    <a:pt x="3820" y="688"/>
                    <a:pt x="4127" y="438"/>
                    <a:pt x="4195" y="390"/>
                  </a:cubicBezTo>
                  <a:lnTo>
                    <a:pt x="4195" y="385"/>
                  </a:lnTo>
                  <a:lnTo>
                    <a:pt x="3810" y="1"/>
                  </a:ln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54" name="Google Shape;8854;p69"/>
            <p:cNvSpPr/>
            <p:nvPr/>
          </p:nvSpPr>
          <p:spPr>
            <a:xfrm>
              <a:off x="7935247" y="1517680"/>
              <a:ext cx="378013" cy="366651"/>
            </a:xfrm>
            <a:custGeom>
              <a:avLst/>
              <a:gdLst/>
              <a:ahLst/>
              <a:cxnLst/>
              <a:rect l="l" t="t" r="r" b="b"/>
              <a:pathLst>
                <a:path w="14439" h="14005" extrusionOk="0">
                  <a:moveTo>
                    <a:pt x="8115" y="5076"/>
                  </a:moveTo>
                  <a:cubicBezTo>
                    <a:pt x="8331" y="5422"/>
                    <a:pt x="8624" y="5715"/>
                    <a:pt x="8970" y="5941"/>
                  </a:cubicBezTo>
                  <a:cubicBezTo>
                    <a:pt x="8984" y="5946"/>
                    <a:pt x="8989" y="5956"/>
                    <a:pt x="9004" y="5965"/>
                  </a:cubicBezTo>
                  <a:cubicBezTo>
                    <a:pt x="8494" y="6450"/>
                    <a:pt x="8504" y="6494"/>
                    <a:pt x="8437" y="6494"/>
                  </a:cubicBezTo>
                  <a:cubicBezTo>
                    <a:pt x="8370" y="6494"/>
                    <a:pt x="8398" y="6465"/>
                    <a:pt x="7606" y="5691"/>
                  </a:cubicBezTo>
                  <a:cubicBezTo>
                    <a:pt x="7591" y="5677"/>
                    <a:pt x="7582" y="5658"/>
                    <a:pt x="7586" y="5639"/>
                  </a:cubicBezTo>
                  <a:cubicBezTo>
                    <a:pt x="7586" y="5576"/>
                    <a:pt x="7634" y="5581"/>
                    <a:pt x="8115" y="5076"/>
                  </a:cubicBezTo>
                  <a:close/>
                  <a:moveTo>
                    <a:pt x="7490" y="6157"/>
                  </a:moveTo>
                  <a:lnTo>
                    <a:pt x="7947" y="6614"/>
                  </a:lnTo>
                  <a:cubicBezTo>
                    <a:pt x="7683" y="6868"/>
                    <a:pt x="7226" y="7430"/>
                    <a:pt x="6837" y="8516"/>
                  </a:cubicBezTo>
                  <a:cubicBezTo>
                    <a:pt x="6301" y="10002"/>
                    <a:pt x="5283" y="10815"/>
                    <a:pt x="3964" y="10815"/>
                  </a:cubicBezTo>
                  <a:cubicBezTo>
                    <a:pt x="3923" y="10815"/>
                    <a:pt x="3881" y="10814"/>
                    <a:pt x="3839" y="10812"/>
                  </a:cubicBezTo>
                  <a:cubicBezTo>
                    <a:pt x="3811" y="10811"/>
                    <a:pt x="3783" y="10811"/>
                    <a:pt x="3755" y="10811"/>
                  </a:cubicBezTo>
                  <a:cubicBezTo>
                    <a:pt x="2231" y="10811"/>
                    <a:pt x="1206" y="12341"/>
                    <a:pt x="649" y="13166"/>
                  </a:cubicBezTo>
                  <a:cubicBezTo>
                    <a:pt x="597" y="13253"/>
                    <a:pt x="534" y="13344"/>
                    <a:pt x="476" y="13421"/>
                  </a:cubicBezTo>
                  <a:cubicBezTo>
                    <a:pt x="563" y="12969"/>
                    <a:pt x="885" y="11985"/>
                    <a:pt x="1557" y="11206"/>
                  </a:cubicBezTo>
                  <a:cubicBezTo>
                    <a:pt x="2091" y="10587"/>
                    <a:pt x="2758" y="10198"/>
                    <a:pt x="3575" y="10198"/>
                  </a:cubicBezTo>
                  <a:cubicBezTo>
                    <a:pt x="4915" y="10198"/>
                    <a:pt x="5761" y="9592"/>
                    <a:pt x="6227" y="8295"/>
                  </a:cubicBezTo>
                  <a:cubicBezTo>
                    <a:pt x="6654" y="7118"/>
                    <a:pt x="7159" y="6479"/>
                    <a:pt x="7490" y="6157"/>
                  </a:cubicBezTo>
                  <a:close/>
                  <a:moveTo>
                    <a:pt x="12199" y="1"/>
                  </a:moveTo>
                  <a:cubicBezTo>
                    <a:pt x="11652" y="1"/>
                    <a:pt x="11014" y="150"/>
                    <a:pt x="10325" y="455"/>
                  </a:cubicBezTo>
                  <a:cubicBezTo>
                    <a:pt x="10120" y="557"/>
                    <a:pt x="10222" y="845"/>
                    <a:pt x="10415" y="845"/>
                  </a:cubicBezTo>
                  <a:cubicBezTo>
                    <a:pt x="10440" y="845"/>
                    <a:pt x="10466" y="840"/>
                    <a:pt x="10493" y="830"/>
                  </a:cubicBezTo>
                  <a:cubicBezTo>
                    <a:pt x="11113" y="552"/>
                    <a:pt x="11706" y="414"/>
                    <a:pt x="12203" y="414"/>
                  </a:cubicBezTo>
                  <a:cubicBezTo>
                    <a:pt x="12670" y="414"/>
                    <a:pt x="13052" y="535"/>
                    <a:pt x="13294" y="777"/>
                  </a:cubicBezTo>
                  <a:cubicBezTo>
                    <a:pt x="14192" y="1680"/>
                    <a:pt x="13294" y="4048"/>
                    <a:pt x="12213" y="5134"/>
                  </a:cubicBezTo>
                  <a:cubicBezTo>
                    <a:pt x="11634" y="5712"/>
                    <a:pt x="10997" y="5953"/>
                    <a:pt x="10402" y="5953"/>
                  </a:cubicBezTo>
                  <a:cubicBezTo>
                    <a:pt x="8368" y="5953"/>
                    <a:pt x="6814" y="3135"/>
                    <a:pt x="9691" y="1262"/>
                  </a:cubicBezTo>
                  <a:cubicBezTo>
                    <a:pt x="9877" y="1139"/>
                    <a:pt x="9758" y="884"/>
                    <a:pt x="9581" y="884"/>
                  </a:cubicBezTo>
                  <a:cubicBezTo>
                    <a:pt x="9544" y="884"/>
                    <a:pt x="9505" y="895"/>
                    <a:pt x="9465" y="921"/>
                  </a:cubicBezTo>
                  <a:cubicBezTo>
                    <a:pt x="7750" y="2036"/>
                    <a:pt x="7409" y="3530"/>
                    <a:pt x="7913" y="4697"/>
                  </a:cubicBezTo>
                  <a:lnTo>
                    <a:pt x="7317" y="5293"/>
                  </a:lnTo>
                  <a:cubicBezTo>
                    <a:pt x="7173" y="5432"/>
                    <a:pt x="7135" y="5653"/>
                    <a:pt x="7221" y="5840"/>
                  </a:cubicBezTo>
                  <a:cubicBezTo>
                    <a:pt x="6861" y="6186"/>
                    <a:pt x="6299" y="6883"/>
                    <a:pt x="5843" y="8151"/>
                  </a:cubicBezTo>
                  <a:cubicBezTo>
                    <a:pt x="5415" y="9342"/>
                    <a:pt x="4685" y="9780"/>
                    <a:pt x="3570" y="9784"/>
                  </a:cubicBezTo>
                  <a:cubicBezTo>
                    <a:pt x="1658" y="9784"/>
                    <a:pt x="702" y="11600"/>
                    <a:pt x="376" y="12383"/>
                  </a:cubicBezTo>
                  <a:cubicBezTo>
                    <a:pt x="255" y="12667"/>
                    <a:pt x="159" y="12960"/>
                    <a:pt x="92" y="13263"/>
                  </a:cubicBezTo>
                  <a:cubicBezTo>
                    <a:pt x="1" y="13690"/>
                    <a:pt x="25" y="13825"/>
                    <a:pt x="275" y="13969"/>
                  </a:cubicBezTo>
                  <a:cubicBezTo>
                    <a:pt x="317" y="13994"/>
                    <a:pt x="358" y="14005"/>
                    <a:pt x="398" y="14005"/>
                  </a:cubicBezTo>
                  <a:cubicBezTo>
                    <a:pt x="511" y="14005"/>
                    <a:pt x="613" y="13916"/>
                    <a:pt x="702" y="13805"/>
                  </a:cubicBezTo>
                  <a:cubicBezTo>
                    <a:pt x="1119" y="13294"/>
                    <a:pt x="2175" y="11219"/>
                    <a:pt x="3755" y="11219"/>
                  </a:cubicBezTo>
                  <a:cubicBezTo>
                    <a:pt x="3778" y="11219"/>
                    <a:pt x="3802" y="11220"/>
                    <a:pt x="3825" y="11221"/>
                  </a:cubicBezTo>
                  <a:cubicBezTo>
                    <a:pt x="3872" y="11223"/>
                    <a:pt x="3919" y="11223"/>
                    <a:pt x="3965" y="11223"/>
                  </a:cubicBezTo>
                  <a:cubicBezTo>
                    <a:pt x="5553" y="11223"/>
                    <a:pt x="6671" y="10191"/>
                    <a:pt x="7226" y="8651"/>
                  </a:cubicBezTo>
                  <a:cubicBezTo>
                    <a:pt x="7620" y="7555"/>
                    <a:pt x="8072" y="7056"/>
                    <a:pt x="8269" y="6873"/>
                  </a:cubicBezTo>
                  <a:cubicBezTo>
                    <a:pt x="8326" y="6894"/>
                    <a:pt x="8385" y="6904"/>
                    <a:pt x="8443" y="6904"/>
                  </a:cubicBezTo>
                  <a:cubicBezTo>
                    <a:pt x="8570" y="6904"/>
                    <a:pt x="8694" y="6855"/>
                    <a:pt x="8783" y="6763"/>
                  </a:cubicBezTo>
                  <a:lnTo>
                    <a:pt x="9378" y="6167"/>
                  </a:lnTo>
                  <a:cubicBezTo>
                    <a:pt x="9713" y="6311"/>
                    <a:pt x="10054" y="6379"/>
                    <a:pt x="10389" y="6379"/>
                  </a:cubicBezTo>
                  <a:cubicBezTo>
                    <a:pt x="11160" y="6379"/>
                    <a:pt x="11905" y="6023"/>
                    <a:pt x="12501" y="5427"/>
                  </a:cubicBezTo>
                  <a:cubicBezTo>
                    <a:pt x="13121" y="4807"/>
                    <a:pt x="13664" y="3851"/>
                    <a:pt x="13913" y="2934"/>
                  </a:cubicBezTo>
                  <a:cubicBezTo>
                    <a:pt x="14438" y="1022"/>
                    <a:pt x="13630" y="1"/>
                    <a:pt x="12199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55" name="Google Shape;8855;p69"/>
            <p:cNvSpPr/>
            <p:nvPr/>
          </p:nvSpPr>
          <p:spPr>
            <a:xfrm>
              <a:off x="7935875" y="1516162"/>
              <a:ext cx="204413" cy="194544"/>
            </a:xfrm>
            <a:custGeom>
              <a:avLst/>
              <a:gdLst/>
              <a:ahLst/>
              <a:cxnLst/>
              <a:rect l="l" t="t" r="r" b="b"/>
              <a:pathLst>
                <a:path w="7808" h="7431" extrusionOk="0">
                  <a:moveTo>
                    <a:pt x="6403" y="414"/>
                  </a:moveTo>
                  <a:cubicBezTo>
                    <a:pt x="6606" y="414"/>
                    <a:pt x="6778" y="464"/>
                    <a:pt x="6890" y="575"/>
                  </a:cubicBezTo>
                  <a:cubicBezTo>
                    <a:pt x="7390" y="1080"/>
                    <a:pt x="6626" y="3064"/>
                    <a:pt x="5477" y="3078"/>
                  </a:cubicBezTo>
                  <a:cubicBezTo>
                    <a:pt x="5472" y="3078"/>
                    <a:pt x="5466" y="3078"/>
                    <a:pt x="5461" y="3078"/>
                  </a:cubicBezTo>
                  <a:cubicBezTo>
                    <a:pt x="4646" y="3078"/>
                    <a:pt x="3898" y="2020"/>
                    <a:pt x="4786" y="1133"/>
                  </a:cubicBezTo>
                  <a:cubicBezTo>
                    <a:pt x="5192" y="727"/>
                    <a:pt x="5893" y="414"/>
                    <a:pt x="6403" y="414"/>
                  </a:cubicBezTo>
                  <a:close/>
                  <a:moveTo>
                    <a:pt x="4272" y="2877"/>
                  </a:moveTo>
                  <a:cubicBezTo>
                    <a:pt x="4363" y="2992"/>
                    <a:pt x="4469" y="3098"/>
                    <a:pt x="4589" y="3194"/>
                  </a:cubicBezTo>
                  <a:lnTo>
                    <a:pt x="4454" y="3328"/>
                  </a:lnTo>
                  <a:lnTo>
                    <a:pt x="4137" y="3011"/>
                  </a:lnTo>
                  <a:lnTo>
                    <a:pt x="4272" y="2877"/>
                  </a:lnTo>
                  <a:close/>
                  <a:moveTo>
                    <a:pt x="6396" y="1"/>
                  </a:moveTo>
                  <a:cubicBezTo>
                    <a:pt x="5732" y="1"/>
                    <a:pt x="4930" y="398"/>
                    <a:pt x="4488" y="840"/>
                  </a:cubicBezTo>
                  <a:cubicBezTo>
                    <a:pt x="4036" y="1291"/>
                    <a:pt x="3835" y="1887"/>
                    <a:pt x="4060" y="2492"/>
                  </a:cubicBezTo>
                  <a:cubicBezTo>
                    <a:pt x="3854" y="2732"/>
                    <a:pt x="3647" y="2805"/>
                    <a:pt x="3710" y="3083"/>
                  </a:cubicBezTo>
                  <a:cubicBezTo>
                    <a:pt x="2816" y="3986"/>
                    <a:pt x="3191" y="5029"/>
                    <a:pt x="1937" y="5048"/>
                  </a:cubicBezTo>
                  <a:cubicBezTo>
                    <a:pt x="890" y="5048"/>
                    <a:pt x="371" y="6028"/>
                    <a:pt x="198" y="6446"/>
                  </a:cubicBezTo>
                  <a:cubicBezTo>
                    <a:pt x="131" y="6600"/>
                    <a:pt x="83" y="6758"/>
                    <a:pt x="44" y="6922"/>
                  </a:cubicBezTo>
                  <a:cubicBezTo>
                    <a:pt x="6" y="7099"/>
                    <a:pt x="1" y="7229"/>
                    <a:pt x="87" y="7315"/>
                  </a:cubicBezTo>
                  <a:cubicBezTo>
                    <a:pt x="145" y="7378"/>
                    <a:pt x="222" y="7421"/>
                    <a:pt x="308" y="7431"/>
                  </a:cubicBezTo>
                  <a:cubicBezTo>
                    <a:pt x="481" y="7431"/>
                    <a:pt x="592" y="7224"/>
                    <a:pt x="697" y="7070"/>
                  </a:cubicBezTo>
                  <a:cubicBezTo>
                    <a:pt x="953" y="6692"/>
                    <a:pt x="1417" y="5989"/>
                    <a:pt x="2036" y="5989"/>
                  </a:cubicBezTo>
                  <a:cubicBezTo>
                    <a:pt x="2046" y="5989"/>
                    <a:pt x="2056" y="5989"/>
                    <a:pt x="2067" y="5990"/>
                  </a:cubicBezTo>
                  <a:cubicBezTo>
                    <a:pt x="2096" y="5991"/>
                    <a:pt x="2126" y="5992"/>
                    <a:pt x="2156" y="5992"/>
                  </a:cubicBezTo>
                  <a:cubicBezTo>
                    <a:pt x="2509" y="5992"/>
                    <a:pt x="2850" y="5887"/>
                    <a:pt x="3138" y="5692"/>
                  </a:cubicBezTo>
                  <a:cubicBezTo>
                    <a:pt x="3308" y="5557"/>
                    <a:pt x="3188" y="5321"/>
                    <a:pt x="3016" y="5321"/>
                  </a:cubicBezTo>
                  <a:cubicBezTo>
                    <a:pt x="2980" y="5321"/>
                    <a:pt x="2941" y="5331"/>
                    <a:pt x="2903" y="5355"/>
                  </a:cubicBezTo>
                  <a:cubicBezTo>
                    <a:pt x="2680" y="5506"/>
                    <a:pt x="2417" y="5588"/>
                    <a:pt x="2151" y="5588"/>
                  </a:cubicBezTo>
                  <a:cubicBezTo>
                    <a:pt x="2129" y="5588"/>
                    <a:pt x="2108" y="5587"/>
                    <a:pt x="2086" y="5586"/>
                  </a:cubicBezTo>
                  <a:cubicBezTo>
                    <a:pt x="2069" y="5585"/>
                    <a:pt x="2051" y="5585"/>
                    <a:pt x="2034" y="5585"/>
                  </a:cubicBezTo>
                  <a:cubicBezTo>
                    <a:pt x="1459" y="5585"/>
                    <a:pt x="1020" y="5972"/>
                    <a:pt x="702" y="6359"/>
                  </a:cubicBezTo>
                  <a:cubicBezTo>
                    <a:pt x="962" y="5878"/>
                    <a:pt x="1380" y="5466"/>
                    <a:pt x="1919" y="5466"/>
                  </a:cubicBezTo>
                  <a:cubicBezTo>
                    <a:pt x="1928" y="5466"/>
                    <a:pt x="1937" y="5466"/>
                    <a:pt x="1947" y="5466"/>
                  </a:cubicBezTo>
                  <a:cubicBezTo>
                    <a:pt x="2677" y="5466"/>
                    <a:pt x="3152" y="5125"/>
                    <a:pt x="3407" y="4419"/>
                  </a:cubicBezTo>
                  <a:cubicBezTo>
                    <a:pt x="3589" y="3905"/>
                    <a:pt x="3810" y="3602"/>
                    <a:pt x="3964" y="3424"/>
                  </a:cubicBezTo>
                  <a:lnTo>
                    <a:pt x="4060" y="3520"/>
                  </a:lnTo>
                  <a:cubicBezTo>
                    <a:pt x="3662" y="3957"/>
                    <a:pt x="3570" y="4457"/>
                    <a:pt x="3388" y="4789"/>
                  </a:cubicBezTo>
                  <a:cubicBezTo>
                    <a:pt x="3319" y="4948"/>
                    <a:pt x="3446" y="5079"/>
                    <a:pt x="3577" y="5079"/>
                  </a:cubicBezTo>
                  <a:cubicBezTo>
                    <a:pt x="3640" y="5079"/>
                    <a:pt x="3703" y="5050"/>
                    <a:pt x="3748" y="4981"/>
                  </a:cubicBezTo>
                  <a:cubicBezTo>
                    <a:pt x="3950" y="4606"/>
                    <a:pt x="4041" y="4106"/>
                    <a:pt x="4406" y="3746"/>
                  </a:cubicBezTo>
                  <a:cubicBezTo>
                    <a:pt x="4421" y="3746"/>
                    <a:pt x="4435" y="3765"/>
                    <a:pt x="4449" y="3765"/>
                  </a:cubicBezTo>
                  <a:cubicBezTo>
                    <a:pt x="4675" y="3765"/>
                    <a:pt x="4752" y="3583"/>
                    <a:pt x="4963" y="3395"/>
                  </a:cubicBezTo>
                  <a:cubicBezTo>
                    <a:pt x="5135" y="3460"/>
                    <a:pt x="5306" y="3491"/>
                    <a:pt x="5472" y="3491"/>
                  </a:cubicBezTo>
                  <a:cubicBezTo>
                    <a:pt x="5895" y="3491"/>
                    <a:pt x="6292" y="3294"/>
                    <a:pt x="6616" y="2973"/>
                  </a:cubicBezTo>
                  <a:cubicBezTo>
                    <a:pt x="7260" y="2324"/>
                    <a:pt x="7807" y="917"/>
                    <a:pt x="7173" y="282"/>
                  </a:cubicBezTo>
                  <a:cubicBezTo>
                    <a:pt x="6975" y="84"/>
                    <a:pt x="6700" y="1"/>
                    <a:pt x="6396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56" name="Google Shape;8856;p69"/>
            <p:cNvSpPr/>
            <p:nvPr/>
          </p:nvSpPr>
          <p:spPr>
            <a:xfrm>
              <a:off x="8108454" y="1690337"/>
              <a:ext cx="208498" cy="194413"/>
            </a:xfrm>
            <a:custGeom>
              <a:avLst/>
              <a:gdLst/>
              <a:ahLst/>
              <a:cxnLst/>
              <a:rect l="l" t="t" r="r" b="b"/>
              <a:pathLst>
                <a:path w="7964" h="7426" extrusionOk="0">
                  <a:moveTo>
                    <a:pt x="6400" y="410"/>
                  </a:moveTo>
                  <a:cubicBezTo>
                    <a:pt x="6603" y="410"/>
                    <a:pt x="6776" y="459"/>
                    <a:pt x="6889" y="571"/>
                  </a:cubicBezTo>
                  <a:cubicBezTo>
                    <a:pt x="7278" y="960"/>
                    <a:pt x="6899" y="2108"/>
                    <a:pt x="6332" y="2675"/>
                  </a:cubicBezTo>
                  <a:lnTo>
                    <a:pt x="6327" y="2675"/>
                  </a:lnTo>
                  <a:cubicBezTo>
                    <a:pt x="6048" y="2956"/>
                    <a:pt x="5743" y="3073"/>
                    <a:pt x="5461" y="3073"/>
                  </a:cubicBezTo>
                  <a:cubicBezTo>
                    <a:pt x="4596" y="3073"/>
                    <a:pt x="3930" y="1979"/>
                    <a:pt x="4785" y="1128"/>
                  </a:cubicBezTo>
                  <a:cubicBezTo>
                    <a:pt x="5191" y="723"/>
                    <a:pt x="5890" y="410"/>
                    <a:pt x="6400" y="410"/>
                  </a:cubicBezTo>
                  <a:close/>
                  <a:moveTo>
                    <a:pt x="4271" y="2872"/>
                  </a:moveTo>
                  <a:cubicBezTo>
                    <a:pt x="4357" y="2992"/>
                    <a:pt x="4468" y="3098"/>
                    <a:pt x="4588" y="3189"/>
                  </a:cubicBezTo>
                  <a:lnTo>
                    <a:pt x="4453" y="3324"/>
                  </a:lnTo>
                  <a:lnTo>
                    <a:pt x="4132" y="3007"/>
                  </a:lnTo>
                  <a:lnTo>
                    <a:pt x="4271" y="2872"/>
                  </a:lnTo>
                  <a:close/>
                  <a:moveTo>
                    <a:pt x="6398" y="1"/>
                  </a:moveTo>
                  <a:cubicBezTo>
                    <a:pt x="5734" y="1"/>
                    <a:pt x="4933" y="396"/>
                    <a:pt x="4492" y="840"/>
                  </a:cubicBezTo>
                  <a:cubicBezTo>
                    <a:pt x="4040" y="1292"/>
                    <a:pt x="3838" y="1888"/>
                    <a:pt x="4069" y="2493"/>
                  </a:cubicBezTo>
                  <a:cubicBezTo>
                    <a:pt x="3858" y="2733"/>
                    <a:pt x="3651" y="2805"/>
                    <a:pt x="3714" y="3084"/>
                  </a:cubicBezTo>
                  <a:cubicBezTo>
                    <a:pt x="2820" y="3987"/>
                    <a:pt x="3195" y="5029"/>
                    <a:pt x="1941" y="5049"/>
                  </a:cubicBezTo>
                  <a:cubicBezTo>
                    <a:pt x="898" y="5049"/>
                    <a:pt x="375" y="6024"/>
                    <a:pt x="202" y="6447"/>
                  </a:cubicBezTo>
                  <a:cubicBezTo>
                    <a:pt x="139" y="6600"/>
                    <a:pt x="87" y="6759"/>
                    <a:pt x="48" y="6922"/>
                  </a:cubicBezTo>
                  <a:cubicBezTo>
                    <a:pt x="0" y="7143"/>
                    <a:pt x="0" y="7282"/>
                    <a:pt x="187" y="7393"/>
                  </a:cubicBezTo>
                  <a:cubicBezTo>
                    <a:pt x="227" y="7416"/>
                    <a:pt x="266" y="7426"/>
                    <a:pt x="303" y="7426"/>
                  </a:cubicBezTo>
                  <a:cubicBezTo>
                    <a:pt x="391" y="7426"/>
                    <a:pt x="470" y="7368"/>
                    <a:pt x="538" y="7287"/>
                  </a:cubicBezTo>
                  <a:cubicBezTo>
                    <a:pt x="756" y="7018"/>
                    <a:pt x="1276" y="5989"/>
                    <a:pt x="2030" y="5989"/>
                  </a:cubicBezTo>
                  <a:cubicBezTo>
                    <a:pt x="2042" y="5989"/>
                    <a:pt x="2054" y="5990"/>
                    <a:pt x="2066" y="5990"/>
                  </a:cubicBezTo>
                  <a:cubicBezTo>
                    <a:pt x="2094" y="5992"/>
                    <a:pt x="2122" y="5992"/>
                    <a:pt x="2150" y="5992"/>
                  </a:cubicBezTo>
                  <a:cubicBezTo>
                    <a:pt x="2510" y="5992"/>
                    <a:pt x="2862" y="5878"/>
                    <a:pt x="3151" y="5668"/>
                  </a:cubicBezTo>
                  <a:cubicBezTo>
                    <a:pt x="3243" y="5606"/>
                    <a:pt x="3267" y="5476"/>
                    <a:pt x="3200" y="5385"/>
                  </a:cubicBezTo>
                  <a:cubicBezTo>
                    <a:pt x="3158" y="5328"/>
                    <a:pt x="3093" y="5297"/>
                    <a:pt x="3029" y="5297"/>
                  </a:cubicBezTo>
                  <a:cubicBezTo>
                    <a:pt x="2990" y="5297"/>
                    <a:pt x="2950" y="5308"/>
                    <a:pt x="2916" y="5332"/>
                  </a:cubicBezTo>
                  <a:cubicBezTo>
                    <a:pt x="2694" y="5489"/>
                    <a:pt x="2431" y="5575"/>
                    <a:pt x="2162" y="5575"/>
                  </a:cubicBezTo>
                  <a:cubicBezTo>
                    <a:pt x="2135" y="5575"/>
                    <a:pt x="2107" y="5574"/>
                    <a:pt x="2080" y="5572"/>
                  </a:cubicBezTo>
                  <a:cubicBezTo>
                    <a:pt x="2066" y="5572"/>
                    <a:pt x="2052" y="5572"/>
                    <a:pt x="2039" y="5572"/>
                  </a:cubicBezTo>
                  <a:cubicBezTo>
                    <a:pt x="1459" y="5572"/>
                    <a:pt x="1016" y="5961"/>
                    <a:pt x="697" y="6350"/>
                  </a:cubicBezTo>
                  <a:cubicBezTo>
                    <a:pt x="955" y="5871"/>
                    <a:pt x="1370" y="5456"/>
                    <a:pt x="1905" y="5456"/>
                  </a:cubicBezTo>
                  <a:cubicBezTo>
                    <a:pt x="1917" y="5456"/>
                    <a:pt x="1929" y="5456"/>
                    <a:pt x="1941" y="5457"/>
                  </a:cubicBezTo>
                  <a:cubicBezTo>
                    <a:pt x="2671" y="5457"/>
                    <a:pt x="3147" y="5111"/>
                    <a:pt x="3401" y="4410"/>
                  </a:cubicBezTo>
                  <a:cubicBezTo>
                    <a:pt x="3584" y="3896"/>
                    <a:pt x="3805" y="3588"/>
                    <a:pt x="3959" y="3415"/>
                  </a:cubicBezTo>
                  <a:lnTo>
                    <a:pt x="4055" y="3506"/>
                  </a:lnTo>
                  <a:cubicBezTo>
                    <a:pt x="3646" y="3963"/>
                    <a:pt x="3565" y="4458"/>
                    <a:pt x="3368" y="4813"/>
                  </a:cubicBezTo>
                  <a:cubicBezTo>
                    <a:pt x="3276" y="4977"/>
                    <a:pt x="3414" y="5123"/>
                    <a:pt x="3554" y="5123"/>
                  </a:cubicBezTo>
                  <a:cubicBezTo>
                    <a:pt x="3620" y="5123"/>
                    <a:pt x="3685" y="5091"/>
                    <a:pt x="3728" y="5015"/>
                  </a:cubicBezTo>
                  <a:cubicBezTo>
                    <a:pt x="3949" y="4621"/>
                    <a:pt x="4035" y="4107"/>
                    <a:pt x="4410" y="3737"/>
                  </a:cubicBezTo>
                  <a:cubicBezTo>
                    <a:pt x="4425" y="3742"/>
                    <a:pt x="4439" y="3756"/>
                    <a:pt x="4453" y="3756"/>
                  </a:cubicBezTo>
                  <a:cubicBezTo>
                    <a:pt x="4674" y="3756"/>
                    <a:pt x="4751" y="3579"/>
                    <a:pt x="4967" y="3386"/>
                  </a:cubicBezTo>
                  <a:cubicBezTo>
                    <a:pt x="5142" y="3452"/>
                    <a:pt x="5312" y="3482"/>
                    <a:pt x="5477" y="3482"/>
                  </a:cubicBezTo>
                  <a:cubicBezTo>
                    <a:pt x="6954" y="3482"/>
                    <a:pt x="7964" y="1070"/>
                    <a:pt x="7177" y="283"/>
                  </a:cubicBezTo>
                  <a:cubicBezTo>
                    <a:pt x="6978" y="84"/>
                    <a:pt x="6702" y="1"/>
                    <a:pt x="6398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857" name="Google Shape;8857;p69"/>
          <p:cNvGrpSpPr/>
          <p:nvPr/>
        </p:nvGrpSpPr>
        <p:grpSpPr>
          <a:xfrm>
            <a:off x="4303627" y="1812811"/>
            <a:ext cx="291776" cy="210860"/>
            <a:chOff x="5738169" y="1559830"/>
            <a:chExt cx="389035" cy="281147"/>
          </a:xfrm>
        </p:grpSpPr>
        <p:sp>
          <p:nvSpPr>
            <p:cNvPr id="8858" name="Google Shape;8858;p69"/>
            <p:cNvSpPr/>
            <p:nvPr/>
          </p:nvSpPr>
          <p:spPr>
            <a:xfrm>
              <a:off x="5753772" y="1565249"/>
              <a:ext cx="128936" cy="220540"/>
            </a:xfrm>
            <a:custGeom>
              <a:avLst/>
              <a:gdLst/>
              <a:ahLst/>
              <a:cxnLst/>
              <a:rect l="l" t="t" r="r" b="b"/>
              <a:pathLst>
                <a:path w="4925" h="8424" extrusionOk="0">
                  <a:moveTo>
                    <a:pt x="2708" y="1"/>
                  </a:moveTo>
                  <a:cubicBezTo>
                    <a:pt x="2415" y="1"/>
                    <a:pt x="2118" y="67"/>
                    <a:pt x="1840" y="204"/>
                  </a:cubicBezTo>
                  <a:cubicBezTo>
                    <a:pt x="1840" y="209"/>
                    <a:pt x="1413" y="406"/>
                    <a:pt x="1187" y="733"/>
                  </a:cubicBezTo>
                  <a:cubicBezTo>
                    <a:pt x="1149" y="785"/>
                    <a:pt x="1110" y="829"/>
                    <a:pt x="1077" y="877"/>
                  </a:cubicBezTo>
                  <a:cubicBezTo>
                    <a:pt x="361" y="1953"/>
                    <a:pt x="1" y="3072"/>
                    <a:pt x="1" y="4215"/>
                  </a:cubicBezTo>
                  <a:cubicBezTo>
                    <a:pt x="1" y="5354"/>
                    <a:pt x="361" y="6478"/>
                    <a:pt x="1081" y="7549"/>
                  </a:cubicBezTo>
                  <a:cubicBezTo>
                    <a:pt x="1459" y="8116"/>
                    <a:pt x="2082" y="8424"/>
                    <a:pt x="2716" y="8424"/>
                  </a:cubicBezTo>
                  <a:cubicBezTo>
                    <a:pt x="3083" y="8424"/>
                    <a:pt x="3453" y="8321"/>
                    <a:pt x="3781" y="8107"/>
                  </a:cubicBezTo>
                  <a:cubicBezTo>
                    <a:pt x="4689" y="7511"/>
                    <a:pt x="4925" y="6267"/>
                    <a:pt x="4324" y="5354"/>
                  </a:cubicBezTo>
                  <a:lnTo>
                    <a:pt x="4310" y="5330"/>
                  </a:lnTo>
                  <a:cubicBezTo>
                    <a:pt x="4185" y="5128"/>
                    <a:pt x="4185" y="4878"/>
                    <a:pt x="4310" y="4681"/>
                  </a:cubicBezTo>
                  <a:cubicBezTo>
                    <a:pt x="4391" y="4542"/>
                    <a:pt x="4439" y="4379"/>
                    <a:pt x="4439" y="4215"/>
                  </a:cubicBezTo>
                  <a:cubicBezTo>
                    <a:pt x="4439" y="4047"/>
                    <a:pt x="4391" y="3884"/>
                    <a:pt x="4310" y="3740"/>
                  </a:cubicBezTo>
                  <a:cubicBezTo>
                    <a:pt x="4185" y="3543"/>
                    <a:pt x="4180" y="3298"/>
                    <a:pt x="4305" y="3096"/>
                  </a:cubicBezTo>
                  <a:lnTo>
                    <a:pt x="4339" y="3043"/>
                  </a:lnTo>
                  <a:cubicBezTo>
                    <a:pt x="4829" y="2308"/>
                    <a:pt x="4766" y="1333"/>
                    <a:pt x="4180" y="665"/>
                  </a:cubicBezTo>
                  <a:cubicBezTo>
                    <a:pt x="3798" y="233"/>
                    <a:pt x="3258" y="1"/>
                    <a:pt x="2708" y="1"/>
                  </a:cubicBezTo>
                  <a:close/>
                </a:path>
              </a:pathLst>
            </a:custGeom>
            <a:solidFill>
              <a:srgbClr val="8599A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59" name="Google Shape;8859;p69"/>
            <p:cNvSpPr/>
            <p:nvPr/>
          </p:nvSpPr>
          <p:spPr>
            <a:xfrm>
              <a:off x="5753772" y="1565406"/>
              <a:ext cx="82284" cy="220383"/>
            </a:xfrm>
            <a:custGeom>
              <a:avLst/>
              <a:gdLst/>
              <a:ahLst/>
              <a:cxnLst/>
              <a:rect l="l" t="t" r="r" b="b"/>
              <a:pathLst>
                <a:path w="3143" h="8418" extrusionOk="0">
                  <a:moveTo>
                    <a:pt x="2709" y="0"/>
                  </a:moveTo>
                  <a:cubicBezTo>
                    <a:pt x="2412" y="0"/>
                    <a:pt x="2118" y="70"/>
                    <a:pt x="1845" y="203"/>
                  </a:cubicBezTo>
                  <a:lnTo>
                    <a:pt x="1187" y="727"/>
                  </a:lnTo>
                  <a:cubicBezTo>
                    <a:pt x="1149" y="775"/>
                    <a:pt x="1115" y="823"/>
                    <a:pt x="1077" y="871"/>
                  </a:cubicBezTo>
                  <a:cubicBezTo>
                    <a:pt x="366" y="1947"/>
                    <a:pt x="1" y="3066"/>
                    <a:pt x="1" y="4209"/>
                  </a:cubicBezTo>
                  <a:cubicBezTo>
                    <a:pt x="1" y="5348"/>
                    <a:pt x="361" y="6472"/>
                    <a:pt x="1081" y="7543"/>
                  </a:cubicBezTo>
                  <a:cubicBezTo>
                    <a:pt x="1451" y="8098"/>
                    <a:pt x="2066" y="8418"/>
                    <a:pt x="2711" y="8418"/>
                  </a:cubicBezTo>
                  <a:cubicBezTo>
                    <a:pt x="2854" y="8418"/>
                    <a:pt x="2999" y="8402"/>
                    <a:pt x="3142" y="8370"/>
                  </a:cubicBezTo>
                  <a:cubicBezTo>
                    <a:pt x="2643" y="8264"/>
                    <a:pt x="2210" y="7966"/>
                    <a:pt x="1932" y="7543"/>
                  </a:cubicBezTo>
                  <a:cubicBezTo>
                    <a:pt x="1216" y="6472"/>
                    <a:pt x="851" y="5348"/>
                    <a:pt x="851" y="4209"/>
                  </a:cubicBezTo>
                  <a:cubicBezTo>
                    <a:pt x="851" y="3066"/>
                    <a:pt x="1211" y="1947"/>
                    <a:pt x="1927" y="871"/>
                  </a:cubicBezTo>
                  <a:cubicBezTo>
                    <a:pt x="1961" y="823"/>
                    <a:pt x="1994" y="775"/>
                    <a:pt x="2033" y="727"/>
                  </a:cubicBezTo>
                  <a:lnTo>
                    <a:pt x="2696" y="203"/>
                  </a:lnTo>
                  <a:cubicBezTo>
                    <a:pt x="2835" y="136"/>
                    <a:pt x="2984" y="83"/>
                    <a:pt x="3138" y="49"/>
                  </a:cubicBezTo>
                  <a:cubicBezTo>
                    <a:pt x="2996" y="16"/>
                    <a:pt x="2852" y="0"/>
                    <a:pt x="2709" y="0"/>
                  </a:cubicBezTo>
                  <a:close/>
                </a:path>
              </a:pathLst>
            </a:custGeom>
            <a:solidFill>
              <a:srgbClr val="738A9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60" name="Google Shape;8860;p69"/>
            <p:cNvSpPr/>
            <p:nvPr/>
          </p:nvSpPr>
          <p:spPr>
            <a:xfrm>
              <a:off x="5982559" y="1565249"/>
              <a:ext cx="128936" cy="220540"/>
            </a:xfrm>
            <a:custGeom>
              <a:avLst/>
              <a:gdLst/>
              <a:ahLst/>
              <a:cxnLst/>
              <a:rect l="l" t="t" r="r" b="b"/>
              <a:pathLst>
                <a:path w="4925" h="8424" extrusionOk="0">
                  <a:moveTo>
                    <a:pt x="2214" y="1"/>
                  </a:moveTo>
                  <a:cubicBezTo>
                    <a:pt x="1664" y="1"/>
                    <a:pt x="1122" y="233"/>
                    <a:pt x="740" y="665"/>
                  </a:cubicBezTo>
                  <a:cubicBezTo>
                    <a:pt x="159" y="1333"/>
                    <a:pt x="91" y="2308"/>
                    <a:pt x="581" y="3043"/>
                  </a:cubicBezTo>
                  <a:lnTo>
                    <a:pt x="620" y="3096"/>
                  </a:lnTo>
                  <a:cubicBezTo>
                    <a:pt x="740" y="3293"/>
                    <a:pt x="740" y="3548"/>
                    <a:pt x="615" y="3740"/>
                  </a:cubicBezTo>
                  <a:cubicBezTo>
                    <a:pt x="529" y="3884"/>
                    <a:pt x="480" y="4047"/>
                    <a:pt x="480" y="4215"/>
                  </a:cubicBezTo>
                  <a:cubicBezTo>
                    <a:pt x="480" y="4379"/>
                    <a:pt x="529" y="4542"/>
                    <a:pt x="615" y="4681"/>
                  </a:cubicBezTo>
                  <a:cubicBezTo>
                    <a:pt x="740" y="4878"/>
                    <a:pt x="740" y="5133"/>
                    <a:pt x="615" y="5330"/>
                  </a:cubicBezTo>
                  <a:lnTo>
                    <a:pt x="596" y="5354"/>
                  </a:lnTo>
                  <a:cubicBezTo>
                    <a:pt x="0" y="6267"/>
                    <a:pt x="231" y="7511"/>
                    <a:pt x="1139" y="8107"/>
                  </a:cubicBezTo>
                  <a:cubicBezTo>
                    <a:pt x="1469" y="8321"/>
                    <a:pt x="1840" y="8424"/>
                    <a:pt x="2207" y="8424"/>
                  </a:cubicBezTo>
                  <a:cubicBezTo>
                    <a:pt x="2843" y="8424"/>
                    <a:pt x="3466" y="8116"/>
                    <a:pt x="3843" y="7549"/>
                  </a:cubicBezTo>
                  <a:cubicBezTo>
                    <a:pt x="4564" y="6478"/>
                    <a:pt x="4924" y="5354"/>
                    <a:pt x="4924" y="4215"/>
                  </a:cubicBezTo>
                  <a:cubicBezTo>
                    <a:pt x="4924" y="3072"/>
                    <a:pt x="4564" y="1953"/>
                    <a:pt x="3848" y="877"/>
                  </a:cubicBezTo>
                  <a:cubicBezTo>
                    <a:pt x="3815" y="829"/>
                    <a:pt x="3776" y="785"/>
                    <a:pt x="3742" y="733"/>
                  </a:cubicBezTo>
                  <a:cubicBezTo>
                    <a:pt x="3555" y="464"/>
                    <a:pt x="3084" y="209"/>
                    <a:pt x="3079" y="204"/>
                  </a:cubicBezTo>
                  <a:cubicBezTo>
                    <a:pt x="2804" y="67"/>
                    <a:pt x="2507" y="1"/>
                    <a:pt x="2214" y="1"/>
                  </a:cubicBezTo>
                  <a:close/>
                </a:path>
              </a:pathLst>
            </a:custGeom>
            <a:solidFill>
              <a:srgbClr val="8599A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61" name="Google Shape;8861;p69"/>
            <p:cNvSpPr/>
            <p:nvPr/>
          </p:nvSpPr>
          <p:spPr>
            <a:xfrm>
              <a:off x="6027694" y="1565354"/>
              <a:ext cx="83933" cy="220436"/>
            </a:xfrm>
            <a:custGeom>
              <a:avLst/>
              <a:gdLst/>
              <a:ahLst/>
              <a:cxnLst/>
              <a:rect l="l" t="t" r="r" b="b"/>
              <a:pathLst>
                <a:path w="3206" h="8420" extrusionOk="0">
                  <a:moveTo>
                    <a:pt x="482" y="1"/>
                  </a:moveTo>
                  <a:cubicBezTo>
                    <a:pt x="321" y="1"/>
                    <a:pt x="160" y="21"/>
                    <a:pt x="1" y="61"/>
                  </a:cubicBezTo>
                  <a:cubicBezTo>
                    <a:pt x="135" y="94"/>
                    <a:pt x="260" y="142"/>
                    <a:pt x="380" y="205"/>
                  </a:cubicBezTo>
                  <a:lnTo>
                    <a:pt x="1043" y="729"/>
                  </a:lnTo>
                  <a:cubicBezTo>
                    <a:pt x="1082" y="777"/>
                    <a:pt x="1115" y="825"/>
                    <a:pt x="1149" y="873"/>
                  </a:cubicBezTo>
                  <a:cubicBezTo>
                    <a:pt x="1865" y="1949"/>
                    <a:pt x="2225" y="3068"/>
                    <a:pt x="2225" y="4211"/>
                  </a:cubicBezTo>
                  <a:cubicBezTo>
                    <a:pt x="2225" y="5350"/>
                    <a:pt x="1865" y="6474"/>
                    <a:pt x="1144" y="7545"/>
                  </a:cubicBezTo>
                  <a:cubicBezTo>
                    <a:pt x="875" y="7949"/>
                    <a:pt x="472" y="8237"/>
                    <a:pt x="6" y="8357"/>
                  </a:cubicBezTo>
                  <a:cubicBezTo>
                    <a:pt x="164" y="8401"/>
                    <a:pt x="327" y="8420"/>
                    <a:pt x="491" y="8420"/>
                  </a:cubicBezTo>
                  <a:cubicBezTo>
                    <a:pt x="1149" y="8420"/>
                    <a:pt x="1759" y="8093"/>
                    <a:pt x="2124" y="7545"/>
                  </a:cubicBezTo>
                  <a:cubicBezTo>
                    <a:pt x="2840" y="6474"/>
                    <a:pt x="3205" y="5350"/>
                    <a:pt x="3205" y="4211"/>
                  </a:cubicBezTo>
                  <a:cubicBezTo>
                    <a:pt x="3205" y="3068"/>
                    <a:pt x="2840" y="1949"/>
                    <a:pt x="2124" y="873"/>
                  </a:cubicBezTo>
                  <a:cubicBezTo>
                    <a:pt x="2091" y="825"/>
                    <a:pt x="2052" y="777"/>
                    <a:pt x="2014" y="729"/>
                  </a:cubicBezTo>
                  <a:lnTo>
                    <a:pt x="1355" y="205"/>
                  </a:lnTo>
                  <a:cubicBezTo>
                    <a:pt x="1083" y="70"/>
                    <a:pt x="784" y="1"/>
                    <a:pt x="482" y="1"/>
                  </a:cubicBezTo>
                  <a:close/>
                </a:path>
              </a:pathLst>
            </a:custGeom>
            <a:solidFill>
              <a:srgbClr val="738A9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62" name="Google Shape;8862;p69"/>
            <p:cNvSpPr/>
            <p:nvPr/>
          </p:nvSpPr>
          <p:spPr>
            <a:xfrm>
              <a:off x="5738169" y="1559908"/>
              <a:ext cx="187056" cy="280938"/>
            </a:xfrm>
            <a:custGeom>
              <a:avLst/>
              <a:gdLst/>
              <a:ahLst/>
              <a:cxnLst/>
              <a:rect l="l" t="t" r="r" b="b"/>
              <a:pathLst>
                <a:path w="7145" h="10731" extrusionOk="0">
                  <a:moveTo>
                    <a:pt x="3318" y="1"/>
                  </a:moveTo>
                  <a:cubicBezTo>
                    <a:pt x="3003" y="1"/>
                    <a:pt x="2676" y="72"/>
                    <a:pt x="2355" y="230"/>
                  </a:cubicBezTo>
                  <a:cubicBezTo>
                    <a:pt x="2164" y="345"/>
                    <a:pt x="2265" y="621"/>
                    <a:pt x="2457" y="621"/>
                  </a:cubicBezTo>
                  <a:cubicBezTo>
                    <a:pt x="2482" y="621"/>
                    <a:pt x="2509" y="616"/>
                    <a:pt x="2537" y="605"/>
                  </a:cubicBezTo>
                  <a:cubicBezTo>
                    <a:pt x="2794" y="479"/>
                    <a:pt x="3056" y="422"/>
                    <a:pt x="3310" y="422"/>
                  </a:cubicBezTo>
                  <a:cubicBezTo>
                    <a:pt x="4570" y="422"/>
                    <a:pt x="5624" y="1824"/>
                    <a:pt x="4733" y="3199"/>
                  </a:cubicBezTo>
                  <a:cubicBezTo>
                    <a:pt x="4569" y="3463"/>
                    <a:pt x="4569" y="3800"/>
                    <a:pt x="4733" y="4059"/>
                  </a:cubicBezTo>
                  <a:cubicBezTo>
                    <a:pt x="4867" y="4285"/>
                    <a:pt x="4867" y="4559"/>
                    <a:pt x="4733" y="4785"/>
                  </a:cubicBezTo>
                  <a:cubicBezTo>
                    <a:pt x="4560" y="5058"/>
                    <a:pt x="4569" y="5409"/>
                    <a:pt x="4752" y="5678"/>
                  </a:cubicBezTo>
                  <a:cubicBezTo>
                    <a:pt x="5016" y="6082"/>
                    <a:pt x="5108" y="6572"/>
                    <a:pt x="5011" y="7042"/>
                  </a:cubicBezTo>
                  <a:cubicBezTo>
                    <a:pt x="4826" y="7931"/>
                    <a:pt x="4067" y="8425"/>
                    <a:pt x="3299" y="8425"/>
                  </a:cubicBezTo>
                  <a:cubicBezTo>
                    <a:pt x="2756" y="8425"/>
                    <a:pt x="2208" y="8177"/>
                    <a:pt x="1855" y="7648"/>
                  </a:cubicBezTo>
                  <a:cubicBezTo>
                    <a:pt x="481" y="5587"/>
                    <a:pt x="443" y="3324"/>
                    <a:pt x="1855" y="1201"/>
                  </a:cubicBezTo>
                  <a:cubicBezTo>
                    <a:pt x="1964" y="1038"/>
                    <a:pt x="1823" y="875"/>
                    <a:pt x="1676" y="875"/>
                  </a:cubicBezTo>
                  <a:cubicBezTo>
                    <a:pt x="1616" y="875"/>
                    <a:pt x="1554" y="903"/>
                    <a:pt x="1509" y="970"/>
                  </a:cubicBezTo>
                  <a:cubicBezTo>
                    <a:pt x="49" y="3161"/>
                    <a:pt x="1" y="5611"/>
                    <a:pt x="1509" y="7869"/>
                  </a:cubicBezTo>
                  <a:cubicBezTo>
                    <a:pt x="1947" y="8524"/>
                    <a:pt x="2626" y="8830"/>
                    <a:pt x="3299" y="8830"/>
                  </a:cubicBezTo>
                  <a:cubicBezTo>
                    <a:pt x="4250" y="8830"/>
                    <a:pt x="5189" y="8219"/>
                    <a:pt x="5420" y="7119"/>
                  </a:cubicBezTo>
                  <a:cubicBezTo>
                    <a:pt x="5535" y="6562"/>
                    <a:pt x="5439" y="5976"/>
                    <a:pt x="5083" y="5419"/>
                  </a:cubicBezTo>
                  <a:cubicBezTo>
                    <a:pt x="5002" y="5289"/>
                    <a:pt x="5002" y="5126"/>
                    <a:pt x="5088" y="4996"/>
                  </a:cubicBezTo>
                  <a:cubicBezTo>
                    <a:pt x="5141" y="4909"/>
                    <a:pt x="5180" y="4813"/>
                    <a:pt x="5208" y="4713"/>
                  </a:cubicBezTo>
                  <a:lnTo>
                    <a:pt x="5463" y="4713"/>
                  </a:lnTo>
                  <a:cubicBezTo>
                    <a:pt x="6164" y="4713"/>
                    <a:pt x="6731" y="5284"/>
                    <a:pt x="6736" y="5986"/>
                  </a:cubicBezTo>
                  <a:lnTo>
                    <a:pt x="6736" y="10525"/>
                  </a:lnTo>
                  <a:cubicBezTo>
                    <a:pt x="6736" y="10662"/>
                    <a:pt x="6838" y="10731"/>
                    <a:pt x="6940" y="10731"/>
                  </a:cubicBezTo>
                  <a:cubicBezTo>
                    <a:pt x="7042" y="10731"/>
                    <a:pt x="7144" y="10662"/>
                    <a:pt x="7144" y="10525"/>
                  </a:cubicBezTo>
                  <a:lnTo>
                    <a:pt x="7144" y="5990"/>
                  </a:lnTo>
                  <a:cubicBezTo>
                    <a:pt x="7135" y="5178"/>
                    <a:pt x="6558" y="4492"/>
                    <a:pt x="5766" y="4338"/>
                  </a:cubicBezTo>
                  <a:cubicBezTo>
                    <a:pt x="6275" y="4170"/>
                    <a:pt x="6650" y="3632"/>
                    <a:pt x="6650" y="2993"/>
                  </a:cubicBezTo>
                  <a:lnTo>
                    <a:pt x="6650" y="2724"/>
                  </a:lnTo>
                  <a:cubicBezTo>
                    <a:pt x="6650" y="2587"/>
                    <a:pt x="6546" y="2518"/>
                    <a:pt x="6443" y="2518"/>
                  </a:cubicBezTo>
                  <a:cubicBezTo>
                    <a:pt x="6340" y="2518"/>
                    <a:pt x="6236" y="2587"/>
                    <a:pt x="6236" y="2724"/>
                  </a:cubicBezTo>
                  <a:lnTo>
                    <a:pt x="6236" y="2993"/>
                  </a:lnTo>
                  <a:cubicBezTo>
                    <a:pt x="6236" y="3540"/>
                    <a:pt x="5876" y="3987"/>
                    <a:pt x="5434" y="3987"/>
                  </a:cubicBezTo>
                  <a:lnTo>
                    <a:pt x="5146" y="3987"/>
                  </a:lnTo>
                  <a:cubicBezTo>
                    <a:pt x="5132" y="3939"/>
                    <a:pt x="5108" y="3891"/>
                    <a:pt x="5088" y="3843"/>
                  </a:cubicBezTo>
                  <a:cubicBezTo>
                    <a:pt x="5002" y="3713"/>
                    <a:pt x="5002" y="3550"/>
                    <a:pt x="5083" y="3420"/>
                  </a:cubicBezTo>
                  <a:cubicBezTo>
                    <a:pt x="6155" y="1754"/>
                    <a:pt x="4878" y="1"/>
                    <a:pt x="3318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63" name="Google Shape;8863;p69"/>
            <p:cNvSpPr/>
            <p:nvPr/>
          </p:nvSpPr>
          <p:spPr>
            <a:xfrm>
              <a:off x="5940278" y="1559830"/>
              <a:ext cx="186925" cy="281147"/>
            </a:xfrm>
            <a:custGeom>
              <a:avLst/>
              <a:gdLst/>
              <a:ahLst/>
              <a:cxnLst/>
              <a:rect l="l" t="t" r="r" b="b"/>
              <a:pathLst>
                <a:path w="7140" h="10739" extrusionOk="0">
                  <a:moveTo>
                    <a:pt x="3831" y="1"/>
                  </a:moveTo>
                  <a:cubicBezTo>
                    <a:pt x="2269" y="1"/>
                    <a:pt x="990" y="1755"/>
                    <a:pt x="2062" y="3423"/>
                  </a:cubicBezTo>
                  <a:cubicBezTo>
                    <a:pt x="2139" y="3548"/>
                    <a:pt x="2139" y="3711"/>
                    <a:pt x="2057" y="3841"/>
                  </a:cubicBezTo>
                  <a:cubicBezTo>
                    <a:pt x="2033" y="3889"/>
                    <a:pt x="2014" y="3937"/>
                    <a:pt x="1999" y="3990"/>
                  </a:cubicBezTo>
                  <a:lnTo>
                    <a:pt x="1711" y="3990"/>
                  </a:lnTo>
                  <a:cubicBezTo>
                    <a:pt x="1269" y="3990"/>
                    <a:pt x="909" y="3543"/>
                    <a:pt x="909" y="2991"/>
                  </a:cubicBezTo>
                  <a:lnTo>
                    <a:pt x="909" y="2727"/>
                  </a:lnTo>
                  <a:cubicBezTo>
                    <a:pt x="906" y="2590"/>
                    <a:pt x="803" y="2521"/>
                    <a:pt x="701" y="2521"/>
                  </a:cubicBezTo>
                  <a:cubicBezTo>
                    <a:pt x="598" y="2521"/>
                    <a:pt x="496" y="2590"/>
                    <a:pt x="496" y="2727"/>
                  </a:cubicBezTo>
                  <a:lnTo>
                    <a:pt x="496" y="2996"/>
                  </a:lnTo>
                  <a:cubicBezTo>
                    <a:pt x="496" y="3635"/>
                    <a:pt x="870" y="4173"/>
                    <a:pt x="1380" y="4341"/>
                  </a:cubicBezTo>
                  <a:cubicBezTo>
                    <a:pt x="582" y="4490"/>
                    <a:pt x="6" y="5186"/>
                    <a:pt x="1" y="5993"/>
                  </a:cubicBezTo>
                  <a:lnTo>
                    <a:pt x="1" y="10533"/>
                  </a:lnTo>
                  <a:cubicBezTo>
                    <a:pt x="1" y="10670"/>
                    <a:pt x="104" y="10739"/>
                    <a:pt x="207" y="10739"/>
                  </a:cubicBezTo>
                  <a:cubicBezTo>
                    <a:pt x="311" y="10739"/>
                    <a:pt x="414" y="10670"/>
                    <a:pt x="414" y="10533"/>
                  </a:cubicBezTo>
                  <a:lnTo>
                    <a:pt x="414" y="5993"/>
                  </a:lnTo>
                  <a:cubicBezTo>
                    <a:pt x="414" y="5292"/>
                    <a:pt x="981" y="4720"/>
                    <a:pt x="1682" y="4720"/>
                  </a:cubicBezTo>
                  <a:lnTo>
                    <a:pt x="1942" y="4720"/>
                  </a:lnTo>
                  <a:cubicBezTo>
                    <a:pt x="1966" y="4821"/>
                    <a:pt x="2009" y="4912"/>
                    <a:pt x="2062" y="5004"/>
                  </a:cubicBezTo>
                  <a:cubicBezTo>
                    <a:pt x="2148" y="5143"/>
                    <a:pt x="2144" y="5321"/>
                    <a:pt x="2047" y="5451"/>
                  </a:cubicBezTo>
                  <a:cubicBezTo>
                    <a:pt x="1111" y="6877"/>
                    <a:pt x="2071" y="8837"/>
                    <a:pt x="3835" y="8837"/>
                  </a:cubicBezTo>
                  <a:cubicBezTo>
                    <a:pt x="3839" y="8837"/>
                    <a:pt x="3844" y="8837"/>
                    <a:pt x="3849" y="8837"/>
                  </a:cubicBezTo>
                  <a:cubicBezTo>
                    <a:pt x="4564" y="8837"/>
                    <a:pt x="5235" y="8478"/>
                    <a:pt x="5636" y="7877"/>
                  </a:cubicBezTo>
                  <a:cubicBezTo>
                    <a:pt x="7097" y="5681"/>
                    <a:pt x="7140" y="3241"/>
                    <a:pt x="5636" y="973"/>
                  </a:cubicBezTo>
                  <a:cubicBezTo>
                    <a:pt x="5594" y="916"/>
                    <a:pt x="5529" y="883"/>
                    <a:pt x="5463" y="883"/>
                  </a:cubicBezTo>
                  <a:cubicBezTo>
                    <a:pt x="5424" y="883"/>
                    <a:pt x="5384" y="895"/>
                    <a:pt x="5348" y="920"/>
                  </a:cubicBezTo>
                  <a:cubicBezTo>
                    <a:pt x="5252" y="983"/>
                    <a:pt x="5228" y="1112"/>
                    <a:pt x="5290" y="1204"/>
                  </a:cubicBezTo>
                  <a:cubicBezTo>
                    <a:pt x="6669" y="3269"/>
                    <a:pt x="6698" y="5537"/>
                    <a:pt x="5290" y="7651"/>
                  </a:cubicBezTo>
                  <a:cubicBezTo>
                    <a:pt x="4968" y="8136"/>
                    <a:pt x="4416" y="8429"/>
                    <a:pt x="3830" y="8429"/>
                  </a:cubicBezTo>
                  <a:cubicBezTo>
                    <a:pt x="2461" y="8429"/>
                    <a:pt x="1596" y="6916"/>
                    <a:pt x="2408" y="5652"/>
                  </a:cubicBezTo>
                  <a:cubicBezTo>
                    <a:pt x="2576" y="5388"/>
                    <a:pt x="2576" y="5052"/>
                    <a:pt x="2413" y="4788"/>
                  </a:cubicBezTo>
                  <a:cubicBezTo>
                    <a:pt x="2278" y="4567"/>
                    <a:pt x="2278" y="4288"/>
                    <a:pt x="2413" y="4062"/>
                  </a:cubicBezTo>
                  <a:cubicBezTo>
                    <a:pt x="2576" y="3798"/>
                    <a:pt x="2576" y="3462"/>
                    <a:pt x="2413" y="3202"/>
                  </a:cubicBezTo>
                  <a:cubicBezTo>
                    <a:pt x="1529" y="1832"/>
                    <a:pt x="2568" y="418"/>
                    <a:pt x="3829" y="418"/>
                  </a:cubicBezTo>
                  <a:cubicBezTo>
                    <a:pt x="4084" y="418"/>
                    <a:pt x="4349" y="476"/>
                    <a:pt x="4608" y="603"/>
                  </a:cubicBezTo>
                  <a:cubicBezTo>
                    <a:pt x="4636" y="614"/>
                    <a:pt x="4663" y="619"/>
                    <a:pt x="4688" y="619"/>
                  </a:cubicBezTo>
                  <a:cubicBezTo>
                    <a:pt x="4880" y="619"/>
                    <a:pt x="4981" y="343"/>
                    <a:pt x="4791" y="229"/>
                  </a:cubicBezTo>
                  <a:cubicBezTo>
                    <a:pt x="4470" y="72"/>
                    <a:pt x="4145" y="1"/>
                    <a:pt x="3831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864" name="Google Shape;8864;p69"/>
          <p:cNvGrpSpPr/>
          <p:nvPr/>
        </p:nvGrpSpPr>
        <p:grpSpPr>
          <a:xfrm>
            <a:off x="4644352" y="3163324"/>
            <a:ext cx="276383" cy="275813"/>
            <a:chOff x="6192470" y="3360516"/>
            <a:chExt cx="368510" cy="367750"/>
          </a:xfrm>
        </p:grpSpPr>
        <p:sp>
          <p:nvSpPr>
            <p:cNvPr id="8865" name="Google Shape;8865;p69"/>
            <p:cNvSpPr/>
            <p:nvPr/>
          </p:nvSpPr>
          <p:spPr>
            <a:xfrm>
              <a:off x="6200141" y="3365543"/>
              <a:ext cx="353561" cy="357121"/>
            </a:xfrm>
            <a:custGeom>
              <a:avLst/>
              <a:gdLst/>
              <a:ahLst/>
              <a:cxnLst/>
              <a:rect l="l" t="t" r="r" b="b"/>
              <a:pathLst>
                <a:path w="13505" h="13641" extrusionOk="0">
                  <a:moveTo>
                    <a:pt x="6074" y="1"/>
                  </a:moveTo>
                  <a:cubicBezTo>
                    <a:pt x="5973" y="1"/>
                    <a:pt x="5869" y="12"/>
                    <a:pt x="5765" y="35"/>
                  </a:cubicBezTo>
                  <a:cubicBezTo>
                    <a:pt x="5477" y="97"/>
                    <a:pt x="5212" y="256"/>
                    <a:pt x="5025" y="477"/>
                  </a:cubicBezTo>
                  <a:cubicBezTo>
                    <a:pt x="4850" y="355"/>
                    <a:pt x="4625" y="288"/>
                    <a:pt x="4383" y="288"/>
                  </a:cubicBezTo>
                  <a:cubicBezTo>
                    <a:pt x="4214" y="288"/>
                    <a:pt x="4037" y="321"/>
                    <a:pt x="3863" y="390"/>
                  </a:cubicBezTo>
                  <a:cubicBezTo>
                    <a:pt x="3598" y="496"/>
                    <a:pt x="3368" y="683"/>
                    <a:pt x="3214" y="928"/>
                  </a:cubicBezTo>
                  <a:cubicBezTo>
                    <a:pt x="3137" y="906"/>
                    <a:pt x="3055" y="895"/>
                    <a:pt x="2971" y="895"/>
                  </a:cubicBezTo>
                  <a:cubicBezTo>
                    <a:pt x="2639" y="895"/>
                    <a:pt x="2274" y="1067"/>
                    <a:pt x="2013" y="1389"/>
                  </a:cubicBezTo>
                  <a:cubicBezTo>
                    <a:pt x="1845" y="1596"/>
                    <a:pt x="1739" y="1846"/>
                    <a:pt x="1715" y="2110"/>
                  </a:cubicBezTo>
                  <a:cubicBezTo>
                    <a:pt x="1268" y="2129"/>
                    <a:pt x="850" y="2523"/>
                    <a:pt x="730" y="3080"/>
                  </a:cubicBezTo>
                  <a:cubicBezTo>
                    <a:pt x="673" y="3335"/>
                    <a:pt x="687" y="3604"/>
                    <a:pt x="778" y="3844"/>
                  </a:cubicBezTo>
                  <a:cubicBezTo>
                    <a:pt x="269" y="3988"/>
                    <a:pt x="0" y="4613"/>
                    <a:pt x="173" y="5237"/>
                  </a:cubicBezTo>
                  <a:cubicBezTo>
                    <a:pt x="235" y="5463"/>
                    <a:pt x="351" y="5665"/>
                    <a:pt x="514" y="5833"/>
                  </a:cubicBezTo>
                  <a:cubicBezTo>
                    <a:pt x="461" y="6059"/>
                    <a:pt x="466" y="6294"/>
                    <a:pt x="529" y="6515"/>
                  </a:cubicBezTo>
                  <a:cubicBezTo>
                    <a:pt x="682" y="7057"/>
                    <a:pt x="1116" y="7424"/>
                    <a:pt x="1555" y="7424"/>
                  </a:cubicBezTo>
                  <a:cubicBezTo>
                    <a:pt x="1626" y="7424"/>
                    <a:pt x="1698" y="7415"/>
                    <a:pt x="1768" y="7394"/>
                  </a:cubicBezTo>
                  <a:cubicBezTo>
                    <a:pt x="1821" y="7380"/>
                    <a:pt x="1874" y="7361"/>
                    <a:pt x="1927" y="7337"/>
                  </a:cubicBezTo>
                  <a:cubicBezTo>
                    <a:pt x="2024" y="7600"/>
                    <a:pt x="2432" y="7811"/>
                    <a:pt x="2803" y="7811"/>
                  </a:cubicBezTo>
                  <a:cubicBezTo>
                    <a:pt x="2905" y="7811"/>
                    <a:pt x="3005" y="7795"/>
                    <a:pt x="3094" y="7760"/>
                  </a:cubicBezTo>
                  <a:cubicBezTo>
                    <a:pt x="3599" y="8916"/>
                    <a:pt x="4369" y="9502"/>
                    <a:pt x="5566" y="9502"/>
                  </a:cubicBezTo>
                  <a:cubicBezTo>
                    <a:pt x="5895" y="9502"/>
                    <a:pt x="6257" y="9458"/>
                    <a:pt x="6654" y="9369"/>
                  </a:cubicBezTo>
                  <a:cubicBezTo>
                    <a:pt x="6750" y="9878"/>
                    <a:pt x="7072" y="10498"/>
                    <a:pt x="7941" y="11002"/>
                  </a:cubicBezTo>
                  <a:cubicBezTo>
                    <a:pt x="9397" y="11838"/>
                    <a:pt x="10041" y="12487"/>
                    <a:pt x="10141" y="13145"/>
                  </a:cubicBezTo>
                  <a:cubicBezTo>
                    <a:pt x="10184" y="13434"/>
                    <a:pt x="10430" y="13641"/>
                    <a:pt x="10713" y="13641"/>
                  </a:cubicBezTo>
                  <a:cubicBezTo>
                    <a:pt x="10749" y="13641"/>
                    <a:pt x="10786" y="13637"/>
                    <a:pt x="10824" y="13630"/>
                  </a:cubicBezTo>
                  <a:cubicBezTo>
                    <a:pt x="11146" y="13572"/>
                    <a:pt x="11357" y="13255"/>
                    <a:pt x="11285" y="12933"/>
                  </a:cubicBezTo>
                  <a:lnTo>
                    <a:pt x="10718" y="10330"/>
                  </a:lnTo>
                  <a:lnTo>
                    <a:pt x="10622" y="8658"/>
                  </a:lnTo>
                  <a:lnTo>
                    <a:pt x="11563" y="8298"/>
                  </a:lnTo>
                  <a:cubicBezTo>
                    <a:pt x="11669" y="8346"/>
                    <a:pt x="11781" y="8369"/>
                    <a:pt x="11895" y="8369"/>
                  </a:cubicBezTo>
                  <a:cubicBezTo>
                    <a:pt x="12296" y="8369"/>
                    <a:pt x="12713" y="8080"/>
                    <a:pt x="12923" y="7615"/>
                  </a:cubicBezTo>
                  <a:cubicBezTo>
                    <a:pt x="13058" y="7318"/>
                    <a:pt x="13082" y="6981"/>
                    <a:pt x="12981" y="6664"/>
                  </a:cubicBezTo>
                  <a:cubicBezTo>
                    <a:pt x="13192" y="6472"/>
                    <a:pt x="13336" y="6217"/>
                    <a:pt x="13394" y="5939"/>
                  </a:cubicBezTo>
                  <a:cubicBezTo>
                    <a:pt x="13504" y="5415"/>
                    <a:pt x="13317" y="4916"/>
                    <a:pt x="12961" y="4690"/>
                  </a:cubicBezTo>
                  <a:cubicBezTo>
                    <a:pt x="13048" y="4363"/>
                    <a:pt x="12976" y="3960"/>
                    <a:pt x="12721" y="3623"/>
                  </a:cubicBezTo>
                  <a:cubicBezTo>
                    <a:pt x="12543" y="3378"/>
                    <a:pt x="12284" y="3201"/>
                    <a:pt x="11986" y="3119"/>
                  </a:cubicBezTo>
                  <a:cubicBezTo>
                    <a:pt x="12068" y="2835"/>
                    <a:pt x="12001" y="2504"/>
                    <a:pt x="11799" y="2221"/>
                  </a:cubicBezTo>
                  <a:cubicBezTo>
                    <a:pt x="11799" y="2221"/>
                    <a:pt x="11439" y="1793"/>
                    <a:pt x="11203" y="1740"/>
                  </a:cubicBezTo>
                  <a:cubicBezTo>
                    <a:pt x="11011" y="1694"/>
                    <a:pt x="10829" y="1630"/>
                    <a:pt x="10656" y="1630"/>
                  </a:cubicBezTo>
                  <a:cubicBezTo>
                    <a:pt x="10630" y="1630"/>
                    <a:pt x="10604" y="1631"/>
                    <a:pt x="10579" y="1634"/>
                  </a:cubicBezTo>
                  <a:cubicBezTo>
                    <a:pt x="10492" y="1308"/>
                    <a:pt x="10233" y="995"/>
                    <a:pt x="9853" y="827"/>
                  </a:cubicBezTo>
                  <a:cubicBezTo>
                    <a:pt x="9677" y="744"/>
                    <a:pt x="9485" y="702"/>
                    <a:pt x="9293" y="702"/>
                  </a:cubicBezTo>
                  <a:cubicBezTo>
                    <a:pt x="9186" y="702"/>
                    <a:pt x="9079" y="715"/>
                    <a:pt x="8974" y="741"/>
                  </a:cubicBezTo>
                  <a:cubicBezTo>
                    <a:pt x="8811" y="400"/>
                    <a:pt x="8412" y="150"/>
                    <a:pt x="7932" y="121"/>
                  </a:cubicBezTo>
                  <a:cubicBezTo>
                    <a:pt x="7901" y="119"/>
                    <a:pt x="7870" y="118"/>
                    <a:pt x="7840" y="118"/>
                  </a:cubicBezTo>
                  <a:cubicBezTo>
                    <a:pt x="7531" y="118"/>
                    <a:pt x="7231" y="228"/>
                    <a:pt x="6995" y="429"/>
                  </a:cubicBezTo>
                  <a:cubicBezTo>
                    <a:pt x="6808" y="162"/>
                    <a:pt x="6461" y="1"/>
                    <a:pt x="6074" y="1"/>
                  </a:cubicBezTo>
                  <a:close/>
                </a:path>
              </a:pathLst>
            </a:custGeom>
            <a:solidFill>
              <a:srgbClr val="B5C1C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66" name="Google Shape;8866;p69"/>
            <p:cNvSpPr/>
            <p:nvPr/>
          </p:nvSpPr>
          <p:spPr>
            <a:xfrm>
              <a:off x="6247920" y="3365674"/>
              <a:ext cx="305782" cy="218498"/>
            </a:xfrm>
            <a:custGeom>
              <a:avLst/>
              <a:gdLst/>
              <a:ahLst/>
              <a:cxnLst/>
              <a:rect l="l" t="t" r="r" b="b"/>
              <a:pathLst>
                <a:path w="11680" h="8346" extrusionOk="0">
                  <a:moveTo>
                    <a:pt x="4251" y="1"/>
                  </a:moveTo>
                  <a:cubicBezTo>
                    <a:pt x="4150" y="1"/>
                    <a:pt x="4045" y="12"/>
                    <a:pt x="3940" y="34"/>
                  </a:cubicBezTo>
                  <a:cubicBezTo>
                    <a:pt x="3652" y="97"/>
                    <a:pt x="3392" y="251"/>
                    <a:pt x="3200" y="476"/>
                  </a:cubicBezTo>
                  <a:cubicBezTo>
                    <a:pt x="3028" y="355"/>
                    <a:pt x="2802" y="288"/>
                    <a:pt x="2560" y="288"/>
                  </a:cubicBezTo>
                  <a:cubicBezTo>
                    <a:pt x="2391" y="288"/>
                    <a:pt x="2214" y="321"/>
                    <a:pt x="2042" y="390"/>
                  </a:cubicBezTo>
                  <a:cubicBezTo>
                    <a:pt x="1773" y="496"/>
                    <a:pt x="1548" y="683"/>
                    <a:pt x="1394" y="928"/>
                  </a:cubicBezTo>
                  <a:cubicBezTo>
                    <a:pt x="1314" y="904"/>
                    <a:pt x="1231" y="893"/>
                    <a:pt x="1145" y="893"/>
                  </a:cubicBezTo>
                  <a:cubicBezTo>
                    <a:pt x="812" y="893"/>
                    <a:pt x="449" y="1068"/>
                    <a:pt x="193" y="1389"/>
                  </a:cubicBezTo>
                  <a:cubicBezTo>
                    <a:pt x="116" y="1480"/>
                    <a:pt x="53" y="1581"/>
                    <a:pt x="1" y="1687"/>
                  </a:cubicBezTo>
                  <a:cubicBezTo>
                    <a:pt x="63" y="1673"/>
                    <a:pt x="121" y="1658"/>
                    <a:pt x="178" y="1649"/>
                  </a:cubicBezTo>
                  <a:cubicBezTo>
                    <a:pt x="414" y="1620"/>
                    <a:pt x="635" y="1524"/>
                    <a:pt x="817" y="1370"/>
                  </a:cubicBezTo>
                  <a:cubicBezTo>
                    <a:pt x="933" y="1274"/>
                    <a:pt x="1058" y="1197"/>
                    <a:pt x="1197" y="1144"/>
                  </a:cubicBezTo>
                  <a:cubicBezTo>
                    <a:pt x="1358" y="1074"/>
                    <a:pt x="1531" y="1038"/>
                    <a:pt x="1707" y="1038"/>
                  </a:cubicBezTo>
                  <a:cubicBezTo>
                    <a:pt x="1782" y="1038"/>
                    <a:pt x="1857" y="1045"/>
                    <a:pt x="1932" y="1058"/>
                  </a:cubicBezTo>
                  <a:cubicBezTo>
                    <a:pt x="2003" y="1070"/>
                    <a:pt x="2075" y="1077"/>
                    <a:pt x="2146" y="1077"/>
                  </a:cubicBezTo>
                  <a:cubicBezTo>
                    <a:pt x="2344" y="1077"/>
                    <a:pt x="2538" y="1028"/>
                    <a:pt x="2715" y="933"/>
                  </a:cubicBezTo>
                  <a:cubicBezTo>
                    <a:pt x="2835" y="866"/>
                    <a:pt x="2965" y="818"/>
                    <a:pt x="3099" y="784"/>
                  </a:cubicBezTo>
                  <a:cubicBezTo>
                    <a:pt x="3198" y="761"/>
                    <a:pt x="3298" y="750"/>
                    <a:pt x="3398" y="750"/>
                  </a:cubicBezTo>
                  <a:cubicBezTo>
                    <a:pt x="3590" y="750"/>
                    <a:pt x="3782" y="791"/>
                    <a:pt x="3959" y="870"/>
                  </a:cubicBezTo>
                  <a:cubicBezTo>
                    <a:pt x="4111" y="941"/>
                    <a:pt x="4275" y="977"/>
                    <a:pt x="4440" y="977"/>
                  </a:cubicBezTo>
                  <a:cubicBezTo>
                    <a:pt x="4556" y="977"/>
                    <a:pt x="4672" y="959"/>
                    <a:pt x="4785" y="923"/>
                  </a:cubicBezTo>
                  <a:cubicBezTo>
                    <a:pt x="4913" y="887"/>
                    <a:pt x="5048" y="868"/>
                    <a:pt x="5183" y="868"/>
                  </a:cubicBezTo>
                  <a:cubicBezTo>
                    <a:pt x="5211" y="868"/>
                    <a:pt x="5238" y="869"/>
                    <a:pt x="5266" y="870"/>
                  </a:cubicBezTo>
                  <a:cubicBezTo>
                    <a:pt x="5559" y="885"/>
                    <a:pt x="5838" y="990"/>
                    <a:pt x="6063" y="1178"/>
                  </a:cubicBezTo>
                  <a:cubicBezTo>
                    <a:pt x="6251" y="1341"/>
                    <a:pt x="6486" y="1437"/>
                    <a:pt x="6736" y="1456"/>
                  </a:cubicBezTo>
                  <a:cubicBezTo>
                    <a:pt x="6894" y="1471"/>
                    <a:pt x="7043" y="1514"/>
                    <a:pt x="7188" y="1577"/>
                  </a:cubicBezTo>
                  <a:cubicBezTo>
                    <a:pt x="7399" y="1673"/>
                    <a:pt x="7586" y="1817"/>
                    <a:pt x="7726" y="2004"/>
                  </a:cubicBezTo>
                  <a:cubicBezTo>
                    <a:pt x="7889" y="2225"/>
                    <a:pt x="8124" y="2384"/>
                    <a:pt x="8389" y="2451"/>
                  </a:cubicBezTo>
                  <a:lnTo>
                    <a:pt x="8537" y="2489"/>
                  </a:lnTo>
                  <a:cubicBezTo>
                    <a:pt x="8773" y="2542"/>
                    <a:pt x="9128" y="2970"/>
                    <a:pt x="9128" y="2970"/>
                  </a:cubicBezTo>
                  <a:cubicBezTo>
                    <a:pt x="9224" y="3109"/>
                    <a:pt x="9292" y="3258"/>
                    <a:pt x="9330" y="3421"/>
                  </a:cubicBezTo>
                  <a:cubicBezTo>
                    <a:pt x="9388" y="3690"/>
                    <a:pt x="9541" y="3926"/>
                    <a:pt x="9762" y="4084"/>
                  </a:cubicBezTo>
                  <a:cubicBezTo>
                    <a:pt x="9873" y="4171"/>
                    <a:pt x="9969" y="4267"/>
                    <a:pt x="10056" y="4377"/>
                  </a:cubicBezTo>
                  <a:cubicBezTo>
                    <a:pt x="10209" y="4589"/>
                    <a:pt x="10305" y="4834"/>
                    <a:pt x="10325" y="5093"/>
                  </a:cubicBezTo>
                  <a:cubicBezTo>
                    <a:pt x="10344" y="5309"/>
                    <a:pt x="10421" y="5521"/>
                    <a:pt x="10546" y="5694"/>
                  </a:cubicBezTo>
                  <a:cubicBezTo>
                    <a:pt x="10738" y="5991"/>
                    <a:pt x="10800" y="6352"/>
                    <a:pt x="10718" y="6693"/>
                  </a:cubicBezTo>
                  <a:cubicBezTo>
                    <a:pt x="10680" y="6899"/>
                    <a:pt x="10589" y="7092"/>
                    <a:pt x="10459" y="7255"/>
                  </a:cubicBezTo>
                  <a:cubicBezTo>
                    <a:pt x="10377" y="7361"/>
                    <a:pt x="10339" y="7495"/>
                    <a:pt x="10358" y="7630"/>
                  </a:cubicBezTo>
                  <a:cubicBezTo>
                    <a:pt x="10387" y="7875"/>
                    <a:pt x="10353" y="8120"/>
                    <a:pt x="10252" y="8345"/>
                  </a:cubicBezTo>
                  <a:cubicBezTo>
                    <a:pt x="10589" y="8269"/>
                    <a:pt x="10911" y="8004"/>
                    <a:pt x="11088" y="7615"/>
                  </a:cubicBezTo>
                  <a:cubicBezTo>
                    <a:pt x="11228" y="7317"/>
                    <a:pt x="11252" y="6976"/>
                    <a:pt x="11151" y="6664"/>
                  </a:cubicBezTo>
                  <a:cubicBezTo>
                    <a:pt x="11362" y="6472"/>
                    <a:pt x="11506" y="6217"/>
                    <a:pt x="11564" y="5939"/>
                  </a:cubicBezTo>
                  <a:cubicBezTo>
                    <a:pt x="11679" y="5415"/>
                    <a:pt x="11497" y="4915"/>
                    <a:pt x="11141" y="4694"/>
                  </a:cubicBezTo>
                  <a:cubicBezTo>
                    <a:pt x="11233" y="4368"/>
                    <a:pt x="11151" y="3964"/>
                    <a:pt x="10901" y="3623"/>
                  </a:cubicBezTo>
                  <a:cubicBezTo>
                    <a:pt x="10718" y="3378"/>
                    <a:pt x="10459" y="3200"/>
                    <a:pt x="10161" y="3123"/>
                  </a:cubicBezTo>
                  <a:cubicBezTo>
                    <a:pt x="10248" y="2835"/>
                    <a:pt x="10176" y="2499"/>
                    <a:pt x="9974" y="2220"/>
                  </a:cubicBezTo>
                  <a:cubicBezTo>
                    <a:pt x="9974" y="2220"/>
                    <a:pt x="9618" y="1793"/>
                    <a:pt x="9383" y="1740"/>
                  </a:cubicBezTo>
                  <a:cubicBezTo>
                    <a:pt x="9186" y="1697"/>
                    <a:pt x="9000" y="1631"/>
                    <a:pt x="8819" y="1631"/>
                  </a:cubicBezTo>
                  <a:cubicBezTo>
                    <a:pt x="8797" y="1631"/>
                    <a:pt x="8775" y="1632"/>
                    <a:pt x="8754" y="1634"/>
                  </a:cubicBezTo>
                  <a:cubicBezTo>
                    <a:pt x="8672" y="1308"/>
                    <a:pt x="8413" y="995"/>
                    <a:pt x="8033" y="827"/>
                  </a:cubicBezTo>
                  <a:cubicBezTo>
                    <a:pt x="7857" y="744"/>
                    <a:pt x="7665" y="702"/>
                    <a:pt x="7473" y="702"/>
                  </a:cubicBezTo>
                  <a:cubicBezTo>
                    <a:pt x="7366" y="702"/>
                    <a:pt x="7259" y="715"/>
                    <a:pt x="7154" y="741"/>
                  </a:cubicBezTo>
                  <a:cubicBezTo>
                    <a:pt x="6986" y="400"/>
                    <a:pt x="6587" y="145"/>
                    <a:pt x="6111" y="121"/>
                  </a:cubicBezTo>
                  <a:cubicBezTo>
                    <a:pt x="6081" y="119"/>
                    <a:pt x="6050" y="118"/>
                    <a:pt x="6019" y="118"/>
                  </a:cubicBezTo>
                  <a:cubicBezTo>
                    <a:pt x="5710" y="118"/>
                    <a:pt x="5410" y="227"/>
                    <a:pt x="5170" y="428"/>
                  </a:cubicBezTo>
                  <a:cubicBezTo>
                    <a:pt x="4983" y="162"/>
                    <a:pt x="4639" y="1"/>
                    <a:pt x="4251" y="1"/>
                  </a:cubicBezTo>
                  <a:close/>
                </a:path>
              </a:pathLst>
            </a:custGeom>
            <a:solidFill>
              <a:srgbClr val="9EAEB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67" name="Google Shape;8867;p69"/>
            <p:cNvSpPr/>
            <p:nvPr/>
          </p:nvSpPr>
          <p:spPr>
            <a:xfrm>
              <a:off x="6221007" y="3434108"/>
              <a:ext cx="3299" cy="6571"/>
            </a:xfrm>
            <a:custGeom>
              <a:avLst/>
              <a:gdLst/>
              <a:ahLst/>
              <a:cxnLst/>
              <a:rect l="l" t="t" r="r" b="b"/>
              <a:pathLst>
                <a:path w="126" h="251" extrusionOk="0">
                  <a:moveTo>
                    <a:pt x="125" y="0"/>
                  </a:moveTo>
                  <a:lnTo>
                    <a:pt x="125" y="0"/>
                  </a:lnTo>
                  <a:cubicBezTo>
                    <a:pt x="73" y="82"/>
                    <a:pt x="34" y="164"/>
                    <a:pt x="1" y="250"/>
                  </a:cubicBezTo>
                  <a:cubicBezTo>
                    <a:pt x="25" y="250"/>
                    <a:pt x="49" y="245"/>
                    <a:pt x="77" y="245"/>
                  </a:cubicBezTo>
                  <a:cubicBezTo>
                    <a:pt x="82" y="164"/>
                    <a:pt x="101" y="82"/>
                    <a:pt x="125" y="0"/>
                  </a:cubicBezTo>
                  <a:close/>
                </a:path>
              </a:pathLst>
            </a:custGeom>
            <a:solidFill>
              <a:srgbClr val="9EAEB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68" name="Google Shape;8868;p69"/>
            <p:cNvSpPr/>
            <p:nvPr/>
          </p:nvSpPr>
          <p:spPr>
            <a:xfrm>
              <a:off x="6360363" y="3584905"/>
              <a:ext cx="137105" cy="137759"/>
            </a:xfrm>
            <a:custGeom>
              <a:avLst/>
              <a:gdLst/>
              <a:ahLst/>
              <a:cxnLst/>
              <a:rect l="l" t="t" r="r" b="b"/>
              <a:pathLst>
                <a:path w="5237" h="5262" extrusionOk="0">
                  <a:moveTo>
                    <a:pt x="587" y="0"/>
                  </a:moveTo>
                  <a:cubicBezTo>
                    <a:pt x="587" y="0"/>
                    <a:pt x="1" y="1576"/>
                    <a:pt x="1821" y="2623"/>
                  </a:cubicBezTo>
                  <a:cubicBezTo>
                    <a:pt x="3277" y="3459"/>
                    <a:pt x="3921" y="4108"/>
                    <a:pt x="4021" y="4766"/>
                  </a:cubicBezTo>
                  <a:cubicBezTo>
                    <a:pt x="4064" y="5055"/>
                    <a:pt x="4310" y="5262"/>
                    <a:pt x="4593" y="5262"/>
                  </a:cubicBezTo>
                  <a:cubicBezTo>
                    <a:pt x="4629" y="5262"/>
                    <a:pt x="4666" y="5258"/>
                    <a:pt x="4704" y="5251"/>
                  </a:cubicBezTo>
                  <a:cubicBezTo>
                    <a:pt x="5026" y="5193"/>
                    <a:pt x="5237" y="4876"/>
                    <a:pt x="5165" y="4554"/>
                  </a:cubicBezTo>
                  <a:lnTo>
                    <a:pt x="4598" y="1951"/>
                  </a:lnTo>
                  <a:lnTo>
                    <a:pt x="4084" y="658"/>
                  </a:lnTo>
                  <a:cubicBezTo>
                    <a:pt x="4084" y="658"/>
                    <a:pt x="3518" y="696"/>
                    <a:pt x="2889" y="696"/>
                  </a:cubicBezTo>
                  <a:cubicBezTo>
                    <a:pt x="2172" y="696"/>
                    <a:pt x="1373" y="647"/>
                    <a:pt x="1235" y="437"/>
                  </a:cubicBezTo>
                  <a:cubicBezTo>
                    <a:pt x="1091" y="207"/>
                    <a:pt x="856" y="48"/>
                    <a:pt x="587" y="0"/>
                  </a:cubicBezTo>
                  <a:close/>
                </a:path>
              </a:pathLst>
            </a:custGeom>
            <a:solidFill>
              <a:srgbClr val="F5F7F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69" name="Google Shape;8869;p69"/>
            <p:cNvSpPr/>
            <p:nvPr/>
          </p:nvSpPr>
          <p:spPr>
            <a:xfrm>
              <a:off x="6451810" y="3602001"/>
              <a:ext cx="46208" cy="120768"/>
            </a:xfrm>
            <a:custGeom>
              <a:avLst/>
              <a:gdLst/>
              <a:ahLst/>
              <a:cxnLst/>
              <a:rect l="l" t="t" r="r" b="b"/>
              <a:pathLst>
                <a:path w="1765" h="4613" extrusionOk="0">
                  <a:moveTo>
                    <a:pt x="596" y="1"/>
                  </a:moveTo>
                  <a:cubicBezTo>
                    <a:pt x="596" y="1"/>
                    <a:pt x="351" y="20"/>
                    <a:pt x="0" y="29"/>
                  </a:cubicBezTo>
                  <a:lnTo>
                    <a:pt x="495" y="1278"/>
                  </a:lnTo>
                  <a:lnTo>
                    <a:pt x="1062" y="3882"/>
                  </a:lnTo>
                  <a:cubicBezTo>
                    <a:pt x="1115" y="4127"/>
                    <a:pt x="1004" y="4382"/>
                    <a:pt x="783" y="4512"/>
                  </a:cubicBezTo>
                  <a:cubicBezTo>
                    <a:pt x="886" y="4581"/>
                    <a:pt x="997" y="4612"/>
                    <a:pt x="1105" y="4612"/>
                  </a:cubicBezTo>
                  <a:cubicBezTo>
                    <a:pt x="1451" y="4612"/>
                    <a:pt x="1764" y="4293"/>
                    <a:pt x="1677" y="3901"/>
                  </a:cubicBezTo>
                  <a:lnTo>
                    <a:pt x="1681" y="3901"/>
                  </a:lnTo>
                  <a:lnTo>
                    <a:pt x="1115" y="1298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70" name="Google Shape;8870;p69"/>
            <p:cNvSpPr/>
            <p:nvPr/>
          </p:nvSpPr>
          <p:spPr>
            <a:xfrm>
              <a:off x="6412330" y="3579486"/>
              <a:ext cx="100714" cy="55737"/>
            </a:xfrm>
            <a:custGeom>
              <a:avLst/>
              <a:gdLst/>
              <a:ahLst/>
              <a:cxnLst/>
              <a:rect l="l" t="t" r="r" b="b"/>
              <a:pathLst>
                <a:path w="3847" h="2129" extrusionOk="0">
                  <a:moveTo>
                    <a:pt x="804" y="1"/>
                  </a:moveTo>
                  <a:cubicBezTo>
                    <a:pt x="337" y="1"/>
                    <a:pt x="0" y="440"/>
                    <a:pt x="115" y="894"/>
                  </a:cubicBezTo>
                  <a:lnTo>
                    <a:pt x="192" y="1288"/>
                  </a:lnTo>
                  <a:cubicBezTo>
                    <a:pt x="317" y="1783"/>
                    <a:pt x="763" y="2129"/>
                    <a:pt x="1273" y="2129"/>
                  </a:cubicBezTo>
                  <a:lnTo>
                    <a:pt x="2575" y="2129"/>
                  </a:lnTo>
                  <a:cubicBezTo>
                    <a:pt x="3084" y="2129"/>
                    <a:pt x="3531" y="1783"/>
                    <a:pt x="3655" y="1288"/>
                  </a:cubicBezTo>
                  <a:lnTo>
                    <a:pt x="3732" y="894"/>
                  </a:lnTo>
                  <a:cubicBezTo>
                    <a:pt x="3847" y="440"/>
                    <a:pt x="3510" y="1"/>
                    <a:pt x="3043" y="1"/>
                  </a:cubicBezTo>
                  <a:cubicBezTo>
                    <a:pt x="3041" y="1"/>
                    <a:pt x="3038" y="1"/>
                    <a:pt x="3036" y="1"/>
                  </a:cubicBezTo>
                  <a:lnTo>
                    <a:pt x="811" y="1"/>
                  </a:lnTo>
                  <a:cubicBezTo>
                    <a:pt x="809" y="1"/>
                    <a:pt x="806" y="1"/>
                    <a:pt x="804" y="1"/>
                  </a:cubicBezTo>
                  <a:close/>
                </a:path>
              </a:pathLst>
            </a:custGeom>
            <a:solidFill>
              <a:srgbClr val="8195A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71" name="Google Shape;8871;p69"/>
            <p:cNvSpPr/>
            <p:nvPr/>
          </p:nvSpPr>
          <p:spPr>
            <a:xfrm>
              <a:off x="6418587" y="3579748"/>
              <a:ext cx="94117" cy="55475"/>
            </a:xfrm>
            <a:custGeom>
              <a:avLst/>
              <a:gdLst/>
              <a:ahLst/>
              <a:cxnLst/>
              <a:rect l="l" t="t" r="r" b="b"/>
              <a:pathLst>
                <a:path w="3595" h="2119" extrusionOk="0">
                  <a:moveTo>
                    <a:pt x="2898" y="0"/>
                  </a:moveTo>
                  <a:lnTo>
                    <a:pt x="2898" y="0"/>
                  </a:lnTo>
                  <a:cubicBezTo>
                    <a:pt x="2912" y="92"/>
                    <a:pt x="2907" y="188"/>
                    <a:pt x="2883" y="284"/>
                  </a:cubicBezTo>
                  <a:lnTo>
                    <a:pt x="2806" y="678"/>
                  </a:lnTo>
                  <a:cubicBezTo>
                    <a:pt x="2681" y="1172"/>
                    <a:pt x="2235" y="1518"/>
                    <a:pt x="1725" y="1518"/>
                  </a:cubicBezTo>
                  <a:lnTo>
                    <a:pt x="428" y="1518"/>
                  </a:lnTo>
                  <a:cubicBezTo>
                    <a:pt x="279" y="1518"/>
                    <a:pt x="135" y="1490"/>
                    <a:pt x="1" y="1432"/>
                  </a:cubicBezTo>
                  <a:lnTo>
                    <a:pt x="1" y="1432"/>
                  </a:lnTo>
                  <a:cubicBezTo>
                    <a:pt x="174" y="1850"/>
                    <a:pt x="577" y="2119"/>
                    <a:pt x="1029" y="2119"/>
                  </a:cubicBezTo>
                  <a:lnTo>
                    <a:pt x="2336" y="2119"/>
                  </a:lnTo>
                  <a:cubicBezTo>
                    <a:pt x="2845" y="2119"/>
                    <a:pt x="3287" y="1778"/>
                    <a:pt x="3416" y="1283"/>
                  </a:cubicBezTo>
                  <a:lnTo>
                    <a:pt x="3493" y="884"/>
                  </a:lnTo>
                  <a:cubicBezTo>
                    <a:pt x="3594" y="471"/>
                    <a:pt x="3320" y="63"/>
                    <a:pt x="2898" y="0"/>
                  </a:cubicBezTo>
                  <a:close/>
                </a:path>
              </a:pathLst>
            </a:custGeom>
            <a:solidFill>
              <a:srgbClr val="71889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72" name="Google Shape;8872;p69"/>
            <p:cNvSpPr/>
            <p:nvPr/>
          </p:nvSpPr>
          <p:spPr>
            <a:xfrm>
              <a:off x="6373374" y="3416227"/>
              <a:ext cx="99955" cy="61261"/>
            </a:xfrm>
            <a:custGeom>
              <a:avLst/>
              <a:gdLst/>
              <a:ahLst/>
              <a:cxnLst/>
              <a:rect l="l" t="t" r="r" b="b"/>
              <a:pathLst>
                <a:path w="3818" h="2340" extrusionOk="0">
                  <a:moveTo>
                    <a:pt x="900" y="0"/>
                  </a:moveTo>
                  <a:cubicBezTo>
                    <a:pt x="674" y="0"/>
                    <a:pt x="446" y="49"/>
                    <a:pt x="229" y="150"/>
                  </a:cubicBezTo>
                  <a:cubicBezTo>
                    <a:pt x="1" y="241"/>
                    <a:pt x="105" y="550"/>
                    <a:pt x="302" y="550"/>
                  </a:cubicBezTo>
                  <a:cubicBezTo>
                    <a:pt x="333" y="550"/>
                    <a:pt x="367" y="543"/>
                    <a:pt x="402" y="525"/>
                  </a:cubicBezTo>
                  <a:cubicBezTo>
                    <a:pt x="561" y="452"/>
                    <a:pt x="729" y="417"/>
                    <a:pt x="895" y="417"/>
                  </a:cubicBezTo>
                  <a:cubicBezTo>
                    <a:pt x="1307" y="417"/>
                    <a:pt x="1704" y="633"/>
                    <a:pt x="1920" y="1010"/>
                  </a:cubicBezTo>
                  <a:cubicBezTo>
                    <a:pt x="1622" y="1346"/>
                    <a:pt x="1550" y="1822"/>
                    <a:pt x="1737" y="2225"/>
                  </a:cubicBezTo>
                  <a:cubicBezTo>
                    <a:pt x="1778" y="2306"/>
                    <a:pt x="1847" y="2340"/>
                    <a:pt x="1915" y="2340"/>
                  </a:cubicBezTo>
                  <a:cubicBezTo>
                    <a:pt x="2047" y="2340"/>
                    <a:pt x="2178" y="2214"/>
                    <a:pt x="2112" y="2052"/>
                  </a:cubicBezTo>
                  <a:cubicBezTo>
                    <a:pt x="1949" y="1697"/>
                    <a:pt x="2098" y="1279"/>
                    <a:pt x="2453" y="1111"/>
                  </a:cubicBezTo>
                  <a:cubicBezTo>
                    <a:pt x="2551" y="1066"/>
                    <a:pt x="2653" y="1045"/>
                    <a:pt x="2754" y="1045"/>
                  </a:cubicBezTo>
                  <a:cubicBezTo>
                    <a:pt x="3021" y="1045"/>
                    <a:pt x="3276" y="1194"/>
                    <a:pt x="3395" y="1452"/>
                  </a:cubicBezTo>
                  <a:cubicBezTo>
                    <a:pt x="3433" y="1525"/>
                    <a:pt x="3506" y="1568"/>
                    <a:pt x="3582" y="1568"/>
                  </a:cubicBezTo>
                  <a:cubicBezTo>
                    <a:pt x="3611" y="1568"/>
                    <a:pt x="3641" y="1561"/>
                    <a:pt x="3669" y="1548"/>
                  </a:cubicBezTo>
                  <a:cubicBezTo>
                    <a:pt x="3769" y="1500"/>
                    <a:pt x="3818" y="1380"/>
                    <a:pt x="3769" y="1274"/>
                  </a:cubicBezTo>
                  <a:cubicBezTo>
                    <a:pt x="3582" y="869"/>
                    <a:pt x="3182" y="630"/>
                    <a:pt x="2765" y="630"/>
                  </a:cubicBezTo>
                  <a:cubicBezTo>
                    <a:pt x="2594" y="630"/>
                    <a:pt x="2420" y="670"/>
                    <a:pt x="2256" y="755"/>
                  </a:cubicBezTo>
                  <a:cubicBezTo>
                    <a:pt x="1955" y="272"/>
                    <a:pt x="1436" y="0"/>
                    <a:pt x="900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73" name="Google Shape;8873;p69"/>
            <p:cNvSpPr/>
            <p:nvPr/>
          </p:nvSpPr>
          <p:spPr>
            <a:xfrm>
              <a:off x="6249517" y="3463456"/>
              <a:ext cx="84771" cy="48093"/>
            </a:xfrm>
            <a:custGeom>
              <a:avLst/>
              <a:gdLst/>
              <a:ahLst/>
              <a:cxnLst/>
              <a:rect l="l" t="t" r="r" b="b"/>
              <a:pathLst>
                <a:path w="3238" h="1837" extrusionOk="0">
                  <a:moveTo>
                    <a:pt x="2481" y="0"/>
                  </a:moveTo>
                  <a:cubicBezTo>
                    <a:pt x="2023" y="0"/>
                    <a:pt x="1585" y="255"/>
                    <a:pt x="1366" y="695"/>
                  </a:cubicBezTo>
                  <a:cubicBezTo>
                    <a:pt x="1212" y="646"/>
                    <a:pt x="1053" y="622"/>
                    <a:pt x="895" y="622"/>
                  </a:cubicBezTo>
                  <a:cubicBezTo>
                    <a:pt x="668" y="622"/>
                    <a:pt x="442" y="671"/>
                    <a:pt x="233" y="767"/>
                  </a:cubicBezTo>
                  <a:cubicBezTo>
                    <a:pt x="1" y="858"/>
                    <a:pt x="105" y="1168"/>
                    <a:pt x="304" y="1168"/>
                  </a:cubicBezTo>
                  <a:cubicBezTo>
                    <a:pt x="336" y="1168"/>
                    <a:pt x="370" y="1160"/>
                    <a:pt x="406" y="1142"/>
                  </a:cubicBezTo>
                  <a:cubicBezTo>
                    <a:pt x="568" y="1066"/>
                    <a:pt x="739" y="1030"/>
                    <a:pt x="907" y="1030"/>
                  </a:cubicBezTo>
                  <a:cubicBezTo>
                    <a:pt x="1355" y="1030"/>
                    <a:pt x="1784" y="1285"/>
                    <a:pt x="1986" y="1718"/>
                  </a:cubicBezTo>
                  <a:cubicBezTo>
                    <a:pt x="2026" y="1802"/>
                    <a:pt x="2095" y="1837"/>
                    <a:pt x="2164" y="1837"/>
                  </a:cubicBezTo>
                  <a:cubicBezTo>
                    <a:pt x="2297" y="1837"/>
                    <a:pt x="2432" y="1707"/>
                    <a:pt x="2356" y="1545"/>
                  </a:cubicBezTo>
                  <a:cubicBezTo>
                    <a:pt x="2226" y="1262"/>
                    <a:pt x="2010" y="1022"/>
                    <a:pt x="1746" y="858"/>
                  </a:cubicBezTo>
                  <a:cubicBezTo>
                    <a:pt x="1894" y="577"/>
                    <a:pt x="2182" y="413"/>
                    <a:pt x="2481" y="413"/>
                  </a:cubicBezTo>
                  <a:cubicBezTo>
                    <a:pt x="2601" y="413"/>
                    <a:pt x="2722" y="439"/>
                    <a:pt x="2836" y="493"/>
                  </a:cubicBezTo>
                  <a:cubicBezTo>
                    <a:pt x="2871" y="511"/>
                    <a:pt x="2905" y="519"/>
                    <a:pt x="2936" y="519"/>
                  </a:cubicBezTo>
                  <a:cubicBezTo>
                    <a:pt x="3133" y="519"/>
                    <a:pt x="3237" y="210"/>
                    <a:pt x="3009" y="119"/>
                  </a:cubicBezTo>
                  <a:cubicBezTo>
                    <a:pt x="2838" y="38"/>
                    <a:pt x="2658" y="0"/>
                    <a:pt x="2481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74" name="Google Shape;8874;p69"/>
            <p:cNvSpPr/>
            <p:nvPr/>
          </p:nvSpPr>
          <p:spPr>
            <a:xfrm>
              <a:off x="6412618" y="3514821"/>
              <a:ext cx="53407" cy="22305"/>
            </a:xfrm>
            <a:custGeom>
              <a:avLst/>
              <a:gdLst/>
              <a:ahLst/>
              <a:cxnLst/>
              <a:rect l="l" t="t" r="r" b="b"/>
              <a:pathLst>
                <a:path w="2040" h="852" extrusionOk="0">
                  <a:moveTo>
                    <a:pt x="918" y="1"/>
                  </a:moveTo>
                  <a:cubicBezTo>
                    <a:pt x="662" y="1"/>
                    <a:pt x="404" y="78"/>
                    <a:pt x="181" y="237"/>
                  </a:cubicBezTo>
                  <a:cubicBezTo>
                    <a:pt x="1" y="370"/>
                    <a:pt x="127" y="615"/>
                    <a:pt x="300" y="615"/>
                  </a:cubicBezTo>
                  <a:cubicBezTo>
                    <a:pt x="339" y="615"/>
                    <a:pt x="380" y="602"/>
                    <a:pt x="421" y="573"/>
                  </a:cubicBezTo>
                  <a:cubicBezTo>
                    <a:pt x="572" y="465"/>
                    <a:pt x="746" y="413"/>
                    <a:pt x="917" y="413"/>
                  </a:cubicBezTo>
                  <a:cubicBezTo>
                    <a:pt x="1182" y="413"/>
                    <a:pt x="1443" y="537"/>
                    <a:pt x="1612" y="770"/>
                  </a:cubicBezTo>
                  <a:cubicBezTo>
                    <a:pt x="1651" y="823"/>
                    <a:pt x="1708" y="852"/>
                    <a:pt x="1776" y="852"/>
                  </a:cubicBezTo>
                  <a:cubicBezTo>
                    <a:pt x="1944" y="852"/>
                    <a:pt x="2040" y="664"/>
                    <a:pt x="1944" y="525"/>
                  </a:cubicBezTo>
                  <a:cubicBezTo>
                    <a:pt x="1697" y="182"/>
                    <a:pt x="1310" y="1"/>
                    <a:pt x="918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75" name="Google Shape;8875;p69"/>
            <p:cNvSpPr/>
            <p:nvPr/>
          </p:nvSpPr>
          <p:spPr>
            <a:xfrm>
              <a:off x="6337848" y="3489086"/>
              <a:ext cx="45475" cy="33720"/>
            </a:xfrm>
            <a:custGeom>
              <a:avLst/>
              <a:gdLst/>
              <a:ahLst/>
              <a:cxnLst/>
              <a:rect l="l" t="t" r="r" b="b"/>
              <a:pathLst>
                <a:path w="1737" h="1288" extrusionOk="0">
                  <a:moveTo>
                    <a:pt x="1513" y="0"/>
                  </a:moveTo>
                  <a:cubicBezTo>
                    <a:pt x="1425" y="0"/>
                    <a:pt x="1337" y="51"/>
                    <a:pt x="1312" y="163"/>
                  </a:cubicBezTo>
                  <a:cubicBezTo>
                    <a:pt x="1247" y="577"/>
                    <a:pt x="884" y="871"/>
                    <a:pt x="477" y="871"/>
                  </a:cubicBezTo>
                  <a:cubicBezTo>
                    <a:pt x="431" y="871"/>
                    <a:pt x="384" y="867"/>
                    <a:pt x="337" y="860"/>
                  </a:cubicBezTo>
                  <a:cubicBezTo>
                    <a:pt x="318" y="855"/>
                    <a:pt x="300" y="853"/>
                    <a:pt x="283" y="853"/>
                  </a:cubicBezTo>
                  <a:cubicBezTo>
                    <a:pt x="45" y="853"/>
                    <a:pt x="0" y="1236"/>
                    <a:pt x="270" y="1268"/>
                  </a:cubicBezTo>
                  <a:cubicBezTo>
                    <a:pt x="342" y="1277"/>
                    <a:pt x="409" y="1287"/>
                    <a:pt x="481" y="1287"/>
                  </a:cubicBezTo>
                  <a:cubicBezTo>
                    <a:pt x="1096" y="1282"/>
                    <a:pt x="1620" y="835"/>
                    <a:pt x="1720" y="225"/>
                  </a:cubicBezTo>
                  <a:cubicBezTo>
                    <a:pt x="1737" y="83"/>
                    <a:pt x="1624" y="0"/>
                    <a:pt x="1513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76" name="Google Shape;8876;p69"/>
            <p:cNvSpPr/>
            <p:nvPr/>
          </p:nvSpPr>
          <p:spPr>
            <a:xfrm>
              <a:off x="6192470" y="3360516"/>
              <a:ext cx="368510" cy="367750"/>
            </a:xfrm>
            <a:custGeom>
              <a:avLst/>
              <a:gdLst/>
              <a:ahLst/>
              <a:cxnLst/>
              <a:rect l="l" t="t" r="r" b="b"/>
              <a:pathLst>
                <a:path w="14076" h="14047" extrusionOk="0">
                  <a:moveTo>
                    <a:pt x="6375" y="1"/>
                  </a:moveTo>
                  <a:cubicBezTo>
                    <a:pt x="5984" y="1"/>
                    <a:pt x="5582" y="142"/>
                    <a:pt x="5285" y="419"/>
                  </a:cubicBezTo>
                  <a:cubicBezTo>
                    <a:pt x="5101" y="330"/>
                    <a:pt x="4898" y="288"/>
                    <a:pt x="4691" y="288"/>
                  </a:cubicBezTo>
                  <a:cubicBezTo>
                    <a:pt x="4215" y="288"/>
                    <a:pt x="3723" y="511"/>
                    <a:pt x="3425" y="899"/>
                  </a:cubicBezTo>
                  <a:cubicBezTo>
                    <a:pt x="3375" y="893"/>
                    <a:pt x="3325" y="889"/>
                    <a:pt x="3274" y="889"/>
                  </a:cubicBezTo>
                  <a:cubicBezTo>
                    <a:pt x="2625" y="889"/>
                    <a:pt x="1977" y="1421"/>
                    <a:pt x="1826" y="2134"/>
                  </a:cubicBezTo>
                  <a:cubicBezTo>
                    <a:pt x="1119" y="2283"/>
                    <a:pt x="639" y="3138"/>
                    <a:pt x="822" y="3931"/>
                  </a:cubicBezTo>
                  <a:cubicBezTo>
                    <a:pt x="125" y="4300"/>
                    <a:pt x="0" y="5405"/>
                    <a:pt x="581" y="6097"/>
                  </a:cubicBezTo>
                  <a:cubicBezTo>
                    <a:pt x="441" y="6985"/>
                    <a:pt x="1099" y="7830"/>
                    <a:pt x="1847" y="7830"/>
                  </a:cubicBezTo>
                  <a:cubicBezTo>
                    <a:pt x="1942" y="7830"/>
                    <a:pt x="2037" y="7817"/>
                    <a:pt x="2133" y="7788"/>
                  </a:cubicBezTo>
                  <a:cubicBezTo>
                    <a:pt x="2332" y="8037"/>
                    <a:pt x="2719" y="8215"/>
                    <a:pt x="3096" y="8215"/>
                  </a:cubicBezTo>
                  <a:cubicBezTo>
                    <a:pt x="3155" y="8215"/>
                    <a:pt x="3214" y="8210"/>
                    <a:pt x="3272" y="8201"/>
                  </a:cubicBezTo>
                  <a:cubicBezTo>
                    <a:pt x="3850" y="9401"/>
                    <a:pt x="4710" y="9900"/>
                    <a:pt x="5845" y="9900"/>
                  </a:cubicBezTo>
                  <a:cubicBezTo>
                    <a:pt x="6142" y="9900"/>
                    <a:pt x="6458" y="9866"/>
                    <a:pt x="6793" y="9801"/>
                  </a:cubicBezTo>
                  <a:cubicBezTo>
                    <a:pt x="6932" y="10291"/>
                    <a:pt x="7283" y="10887"/>
                    <a:pt x="8129" y="11377"/>
                  </a:cubicBezTo>
                  <a:cubicBezTo>
                    <a:pt x="9493" y="12160"/>
                    <a:pt x="10137" y="12775"/>
                    <a:pt x="10228" y="13375"/>
                  </a:cubicBezTo>
                  <a:cubicBezTo>
                    <a:pt x="10288" y="13768"/>
                    <a:pt x="10624" y="14047"/>
                    <a:pt x="11005" y="14047"/>
                  </a:cubicBezTo>
                  <a:cubicBezTo>
                    <a:pt x="11053" y="14047"/>
                    <a:pt x="11102" y="14043"/>
                    <a:pt x="11150" y="14033"/>
                  </a:cubicBezTo>
                  <a:cubicBezTo>
                    <a:pt x="11592" y="13957"/>
                    <a:pt x="11876" y="13524"/>
                    <a:pt x="11780" y="13092"/>
                  </a:cubicBezTo>
                  <a:lnTo>
                    <a:pt x="11251" y="10661"/>
                  </a:lnTo>
                  <a:cubicBezTo>
                    <a:pt x="11799" y="10541"/>
                    <a:pt x="12174" y="10104"/>
                    <a:pt x="12250" y="9700"/>
                  </a:cubicBezTo>
                  <a:cubicBezTo>
                    <a:pt x="12289" y="9345"/>
                    <a:pt x="12423" y="9177"/>
                    <a:pt x="12270" y="8759"/>
                  </a:cubicBezTo>
                  <a:cubicBezTo>
                    <a:pt x="13101" y="8691"/>
                    <a:pt x="13696" y="7759"/>
                    <a:pt x="13504" y="6933"/>
                  </a:cubicBezTo>
                  <a:cubicBezTo>
                    <a:pt x="14066" y="6328"/>
                    <a:pt x="14076" y="5300"/>
                    <a:pt x="13490" y="4800"/>
                  </a:cubicBezTo>
                  <a:cubicBezTo>
                    <a:pt x="13586" y="4142"/>
                    <a:pt x="13158" y="3431"/>
                    <a:pt x="12519" y="3172"/>
                  </a:cubicBezTo>
                  <a:cubicBezTo>
                    <a:pt x="12539" y="2917"/>
                    <a:pt x="12486" y="2662"/>
                    <a:pt x="12356" y="2441"/>
                  </a:cubicBezTo>
                  <a:cubicBezTo>
                    <a:pt x="12317" y="2350"/>
                    <a:pt x="12246" y="2313"/>
                    <a:pt x="12175" y="2313"/>
                  </a:cubicBezTo>
                  <a:cubicBezTo>
                    <a:pt x="12029" y="2313"/>
                    <a:pt x="11879" y="2472"/>
                    <a:pt x="11996" y="2643"/>
                  </a:cubicBezTo>
                  <a:cubicBezTo>
                    <a:pt x="12106" y="2826"/>
                    <a:pt x="12140" y="3047"/>
                    <a:pt x="12087" y="3258"/>
                  </a:cubicBezTo>
                  <a:cubicBezTo>
                    <a:pt x="12053" y="3373"/>
                    <a:pt x="12121" y="3489"/>
                    <a:pt x="12236" y="3517"/>
                  </a:cubicBezTo>
                  <a:cubicBezTo>
                    <a:pt x="12803" y="3652"/>
                    <a:pt x="13206" y="4315"/>
                    <a:pt x="13062" y="4839"/>
                  </a:cubicBezTo>
                  <a:cubicBezTo>
                    <a:pt x="13038" y="4925"/>
                    <a:pt x="13072" y="5016"/>
                    <a:pt x="13149" y="5069"/>
                  </a:cubicBezTo>
                  <a:cubicBezTo>
                    <a:pt x="13519" y="5305"/>
                    <a:pt x="13644" y="5929"/>
                    <a:pt x="13360" y="6438"/>
                  </a:cubicBezTo>
                  <a:cubicBezTo>
                    <a:pt x="13245" y="6169"/>
                    <a:pt x="13067" y="5929"/>
                    <a:pt x="12841" y="5737"/>
                  </a:cubicBezTo>
                  <a:cubicBezTo>
                    <a:pt x="12795" y="5691"/>
                    <a:pt x="12744" y="5671"/>
                    <a:pt x="12696" y="5671"/>
                  </a:cubicBezTo>
                  <a:cubicBezTo>
                    <a:pt x="12529" y="5671"/>
                    <a:pt x="12392" y="5903"/>
                    <a:pt x="12567" y="6044"/>
                  </a:cubicBezTo>
                  <a:cubicBezTo>
                    <a:pt x="12832" y="6265"/>
                    <a:pt x="13009" y="6568"/>
                    <a:pt x="13077" y="6904"/>
                  </a:cubicBezTo>
                  <a:cubicBezTo>
                    <a:pt x="13081" y="6914"/>
                    <a:pt x="13072" y="6923"/>
                    <a:pt x="13081" y="6933"/>
                  </a:cubicBezTo>
                  <a:cubicBezTo>
                    <a:pt x="13303" y="7586"/>
                    <a:pt x="12760" y="8366"/>
                    <a:pt x="12190" y="8366"/>
                  </a:cubicBezTo>
                  <a:cubicBezTo>
                    <a:pt x="12106" y="8366"/>
                    <a:pt x="12021" y="8349"/>
                    <a:pt x="11938" y="8312"/>
                  </a:cubicBezTo>
                  <a:cubicBezTo>
                    <a:pt x="11935" y="8311"/>
                    <a:pt x="11932" y="8310"/>
                    <a:pt x="11930" y="8310"/>
                  </a:cubicBezTo>
                  <a:cubicBezTo>
                    <a:pt x="11922" y="8310"/>
                    <a:pt x="11916" y="8313"/>
                    <a:pt x="11908" y="8313"/>
                  </a:cubicBezTo>
                  <a:cubicBezTo>
                    <a:pt x="11906" y="8313"/>
                    <a:pt x="11903" y="8313"/>
                    <a:pt x="11900" y="8312"/>
                  </a:cubicBezTo>
                  <a:cubicBezTo>
                    <a:pt x="11760" y="8216"/>
                    <a:pt x="11597" y="8168"/>
                    <a:pt x="11429" y="8163"/>
                  </a:cubicBezTo>
                  <a:lnTo>
                    <a:pt x="10410" y="8163"/>
                  </a:lnTo>
                  <a:cubicBezTo>
                    <a:pt x="10137" y="8163"/>
                    <a:pt x="10137" y="8571"/>
                    <a:pt x="10410" y="8571"/>
                  </a:cubicBezTo>
                  <a:lnTo>
                    <a:pt x="11424" y="8571"/>
                  </a:lnTo>
                  <a:cubicBezTo>
                    <a:pt x="11760" y="8571"/>
                    <a:pt x="12005" y="8888"/>
                    <a:pt x="11924" y="9210"/>
                  </a:cubicBezTo>
                  <a:cubicBezTo>
                    <a:pt x="11919" y="9220"/>
                    <a:pt x="11904" y="9301"/>
                    <a:pt x="11847" y="9614"/>
                  </a:cubicBezTo>
                  <a:cubicBezTo>
                    <a:pt x="11741" y="10012"/>
                    <a:pt x="11381" y="10291"/>
                    <a:pt x="10968" y="10291"/>
                  </a:cubicBezTo>
                  <a:lnTo>
                    <a:pt x="9666" y="10291"/>
                  </a:lnTo>
                  <a:cubicBezTo>
                    <a:pt x="9248" y="10291"/>
                    <a:pt x="8888" y="10012"/>
                    <a:pt x="8787" y="9614"/>
                  </a:cubicBezTo>
                  <a:cubicBezTo>
                    <a:pt x="8724" y="9301"/>
                    <a:pt x="8715" y="9225"/>
                    <a:pt x="8710" y="9210"/>
                  </a:cubicBezTo>
                  <a:cubicBezTo>
                    <a:pt x="8628" y="8888"/>
                    <a:pt x="8873" y="8571"/>
                    <a:pt x="9205" y="8571"/>
                  </a:cubicBezTo>
                  <a:lnTo>
                    <a:pt x="9526" y="8571"/>
                  </a:lnTo>
                  <a:cubicBezTo>
                    <a:pt x="9800" y="8571"/>
                    <a:pt x="9800" y="8163"/>
                    <a:pt x="9526" y="8163"/>
                  </a:cubicBezTo>
                  <a:lnTo>
                    <a:pt x="9205" y="8163"/>
                  </a:lnTo>
                  <a:cubicBezTo>
                    <a:pt x="8604" y="8163"/>
                    <a:pt x="8167" y="8725"/>
                    <a:pt x="8311" y="9306"/>
                  </a:cubicBezTo>
                  <a:cubicBezTo>
                    <a:pt x="8364" y="9609"/>
                    <a:pt x="8383" y="9700"/>
                    <a:pt x="8383" y="9710"/>
                  </a:cubicBezTo>
                  <a:cubicBezTo>
                    <a:pt x="8532" y="10296"/>
                    <a:pt x="9060" y="10704"/>
                    <a:pt x="9666" y="10704"/>
                  </a:cubicBezTo>
                  <a:lnTo>
                    <a:pt x="10843" y="10704"/>
                  </a:lnTo>
                  <a:lnTo>
                    <a:pt x="11381" y="13174"/>
                  </a:lnTo>
                  <a:cubicBezTo>
                    <a:pt x="11429" y="13380"/>
                    <a:pt x="11290" y="13587"/>
                    <a:pt x="11078" y="13625"/>
                  </a:cubicBezTo>
                  <a:cubicBezTo>
                    <a:pt x="11056" y="13629"/>
                    <a:pt x="11033" y="13631"/>
                    <a:pt x="11011" y="13631"/>
                  </a:cubicBezTo>
                  <a:cubicBezTo>
                    <a:pt x="10830" y="13631"/>
                    <a:pt x="10667" y="13496"/>
                    <a:pt x="10641" y="13308"/>
                  </a:cubicBezTo>
                  <a:cubicBezTo>
                    <a:pt x="10521" y="12559"/>
                    <a:pt x="9834" y="11876"/>
                    <a:pt x="8340" y="11017"/>
                  </a:cubicBezTo>
                  <a:cubicBezTo>
                    <a:pt x="7326" y="10430"/>
                    <a:pt x="7019" y="9590"/>
                    <a:pt x="7144" y="8864"/>
                  </a:cubicBezTo>
                  <a:lnTo>
                    <a:pt x="7144" y="8864"/>
                  </a:lnTo>
                  <a:cubicBezTo>
                    <a:pt x="7518" y="9037"/>
                    <a:pt x="7456" y="9215"/>
                    <a:pt x="7653" y="9215"/>
                  </a:cubicBezTo>
                  <a:cubicBezTo>
                    <a:pt x="7816" y="9210"/>
                    <a:pt x="7912" y="9023"/>
                    <a:pt x="7816" y="8888"/>
                  </a:cubicBezTo>
                  <a:cubicBezTo>
                    <a:pt x="7648" y="8663"/>
                    <a:pt x="7408" y="8499"/>
                    <a:pt x="7134" y="8432"/>
                  </a:cubicBezTo>
                  <a:cubicBezTo>
                    <a:pt x="7115" y="8413"/>
                    <a:pt x="7105" y="8389"/>
                    <a:pt x="7076" y="8379"/>
                  </a:cubicBezTo>
                  <a:cubicBezTo>
                    <a:pt x="7051" y="8370"/>
                    <a:pt x="7025" y="8365"/>
                    <a:pt x="7000" y="8365"/>
                  </a:cubicBezTo>
                  <a:cubicBezTo>
                    <a:pt x="6971" y="8365"/>
                    <a:pt x="6943" y="8371"/>
                    <a:pt x="6918" y="8384"/>
                  </a:cubicBezTo>
                  <a:cubicBezTo>
                    <a:pt x="6871" y="8379"/>
                    <a:pt x="6825" y="8376"/>
                    <a:pt x="6778" y="8376"/>
                  </a:cubicBezTo>
                  <a:cubicBezTo>
                    <a:pt x="6522" y="8376"/>
                    <a:pt x="6269" y="8454"/>
                    <a:pt x="6058" y="8600"/>
                  </a:cubicBezTo>
                  <a:cubicBezTo>
                    <a:pt x="5877" y="8730"/>
                    <a:pt x="6005" y="8978"/>
                    <a:pt x="6178" y="8978"/>
                  </a:cubicBezTo>
                  <a:cubicBezTo>
                    <a:pt x="6217" y="8978"/>
                    <a:pt x="6258" y="8965"/>
                    <a:pt x="6298" y="8936"/>
                  </a:cubicBezTo>
                  <a:cubicBezTo>
                    <a:pt x="6428" y="8845"/>
                    <a:pt x="6582" y="8797"/>
                    <a:pt x="6740" y="8792"/>
                  </a:cubicBezTo>
                  <a:lnTo>
                    <a:pt x="6740" y="8792"/>
                  </a:lnTo>
                  <a:cubicBezTo>
                    <a:pt x="6711" y="8989"/>
                    <a:pt x="6707" y="9191"/>
                    <a:pt x="6726" y="9388"/>
                  </a:cubicBezTo>
                  <a:cubicBezTo>
                    <a:pt x="6409" y="9450"/>
                    <a:pt x="6118" y="9482"/>
                    <a:pt x="5850" y="9482"/>
                  </a:cubicBezTo>
                  <a:cubicBezTo>
                    <a:pt x="4775" y="9482"/>
                    <a:pt x="4069" y="8972"/>
                    <a:pt x="3589" y="7884"/>
                  </a:cubicBezTo>
                  <a:cubicBezTo>
                    <a:pt x="3536" y="7678"/>
                    <a:pt x="3488" y="7341"/>
                    <a:pt x="3536" y="7197"/>
                  </a:cubicBezTo>
                  <a:cubicBezTo>
                    <a:pt x="3569" y="7092"/>
                    <a:pt x="3512" y="6976"/>
                    <a:pt x="3406" y="6938"/>
                  </a:cubicBezTo>
                  <a:cubicBezTo>
                    <a:pt x="3385" y="6931"/>
                    <a:pt x="3364" y="6928"/>
                    <a:pt x="3343" y="6928"/>
                  </a:cubicBezTo>
                  <a:cubicBezTo>
                    <a:pt x="3254" y="6928"/>
                    <a:pt x="3173" y="6983"/>
                    <a:pt x="3142" y="7072"/>
                  </a:cubicBezTo>
                  <a:cubicBezTo>
                    <a:pt x="3075" y="7274"/>
                    <a:pt x="3108" y="7572"/>
                    <a:pt x="3147" y="7779"/>
                  </a:cubicBezTo>
                  <a:cubicBezTo>
                    <a:pt x="3122" y="7780"/>
                    <a:pt x="3097" y="7781"/>
                    <a:pt x="3073" y="7781"/>
                  </a:cubicBezTo>
                  <a:cubicBezTo>
                    <a:pt x="2722" y="7781"/>
                    <a:pt x="2466" y="7592"/>
                    <a:pt x="2412" y="7457"/>
                  </a:cubicBezTo>
                  <a:cubicBezTo>
                    <a:pt x="2392" y="7399"/>
                    <a:pt x="2349" y="7356"/>
                    <a:pt x="2292" y="7337"/>
                  </a:cubicBezTo>
                  <a:cubicBezTo>
                    <a:pt x="2264" y="7325"/>
                    <a:pt x="2240" y="7321"/>
                    <a:pt x="2218" y="7321"/>
                  </a:cubicBezTo>
                  <a:cubicBezTo>
                    <a:pt x="2147" y="7321"/>
                    <a:pt x="2095" y="7368"/>
                    <a:pt x="2003" y="7389"/>
                  </a:cubicBezTo>
                  <a:cubicBezTo>
                    <a:pt x="1950" y="7405"/>
                    <a:pt x="1896" y="7412"/>
                    <a:pt x="1843" y="7412"/>
                  </a:cubicBezTo>
                  <a:cubicBezTo>
                    <a:pt x="1320" y="7412"/>
                    <a:pt x="851" y="6719"/>
                    <a:pt x="1004" y="6073"/>
                  </a:cubicBezTo>
                  <a:cubicBezTo>
                    <a:pt x="1057" y="5862"/>
                    <a:pt x="798" y="5862"/>
                    <a:pt x="668" y="5377"/>
                  </a:cubicBezTo>
                  <a:cubicBezTo>
                    <a:pt x="524" y="4863"/>
                    <a:pt x="725" y="4353"/>
                    <a:pt x="1129" y="4243"/>
                  </a:cubicBezTo>
                  <a:cubicBezTo>
                    <a:pt x="1244" y="4209"/>
                    <a:pt x="1312" y="4084"/>
                    <a:pt x="1264" y="3969"/>
                  </a:cubicBezTo>
                  <a:cubicBezTo>
                    <a:pt x="1023" y="3340"/>
                    <a:pt x="1441" y="2537"/>
                    <a:pt x="2013" y="2513"/>
                  </a:cubicBezTo>
                  <a:cubicBezTo>
                    <a:pt x="2119" y="2509"/>
                    <a:pt x="2205" y="2427"/>
                    <a:pt x="2215" y="2326"/>
                  </a:cubicBezTo>
                  <a:cubicBezTo>
                    <a:pt x="2261" y="1771"/>
                    <a:pt x="2775" y="1290"/>
                    <a:pt x="3265" y="1290"/>
                  </a:cubicBezTo>
                  <a:cubicBezTo>
                    <a:pt x="3331" y="1290"/>
                    <a:pt x="3396" y="1299"/>
                    <a:pt x="3459" y="1317"/>
                  </a:cubicBezTo>
                  <a:cubicBezTo>
                    <a:pt x="3479" y="1324"/>
                    <a:pt x="3500" y="1327"/>
                    <a:pt x="3520" y="1327"/>
                  </a:cubicBezTo>
                  <a:cubicBezTo>
                    <a:pt x="3591" y="1327"/>
                    <a:pt x="3657" y="1289"/>
                    <a:pt x="3694" y="1226"/>
                  </a:cubicBezTo>
                  <a:cubicBezTo>
                    <a:pt x="3893" y="896"/>
                    <a:pt x="4299" y="689"/>
                    <a:pt x="4687" y="689"/>
                  </a:cubicBezTo>
                  <a:cubicBezTo>
                    <a:pt x="4796" y="689"/>
                    <a:pt x="4904" y="706"/>
                    <a:pt x="5006" y="741"/>
                  </a:cubicBezTo>
                  <a:cubicBezTo>
                    <a:pt x="4915" y="870"/>
                    <a:pt x="4862" y="1019"/>
                    <a:pt x="4847" y="1173"/>
                  </a:cubicBezTo>
                  <a:cubicBezTo>
                    <a:pt x="4804" y="1183"/>
                    <a:pt x="4761" y="1192"/>
                    <a:pt x="4722" y="1202"/>
                  </a:cubicBezTo>
                  <a:cubicBezTo>
                    <a:pt x="4530" y="1269"/>
                    <a:pt x="4353" y="1375"/>
                    <a:pt x="4204" y="1509"/>
                  </a:cubicBezTo>
                  <a:cubicBezTo>
                    <a:pt x="4127" y="1591"/>
                    <a:pt x="4122" y="1721"/>
                    <a:pt x="4204" y="1802"/>
                  </a:cubicBezTo>
                  <a:cubicBezTo>
                    <a:pt x="4242" y="1843"/>
                    <a:pt x="4295" y="1864"/>
                    <a:pt x="4348" y="1864"/>
                  </a:cubicBezTo>
                  <a:cubicBezTo>
                    <a:pt x="4402" y="1864"/>
                    <a:pt x="4456" y="1843"/>
                    <a:pt x="4497" y="1802"/>
                  </a:cubicBezTo>
                  <a:cubicBezTo>
                    <a:pt x="4509" y="1790"/>
                    <a:pt x="4748" y="1559"/>
                    <a:pt x="5067" y="1559"/>
                  </a:cubicBezTo>
                  <a:cubicBezTo>
                    <a:pt x="5231" y="1559"/>
                    <a:pt x="5416" y="1620"/>
                    <a:pt x="5602" y="1802"/>
                  </a:cubicBezTo>
                  <a:cubicBezTo>
                    <a:pt x="5640" y="1841"/>
                    <a:pt x="5693" y="1865"/>
                    <a:pt x="5746" y="1865"/>
                  </a:cubicBezTo>
                  <a:cubicBezTo>
                    <a:pt x="5928" y="1865"/>
                    <a:pt x="6020" y="1644"/>
                    <a:pt x="5890" y="1514"/>
                  </a:cubicBezTo>
                  <a:cubicBezTo>
                    <a:pt x="5722" y="1336"/>
                    <a:pt x="5505" y="1216"/>
                    <a:pt x="5265" y="1168"/>
                  </a:cubicBezTo>
                  <a:cubicBezTo>
                    <a:pt x="5304" y="1039"/>
                    <a:pt x="5376" y="918"/>
                    <a:pt x="5472" y="822"/>
                  </a:cubicBezTo>
                  <a:cubicBezTo>
                    <a:pt x="5472" y="818"/>
                    <a:pt x="5477" y="818"/>
                    <a:pt x="5477" y="813"/>
                  </a:cubicBezTo>
                  <a:cubicBezTo>
                    <a:pt x="5735" y="530"/>
                    <a:pt x="6073" y="404"/>
                    <a:pt x="6385" y="404"/>
                  </a:cubicBezTo>
                  <a:cubicBezTo>
                    <a:pt x="6694" y="404"/>
                    <a:pt x="6976" y="528"/>
                    <a:pt x="7129" y="746"/>
                  </a:cubicBezTo>
                  <a:cubicBezTo>
                    <a:pt x="7163" y="794"/>
                    <a:pt x="7216" y="822"/>
                    <a:pt x="7273" y="827"/>
                  </a:cubicBezTo>
                  <a:cubicBezTo>
                    <a:pt x="7283" y="829"/>
                    <a:pt x="7293" y="830"/>
                    <a:pt x="7303" y="830"/>
                  </a:cubicBezTo>
                  <a:cubicBezTo>
                    <a:pt x="7352" y="830"/>
                    <a:pt x="7401" y="811"/>
                    <a:pt x="7437" y="779"/>
                  </a:cubicBezTo>
                  <a:cubicBezTo>
                    <a:pt x="7631" y="605"/>
                    <a:pt x="7894" y="523"/>
                    <a:pt x="8157" y="523"/>
                  </a:cubicBezTo>
                  <a:cubicBezTo>
                    <a:pt x="8546" y="523"/>
                    <a:pt x="8934" y="702"/>
                    <a:pt x="9094" y="1029"/>
                  </a:cubicBezTo>
                  <a:cubicBezTo>
                    <a:pt x="9129" y="1102"/>
                    <a:pt x="9201" y="1148"/>
                    <a:pt x="9278" y="1148"/>
                  </a:cubicBezTo>
                  <a:cubicBezTo>
                    <a:pt x="9297" y="1148"/>
                    <a:pt x="9316" y="1145"/>
                    <a:pt x="9334" y="1139"/>
                  </a:cubicBezTo>
                  <a:cubicBezTo>
                    <a:pt x="9419" y="1117"/>
                    <a:pt x="9506" y="1106"/>
                    <a:pt x="9593" y="1106"/>
                  </a:cubicBezTo>
                  <a:cubicBezTo>
                    <a:pt x="10077" y="1106"/>
                    <a:pt x="10570" y="1436"/>
                    <a:pt x="10684" y="1884"/>
                  </a:cubicBezTo>
                  <a:cubicBezTo>
                    <a:pt x="10707" y="1978"/>
                    <a:pt x="10792" y="2039"/>
                    <a:pt x="10885" y="2039"/>
                  </a:cubicBezTo>
                  <a:cubicBezTo>
                    <a:pt x="10892" y="2039"/>
                    <a:pt x="10898" y="2038"/>
                    <a:pt x="10905" y="2038"/>
                  </a:cubicBezTo>
                  <a:cubicBezTo>
                    <a:pt x="10935" y="2035"/>
                    <a:pt x="10965" y="2034"/>
                    <a:pt x="10994" y="2034"/>
                  </a:cubicBezTo>
                  <a:cubicBezTo>
                    <a:pt x="11142" y="2034"/>
                    <a:pt x="11288" y="2064"/>
                    <a:pt x="11424" y="2124"/>
                  </a:cubicBezTo>
                  <a:cubicBezTo>
                    <a:pt x="11458" y="2140"/>
                    <a:pt x="11491" y="2147"/>
                    <a:pt x="11521" y="2147"/>
                  </a:cubicBezTo>
                  <a:cubicBezTo>
                    <a:pt x="11720" y="2147"/>
                    <a:pt x="11817" y="1841"/>
                    <a:pt x="11587" y="1750"/>
                  </a:cubicBezTo>
                  <a:cubicBezTo>
                    <a:pt x="11414" y="1673"/>
                    <a:pt x="11222" y="1629"/>
                    <a:pt x="11030" y="1620"/>
                  </a:cubicBezTo>
                  <a:cubicBezTo>
                    <a:pt x="10801" y="1071"/>
                    <a:pt x="10196" y="697"/>
                    <a:pt x="9587" y="697"/>
                  </a:cubicBezTo>
                  <a:cubicBezTo>
                    <a:pt x="9519" y="697"/>
                    <a:pt x="9450" y="702"/>
                    <a:pt x="9382" y="712"/>
                  </a:cubicBezTo>
                  <a:cubicBezTo>
                    <a:pt x="9118" y="327"/>
                    <a:pt x="8639" y="116"/>
                    <a:pt x="8156" y="116"/>
                  </a:cubicBezTo>
                  <a:cubicBezTo>
                    <a:pt x="7866" y="116"/>
                    <a:pt x="7575" y="191"/>
                    <a:pt x="7326" y="352"/>
                  </a:cubicBezTo>
                  <a:cubicBezTo>
                    <a:pt x="7075" y="116"/>
                    <a:pt x="6729" y="1"/>
                    <a:pt x="6375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877" name="Google Shape;8877;p69"/>
          <p:cNvGrpSpPr/>
          <p:nvPr/>
        </p:nvGrpSpPr>
        <p:grpSpPr>
          <a:xfrm>
            <a:off x="3701264" y="1780020"/>
            <a:ext cx="184982" cy="276500"/>
            <a:chOff x="4935019" y="1516109"/>
            <a:chExt cx="246642" cy="368667"/>
          </a:xfrm>
        </p:grpSpPr>
        <p:sp>
          <p:nvSpPr>
            <p:cNvPr id="8878" name="Google Shape;8878;p69"/>
            <p:cNvSpPr/>
            <p:nvPr/>
          </p:nvSpPr>
          <p:spPr>
            <a:xfrm>
              <a:off x="4993112" y="1521528"/>
              <a:ext cx="42150" cy="117993"/>
            </a:xfrm>
            <a:custGeom>
              <a:avLst/>
              <a:gdLst/>
              <a:ahLst/>
              <a:cxnLst/>
              <a:rect l="l" t="t" r="r" b="b"/>
              <a:pathLst>
                <a:path w="1610" h="4507" extrusionOk="0">
                  <a:moveTo>
                    <a:pt x="803" y="1"/>
                  </a:moveTo>
                  <a:cubicBezTo>
                    <a:pt x="361" y="1"/>
                    <a:pt x="1" y="361"/>
                    <a:pt x="1" y="808"/>
                  </a:cubicBezTo>
                  <a:lnTo>
                    <a:pt x="1" y="4507"/>
                  </a:lnTo>
                  <a:cubicBezTo>
                    <a:pt x="246" y="4108"/>
                    <a:pt x="688" y="3863"/>
                    <a:pt x="1158" y="3863"/>
                  </a:cubicBezTo>
                  <a:cubicBezTo>
                    <a:pt x="1312" y="3868"/>
                    <a:pt x="1466" y="3892"/>
                    <a:pt x="1610" y="3940"/>
                  </a:cubicBezTo>
                  <a:lnTo>
                    <a:pt x="1610" y="808"/>
                  </a:lnTo>
                  <a:cubicBezTo>
                    <a:pt x="1610" y="361"/>
                    <a:pt x="1250" y="1"/>
                    <a:pt x="803" y="1"/>
                  </a:cubicBez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79" name="Google Shape;8879;p69"/>
            <p:cNvSpPr/>
            <p:nvPr/>
          </p:nvSpPr>
          <p:spPr>
            <a:xfrm>
              <a:off x="4992981" y="1604912"/>
              <a:ext cx="42281" cy="34610"/>
            </a:xfrm>
            <a:custGeom>
              <a:avLst/>
              <a:gdLst/>
              <a:ahLst/>
              <a:cxnLst/>
              <a:rect l="l" t="t" r="r" b="b"/>
              <a:pathLst>
                <a:path w="1615" h="1322" extrusionOk="0">
                  <a:moveTo>
                    <a:pt x="1163" y="1"/>
                  </a:moveTo>
                  <a:cubicBezTo>
                    <a:pt x="688" y="1"/>
                    <a:pt x="251" y="246"/>
                    <a:pt x="1" y="644"/>
                  </a:cubicBezTo>
                  <a:lnTo>
                    <a:pt x="1" y="1322"/>
                  </a:lnTo>
                  <a:cubicBezTo>
                    <a:pt x="251" y="923"/>
                    <a:pt x="693" y="678"/>
                    <a:pt x="1163" y="678"/>
                  </a:cubicBezTo>
                  <a:cubicBezTo>
                    <a:pt x="1317" y="678"/>
                    <a:pt x="1471" y="707"/>
                    <a:pt x="1615" y="760"/>
                  </a:cubicBezTo>
                  <a:lnTo>
                    <a:pt x="1615" y="82"/>
                  </a:lnTo>
                  <a:cubicBezTo>
                    <a:pt x="1471" y="29"/>
                    <a:pt x="1317" y="1"/>
                    <a:pt x="1163" y="1"/>
                  </a:cubicBezTo>
                  <a:close/>
                </a:path>
              </a:pathLst>
            </a:custGeom>
            <a:solidFill>
              <a:srgbClr val="EBF0F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80" name="Google Shape;8880;p69"/>
            <p:cNvSpPr/>
            <p:nvPr/>
          </p:nvSpPr>
          <p:spPr>
            <a:xfrm>
              <a:off x="4940176" y="1557055"/>
              <a:ext cx="200879" cy="322197"/>
            </a:xfrm>
            <a:custGeom>
              <a:avLst/>
              <a:gdLst/>
              <a:ahLst/>
              <a:cxnLst/>
              <a:rect l="l" t="t" r="r" b="b"/>
              <a:pathLst>
                <a:path w="7673" h="12307" extrusionOk="0">
                  <a:moveTo>
                    <a:pt x="1465" y="8876"/>
                  </a:moveTo>
                  <a:cubicBezTo>
                    <a:pt x="1816" y="8876"/>
                    <a:pt x="2104" y="9160"/>
                    <a:pt x="2104" y="9510"/>
                  </a:cubicBezTo>
                  <a:lnTo>
                    <a:pt x="2104" y="10692"/>
                  </a:lnTo>
                  <a:cubicBezTo>
                    <a:pt x="2104" y="11043"/>
                    <a:pt x="1816" y="11326"/>
                    <a:pt x="1465" y="11326"/>
                  </a:cubicBezTo>
                  <a:cubicBezTo>
                    <a:pt x="1115" y="11326"/>
                    <a:pt x="831" y="11043"/>
                    <a:pt x="831" y="10692"/>
                  </a:cubicBezTo>
                  <a:lnTo>
                    <a:pt x="831" y="9510"/>
                  </a:lnTo>
                  <a:cubicBezTo>
                    <a:pt x="831" y="9160"/>
                    <a:pt x="1115" y="8876"/>
                    <a:pt x="1465" y="8876"/>
                  </a:cubicBezTo>
                  <a:close/>
                  <a:moveTo>
                    <a:pt x="6784" y="1"/>
                  </a:moveTo>
                  <a:cubicBezTo>
                    <a:pt x="6578" y="1"/>
                    <a:pt x="6373" y="80"/>
                    <a:pt x="6217" y="238"/>
                  </a:cubicBezTo>
                  <a:lnTo>
                    <a:pt x="3795" y="2660"/>
                  </a:lnTo>
                  <a:cubicBezTo>
                    <a:pt x="3603" y="2559"/>
                    <a:pt x="3392" y="2511"/>
                    <a:pt x="3176" y="2511"/>
                  </a:cubicBezTo>
                  <a:cubicBezTo>
                    <a:pt x="2032" y="2511"/>
                    <a:pt x="1393" y="3832"/>
                    <a:pt x="2099" y="4730"/>
                  </a:cubicBezTo>
                  <a:lnTo>
                    <a:pt x="2099" y="8035"/>
                  </a:lnTo>
                  <a:cubicBezTo>
                    <a:pt x="1911" y="7943"/>
                    <a:pt x="1704" y="7891"/>
                    <a:pt x="1493" y="7891"/>
                  </a:cubicBezTo>
                  <a:cubicBezTo>
                    <a:pt x="1484" y="7891"/>
                    <a:pt x="1475" y="7891"/>
                    <a:pt x="1465" y="7891"/>
                  </a:cubicBezTo>
                  <a:cubicBezTo>
                    <a:pt x="653" y="7891"/>
                    <a:pt x="0" y="8545"/>
                    <a:pt x="0" y="9356"/>
                  </a:cubicBezTo>
                  <a:lnTo>
                    <a:pt x="0" y="10841"/>
                  </a:lnTo>
                  <a:cubicBezTo>
                    <a:pt x="0" y="11648"/>
                    <a:pt x="653" y="12306"/>
                    <a:pt x="1465" y="12306"/>
                  </a:cubicBezTo>
                  <a:cubicBezTo>
                    <a:pt x="2277" y="12306"/>
                    <a:pt x="2935" y="11648"/>
                    <a:pt x="2935" y="10841"/>
                  </a:cubicBezTo>
                  <a:lnTo>
                    <a:pt x="2935" y="5230"/>
                  </a:lnTo>
                  <a:cubicBezTo>
                    <a:pt x="3012" y="5239"/>
                    <a:pt x="3094" y="5249"/>
                    <a:pt x="3176" y="5249"/>
                  </a:cubicBezTo>
                  <a:cubicBezTo>
                    <a:pt x="3795" y="5249"/>
                    <a:pt x="4338" y="4831"/>
                    <a:pt x="4497" y="4235"/>
                  </a:cubicBezTo>
                  <a:lnTo>
                    <a:pt x="7355" y="1377"/>
                  </a:lnTo>
                  <a:cubicBezTo>
                    <a:pt x="7672" y="1060"/>
                    <a:pt x="7672" y="551"/>
                    <a:pt x="7355" y="238"/>
                  </a:cubicBezTo>
                  <a:cubicBezTo>
                    <a:pt x="7197" y="80"/>
                    <a:pt x="6990" y="1"/>
                    <a:pt x="6784" y="1"/>
                  </a:cubicBez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81" name="Google Shape;8881;p69"/>
            <p:cNvSpPr/>
            <p:nvPr/>
          </p:nvSpPr>
          <p:spPr>
            <a:xfrm>
              <a:off x="5032618" y="1681253"/>
              <a:ext cx="145666" cy="189072"/>
            </a:xfrm>
            <a:custGeom>
              <a:avLst/>
              <a:gdLst/>
              <a:ahLst/>
              <a:cxnLst/>
              <a:rect l="l" t="t" r="r" b="b"/>
              <a:pathLst>
                <a:path w="5564" h="7222" extrusionOk="0">
                  <a:moveTo>
                    <a:pt x="3777" y="4813"/>
                  </a:moveTo>
                  <a:cubicBezTo>
                    <a:pt x="4166" y="4813"/>
                    <a:pt x="4540" y="5115"/>
                    <a:pt x="4540" y="5573"/>
                  </a:cubicBezTo>
                  <a:cubicBezTo>
                    <a:pt x="4540" y="5991"/>
                    <a:pt x="4204" y="6332"/>
                    <a:pt x="3781" y="6332"/>
                  </a:cubicBezTo>
                  <a:cubicBezTo>
                    <a:pt x="3108" y="6332"/>
                    <a:pt x="2767" y="5516"/>
                    <a:pt x="3248" y="5035"/>
                  </a:cubicBezTo>
                  <a:cubicBezTo>
                    <a:pt x="3401" y="4882"/>
                    <a:pt x="3591" y="4813"/>
                    <a:pt x="3777" y="4813"/>
                  </a:cubicBezTo>
                  <a:close/>
                  <a:moveTo>
                    <a:pt x="706" y="1"/>
                  </a:moveTo>
                  <a:cubicBezTo>
                    <a:pt x="529" y="222"/>
                    <a:pt x="279" y="385"/>
                    <a:pt x="0" y="457"/>
                  </a:cubicBezTo>
                  <a:lnTo>
                    <a:pt x="1792" y="4829"/>
                  </a:lnTo>
                  <a:cubicBezTo>
                    <a:pt x="1946" y="5203"/>
                    <a:pt x="2080" y="5593"/>
                    <a:pt x="2186" y="5986"/>
                  </a:cubicBezTo>
                  <a:cubicBezTo>
                    <a:pt x="2376" y="6715"/>
                    <a:pt x="3029" y="7221"/>
                    <a:pt x="3779" y="7221"/>
                  </a:cubicBezTo>
                  <a:cubicBezTo>
                    <a:pt x="3786" y="7221"/>
                    <a:pt x="3793" y="7221"/>
                    <a:pt x="3800" y="7221"/>
                  </a:cubicBezTo>
                  <a:cubicBezTo>
                    <a:pt x="4554" y="7216"/>
                    <a:pt x="5212" y="6693"/>
                    <a:pt x="5385" y="5958"/>
                  </a:cubicBezTo>
                  <a:cubicBezTo>
                    <a:pt x="5563" y="5218"/>
                    <a:pt x="5217" y="4459"/>
                    <a:pt x="4545" y="4108"/>
                  </a:cubicBezTo>
                  <a:cubicBezTo>
                    <a:pt x="4303" y="3982"/>
                    <a:pt x="4042" y="3921"/>
                    <a:pt x="3782" y="3921"/>
                  </a:cubicBezTo>
                  <a:cubicBezTo>
                    <a:pt x="3321" y="3921"/>
                    <a:pt x="2866" y="4115"/>
                    <a:pt x="2546" y="4478"/>
                  </a:cubicBezTo>
                  <a:lnTo>
                    <a:pt x="706" y="1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82" name="Google Shape;8882;p69"/>
            <p:cNvSpPr/>
            <p:nvPr/>
          </p:nvSpPr>
          <p:spPr>
            <a:xfrm>
              <a:off x="5032618" y="1681253"/>
              <a:ext cx="25159" cy="27332"/>
            </a:xfrm>
            <a:custGeom>
              <a:avLst/>
              <a:gdLst/>
              <a:ahLst/>
              <a:cxnLst/>
              <a:rect l="l" t="t" r="r" b="b"/>
              <a:pathLst>
                <a:path w="961" h="1044" extrusionOk="0">
                  <a:moveTo>
                    <a:pt x="706" y="1"/>
                  </a:moveTo>
                  <a:cubicBezTo>
                    <a:pt x="524" y="226"/>
                    <a:pt x="279" y="385"/>
                    <a:pt x="0" y="457"/>
                  </a:cubicBezTo>
                  <a:lnTo>
                    <a:pt x="240" y="1043"/>
                  </a:lnTo>
                  <a:cubicBezTo>
                    <a:pt x="519" y="981"/>
                    <a:pt x="769" y="827"/>
                    <a:pt x="961" y="611"/>
                  </a:cubicBezTo>
                  <a:lnTo>
                    <a:pt x="706" y="1"/>
                  </a:lnTo>
                  <a:close/>
                </a:path>
              </a:pathLst>
            </a:custGeom>
            <a:solidFill>
              <a:srgbClr val="EBF0F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83" name="Google Shape;8883;p69"/>
            <p:cNvSpPr/>
            <p:nvPr/>
          </p:nvSpPr>
          <p:spPr>
            <a:xfrm>
              <a:off x="5006438" y="1646041"/>
              <a:ext cx="30343" cy="25866"/>
            </a:xfrm>
            <a:custGeom>
              <a:avLst/>
              <a:gdLst/>
              <a:ahLst/>
              <a:cxnLst/>
              <a:rect l="l" t="t" r="r" b="b"/>
              <a:pathLst>
                <a:path w="1159" h="988" extrusionOk="0">
                  <a:moveTo>
                    <a:pt x="664" y="1"/>
                  </a:moveTo>
                  <a:cubicBezTo>
                    <a:pt x="222" y="1"/>
                    <a:pt x="1" y="534"/>
                    <a:pt x="313" y="841"/>
                  </a:cubicBezTo>
                  <a:cubicBezTo>
                    <a:pt x="414" y="942"/>
                    <a:pt x="538" y="988"/>
                    <a:pt x="659" y="988"/>
                  </a:cubicBezTo>
                  <a:cubicBezTo>
                    <a:pt x="912" y="988"/>
                    <a:pt x="1154" y="791"/>
                    <a:pt x="1154" y="495"/>
                  </a:cubicBezTo>
                  <a:cubicBezTo>
                    <a:pt x="1159" y="222"/>
                    <a:pt x="933" y="1"/>
                    <a:pt x="664" y="1"/>
                  </a:cubicBezTo>
                  <a:close/>
                </a:path>
              </a:pathLst>
            </a:custGeom>
            <a:solidFill>
              <a:srgbClr val="87A0B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84" name="Google Shape;8884;p69"/>
            <p:cNvSpPr/>
            <p:nvPr/>
          </p:nvSpPr>
          <p:spPr>
            <a:xfrm>
              <a:off x="4956513" y="1783878"/>
              <a:ext cx="44297" cy="75110"/>
            </a:xfrm>
            <a:custGeom>
              <a:avLst/>
              <a:gdLst/>
              <a:ahLst/>
              <a:cxnLst/>
              <a:rect l="l" t="t" r="r" b="b"/>
              <a:pathLst>
                <a:path w="1692" h="2869" extrusionOk="0">
                  <a:moveTo>
                    <a:pt x="846" y="414"/>
                  </a:moveTo>
                  <a:cubicBezTo>
                    <a:pt x="1086" y="414"/>
                    <a:pt x="1278" y="606"/>
                    <a:pt x="1278" y="846"/>
                  </a:cubicBezTo>
                  <a:lnTo>
                    <a:pt x="1278" y="2028"/>
                  </a:lnTo>
                  <a:cubicBezTo>
                    <a:pt x="1278" y="2263"/>
                    <a:pt x="1086" y="2460"/>
                    <a:pt x="846" y="2460"/>
                  </a:cubicBezTo>
                  <a:cubicBezTo>
                    <a:pt x="606" y="2460"/>
                    <a:pt x="414" y="2263"/>
                    <a:pt x="414" y="2028"/>
                  </a:cubicBezTo>
                  <a:lnTo>
                    <a:pt x="414" y="846"/>
                  </a:lnTo>
                  <a:cubicBezTo>
                    <a:pt x="414" y="606"/>
                    <a:pt x="606" y="414"/>
                    <a:pt x="846" y="414"/>
                  </a:cubicBezTo>
                  <a:close/>
                  <a:moveTo>
                    <a:pt x="846" y="1"/>
                  </a:moveTo>
                  <a:cubicBezTo>
                    <a:pt x="380" y="1"/>
                    <a:pt x="1" y="375"/>
                    <a:pt x="1" y="841"/>
                  </a:cubicBezTo>
                  <a:lnTo>
                    <a:pt x="1" y="2023"/>
                  </a:lnTo>
                  <a:cubicBezTo>
                    <a:pt x="1" y="2489"/>
                    <a:pt x="380" y="2869"/>
                    <a:pt x="846" y="2869"/>
                  </a:cubicBezTo>
                  <a:cubicBezTo>
                    <a:pt x="1312" y="2869"/>
                    <a:pt x="1692" y="2489"/>
                    <a:pt x="1692" y="2023"/>
                  </a:cubicBezTo>
                  <a:lnTo>
                    <a:pt x="1692" y="841"/>
                  </a:lnTo>
                  <a:cubicBezTo>
                    <a:pt x="1687" y="375"/>
                    <a:pt x="1312" y="1"/>
                    <a:pt x="846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85" name="Google Shape;8885;p69"/>
            <p:cNvSpPr/>
            <p:nvPr/>
          </p:nvSpPr>
          <p:spPr>
            <a:xfrm>
              <a:off x="4999160" y="1640621"/>
              <a:ext cx="43040" cy="36783"/>
            </a:xfrm>
            <a:custGeom>
              <a:avLst/>
              <a:gdLst/>
              <a:ahLst/>
              <a:cxnLst/>
              <a:rect l="l" t="t" r="r" b="b"/>
              <a:pathLst>
                <a:path w="1644" h="1405" extrusionOk="0">
                  <a:moveTo>
                    <a:pt x="938" y="410"/>
                  </a:moveTo>
                  <a:cubicBezTo>
                    <a:pt x="1087" y="410"/>
                    <a:pt x="1230" y="527"/>
                    <a:pt x="1230" y="702"/>
                  </a:cubicBezTo>
                  <a:cubicBezTo>
                    <a:pt x="1230" y="861"/>
                    <a:pt x="1100" y="991"/>
                    <a:pt x="937" y="995"/>
                  </a:cubicBezTo>
                  <a:lnTo>
                    <a:pt x="937" y="991"/>
                  </a:lnTo>
                  <a:cubicBezTo>
                    <a:pt x="682" y="991"/>
                    <a:pt x="553" y="678"/>
                    <a:pt x="735" y="496"/>
                  </a:cubicBezTo>
                  <a:cubicBezTo>
                    <a:pt x="794" y="437"/>
                    <a:pt x="867" y="410"/>
                    <a:pt x="938" y="410"/>
                  </a:cubicBezTo>
                  <a:close/>
                  <a:moveTo>
                    <a:pt x="937" y="1"/>
                  </a:moveTo>
                  <a:cubicBezTo>
                    <a:pt x="312" y="1"/>
                    <a:pt x="0" y="755"/>
                    <a:pt x="442" y="1197"/>
                  </a:cubicBezTo>
                  <a:cubicBezTo>
                    <a:pt x="585" y="1340"/>
                    <a:pt x="761" y="1404"/>
                    <a:pt x="935" y="1404"/>
                  </a:cubicBezTo>
                  <a:cubicBezTo>
                    <a:pt x="1296" y="1404"/>
                    <a:pt x="1643" y="1125"/>
                    <a:pt x="1643" y="702"/>
                  </a:cubicBezTo>
                  <a:cubicBezTo>
                    <a:pt x="1638" y="313"/>
                    <a:pt x="1326" y="1"/>
                    <a:pt x="937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86" name="Google Shape;8886;p69"/>
            <p:cNvSpPr/>
            <p:nvPr/>
          </p:nvSpPr>
          <p:spPr>
            <a:xfrm>
              <a:off x="5106445" y="1802126"/>
              <a:ext cx="58879" cy="50318"/>
            </a:xfrm>
            <a:custGeom>
              <a:avLst/>
              <a:gdLst/>
              <a:ahLst/>
              <a:cxnLst/>
              <a:rect l="l" t="t" r="r" b="b"/>
              <a:pathLst>
                <a:path w="2249" h="1922" extrusionOk="0">
                  <a:moveTo>
                    <a:pt x="961" y="409"/>
                  </a:moveTo>
                  <a:cubicBezTo>
                    <a:pt x="1456" y="409"/>
                    <a:pt x="1701" y="1000"/>
                    <a:pt x="1355" y="1350"/>
                  </a:cubicBezTo>
                  <a:cubicBezTo>
                    <a:pt x="1241" y="1462"/>
                    <a:pt x="1103" y="1512"/>
                    <a:pt x="967" y="1512"/>
                  </a:cubicBezTo>
                  <a:cubicBezTo>
                    <a:pt x="684" y="1512"/>
                    <a:pt x="413" y="1293"/>
                    <a:pt x="413" y="961"/>
                  </a:cubicBezTo>
                  <a:cubicBezTo>
                    <a:pt x="413" y="654"/>
                    <a:pt x="658" y="409"/>
                    <a:pt x="961" y="409"/>
                  </a:cubicBezTo>
                  <a:close/>
                  <a:moveTo>
                    <a:pt x="969" y="0"/>
                  </a:moveTo>
                  <a:cubicBezTo>
                    <a:pt x="475" y="0"/>
                    <a:pt x="0" y="383"/>
                    <a:pt x="0" y="961"/>
                  </a:cubicBezTo>
                  <a:cubicBezTo>
                    <a:pt x="0" y="1490"/>
                    <a:pt x="432" y="1922"/>
                    <a:pt x="961" y="1922"/>
                  </a:cubicBezTo>
                  <a:cubicBezTo>
                    <a:pt x="1821" y="1922"/>
                    <a:pt x="2248" y="889"/>
                    <a:pt x="1643" y="284"/>
                  </a:cubicBezTo>
                  <a:cubicBezTo>
                    <a:pt x="1447" y="88"/>
                    <a:pt x="1206" y="0"/>
                    <a:pt x="969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87" name="Google Shape;8887;p69"/>
            <p:cNvSpPr/>
            <p:nvPr/>
          </p:nvSpPr>
          <p:spPr>
            <a:xfrm>
              <a:off x="4935019" y="1516109"/>
              <a:ext cx="246642" cy="368667"/>
            </a:xfrm>
            <a:custGeom>
              <a:avLst/>
              <a:gdLst/>
              <a:ahLst/>
              <a:cxnLst/>
              <a:rect l="l" t="t" r="r" b="b"/>
              <a:pathLst>
                <a:path w="9421" h="14082" extrusionOk="0">
                  <a:moveTo>
                    <a:pt x="3022" y="414"/>
                  </a:moveTo>
                  <a:cubicBezTo>
                    <a:pt x="3353" y="414"/>
                    <a:pt x="3622" y="683"/>
                    <a:pt x="3622" y="1015"/>
                  </a:cubicBezTo>
                  <a:lnTo>
                    <a:pt x="3622" y="3887"/>
                  </a:lnTo>
                  <a:cubicBezTo>
                    <a:pt x="3545" y="3876"/>
                    <a:pt x="3467" y="3870"/>
                    <a:pt x="3390" y="3870"/>
                  </a:cubicBezTo>
                  <a:cubicBezTo>
                    <a:pt x="3057" y="3870"/>
                    <a:pt x="2728" y="3976"/>
                    <a:pt x="2455" y="4171"/>
                  </a:cubicBezTo>
                  <a:cubicBezTo>
                    <a:pt x="2445" y="4176"/>
                    <a:pt x="2436" y="4180"/>
                    <a:pt x="2426" y="4190"/>
                  </a:cubicBezTo>
                  <a:lnTo>
                    <a:pt x="2426" y="1015"/>
                  </a:lnTo>
                  <a:lnTo>
                    <a:pt x="2421" y="1015"/>
                  </a:lnTo>
                  <a:cubicBezTo>
                    <a:pt x="2421" y="683"/>
                    <a:pt x="2690" y="414"/>
                    <a:pt x="3022" y="414"/>
                  </a:cubicBezTo>
                  <a:close/>
                  <a:moveTo>
                    <a:pt x="3031" y="1"/>
                  </a:moveTo>
                  <a:cubicBezTo>
                    <a:pt x="2474" y="1"/>
                    <a:pt x="2018" y="453"/>
                    <a:pt x="2018" y="1015"/>
                  </a:cubicBezTo>
                  <a:lnTo>
                    <a:pt x="2018" y="4670"/>
                  </a:lnTo>
                  <a:cubicBezTo>
                    <a:pt x="1710" y="5199"/>
                    <a:pt x="1744" y="5867"/>
                    <a:pt x="2109" y="6361"/>
                  </a:cubicBezTo>
                  <a:lnTo>
                    <a:pt x="2109" y="9306"/>
                  </a:lnTo>
                  <a:cubicBezTo>
                    <a:pt x="1965" y="9268"/>
                    <a:pt x="1821" y="9249"/>
                    <a:pt x="1677" y="9249"/>
                  </a:cubicBezTo>
                  <a:cubicBezTo>
                    <a:pt x="750" y="9249"/>
                    <a:pt x="0" y="9998"/>
                    <a:pt x="0" y="10925"/>
                  </a:cubicBezTo>
                  <a:lnTo>
                    <a:pt x="0" y="12405"/>
                  </a:lnTo>
                  <a:cubicBezTo>
                    <a:pt x="0" y="13332"/>
                    <a:pt x="750" y="14082"/>
                    <a:pt x="1677" y="14082"/>
                  </a:cubicBezTo>
                  <a:cubicBezTo>
                    <a:pt x="2604" y="14082"/>
                    <a:pt x="3353" y="13332"/>
                    <a:pt x="3353" y="12405"/>
                  </a:cubicBezTo>
                  <a:lnTo>
                    <a:pt x="3353" y="7015"/>
                  </a:lnTo>
                  <a:cubicBezTo>
                    <a:pt x="3364" y="7015"/>
                    <a:pt x="3374" y="7015"/>
                    <a:pt x="3383" y="7015"/>
                  </a:cubicBezTo>
                  <a:cubicBezTo>
                    <a:pt x="3479" y="7015"/>
                    <a:pt x="3511" y="6994"/>
                    <a:pt x="3598" y="6981"/>
                  </a:cubicBezTo>
                  <a:lnTo>
                    <a:pt x="4357" y="8831"/>
                  </a:lnTo>
                  <a:cubicBezTo>
                    <a:pt x="4397" y="8916"/>
                    <a:pt x="4469" y="8952"/>
                    <a:pt x="4541" y="8952"/>
                  </a:cubicBezTo>
                  <a:cubicBezTo>
                    <a:pt x="4672" y="8952"/>
                    <a:pt x="4804" y="8833"/>
                    <a:pt x="4742" y="8672"/>
                  </a:cubicBezTo>
                  <a:lnTo>
                    <a:pt x="4011" y="6885"/>
                  </a:lnTo>
                  <a:cubicBezTo>
                    <a:pt x="4088" y="6847"/>
                    <a:pt x="4160" y="6803"/>
                    <a:pt x="4232" y="6751"/>
                  </a:cubicBezTo>
                  <a:cubicBezTo>
                    <a:pt x="4237" y="6751"/>
                    <a:pt x="4353" y="6683"/>
                    <a:pt x="4372" y="6664"/>
                  </a:cubicBezTo>
                  <a:lnTo>
                    <a:pt x="6092" y="10858"/>
                  </a:lnTo>
                  <a:cubicBezTo>
                    <a:pt x="6126" y="10943"/>
                    <a:pt x="6205" y="10990"/>
                    <a:pt x="6285" y="10990"/>
                  </a:cubicBezTo>
                  <a:cubicBezTo>
                    <a:pt x="6341" y="10990"/>
                    <a:pt x="6396" y="10968"/>
                    <a:pt x="6438" y="10920"/>
                  </a:cubicBezTo>
                  <a:cubicBezTo>
                    <a:pt x="6715" y="10606"/>
                    <a:pt x="7112" y="10430"/>
                    <a:pt x="7523" y="10430"/>
                  </a:cubicBezTo>
                  <a:cubicBezTo>
                    <a:pt x="7539" y="10430"/>
                    <a:pt x="7555" y="10430"/>
                    <a:pt x="7571" y="10430"/>
                  </a:cubicBezTo>
                  <a:cubicBezTo>
                    <a:pt x="8835" y="10474"/>
                    <a:pt x="9421" y="12001"/>
                    <a:pt x="8551" y="12890"/>
                  </a:cubicBezTo>
                  <a:cubicBezTo>
                    <a:pt x="8261" y="13184"/>
                    <a:pt x="7892" y="13320"/>
                    <a:pt x="7529" y="13320"/>
                  </a:cubicBezTo>
                  <a:cubicBezTo>
                    <a:pt x="6908" y="13320"/>
                    <a:pt x="6301" y="12922"/>
                    <a:pt x="6125" y="12237"/>
                  </a:cubicBezTo>
                  <a:cubicBezTo>
                    <a:pt x="5919" y="11425"/>
                    <a:pt x="5606" y="10810"/>
                    <a:pt x="5155" y="9667"/>
                  </a:cubicBezTo>
                  <a:cubicBezTo>
                    <a:pt x="5115" y="9579"/>
                    <a:pt x="5042" y="9542"/>
                    <a:pt x="4969" y="9542"/>
                  </a:cubicBezTo>
                  <a:cubicBezTo>
                    <a:pt x="4839" y="9542"/>
                    <a:pt x="4709" y="9660"/>
                    <a:pt x="4771" y="9820"/>
                  </a:cubicBezTo>
                  <a:cubicBezTo>
                    <a:pt x="5222" y="10959"/>
                    <a:pt x="5525" y="11564"/>
                    <a:pt x="5727" y="12338"/>
                  </a:cubicBezTo>
                  <a:cubicBezTo>
                    <a:pt x="5941" y="13164"/>
                    <a:pt x="6689" y="13728"/>
                    <a:pt x="7521" y="13728"/>
                  </a:cubicBezTo>
                  <a:cubicBezTo>
                    <a:pt x="7603" y="13728"/>
                    <a:pt x="7685" y="13723"/>
                    <a:pt x="7768" y="13712"/>
                  </a:cubicBezTo>
                  <a:cubicBezTo>
                    <a:pt x="8700" y="13582"/>
                    <a:pt x="9392" y="12784"/>
                    <a:pt x="9378" y="11843"/>
                  </a:cubicBezTo>
                  <a:cubicBezTo>
                    <a:pt x="9354" y="10766"/>
                    <a:pt x="8448" y="10028"/>
                    <a:pt x="7497" y="10028"/>
                  </a:cubicBezTo>
                  <a:cubicBezTo>
                    <a:pt x="7103" y="10028"/>
                    <a:pt x="6701" y="10154"/>
                    <a:pt x="6351" y="10435"/>
                  </a:cubicBezTo>
                  <a:lnTo>
                    <a:pt x="4670" y="6337"/>
                  </a:lnTo>
                  <a:cubicBezTo>
                    <a:pt x="4766" y="6203"/>
                    <a:pt x="4838" y="6054"/>
                    <a:pt x="4886" y="5900"/>
                  </a:cubicBezTo>
                  <a:lnTo>
                    <a:pt x="5948" y="4839"/>
                  </a:lnTo>
                  <a:cubicBezTo>
                    <a:pt x="6095" y="4688"/>
                    <a:pt x="5957" y="4480"/>
                    <a:pt x="5798" y="4480"/>
                  </a:cubicBezTo>
                  <a:cubicBezTo>
                    <a:pt x="5750" y="4480"/>
                    <a:pt x="5699" y="4500"/>
                    <a:pt x="5654" y="4546"/>
                  </a:cubicBezTo>
                  <a:cubicBezTo>
                    <a:pt x="4497" y="5718"/>
                    <a:pt x="4526" y="5641"/>
                    <a:pt x="4502" y="5737"/>
                  </a:cubicBezTo>
                  <a:cubicBezTo>
                    <a:pt x="4439" y="5939"/>
                    <a:pt x="4329" y="6126"/>
                    <a:pt x="4175" y="6270"/>
                  </a:cubicBezTo>
                  <a:cubicBezTo>
                    <a:pt x="4088" y="6361"/>
                    <a:pt x="3983" y="6434"/>
                    <a:pt x="3867" y="6482"/>
                  </a:cubicBezTo>
                  <a:cubicBezTo>
                    <a:pt x="3819" y="6506"/>
                    <a:pt x="3766" y="6530"/>
                    <a:pt x="3714" y="6549"/>
                  </a:cubicBezTo>
                  <a:cubicBezTo>
                    <a:pt x="3606" y="6585"/>
                    <a:pt x="3492" y="6604"/>
                    <a:pt x="3378" y="6604"/>
                  </a:cubicBezTo>
                  <a:cubicBezTo>
                    <a:pt x="3309" y="6604"/>
                    <a:pt x="3240" y="6597"/>
                    <a:pt x="3171" y="6582"/>
                  </a:cubicBezTo>
                  <a:cubicBezTo>
                    <a:pt x="3160" y="6581"/>
                    <a:pt x="3149" y="6580"/>
                    <a:pt x="3139" y="6580"/>
                  </a:cubicBezTo>
                  <a:cubicBezTo>
                    <a:pt x="3027" y="6580"/>
                    <a:pt x="2931" y="6670"/>
                    <a:pt x="2931" y="6789"/>
                  </a:cubicBezTo>
                  <a:lnTo>
                    <a:pt x="2931" y="12405"/>
                  </a:lnTo>
                  <a:cubicBezTo>
                    <a:pt x="2897" y="13073"/>
                    <a:pt x="2344" y="13601"/>
                    <a:pt x="1672" y="13601"/>
                  </a:cubicBezTo>
                  <a:cubicBezTo>
                    <a:pt x="999" y="13601"/>
                    <a:pt x="442" y="13073"/>
                    <a:pt x="413" y="12405"/>
                  </a:cubicBezTo>
                  <a:lnTo>
                    <a:pt x="413" y="10920"/>
                  </a:lnTo>
                  <a:cubicBezTo>
                    <a:pt x="413" y="10189"/>
                    <a:pt x="1012" y="9655"/>
                    <a:pt x="1673" y="9655"/>
                  </a:cubicBezTo>
                  <a:cubicBezTo>
                    <a:pt x="1854" y="9655"/>
                    <a:pt x="2040" y="9695"/>
                    <a:pt x="2220" y="9782"/>
                  </a:cubicBezTo>
                  <a:cubicBezTo>
                    <a:pt x="2249" y="9797"/>
                    <a:pt x="2279" y="9803"/>
                    <a:pt x="2309" y="9803"/>
                  </a:cubicBezTo>
                  <a:cubicBezTo>
                    <a:pt x="2416" y="9803"/>
                    <a:pt x="2514" y="9716"/>
                    <a:pt x="2517" y="9599"/>
                  </a:cubicBezTo>
                  <a:cubicBezTo>
                    <a:pt x="2498" y="6174"/>
                    <a:pt x="2551" y="6270"/>
                    <a:pt x="2469" y="6165"/>
                  </a:cubicBezTo>
                  <a:cubicBezTo>
                    <a:pt x="1847" y="5375"/>
                    <a:pt x="2466" y="4279"/>
                    <a:pt x="3373" y="4279"/>
                  </a:cubicBezTo>
                  <a:cubicBezTo>
                    <a:pt x="3488" y="4279"/>
                    <a:pt x="3607" y="4297"/>
                    <a:pt x="3728" y="4334"/>
                  </a:cubicBezTo>
                  <a:cubicBezTo>
                    <a:pt x="3791" y="4353"/>
                    <a:pt x="3848" y="4377"/>
                    <a:pt x="3906" y="4401"/>
                  </a:cubicBezTo>
                  <a:cubicBezTo>
                    <a:pt x="3937" y="4418"/>
                    <a:pt x="3970" y="4426"/>
                    <a:pt x="4003" y="4426"/>
                  </a:cubicBezTo>
                  <a:cubicBezTo>
                    <a:pt x="4056" y="4426"/>
                    <a:pt x="4107" y="4405"/>
                    <a:pt x="4146" y="4363"/>
                  </a:cubicBezTo>
                  <a:lnTo>
                    <a:pt x="6567" y="1942"/>
                  </a:lnTo>
                  <a:cubicBezTo>
                    <a:pt x="6681" y="1847"/>
                    <a:pt x="6819" y="1800"/>
                    <a:pt x="6958" y="1800"/>
                  </a:cubicBezTo>
                  <a:cubicBezTo>
                    <a:pt x="7113" y="1800"/>
                    <a:pt x="7267" y="1859"/>
                    <a:pt x="7384" y="1975"/>
                  </a:cubicBezTo>
                  <a:cubicBezTo>
                    <a:pt x="7605" y="2196"/>
                    <a:pt x="7619" y="2552"/>
                    <a:pt x="7418" y="2792"/>
                  </a:cubicBezTo>
                  <a:lnTo>
                    <a:pt x="6303" y="3902"/>
                  </a:lnTo>
                  <a:cubicBezTo>
                    <a:pt x="6156" y="4053"/>
                    <a:pt x="6293" y="4260"/>
                    <a:pt x="6452" y="4260"/>
                  </a:cubicBezTo>
                  <a:cubicBezTo>
                    <a:pt x="6501" y="4260"/>
                    <a:pt x="6551" y="4241"/>
                    <a:pt x="6596" y="4195"/>
                  </a:cubicBezTo>
                  <a:lnTo>
                    <a:pt x="7711" y="3085"/>
                  </a:lnTo>
                  <a:cubicBezTo>
                    <a:pt x="8340" y="2451"/>
                    <a:pt x="7888" y="1356"/>
                    <a:pt x="6995" y="1356"/>
                  </a:cubicBezTo>
                  <a:cubicBezTo>
                    <a:pt x="6726" y="1356"/>
                    <a:pt x="6471" y="1461"/>
                    <a:pt x="6279" y="1649"/>
                  </a:cubicBezTo>
                  <a:lnTo>
                    <a:pt x="4045" y="3887"/>
                  </a:lnTo>
                  <a:lnTo>
                    <a:pt x="4045" y="1015"/>
                  </a:lnTo>
                  <a:cubicBezTo>
                    <a:pt x="4045" y="453"/>
                    <a:pt x="3594" y="1"/>
                    <a:pt x="3031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888" name="Google Shape;8888;p69"/>
          <p:cNvGrpSpPr/>
          <p:nvPr/>
        </p:nvGrpSpPr>
        <p:grpSpPr>
          <a:xfrm>
            <a:off x="5992001" y="3162952"/>
            <a:ext cx="218774" cy="276304"/>
            <a:chOff x="7989335" y="3360019"/>
            <a:chExt cx="291698" cy="368405"/>
          </a:xfrm>
        </p:grpSpPr>
        <p:sp>
          <p:nvSpPr>
            <p:cNvPr id="8889" name="Google Shape;8889;p69"/>
            <p:cNvSpPr/>
            <p:nvPr/>
          </p:nvSpPr>
          <p:spPr>
            <a:xfrm>
              <a:off x="7996142" y="3384419"/>
              <a:ext cx="278215" cy="337094"/>
            </a:xfrm>
            <a:custGeom>
              <a:avLst/>
              <a:gdLst/>
              <a:ahLst/>
              <a:cxnLst/>
              <a:rect l="l" t="t" r="r" b="b"/>
              <a:pathLst>
                <a:path w="10627" h="12876" extrusionOk="0">
                  <a:moveTo>
                    <a:pt x="615" y="1"/>
                  </a:moveTo>
                  <a:cubicBezTo>
                    <a:pt x="274" y="1"/>
                    <a:pt x="0" y="274"/>
                    <a:pt x="0" y="611"/>
                  </a:cubicBezTo>
                  <a:lnTo>
                    <a:pt x="0" y="12265"/>
                  </a:lnTo>
                  <a:cubicBezTo>
                    <a:pt x="0" y="12602"/>
                    <a:pt x="274" y="12875"/>
                    <a:pt x="615" y="12875"/>
                  </a:cubicBezTo>
                  <a:lnTo>
                    <a:pt x="10016" y="12875"/>
                  </a:lnTo>
                  <a:cubicBezTo>
                    <a:pt x="10353" y="12875"/>
                    <a:pt x="10627" y="12602"/>
                    <a:pt x="10627" y="12265"/>
                  </a:cubicBezTo>
                  <a:lnTo>
                    <a:pt x="10627" y="611"/>
                  </a:lnTo>
                  <a:cubicBezTo>
                    <a:pt x="10627" y="274"/>
                    <a:pt x="10353" y="1"/>
                    <a:pt x="10016" y="1"/>
                  </a:cubicBez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90" name="Google Shape;8890;p69"/>
            <p:cNvSpPr/>
            <p:nvPr/>
          </p:nvSpPr>
          <p:spPr>
            <a:xfrm>
              <a:off x="8210058" y="3384419"/>
              <a:ext cx="64298" cy="337094"/>
            </a:xfrm>
            <a:custGeom>
              <a:avLst/>
              <a:gdLst/>
              <a:ahLst/>
              <a:cxnLst/>
              <a:rect l="l" t="t" r="r" b="b"/>
              <a:pathLst>
                <a:path w="2456" h="12876" extrusionOk="0">
                  <a:moveTo>
                    <a:pt x="1" y="1"/>
                  </a:moveTo>
                  <a:cubicBezTo>
                    <a:pt x="337" y="1"/>
                    <a:pt x="611" y="274"/>
                    <a:pt x="611" y="611"/>
                  </a:cubicBezTo>
                  <a:lnTo>
                    <a:pt x="611" y="12265"/>
                  </a:lnTo>
                  <a:cubicBezTo>
                    <a:pt x="611" y="12602"/>
                    <a:pt x="337" y="12875"/>
                    <a:pt x="1" y="12875"/>
                  </a:cubicBezTo>
                  <a:lnTo>
                    <a:pt x="1845" y="12875"/>
                  </a:lnTo>
                  <a:cubicBezTo>
                    <a:pt x="2182" y="12875"/>
                    <a:pt x="2456" y="12602"/>
                    <a:pt x="2456" y="12265"/>
                  </a:cubicBezTo>
                  <a:lnTo>
                    <a:pt x="2456" y="611"/>
                  </a:lnTo>
                  <a:cubicBezTo>
                    <a:pt x="2456" y="274"/>
                    <a:pt x="2182" y="1"/>
                    <a:pt x="1845" y="1"/>
                  </a:cubicBezTo>
                  <a:close/>
                </a:path>
              </a:pathLst>
            </a:custGeom>
            <a:solidFill>
              <a:srgbClr val="6881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91" name="Google Shape;8891;p69"/>
            <p:cNvSpPr/>
            <p:nvPr/>
          </p:nvSpPr>
          <p:spPr>
            <a:xfrm>
              <a:off x="8030202" y="3384419"/>
              <a:ext cx="210068" cy="305782"/>
            </a:xfrm>
            <a:custGeom>
              <a:avLst/>
              <a:gdLst/>
              <a:ahLst/>
              <a:cxnLst/>
              <a:rect l="l" t="t" r="r" b="b"/>
              <a:pathLst>
                <a:path w="8024" h="11680" extrusionOk="0">
                  <a:moveTo>
                    <a:pt x="1" y="1"/>
                  </a:moveTo>
                  <a:lnTo>
                    <a:pt x="1" y="11679"/>
                  </a:lnTo>
                  <a:lnTo>
                    <a:pt x="8024" y="11679"/>
                  </a:lnTo>
                  <a:lnTo>
                    <a:pt x="8024" y="1"/>
                  </a:ln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92" name="Google Shape;8892;p69"/>
            <p:cNvSpPr/>
            <p:nvPr/>
          </p:nvSpPr>
          <p:spPr>
            <a:xfrm>
              <a:off x="8030202" y="3384419"/>
              <a:ext cx="210068" cy="305782"/>
            </a:xfrm>
            <a:custGeom>
              <a:avLst/>
              <a:gdLst/>
              <a:ahLst/>
              <a:cxnLst/>
              <a:rect l="l" t="t" r="r" b="b"/>
              <a:pathLst>
                <a:path w="8024" h="11680" extrusionOk="0">
                  <a:moveTo>
                    <a:pt x="6880" y="1"/>
                  </a:moveTo>
                  <a:lnTo>
                    <a:pt x="6880" y="7336"/>
                  </a:lnTo>
                  <a:cubicBezTo>
                    <a:pt x="6880" y="9099"/>
                    <a:pt x="5454" y="10531"/>
                    <a:pt x="3690" y="10531"/>
                  </a:cubicBezTo>
                  <a:lnTo>
                    <a:pt x="1" y="10531"/>
                  </a:lnTo>
                  <a:lnTo>
                    <a:pt x="1" y="11679"/>
                  </a:lnTo>
                  <a:lnTo>
                    <a:pt x="8024" y="11679"/>
                  </a:lnTo>
                  <a:lnTo>
                    <a:pt x="8024" y="1"/>
                  </a:lnTo>
                  <a:close/>
                </a:path>
              </a:pathLst>
            </a:custGeom>
            <a:solidFill>
              <a:srgbClr val="F0F3F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93" name="Google Shape;8893;p69"/>
            <p:cNvSpPr/>
            <p:nvPr/>
          </p:nvSpPr>
          <p:spPr>
            <a:xfrm>
              <a:off x="8063162" y="3367192"/>
              <a:ext cx="144540" cy="70843"/>
            </a:xfrm>
            <a:custGeom>
              <a:avLst/>
              <a:gdLst/>
              <a:ahLst/>
              <a:cxnLst/>
              <a:rect l="l" t="t" r="r" b="b"/>
              <a:pathLst>
                <a:path w="5521" h="2706" extrusionOk="0">
                  <a:moveTo>
                    <a:pt x="438" y="1"/>
                  </a:moveTo>
                  <a:cubicBezTo>
                    <a:pt x="198" y="1"/>
                    <a:pt x="1" y="197"/>
                    <a:pt x="1" y="442"/>
                  </a:cubicBezTo>
                  <a:lnTo>
                    <a:pt x="1" y="1326"/>
                  </a:lnTo>
                  <a:cubicBezTo>
                    <a:pt x="1" y="1567"/>
                    <a:pt x="198" y="1764"/>
                    <a:pt x="438" y="1764"/>
                  </a:cubicBezTo>
                  <a:lnTo>
                    <a:pt x="1591" y="1764"/>
                  </a:lnTo>
                  <a:cubicBezTo>
                    <a:pt x="1591" y="2282"/>
                    <a:pt x="2013" y="2705"/>
                    <a:pt x="2532" y="2705"/>
                  </a:cubicBezTo>
                  <a:lnTo>
                    <a:pt x="2989" y="2705"/>
                  </a:lnTo>
                  <a:cubicBezTo>
                    <a:pt x="3508" y="2705"/>
                    <a:pt x="3925" y="2282"/>
                    <a:pt x="3925" y="1764"/>
                  </a:cubicBezTo>
                  <a:lnTo>
                    <a:pt x="5078" y="1764"/>
                  </a:lnTo>
                  <a:cubicBezTo>
                    <a:pt x="5319" y="1764"/>
                    <a:pt x="5516" y="1567"/>
                    <a:pt x="5520" y="1326"/>
                  </a:cubicBezTo>
                  <a:lnTo>
                    <a:pt x="5520" y="442"/>
                  </a:lnTo>
                  <a:cubicBezTo>
                    <a:pt x="5511" y="197"/>
                    <a:pt x="5314" y="5"/>
                    <a:pt x="5069" y="1"/>
                  </a:cubicBezTo>
                  <a:close/>
                </a:path>
              </a:pathLst>
            </a:custGeom>
            <a:solidFill>
              <a:srgbClr val="87A0B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94" name="Google Shape;8894;p69"/>
            <p:cNvSpPr/>
            <p:nvPr/>
          </p:nvSpPr>
          <p:spPr>
            <a:xfrm>
              <a:off x="8132330" y="3367192"/>
              <a:ext cx="75110" cy="70843"/>
            </a:xfrm>
            <a:custGeom>
              <a:avLst/>
              <a:gdLst/>
              <a:ahLst/>
              <a:cxnLst/>
              <a:rect l="l" t="t" r="r" b="b"/>
              <a:pathLst>
                <a:path w="2869" h="2706" extrusionOk="0">
                  <a:moveTo>
                    <a:pt x="789" y="1"/>
                  </a:moveTo>
                  <a:cubicBezTo>
                    <a:pt x="1101" y="981"/>
                    <a:pt x="789" y="2047"/>
                    <a:pt x="1" y="2705"/>
                  </a:cubicBezTo>
                  <a:lnTo>
                    <a:pt x="337" y="2705"/>
                  </a:lnTo>
                  <a:cubicBezTo>
                    <a:pt x="856" y="2705"/>
                    <a:pt x="1279" y="2282"/>
                    <a:pt x="1279" y="1764"/>
                  </a:cubicBezTo>
                  <a:lnTo>
                    <a:pt x="2427" y="1764"/>
                  </a:lnTo>
                  <a:cubicBezTo>
                    <a:pt x="2672" y="1764"/>
                    <a:pt x="2869" y="1567"/>
                    <a:pt x="2869" y="1326"/>
                  </a:cubicBezTo>
                  <a:lnTo>
                    <a:pt x="2869" y="442"/>
                  </a:lnTo>
                  <a:cubicBezTo>
                    <a:pt x="2869" y="197"/>
                    <a:pt x="2672" y="1"/>
                    <a:pt x="2427" y="1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95" name="Google Shape;8895;p69"/>
            <p:cNvSpPr/>
            <p:nvPr/>
          </p:nvSpPr>
          <p:spPr>
            <a:xfrm>
              <a:off x="7989335" y="3360019"/>
              <a:ext cx="291698" cy="368405"/>
            </a:xfrm>
            <a:custGeom>
              <a:avLst/>
              <a:gdLst/>
              <a:ahLst/>
              <a:cxnLst/>
              <a:rect l="l" t="t" r="r" b="b"/>
              <a:pathLst>
                <a:path w="11142" h="14072" extrusionOk="0">
                  <a:moveTo>
                    <a:pt x="7918" y="409"/>
                  </a:moveTo>
                  <a:cubicBezTo>
                    <a:pt x="8047" y="409"/>
                    <a:pt x="8158" y="520"/>
                    <a:pt x="8158" y="649"/>
                  </a:cubicBezTo>
                  <a:lnTo>
                    <a:pt x="8158" y="1543"/>
                  </a:lnTo>
                  <a:cubicBezTo>
                    <a:pt x="8158" y="1672"/>
                    <a:pt x="8047" y="1783"/>
                    <a:pt x="7918" y="1783"/>
                  </a:cubicBezTo>
                  <a:lnTo>
                    <a:pt x="6755" y="1783"/>
                  </a:lnTo>
                  <a:cubicBezTo>
                    <a:pt x="6640" y="1783"/>
                    <a:pt x="6549" y="1874"/>
                    <a:pt x="6549" y="1985"/>
                  </a:cubicBezTo>
                  <a:cubicBezTo>
                    <a:pt x="6549" y="2393"/>
                    <a:pt x="6217" y="2725"/>
                    <a:pt x="5809" y="2725"/>
                  </a:cubicBezTo>
                  <a:lnTo>
                    <a:pt x="5348" y="2725"/>
                  </a:lnTo>
                  <a:cubicBezTo>
                    <a:pt x="4939" y="2725"/>
                    <a:pt x="4608" y="2393"/>
                    <a:pt x="4608" y="1985"/>
                  </a:cubicBezTo>
                  <a:cubicBezTo>
                    <a:pt x="4608" y="1874"/>
                    <a:pt x="4516" y="1783"/>
                    <a:pt x="4406" y="1783"/>
                  </a:cubicBezTo>
                  <a:lnTo>
                    <a:pt x="3243" y="1783"/>
                  </a:lnTo>
                  <a:cubicBezTo>
                    <a:pt x="3109" y="1783"/>
                    <a:pt x="3003" y="1672"/>
                    <a:pt x="3003" y="1543"/>
                  </a:cubicBezTo>
                  <a:lnTo>
                    <a:pt x="3003" y="654"/>
                  </a:lnTo>
                  <a:lnTo>
                    <a:pt x="2998" y="649"/>
                  </a:lnTo>
                  <a:cubicBezTo>
                    <a:pt x="2998" y="520"/>
                    <a:pt x="3104" y="409"/>
                    <a:pt x="3239" y="409"/>
                  </a:cubicBezTo>
                  <a:close/>
                  <a:moveTo>
                    <a:pt x="3229" y="1"/>
                  </a:moveTo>
                  <a:cubicBezTo>
                    <a:pt x="2873" y="1"/>
                    <a:pt x="2580" y="294"/>
                    <a:pt x="2580" y="654"/>
                  </a:cubicBezTo>
                  <a:lnTo>
                    <a:pt x="2580" y="664"/>
                  </a:lnTo>
                  <a:lnTo>
                    <a:pt x="822" y="664"/>
                  </a:lnTo>
                  <a:cubicBezTo>
                    <a:pt x="371" y="664"/>
                    <a:pt x="1" y="1029"/>
                    <a:pt x="1" y="1485"/>
                  </a:cubicBezTo>
                  <a:lnTo>
                    <a:pt x="1" y="9762"/>
                  </a:lnTo>
                  <a:cubicBezTo>
                    <a:pt x="1" y="9899"/>
                    <a:pt x="104" y="9968"/>
                    <a:pt x="207" y="9968"/>
                  </a:cubicBezTo>
                  <a:cubicBezTo>
                    <a:pt x="309" y="9968"/>
                    <a:pt x="411" y="9899"/>
                    <a:pt x="409" y="9762"/>
                  </a:cubicBezTo>
                  <a:lnTo>
                    <a:pt x="409" y="1480"/>
                  </a:lnTo>
                  <a:cubicBezTo>
                    <a:pt x="409" y="1255"/>
                    <a:pt x="596" y="1072"/>
                    <a:pt x="822" y="1072"/>
                  </a:cubicBezTo>
                  <a:lnTo>
                    <a:pt x="1307" y="1072"/>
                  </a:lnTo>
                  <a:lnTo>
                    <a:pt x="1307" y="12664"/>
                  </a:lnTo>
                  <a:cubicBezTo>
                    <a:pt x="1307" y="12775"/>
                    <a:pt x="1399" y="12866"/>
                    <a:pt x="1514" y="12866"/>
                  </a:cubicBezTo>
                  <a:lnTo>
                    <a:pt x="9623" y="12866"/>
                  </a:lnTo>
                  <a:cubicBezTo>
                    <a:pt x="9738" y="12866"/>
                    <a:pt x="9830" y="12775"/>
                    <a:pt x="9830" y="12664"/>
                  </a:cubicBezTo>
                  <a:lnTo>
                    <a:pt x="9830" y="1072"/>
                  </a:lnTo>
                  <a:lnTo>
                    <a:pt x="10320" y="1072"/>
                  </a:lnTo>
                  <a:cubicBezTo>
                    <a:pt x="10545" y="1072"/>
                    <a:pt x="10728" y="1255"/>
                    <a:pt x="10728" y="1480"/>
                  </a:cubicBezTo>
                  <a:lnTo>
                    <a:pt x="10728" y="13250"/>
                  </a:lnTo>
                  <a:cubicBezTo>
                    <a:pt x="10728" y="13476"/>
                    <a:pt x="10545" y="13663"/>
                    <a:pt x="10320" y="13663"/>
                  </a:cubicBezTo>
                  <a:lnTo>
                    <a:pt x="822" y="13663"/>
                  </a:lnTo>
                  <a:cubicBezTo>
                    <a:pt x="596" y="13663"/>
                    <a:pt x="414" y="13476"/>
                    <a:pt x="414" y="13250"/>
                  </a:cubicBezTo>
                  <a:lnTo>
                    <a:pt x="414" y="10728"/>
                  </a:lnTo>
                  <a:cubicBezTo>
                    <a:pt x="414" y="10591"/>
                    <a:pt x="312" y="10523"/>
                    <a:pt x="210" y="10523"/>
                  </a:cubicBezTo>
                  <a:cubicBezTo>
                    <a:pt x="107" y="10523"/>
                    <a:pt x="5" y="10591"/>
                    <a:pt x="5" y="10728"/>
                  </a:cubicBezTo>
                  <a:lnTo>
                    <a:pt x="5" y="13250"/>
                  </a:lnTo>
                  <a:cubicBezTo>
                    <a:pt x="5" y="13707"/>
                    <a:pt x="371" y="14072"/>
                    <a:pt x="827" y="14072"/>
                  </a:cubicBezTo>
                  <a:lnTo>
                    <a:pt x="10320" y="14072"/>
                  </a:lnTo>
                  <a:cubicBezTo>
                    <a:pt x="10776" y="14072"/>
                    <a:pt x="11141" y="13707"/>
                    <a:pt x="11141" y="13250"/>
                  </a:cubicBezTo>
                  <a:lnTo>
                    <a:pt x="11141" y="1480"/>
                  </a:lnTo>
                  <a:cubicBezTo>
                    <a:pt x="11141" y="1029"/>
                    <a:pt x="10776" y="659"/>
                    <a:pt x="10325" y="659"/>
                  </a:cubicBezTo>
                  <a:lnTo>
                    <a:pt x="9296" y="659"/>
                  </a:lnTo>
                  <a:cubicBezTo>
                    <a:pt x="9023" y="659"/>
                    <a:pt x="9023" y="1072"/>
                    <a:pt x="9296" y="1072"/>
                  </a:cubicBezTo>
                  <a:lnTo>
                    <a:pt x="9421" y="1072"/>
                  </a:lnTo>
                  <a:lnTo>
                    <a:pt x="9421" y="12457"/>
                  </a:lnTo>
                  <a:lnTo>
                    <a:pt x="1725" y="12457"/>
                  </a:lnTo>
                  <a:lnTo>
                    <a:pt x="1725" y="1072"/>
                  </a:lnTo>
                  <a:lnTo>
                    <a:pt x="2580" y="1072"/>
                  </a:lnTo>
                  <a:lnTo>
                    <a:pt x="2580" y="1543"/>
                  </a:lnTo>
                  <a:cubicBezTo>
                    <a:pt x="2580" y="1898"/>
                    <a:pt x="2873" y="2191"/>
                    <a:pt x="3234" y="2191"/>
                  </a:cubicBezTo>
                  <a:lnTo>
                    <a:pt x="4209" y="2191"/>
                  </a:lnTo>
                  <a:cubicBezTo>
                    <a:pt x="4310" y="2739"/>
                    <a:pt x="4785" y="3138"/>
                    <a:pt x="5343" y="3138"/>
                  </a:cubicBezTo>
                  <a:lnTo>
                    <a:pt x="5804" y="3138"/>
                  </a:lnTo>
                  <a:cubicBezTo>
                    <a:pt x="6361" y="3138"/>
                    <a:pt x="6837" y="2739"/>
                    <a:pt x="6938" y="2191"/>
                  </a:cubicBezTo>
                  <a:lnTo>
                    <a:pt x="7913" y="2191"/>
                  </a:lnTo>
                  <a:cubicBezTo>
                    <a:pt x="8273" y="2191"/>
                    <a:pt x="8566" y="1898"/>
                    <a:pt x="8566" y="1543"/>
                  </a:cubicBezTo>
                  <a:lnTo>
                    <a:pt x="8566" y="654"/>
                  </a:lnTo>
                  <a:cubicBezTo>
                    <a:pt x="8566" y="294"/>
                    <a:pt x="8273" y="1"/>
                    <a:pt x="7913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96" name="Google Shape;8896;p69"/>
            <p:cNvSpPr/>
            <p:nvPr/>
          </p:nvSpPr>
          <p:spPr>
            <a:xfrm>
              <a:off x="8059262" y="3454476"/>
              <a:ext cx="150064" cy="105165"/>
            </a:xfrm>
            <a:custGeom>
              <a:avLst/>
              <a:gdLst/>
              <a:ahLst/>
              <a:cxnLst/>
              <a:rect l="l" t="t" r="r" b="b"/>
              <a:pathLst>
                <a:path w="5732" h="4017" extrusionOk="0">
                  <a:moveTo>
                    <a:pt x="3550" y="0"/>
                  </a:moveTo>
                  <a:cubicBezTo>
                    <a:pt x="3463" y="0"/>
                    <a:pt x="3376" y="52"/>
                    <a:pt x="3349" y="154"/>
                  </a:cubicBezTo>
                  <a:lnTo>
                    <a:pt x="2600" y="3099"/>
                  </a:lnTo>
                  <a:lnTo>
                    <a:pt x="1874" y="1000"/>
                  </a:lnTo>
                  <a:cubicBezTo>
                    <a:pt x="1843" y="908"/>
                    <a:pt x="1762" y="859"/>
                    <a:pt x="1680" y="859"/>
                  </a:cubicBezTo>
                  <a:cubicBezTo>
                    <a:pt x="1611" y="859"/>
                    <a:pt x="1541" y="894"/>
                    <a:pt x="1500" y="966"/>
                  </a:cubicBezTo>
                  <a:lnTo>
                    <a:pt x="899" y="2033"/>
                  </a:lnTo>
                  <a:lnTo>
                    <a:pt x="274" y="2033"/>
                  </a:lnTo>
                  <a:cubicBezTo>
                    <a:pt x="1" y="2033"/>
                    <a:pt x="1" y="2446"/>
                    <a:pt x="274" y="2446"/>
                  </a:cubicBezTo>
                  <a:lnTo>
                    <a:pt x="1019" y="2446"/>
                  </a:lnTo>
                  <a:cubicBezTo>
                    <a:pt x="1096" y="2446"/>
                    <a:pt x="1168" y="2403"/>
                    <a:pt x="1202" y="2335"/>
                  </a:cubicBezTo>
                  <a:lnTo>
                    <a:pt x="1634" y="1557"/>
                  </a:lnTo>
                  <a:lnTo>
                    <a:pt x="2432" y="3877"/>
                  </a:lnTo>
                  <a:cubicBezTo>
                    <a:pt x="2464" y="3970"/>
                    <a:pt x="2546" y="4016"/>
                    <a:pt x="2628" y="4016"/>
                  </a:cubicBezTo>
                  <a:cubicBezTo>
                    <a:pt x="2715" y="4016"/>
                    <a:pt x="2801" y="3964"/>
                    <a:pt x="2825" y="3863"/>
                  </a:cubicBezTo>
                  <a:lnTo>
                    <a:pt x="3584" y="894"/>
                  </a:lnTo>
                  <a:lnTo>
                    <a:pt x="4099" y="2302"/>
                  </a:lnTo>
                  <a:cubicBezTo>
                    <a:pt x="4127" y="2383"/>
                    <a:pt x="4204" y="2436"/>
                    <a:pt x="4291" y="2436"/>
                  </a:cubicBezTo>
                  <a:lnTo>
                    <a:pt x="5525" y="2436"/>
                  </a:lnTo>
                  <a:cubicBezTo>
                    <a:pt x="5636" y="2436"/>
                    <a:pt x="5732" y="2345"/>
                    <a:pt x="5732" y="2234"/>
                  </a:cubicBezTo>
                  <a:cubicBezTo>
                    <a:pt x="5732" y="2127"/>
                    <a:pt x="5645" y="2037"/>
                    <a:pt x="5538" y="2037"/>
                  </a:cubicBezTo>
                  <a:cubicBezTo>
                    <a:pt x="5536" y="2037"/>
                    <a:pt x="5533" y="2037"/>
                    <a:pt x="5530" y="2037"/>
                  </a:cubicBezTo>
                  <a:lnTo>
                    <a:pt x="4440" y="2037"/>
                  </a:lnTo>
                  <a:lnTo>
                    <a:pt x="3743" y="135"/>
                  </a:lnTo>
                  <a:cubicBezTo>
                    <a:pt x="3711" y="45"/>
                    <a:pt x="3630" y="0"/>
                    <a:pt x="3550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97" name="Google Shape;8897;p69"/>
            <p:cNvSpPr/>
            <p:nvPr/>
          </p:nvSpPr>
          <p:spPr>
            <a:xfrm>
              <a:off x="8059392" y="3596712"/>
              <a:ext cx="151818" cy="10734"/>
            </a:xfrm>
            <a:custGeom>
              <a:avLst/>
              <a:gdLst/>
              <a:ahLst/>
              <a:cxnLst/>
              <a:rect l="l" t="t" r="r" b="b"/>
              <a:pathLst>
                <a:path w="5799" h="410" extrusionOk="0">
                  <a:moveTo>
                    <a:pt x="274" y="1"/>
                  </a:moveTo>
                  <a:cubicBezTo>
                    <a:pt x="0" y="1"/>
                    <a:pt x="0" y="409"/>
                    <a:pt x="274" y="409"/>
                  </a:cubicBezTo>
                  <a:lnTo>
                    <a:pt x="5525" y="409"/>
                  </a:lnTo>
                  <a:cubicBezTo>
                    <a:pt x="5799" y="409"/>
                    <a:pt x="5799" y="1"/>
                    <a:pt x="5525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898" name="Google Shape;8898;p69"/>
            <p:cNvSpPr/>
            <p:nvPr/>
          </p:nvSpPr>
          <p:spPr>
            <a:xfrm>
              <a:off x="8059392" y="3644386"/>
              <a:ext cx="151818" cy="10708"/>
            </a:xfrm>
            <a:custGeom>
              <a:avLst/>
              <a:gdLst/>
              <a:ahLst/>
              <a:cxnLst/>
              <a:rect l="l" t="t" r="r" b="b"/>
              <a:pathLst>
                <a:path w="5799" h="409" extrusionOk="0">
                  <a:moveTo>
                    <a:pt x="270" y="1"/>
                  </a:moveTo>
                  <a:cubicBezTo>
                    <a:pt x="0" y="1"/>
                    <a:pt x="2" y="409"/>
                    <a:pt x="274" y="409"/>
                  </a:cubicBezTo>
                  <a:lnTo>
                    <a:pt x="5525" y="409"/>
                  </a:lnTo>
                  <a:cubicBezTo>
                    <a:pt x="5799" y="409"/>
                    <a:pt x="5799" y="1"/>
                    <a:pt x="5525" y="1"/>
                  </a:cubicBezTo>
                  <a:lnTo>
                    <a:pt x="274" y="1"/>
                  </a:lnTo>
                  <a:cubicBezTo>
                    <a:pt x="273" y="1"/>
                    <a:pt x="271" y="1"/>
                    <a:pt x="270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899" name="Google Shape;8899;p69"/>
          <p:cNvGrpSpPr/>
          <p:nvPr/>
        </p:nvGrpSpPr>
        <p:grpSpPr>
          <a:xfrm>
            <a:off x="4974869" y="3162775"/>
            <a:ext cx="276107" cy="276578"/>
            <a:chOff x="6633158" y="3359783"/>
            <a:chExt cx="368143" cy="368771"/>
          </a:xfrm>
        </p:grpSpPr>
        <p:sp>
          <p:nvSpPr>
            <p:cNvPr id="8900" name="Google Shape;8900;p69"/>
            <p:cNvSpPr/>
            <p:nvPr/>
          </p:nvSpPr>
          <p:spPr>
            <a:xfrm>
              <a:off x="6698059" y="3428296"/>
              <a:ext cx="237479" cy="232243"/>
            </a:xfrm>
            <a:custGeom>
              <a:avLst/>
              <a:gdLst/>
              <a:ahLst/>
              <a:cxnLst/>
              <a:rect l="l" t="t" r="r" b="b"/>
              <a:pathLst>
                <a:path w="9071" h="8871" extrusionOk="0">
                  <a:moveTo>
                    <a:pt x="3629" y="1"/>
                  </a:moveTo>
                  <a:cubicBezTo>
                    <a:pt x="3596" y="1"/>
                    <a:pt x="3563" y="4"/>
                    <a:pt x="3531" y="11"/>
                  </a:cubicBezTo>
                  <a:cubicBezTo>
                    <a:pt x="3205" y="83"/>
                    <a:pt x="3012" y="501"/>
                    <a:pt x="2715" y="645"/>
                  </a:cubicBezTo>
                  <a:cubicBezTo>
                    <a:pt x="2417" y="789"/>
                    <a:pt x="1965" y="683"/>
                    <a:pt x="1711" y="890"/>
                  </a:cubicBezTo>
                  <a:cubicBezTo>
                    <a:pt x="1456" y="1097"/>
                    <a:pt x="1456" y="1567"/>
                    <a:pt x="1249" y="1817"/>
                  </a:cubicBezTo>
                  <a:cubicBezTo>
                    <a:pt x="1043" y="2067"/>
                    <a:pt x="586" y="2177"/>
                    <a:pt x="447" y="2471"/>
                  </a:cubicBezTo>
                  <a:cubicBezTo>
                    <a:pt x="313" y="2764"/>
                    <a:pt x="514" y="3182"/>
                    <a:pt x="438" y="3503"/>
                  </a:cubicBezTo>
                  <a:cubicBezTo>
                    <a:pt x="361" y="3811"/>
                    <a:pt x="0" y="4104"/>
                    <a:pt x="0" y="4435"/>
                  </a:cubicBezTo>
                  <a:cubicBezTo>
                    <a:pt x="0" y="4772"/>
                    <a:pt x="365" y="5060"/>
                    <a:pt x="438" y="5372"/>
                  </a:cubicBezTo>
                  <a:cubicBezTo>
                    <a:pt x="510" y="5694"/>
                    <a:pt x="308" y="6112"/>
                    <a:pt x="447" y="6405"/>
                  </a:cubicBezTo>
                  <a:cubicBezTo>
                    <a:pt x="586" y="6693"/>
                    <a:pt x="1043" y="6799"/>
                    <a:pt x="1249" y="7054"/>
                  </a:cubicBezTo>
                  <a:cubicBezTo>
                    <a:pt x="1456" y="7313"/>
                    <a:pt x="1456" y="7779"/>
                    <a:pt x="1711" y="7981"/>
                  </a:cubicBezTo>
                  <a:cubicBezTo>
                    <a:pt x="1965" y="8187"/>
                    <a:pt x="2422" y="8086"/>
                    <a:pt x="2715" y="8226"/>
                  </a:cubicBezTo>
                  <a:cubicBezTo>
                    <a:pt x="3008" y="8370"/>
                    <a:pt x="3209" y="8783"/>
                    <a:pt x="3531" y="8860"/>
                  </a:cubicBezTo>
                  <a:cubicBezTo>
                    <a:pt x="3564" y="8867"/>
                    <a:pt x="3597" y="8870"/>
                    <a:pt x="3631" y="8870"/>
                  </a:cubicBezTo>
                  <a:cubicBezTo>
                    <a:pt x="3916" y="8870"/>
                    <a:pt x="4239" y="8644"/>
                    <a:pt x="4535" y="8644"/>
                  </a:cubicBezTo>
                  <a:cubicBezTo>
                    <a:pt x="4836" y="8644"/>
                    <a:pt x="5156" y="8870"/>
                    <a:pt x="5443" y="8870"/>
                  </a:cubicBezTo>
                  <a:cubicBezTo>
                    <a:pt x="5477" y="8870"/>
                    <a:pt x="5511" y="8867"/>
                    <a:pt x="5544" y="8860"/>
                  </a:cubicBezTo>
                  <a:cubicBezTo>
                    <a:pt x="5871" y="8788"/>
                    <a:pt x="6063" y="8370"/>
                    <a:pt x="6361" y="8226"/>
                  </a:cubicBezTo>
                  <a:cubicBezTo>
                    <a:pt x="6659" y="8082"/>
                    <a:pt x="7110" y="8187"/>
                    <a:pt x="7365" y="7981"/>
                  </a:cubicBezTo>
                  <a:cubicBezTo>
                    <a:pt x="7620" y="7774"/>
                    <a:pt x="7620" y="7308"/>
                    <a:pt x="7826" y="7054"/>
                  </a:cubicBezTo>
                  <a:cubicBezTo>
                    <a:pt x="8028" y="6804"/>
                    <a:pt x="8484" y="6698"/>
                    <a:pt x="8624" y="6405"/>
                  </a:cubicBezTo>
                  <a:cubicBezTo>
                    <a:pt x="8763" y="6112"/>
                    <a:pt x="8561" y="5694"/>
                    <a:pt x="8638" y="5372"/>
                  </a:cubicBezTo>
                  <a:cubicBezTo>
                    <a:pt x="8710" y="5060"/>
                    <a:pt x="9070" y="4772"/>
                    <a:pt x="9070" y="4435"/>
                  </a:cubicBezTo>
                  <a:cubicBezTo>
                    <a:pt x="9070" y="4104"/>
                    <a:pt x="8705" y="3811"/>
                    <a:pt x="8638" y="3503"/>
                  </a:cubicBezTo>
                  <a:cubicBezTo>
                    <a:pt x="8566" y="3177"/>
                    <a:pt x="8763" y="2759"/>
                    <a:pt x="8624" y="2471"/>
                  </a:cubicBezTo>
                  <a:cubicBezTo>
                    <a:pt x="8484" y="2177"/>
                    <a:pt x="8028" y="2077"/>
                    <a:pt x="7826" y="1817"/>
                  </a:cubicBezTo>
                  <a:cubicBezTo>
                    <a:pt x="7620" y="1558"/>
                    <a:pt x="7620" y="1097"/>
                    <a:pt x="7365" y="890"/>
                  </a:cubicBezTo>
                  <a:cubicBezTo>
                    <a:pt x="7259" y="818"/>
                    <a:pt x="7139" y="775"/>
                    <a:pt x="7014" y="760"/>
                  </a:cubicBezTo>
                  <a:lnTo>
                    <a:pt x="6294" y="607"/>
                  </a:lnTo>
                  <a:cubicBezTo>
                    <a:pt x="6034" y="443"/>
                    <a:pt x="5847" y="83"/>
                    <a:pt x="5544" y="11"/>
                  </a:cubicBezTo>
                  <a:cubicBezTo>
                    <a:pt x="5512" y="4"/>
                    <a:pt x="5478" y="1"/>
                    <a:pt x="5445" y="1"/>
                  </a:cubicBezTo>
                  <a:cubicBezTo>
                    <a:pt x="5157" y="1"/>
                    <a:pt x="4837" y="232"/>
                    <a:pt x="4535" y="232"/>
                  </a:cubicBezTo>
                  <a:cubicBezTo>
                    <a:pt x="4239" y="232"/>
                    <a:pt x="3915" y="1"/>
                    <a:pt x="3629" y="1"/>
                  </a:cubicBezTo>
                  <a:close/>
                </a:path>
              </a:pathLst>
            </a:custGeom>
            <a:solidFill>
              <a:srgbClr val="B8C6D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01" name="Google Shape;8901;p69"/>
            <p:cNvSpPr/>
            <p:nvPr/>
          </p:nvSpPr>
          <p:spPr>
            <a:xfrm>
              <a:off x="6737800" y="3445052"/>
              <a:ext cx="197868" cy="215592"/>
            </a:xfrm>
            <a:custGeom>
              <a:avLst/>
              <a:gdLst/>
              <a:ahLst/>
              <a:cxnLst/>
              <a:rect l="l" t="t" r="r" b="b"/>
              <a:pathLst>
                <a:path w="7558" h="8235" extrusionOk="0">
                  <a:moveTo>
                    <a:pt x="4920" y="0"/>
                  </a:moveTo>
                  <a:lnTo>
                    <a:pt x="4920" y="0"/>
                  </a:lnTo>
                  <a:cubicBezTo>
                    <a:pt x="6308" y="1523"/>
                    <a:pt x="6457" y="3805"/>
                    <a:pt x="5280" y="5491"/>
                  </a:cubicBezTo>
                  <a:cubicBezTo>
                    <a:pt x="4433" y="6703"/>
                    <a:pt x="3069" y="7379"/>
                    <a:pt x="1662" y="7379"/>
                  </a:cubicBezTo>
                  <a:cubicBezTo>
                    <a:pt x="1105" y="7379"/>
                    <a:pt x="541" y="7273"/>
                    <a:pt x="0" y="7052"/>
                  </a:cubicBezTo>
                  <a:lnTo>
                    <a:pt x="0" y="7052"/>
                  </a:lnTo>
                  <a:cubicBezTo>
                    <a:pt x="39" y="7163"/>
                    <a:pt x="106" y="7264"/>
                    <a:pt x="197" y="7346"/>
                  </a:cubicBezTo>
                  <a:cubicBezTo>
                    <a:pt x="452" y="7552"/>
                    <a:pt x="904" y="7446"/>
                    <a:pt x="1201" y="7591"/>
                  </a:cubicBezTo>
                  <a:cubicBezTo>
                    <a:pt x="1494" y="7735"/>
                    <a:pt x="1691" y="8153"/>
                    <a:pt x="2013" y="8225"/>
                  </a:cubicBezTo>
                  <a:cubicBezTo>
                    <a:pt x="2046" y="8232"/>
                    <a:pt x="2080" y="8235"/>
                    <a:pt x="2114" y="8235"/>
                  </a:cubicBezTo>
                  <a:cubicBezTo>
                    <a:pt x="2403" y="8235"/>
                    <a:pt x="2726" y="8008"/>
                    <a:pt x="3022" y="8008"/>
                  </a:cubicBezTo>
                  <a:cubicBezTo>
                    <a:pt x="3323" y="8008"/>
                    <a:pt x="3643" y="8235"/>
                    <a:pt x="3930" y="8235"/>
                  </a:cubicBezTo>
                  <a:cubicBezTo>
                    <a:pt x="3964" y="8235"/>
                    <a:pt x="3998" y="8232"/>
                    <a:pt x="4031" y="8225"/>
                  </a:cubicBezTo>
                  <a:cubicBezTo>
                    <a:pt x="4353" y="8148"/>
                    <a:pt x="4555" y="7735"/>
                    <a:pt x="4848" y="7591"/>
                  </a:cubicBezTo>
                  <a:cubicBezTo>
                    <a:pt x="5141" y="7451"/>
                    <a:pt x="5597" y="7552"/>
                    <a:pt x="5852" y="7346"/>
                  </a:cubicBezTo>
                  <a:cubicBezTo>
                    <a:pt x="6106" y="7144"/>
                    <a:pt x="6106" y="6678"/>
                    <a:pt x="6313" y="6418"/>
                  </a:cubicBezTo>
                  <a:cubicBezTo>
                    <a:pt x="6515" y="6164"/>
                    <a:pt x="6971" y="6058"/>
                    <a:pt x="7110" y="5770"/>
                  </a:cubicBezTo>
                  <a:cubicBezTo>
                    <a:pt x="7250" y="5477"/>
                    <a:pt x="7048" y="5054"/>
                    <a:pt x="7125" y="4732"/>
                  </a:cubicBezTo>
                  <a:cubicBezTo>
                    <a:pt x="7192" y="4420"/>
                    <a:pt x="7557" y="4132"/>
                    <a:pt x="7557" y="3795"/>
                  </a:cubicBezTo>
                  <a:cubicBezTo>
                    <a:pt x="7557" y="3459"/>
                    <a:pt x="7197" y="3171"/>
                    <a:pt x="7125" y="2859"/>
                  </a:cubicBezTo>
                  <a:cubicBezTo>
                    <a:pt x="7048" y="2537"/>
                    <a:pt x="7250" y="2119"/>
                    <a:pt x="7110" y="1826"/>
                  </a:cubicBezTo>
                  <a:cubicBezTo>
                    <a:pt x="6971" y="1533"/>
                    <a:pt x="6515" y="1427"/>
                    <a:pt x="6308" y="1177"/>
                  </a:cubicBezTo>
                  <a:cubicBezTo>
                    <a:pt x="6106" y="923"/>
                    <a:pt x="6106" y="457"/>
                    <a:pt x="5852" y="250"/>
                  </a:cubicBezTo>
                  <a:cubicBezTo>
                    <a:pt x="5746" y="178"/>
                    <a:pt x="5626" y="130"/>
                    <a:pt x="5496" y="120"/>
                  </a:cubicBezTo>
                  <a:lnTo>
                    <a:pt x="4920" y="0"/>
                  </a:lnTo>
                  <a:close/>
                </a:path>
              </a:pathLst>
            </a:custGeom>
            <a:solidFill>
              <a:srgbClr val="A5B8C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02" name="Google Shape;8902;p69"/>
            <p:cNvSpPr/>
            <p:nvPr/>
          </p:nvSpPr>
          <p:spPr>
            <a:xfrm>
              <a:off x="6761833" y="3472959"/>
              <a:ext cx="32830" cy="28039"/>
            </a:xfrm>
            <a:custGeom>
              <a:avLst/>
              <a:gdLst/>
              <a:ahLst/>
              <a:cxnLst/>
              <a:rect l="l" t="t" r="r" b="b"/>
              <a:pathLst>
                <a:path w="1254" h="1071" extrusionOk="0">
                  <a:moveTo>
                    <a:pt x="716" y="1"/>
                  </a:moveTo>
                  <a:cubicBezTo>
                    <a:pt x="240" y="1"/>
                    <a:pt x="0" y="577"/>
                    <a:pt x="336" y="913"/>
                  </a:cubicBezTo>
                  <a:cubicBezTo>
                    <a:pt x="446" y="1022"/>
                    <a:pt x="581" y="1070"/>
                    <a:pt x="712" y="1070"/>
                  </a:cubicBezTo>
                  <a:cubicBezTo>
                    <a:pt x="989" y="1070"/>
                    <a:pt x="1254" y="856"/>
                    <a:pt x="1254" y="534"/>
                  </a:cubicBezTo>
                  <a:cubicBezTo>
                    <a:pt x="1254" y="241"/>
                    <a:pt x="1014" y="1"/>
                    <a:pt x="716" y="1"/>
                  </a:cubicBezTo>
                  <a:close/>
                </a:path>
              </a:pathLst>
            </a:custGeom>
            <a:solidFill>
              <a:srgbClr val="C0CDD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03" name="Google Shape;8903;p69"/>
            <p:cNvSpPr/>
            <p:nvPr/>
          </p:nvSpPr>
          <p:spPr>
            <a:xfrm>
              <a:off x="6798171" y="3365674"/>
              <a:ext cx="32856" cy="28039"/>
            </a:xfrm>
            <a:custGeom>
              <a:avLst/>
              <a:gdLst/>
              <a:ahLst/>
              <a:cxnLst/>
              <a:rect l="l" t="t" r="r" b="b"/>
              <a:pathLst>
                <a:path w="1255" h="1071" extrusionOk="0">
                  <a:moveTo>
                    <a:pt x="716" y="1"/>
                  </a:moveTo>
                  <a:cubicBezTo>
                    <a:pt x="241" y="1"/>
                    <a:pt x="0" y="573"/>
                    <a:pt x="337" y="914"/>
                  </a:cubicBezTo>
                  <a:cubicBezTo>
                    <a:pt x="447" y="1022"/>
                    <a:pt x="581" y="1071"/>
                    <a:pt x="713" y="1071"/>
                  </a:cubicBezTo>
                  <a:cubicBezTo>
                    <a:pt x="990" y="1071"/>
                    <a:pt x="1254" y="856"/>
                    <a:pt x="1254" y="534"/>
                  </a:cubicBezTo>
                  <a:cubicBezTo>
                    <a:pt x="1254" y="236"/>
                    <a:pt x="1014" y="1"/>
                    <a:pt x="716" y="1"/>
                  </a:cubicBezTo>
                  <a:close/>
                </a:path>
              </a:pathLst>
            </a:custGeom>
            <a:solidFill>
              <a:srgbClr val="C0CDD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04" name="Google Shape;8904;p69"/>
            <p:cNvSpPr/>
            <p:nvPr/>
          </p:nvSpPr>
          <p:spPr>
            <a:xfrm>
              <a:off x="6852887" y="3519377"/>
              <a:ext cx="32830" cy="28039"/>
            </a:xfrm>
            <a:custGeom>
              <a:avLst/>
              <a:gdLst/>
              <a:ahLst/>
              <a:cxnLst/>
              <a:rect l="l" t="t" r="r" b="b"/>
              <a:pathLst>
                <a:path w="1254" h="1071" extrusionOk="0">
                  <a:moveTo>
                    <a:pt x="716" y="0"/>
                  </a:moveTo>
                  <a:cubicBezTo>
                    <a:pt x="240" y="0"/>
                    <a:pt x="0" y="577"/>
                    <a:pt x="336" y="913"/>
                  </a:cubicBezTo>
                  <a:cubicBezTo>
                    <a:pt x="446" y="1022"/>
                    <a:pt x="581" y="1070"/>
                    <a:pt x="713" y="1070"/>
                  </a:cubicBezTo>
                  <a:cubicBezTo>
                    <a:pt x="989" y="1070"/>
                    <a:pt x="1254" y="856"/>
                    <a:pt x="1254" y="534"/>
                  </a:cubicBezTo>
                  <a:cubicBezTo>
                    <a:pt x="1254" y="241"/>
                    <a:pt x="1014" y="0"/>
                    <a:pt x="716" y="0"/>
                  </a:cubicBezTo>
                  <a:close/>
                </a:path>
              </a:pathLst>
            </a:custGeom>
            <a:solidFill>
              <a:srgbClr val="C0CDD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05" name="Google Shape;8905;p69"/>
            <p:cNvSpPr/>
            <p:nvPr/>
          </p:nvSpPr>
          <p:spPr>
            <a:xfrm>
              <a:off x="6750890" y="3564642"/>
              <a:ext cx="51836" cy="44401"/>
            </a:xfrm>
            <a:custGeom>
              <a:avLst/>
              <a:gdLst/>
              <a:ahLst/>
              <a:cxnLst/>
              <a:rect l="l" t="t" r="r" b="b"/>
              <a:pathLst>
                <a:path w="1980" h="1696" extrusionOk="0">
                  <a:moveTo>
                    <a:pt x="1134" y="1"/>
                  </a:moveTo>
                  <a:cubicBezTo>
                    <a:pt x="375" y="1"/>
                    <a:pt x="0" y="914"/>
                    <a:pt x="533" y="1447"/>
                  </a:cubicBezTo>
                  <a:cubicBezTo>
                    <a:pt x="705" y="1619"/>
                    <a:pt x="917" y="1696"/>
                    <a:pt x="1124" y="1696"/>
                  </a:cubicBezTo>
                  <a:cubicBezTo>
                    <a:pt x="1560" y="1696"/>
                    <a:pt x="1979" y="1356"/>
                    <a:pt x="1979" y="842"/>
                  </a:cubicBezTo>
                  <a:cubicBezTo>
                    <a:pt x="1975" y="376"/>
                    <a:pt x="1600" y="1"/>
                    <a:pt x="1134" y="1"/>
                  </a:cubicBezTo>
                  <a:close/>
                </a:path>
              </a:pathLst>
            </a:custGeom>
            <a:solidFill>
              <a:srgbClr val="C0CDD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06" name="Google Shape;8906;p69"/>
            <p:cNvSpPr/>
            <p:nvPr/>
          </p:nvSpPr>
          <p:spPr>
            <a:xfrm>
              <a:off x="6939543" y="3387037"/>
              <a:ext cx="36364" cy="34636"/>
            </a:xfrm>
            <a:custGeom>
              <a:avLst/>
              <a:gdLst/>
              <a:ahLst/>
              <a:cxnLst/>
              <a:rect l="l" t="t" r="r" b="b"/>
              <a:pathLst>
                <a:path w="1389" h="1323" extrusionOk="0">
                  <a:moveTo>
                    <a:pt x="666" y="0"/>
                  </a:moveTo>
                  <a:cubicBezTo>
                    <a:pt x="326" y="0"/>
                    <a:pt x="0" y="263"/>
                    <a:pt x="0" y="660"/>
                  </a:cubicBezTo>
                  <a:cubicBezTo>
                    <a:pt x="0" y="1059"/>
                    <a:pt x="325" y="1322"/>
                    <a:pt x="664" y="1322"/>
                  </a:cubicBezTo>
                  <a:cubicBezTo>
                    <a:pt x="827" y="1322"/>
                    <a:pt x="993" y="1261"/>
                    <a:pt x="1129" y="1126"/>
                  </a:cubicBezTo>
                  <a:cubicBezTo>
                    <a:pt x="1389" y="871"/>
                    <a:pt x="1389" y="453"/>
                    <a:pt x="1129" y="194"/>
                  </a:cubicBezTo>
                  <a:cubicBezTo>
                    <a:pt x="994" y="60"/>
                    <a:pt x="828" y="0"/>
                    <a:pt x="666" y="0"/>
                  </a:cubicBezTo>
                  <a:close/>
                </a:path>
              </a:pathLst>
            </a:custGeom>
            <a:solidFill>
              <a:srgbClr val="C0CDD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07" name="Google Shape;8907;p69"/>
            <p:cNvSpPr/>
            <p:nvPr/>
          </p:nvSpPr>
          <p:spPr>
            <a:xfrm>
              <a:off x="6962922" y="3530451"/>
              <a:ext cx="32856" cy="28013"/>
            </a:xfrm>
            <a:custGeom>
              <a:avLst/>
              <a:gdLst/>
              <a:ahLst/>
              <a:cxnLst/>
              <a:rect l="l" t="t" r="r" b="b"/>
              <a:pathLst>
                <a:path w="1255" h="1070" extrusionOk="0">
                  <a:moveTo>
                    <a:pt x="716" y="0"/>
                  </a:moveTo>
                  <a:cubicBezTo>
                    <a:pt x="241" y="0"/>
                    <a:pt x="1" y="577"/>
                    <a:pt x="337" y="913"/>
                  </a:cubicBezTo>
                  <a:cubicBezTo>
                    <a:pt x="447" y="1021"/>
                    <a:pt x="581" y="1070"/>
                    <a:pt x="713" y="1070"/>
                  </a:cubicBezTo>
                  <a:cubicBezTo>
                    <a:pt x="990" y="1070"/>
                    <a:pt x="1255" y="856"/>
                    <a:pt x="1255" y="533"/>
                  </a:cubicBezTo>
                  <a:cubicBezTo>
                    <a:pt x="1255" y="240"/>
                    <a:pt x="1014" y="0"/>
                    <a:pt x="716" y="0"/>
                  </a:cubicBezTo>
                  <a:close/>
                </a:path>
              </a:pathLst>
            </a:custGeom>
            <a:solidFill>
              <a:srgbClr val="C0CDD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08" name="Google Shape;8908;p69"/>
            <p:cNvSpPr/>
            <p:nvPr/>
          </p:nvSpPr>
          <p:spPr>
            <a:xfrm>
              <a:off x="6931479" y="3659021"/>
              <a:ext cx="38013" cy="36207"/>
            </a:xfrm>
            <a:custGeom>
              <a:avLst/>
              <a:gdLst/>
              <a:ahLst/>
              <a:cxnLst/>
              <a:rect l="l" t="t" r="r" b="b"/>
              <a:pathLst>
                <a:path w="1452" h="1383" extrusionOk="0">
                  <a:moveTo>
                    <a:pt x="694" y="0"/>
                  </a:moveTo>
                  <a:cubicBezTo>
                    <a:pt x="341" y="0"/>
                    <a:pt x="1" y="275"/>
                    <a:pt x="1" y="691"/>
                  </a:cubicBezTo>
                  <a:cubicBezTo>
                    <a:pt x="1" y="1107"/>
                    <a:pt x="342" y="1383"/>
                    <a:pt x="697" y="1383"/>
                  </a:cubicBezTo>
                  <a:cubicBezTo>
                    <a:pt x="866" y="1383"/>
                    <a:pt x="1038" y="1320"/>
                    <a:pt x="1178" y="1181"/>
                  </a:cubicBezTo>
                  <a:cubicBezTo>
                    <a:pt x="1452" y="912"/>
                    <a:pt x="1452" y="474"/>
                    <a:pt x="1178" y="205"/>
                  </a:cubicBezTo>
                  <a:cubicBezTo>
                    <a:pt x="1037" y="64"/>
                    <a:pt x="864" y="0"/>
                    <a:pt x="694" y="0"/>
                  </a:cubicBezTo>
                  <a:close/>
                </a:path>
              </a:pathLst>
            </a:custGeom>
            <a:solidFill>
              <a:srgbClr val="C0CDD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09" name="Google Shape;8909;p69"/>
            <p:cNvSpPr/>
            <p:nvPr/>
          </p:nvSpPr>
          <p:spPr>
            <a:xfrm>
              <a:off x="6798171" y="3695202"/>
              <a:ext cx="32856" cy="28039"/>
            </a:xfrm>
            <a:custGeom>
              <a:avLst/>
              <a:gdLst/>
              <a:ahLst/>
              <a:cxnLst/>
              <a:rect l="l" t="t" r="r" b="b"/>
              <a:pathLst>
                <a:path w="1255" h="1071" extrusionOk="0">
                  <a:moveTo>
                    <a:pt x="716" y="0"/>
                  </a:moveTo>
                  <a:cubicBezTo>
                    <a:pt x="241" y="0"/>
                    <a:pt x="0" y="577"/>
                    <a:pt x="337" y="913"/>
                  </a:cubicBezTo>
                  <a:cubicBezTo>
                    <a:pt x="447" y="1022"/>
                    <a:pt x="581" y="1070"/>
                    <a:pt x="713" y="1070"/>
                  </a:cubicBezTo>
                  <a:cubicBezTo>
                    <a:pt x="990" y="1070"/>
                    <a:pt x="1254" y="856"/>
                    <a:pt x="1254" y="534"/>
                  </a:cubicBezTo>
                  <a:cubicBezTo>
                    <a:pt x="1254" y="241"/>
                    <a:pt x="1014" y="0"/>
                    <a:pt x="716" y="0"/>
                  </a:cubicBezTo>
                  <a:close/>
                </a:path>
              </a:pathLst>
            </a:custGeom>
            <a:solidFill>
              <a:srgbClr val="C0CDD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10" name="Google Shape;8910;p69"/>
            <p:cNvSpPr/>
            <p:nvPr/>
          </p:nvSpPr>
          <p:spPr>
            <a:xfrm>
              <a:off x="6686225" y="3646847"/>
              <a:ext cx="29583" cy="28196"/>
            </a:xfrm>
            <a:custGeom>
              <a:avLst/>
              <a:gdLst/>
              <a:ahLst/>
              <a:cxnLst/>
              <a:rect l="l" t="t" r="r" b="b"/>
              <a:pathLst>
                <a:path w="1130" h="1077" extrusionOk="0">
                  <a:moveTo>
                    <a:pt x="541" y="1"/>
                  </a:moveTo>
                  <a:cubicBezTo>
                    <a:pt x="266" y="1"/>
                    <a:pt x="1" y="215"/>
                    <a:pt x="1" y="536"/>
                  </a:cubicBezTo>
                  <a:cubicBezTo>
                    <a:pt x="1" y="862"/>
                    <a:pt x="268" y="1077"/>
                    <a:pt x="545" y="1077"/>
                  </a:cubicBezTo>
                  <a:cubicBezTo>
                    <a:pt x="676" y="1077"/>
                    <a:pt x="810" y="1028"/>
                    <a:pt x="918" y="920"/>
                  </a:cubicBezTo>
                  <a:cubicBezTo>
                    <a:pt x="1130" y="709"/>
                    <a:pt x="1130" y="368"/>
                    <a:pt x="918" y="161"/>
                  </a:cubicBezTo>
                  <a:cubicBezTo>
                    <a:pt x="809" y="50"/>
                    <a:pt x="674" y="1"/>
                    <a:pt x="541" y="1"/>
                  </a:cubicBezTo>
                  <a:close/>
                </a:path>
              </a:pathLst>
            </a:custGeom>
            <a:solidFill>
              <a:srgbClr val="C0CDD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11" name="Google Shape;8911;p69"/>
            <p:cNvSpPr/>
            <p:nvPr/>
          </p:nvSpPr>
          <p:spPr>
            <a:xfrm>
              <a:off x="6633289" y="3530451"/>
              <a:ext cx="32856" cy="28013"/>
            </a:xfrm>
            <a:custGeom>
              <a:avLst/>
              <a:gdLst/>
              <a:ahLst/>
              <a:cxnLst/>
              <a:rect l="l" t="t" r="r" b="b"/>
              <a:pathLst>
                <a:path w="1255" h="1070" extrusionOk="0">
                  <a:moveTo>
                    <a:pt x="716" y="0"/>
                  </a:moveTo>
                  <a:cubicBezTo>
                    <a:pt x="240" y="0"/>
                    <a:pt x="0" y="577"/>
                    <a:pt x="341" y="913"/>
                  </a:cubicBezTo>
                  <a:cubicBezTo>
                    <a:pt x="450" y="1021"/>
                    <a:pt x="583" y="1070"/>
                    <a:pt x="714" y="1070"/>
                  </a:cubicBezTo>
                  <a:cubicBezTo>
                    <a:pt x="989" y="1070"/>
                    <a:pt x="1254" y="856"/>
                    <a:pt x="1254" y="533"/>
                  </a:cubicBezTo>
                  <a:cubicBezTo>
                    <a:pt x="1254" y="240"/>
                    <a:pt x="1014" y="0"/>
                    <a:pt x="716" y="0"/>
                  </a:cubicBezTo>
                  <a:close/>
                </a:path>
              </a:pathLst>
            </a:custGeom>
            <a:solidFill>
              <a:srgbClr val="C0CDD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12" name="Google Shape;8912;p69"/>
            <p:cNvSpPr/>
            <p:nvPr/>
          </p:nvSpPr>
          <p:spPr>
            <a:xfrm>
              <a:off x="6665491" y="3393032"/>
              <a:ext cx="39008" cy="37149"/>
            </a:xfrm>
            <a:custGeom>
              <a:avLst/>
              <a:gdLst/>
              <a:ahLst/>
              <a:cxnLst/>
              <a:rect l="l" t="t" r="r" b="b"/>
              <a:pathLst>
                <a:path w="1490" h="1419" extrusionOk="0">
                  <a:moveTo>
                    <a:pt x="714" y="1"/>
                  </a:moveTo>
                  <a:cubicBezTo>
                    <a:pt x="350" y="1"/>
                    <a:pt x="0" y="283"/>
                    <a:pt x="0" y="709"/>
                  </a:cubicBezTo>
                  <a:cubicBezTo>
                    <a:pt x="0" y="1135"/>
                    <a:pt x="350" y="1418"/>
                    <a:pt x="714" y="1418"/>
                  </a:cubicBezTo>
                  <a:cubicBezTo>
                    <a:pt x="889" y="1418"/>
                    <a:pt x="1066" y="1353"/>
                    <a:pt x="1211" y="1209"/>
                  </a:cubicBezTo>
                  <a:cubicBezTo>
                    <a:pt x="1489" y="935"/>
                    <a:pt x="1489" y="484"/>
                    <a:pt x="1211" y="210"/>
                  </a:cubicBezTo>
                  <a:cubicBezTo>
                    <a:pt x="1066" y="65"/>
                    <a:pt x="889" y="1"/>
                    <a:pt x="714" y="1"/>
                  </a:cubicBezTo>
                  <a:close/>
                </a:path>
              </a:pathLst>
            </a:custGeom>
            <a:solidFill>
              <a:srgbClr val="C0CDD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13" name="Google Shape;8913;p69"/>
            <p:cNvSpPr/>
            <p:nvPr/>
          </p:nvSpPr>
          <p:spPr>
            <a:xfrm>
              <a:off x="6754529" y="3467488"/>
              <a:ext cx="45422" cy="38956"/>
            </a:xfrm>
            <a:custGeom>
              <a:avLst/>
              <a:gdLst/>
              <a:ahLst/>
              <a:cxnLst/>
              <a:rect l="l" t="t" r="r" b="b"/>
              <a:pathLst>
                <a:path w="1735" h="1488" extrusionOk="0">
                  <a:moveTo>
                    <a:pt x="996" y="413"/>
                  </a:moveTo>
                  <a:cubicBezTo>
                    <a:pt x="1078" y="413"/>
                    <a:pt x="1162" y="444"/>
                    <a:pt x="1230" y="512"/>
                  </a:cubicBezTo>
                  <a:cubicBezTo>
                    <a:pt x="1437" y="719"/>
                    <a:pt x="1288" y="1074"/>
                    <a:pt x="995" y="1074"/>
                  </a:cubicBezTo>
                  <a:cubicBezTo>
                    <a:pt x="812" y="1074"/>
                    <a:pt x="663" y="925"/>
                    <a:pt x="663" y="743"/>
                  </a:cubicBezTo>
                  <a:cubicBezTo>
                    <a:pt x="663" y="545"/>
                    <a:pt x="825" y="413"/>
                    <a:pt x="996" y="413"/>
                  </a:cubicBezTo>
                  <a:close/>
                  <a:moveTo>
                    <a:pt x="989" y="0"/>
                  </a:moveTo>
                  <a:cubicBezTo>
                    <a:pt x="806" y="0"/>
                    <a:pt x="619" y="68"/>
                    <a:pt x="466" y="219"/>
                  </a:cubicBezTo>
                  <a:cubicBezTo>
                    <a:pt x="0" y="685"/>
                    <a:pt x="332" y="1488"/>
                    <a:pt x="995" y="1488"/>
                  </a:cubicBezTo>
                  <a:cubicBezTo>
                    <a:pt x="1403" y="1488"/>
                    <a:pt x="1735" y="1156"/>
                    <a:pt x="1735" y="743"/>
                  </a:cubicBezTo>
                  <a:cubicBezTo>
                    <a:pt x="1735" y="295"/>
                    <a:pt x="1370" y="0"/>
                    <a:pt x="989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14" name="Google Shape;8914;p69"/>
            <p:cNvSpPr/>
            <p:nvPr/>
          </p:nvSpPr>
          <p:spPr>
            <a:xfrm>
              <a:off x="6852128" y="3513957"/>
              <a:ext cx="45422" cy="38930"/>
            </a:xfrm>
            <a:custGeom>
              <a:avLst/>
              <a:gdLst/>
              <a:ahLst/>
              <a:cxnLst/>
              <a:rect l="l" t="t" r="r" b="b"/>
              <a:pathLst>
                <a:path w="1735" h="1487" extrusionOk="0">
                  <a:moveTo>
                    <a:pt x="740" y="409"/>
                  </a:moveTo>
                  <a:cubicBezTo>
                    <a:pt x="1033" y="409"/>
                    <a:pt x="1182" y="769"/>
                    <a:pt x="976" y="976"/>
                  </a:cubicBezTo>
                  <a:cubicBezTo>
                    <a:pt x="907" y="1043"/>
                    <a:pt x="823" y="1073"/>
                    <a:pt x="742" y="1073"/>
                  </a:cubicBezTo>
                  <a:cubicBezTo>
                    <a:pt x="571" y="1073"/>
                    <a:pt x="409" y="942"/>
                    <a:pt x="409" y="741"/>
                  </a:cubicBezTo>
                  <a:cubicBezTo>
                    <a:pt x="409" y="561"/>
                    <a:pt x="553" y="414"/>
                    <a:pt x="732" y="414"/>
                  </a:cubicBezTo>
                  <a:cubicBezTo>
                    <a:pt x="734" y="414"/>
                    <a:pt x="737" y="414"/>
                    <a:pt x="740" y="414"/>
                  </a:cubicBezTo>
                  <a:lnTo>
                    <a:pt x="740" y="409"/>
                  </a:lnTo>
                  <a:close/>
                  <a:moveTo>
                    <a:pt x="745" y="1"/>
                  </a:moveTo>
                  <a:cubicBezTo>
                    <a:pt x="332" y="1"/>
                    <a:pt x="0" y="332"/>
                    <a:pt x="0" y="741"/>
                  </a:cubicBezTo>
                  <a:cubicBezTo>
                    <a:pt x="0" y="1190"/>
                    <a:pt x="368" y="1487"/>
                    <a:pt x="751" y="1487"/>
                  </a:cubicBezTo>
                  <a:cubicBezTo>
                    <a:pt x="933" y="1487"/>
                    <a:pt x="1118" y="1419"/>
                    <a:pt x="1269" y="1269"/>
                  </a:cubicBezTo>
                  <a:cubicBezTo>
                    <a:pt x="1735" y="798"/>
                    <a:pt x="1403" y="1"/>
                    <a:pt x="745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15" name="Google Shape;8915;p69"/>
            <p:cNvSpPr/>
            <p:nvPr/>
          </p:nvSpPr>
          <p:spPr>
            <a:xfrm>
              <a:off x="6753010" y="3559118"/>
              <a:ext cx="64298" cy="55187"/>
            </a:xfrm>
            <a:custGeom>
              <a:avLst/>
              <a:gdLst/>
              <a:ahLst/>
              <a:cxnLst/>
              <a:rect l="l" t="t" r="r" b="b"/>
              <a:pathLst>
                <a:path w="2456" h="2108" extrusionOk="0">
                  <a:moveTo>
                    <a:pt x="1050" y="414"/>
                  </a:moveTo>
                  <a:lnTo>
                    <a:pt x="1050" y="414"/>
                  </a:lnTo>
                  <a:cubicBezTo>
                    <a:pt x="1620" y="416"/>
                    <a:pt x="1903" y="1106"/>
                    <a:pt x="1500" y="1504"/>
                  </a:cubicBezTo>
                  <a:cubicBezTo>
                    <a:pt x="1370" y="1635"/>
                    <a:pt x="1210" y="1694"/>
                    <a:pt x="1053" y="1694"/>
                  </a:cubicBezTo>
                  <a:cubicBezTo>
                    <a:pt x="725" y="1694"/>
                    <a:pt x="409" y="1439"/>
                    <a:pt x="409" y="1053"/>
                  </a:cubicBezTo>
                  <a:cubicBezTo>
                    <a:pt x="409" y="703"/>
                    <a:pt x="696" y="415"/>
                    <a:pt x="1050" y="414"/>
                  </a:cubicBezTo>
                  <a:close/>
                  <a:moveTo>
                    <a:pt x="1048" y="0"/>
                  </a:moveTo>
                  <a:cubicBezTo>
                    <a:pt x="472" y="5"/>
                    <a:pt x="1" y="476"/>
                    <a:pt x="1" y="1053"/>
                  </a:cubicBezTo>
                  <a:cubicBezTo>
                    <a:pt x="1" y="1687"/>
                    <a:pt x="518" y="2107"/>
                    <a:pt x="1058" y="2107"/>
                  </a:cubicBezTo>
                  <a:cubicBezTo>
                    <a:pt x="1316" y="2107"/>
                    <a:pt x="1578" y="2011"/>
                    <a:pt x="1793" y="1797"/>
                  </a:cubicBezTo>
                  <a:cubicBezTo>
                    <a:pt x="2456" y="1134"/>
                    <a:pt x="1985" y="0"/>
                    <a:pt x="1048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16" name="Google Shape;8916;p69"/>
            <p:cNvSpPr/>
            <p:nvPr/>
          </p:nvSpPr>
          <p:spPr>
            <a:xfrm>
              <a:off x="6633158" y="3359783"/>
              <a:ext cx="368143" cy="368771"/>
            </a:xfrm>
            <a:custGeom>
              <a:avLst/>
              <a:gdLst/>
              <a:ahLst/>
              <a:cxnLst/>
              <a:rect l="l" t="t" r="r" b="b"/>
              <a:pathLst>
                <a:path w="14062" h="14086" extrusionOk="0">
                  <a:moveTo>
                    <a:pt x="7025" y="428"/>
                  </a:moveTo>
                  <a:cubicBezTo>
                    <a:pt x="7106" y="428"/>
                    <a:pt x="7188" y="457"/>
                    <a:pt x="7255" y="524"/>
                  </a:cubicBezTo>
                  <a:cubicBezTo>
                    <a:pt x="7461" y="735"/>
                    <a:pt x="7317" y="1091"/>
                    <a:pt x="7019" y="1091"/>
                  </a:cubicBezTo>
                  <a:cubicBezTo>
                    <a:pt x="6837" y="1086"/>
                    <a:pt x="6693" y="942"/>
                    <a:pt x="6688" y="759"/>
                  </a:cubicBezTo>
                  <a:cubicBezTo>
                    <a:pt x="6688" y="560"/>
                    <a:pt x="6854" y="428"/>
                    <a:pt x="7025" y="428"/>
                  </a:cubicBezTo>
                  <a:close/>
                  <a:moveTo>
                    <a:pt x="12366" y="1254"/>
                  </a:moveTo>
                  <a:cubicBezTo>
                    <a:pt x="12688" y="1254"/>
                    <a:pt x="12909" y="1581"/>
                    <a:pt x="12784" y="1878"/>
                  </a:cubicBezTo>
                  <a:cubicBezTo>
                    <a:pt x="12711" y="2061"/>
                    <a:pt x="12541" y="2162"/>
                    <a:pt x="12366" y="2162"/>
                  </a:cubicBezTo>
                  <a:cubicBezTo>
                    <a:pt x="12252" y="2162"/>
                    <a:pt x="12135" y="2119"/>
                    <a:pt x="12044" y="2027"/>
                  </a:cubicBezTo>
                  <a:cubicBezTo>
                    <a:pt x="11761" y="1739"/>
                    <a:pt x="11963" y="1254"/>
                    <a:pt x="12366" y="1254"/>
                  </a:cubicBezTo>
                  <a:close/>
                  <a:moveTo>
                    <a:pt x="1946" y="1480"/>
                  </a:moveTo>
                  <a:cubicBezTo>
                    <a:pt x="2393" y="1480"/>
                    <a:pt x="2614" y="2023"/>
                    <a:pt x="2302" y="2335"/>
                  </a:cubicBezTo>
                  <a:cubicBezTo>
                    <a:pt x="2203" y="2433"/>
                    <a:pt x="2075" y="2483"/>
                    <a:pt x="1946" y="2483"/>
                  </a:cubicBezTo>
                  <a:cubicBezTo>
                    <a:pt x="1818" y="2483"/>
                    <a:pt x="1689" y="2433"/>
                    <a:pt x="1591" y="2335"/>
                  </a:cubicBezTo>
                  <a:cubicBezTo>
                    <a:pt x="1278" y="2023"/>
                    <a:pt x="1499" y="1480"/>
                    <a:pt x="1946" y="1480"/>
                  </a:cubicBezTo>
                  <a:close/>
                  <a:moveTo>
                    <a:pt x="721" y="6725"/>
                  </a:moveTo>
                  <a:cubicBezTo>
                    <a:pt x="890" y="6725"/>
                    <a:pt x="1053" y="6856"/>
                    <a:pt x="1053" y="7057"/>
                  </a:cubicBezTo>
                  <a:cubicBezTo>
                    <a:pt x="1053" y="7240"/>
                    <a:pt x="904" y="7389"/>
                    <a:pt x="721" y="7389"/>
                  </a:cubicBezTo>
                  <a:cubicBezTo>
                    <a:pt x="428" y="7389"/>
                    <a:pt x="279" y="7028"/>
                    <a:pt x="490" y="6822"/>
                  </a:cubicBezTo>
                  <a:cubicBezTo>
                    <a:pt x="557" y="6755"/>
                    <a:pt x="640" y="6725"/>
                    <a:pt x="721" y="6725"/>
                  </a:cubicBezTo>
                  <a:close/>
                  <a:moveTo>
                    <a:pt x="13312" y="6725"/>
                  </a:moveTo>
                  <a:cubicBezTo>
                    <a:pt x="13482" y="6725"/>
                    <a:pt x="13644" y="6856"/>
                    <a:pt x="13644" y="7057"/>
                  </a:cubicBezTo>
                  <a:cubicBezTo>
                    <a:pt x="13644" y="7240"/>
                    <a:pt x="13495" y="7389"/>
                    <a:pt x="13312" y="7389"/>
                  </a:cubicBezTo>
                  <a:cubicBezTo>
                    <a:pt x="13019" y="7389"/>
                    <a:pt x="12871" y="7028"/>
                    <a:pt x="13082" y="6822"/>
                  </a:cubicBezTo>
                  <a:cubicBezTo>
                    <a:pt x="13149" y="6755"/>
                    <a:pt x="13231" y="6725"/>
                    <a:pt x="13312" y="6725"/>
                  </a:cubicBezTo>
                  <a:close/>
                  <a:moveTo>
                    <a:pt x="2566" y="11179"/>
                  </a:moveTo>
                  <a:cubicBezTo>
                    <a:pt x="2859" y="11179"/>
                    <a:pt x="3008" y="11530"/>
                    <a:pt x="2801" y="11736"/>
                  </a:cubicBezTo>
                  <a:lnTo>
                    <a:pt x="2801" y="11741"/>
                  </a:lnTo>
                  <a:cubicBezTo>
                    <a:pt x="2735" y="11806"/>
                    <a:pt x="2651" y="11836"/>
                    <a:pt x="2569" y="11836"/>
                  </a:cubicBezTo>
                  <a:cubicBezTo>
                    <a:pt x="2442" y="11836"/>
                    <a:pt x="2318" y="11764"/>
                    <a:pt x="2263" y="11631"/>
                  </a:cubicBezTo>
                  <a:cubicBezTo>
                    <a:pt x="2177" y="11414"/>
                    <a:pt x="2335" y="11179"/>
                    <a:pt x="2566" y="11179"/>
                  </a:cubicBezTo>
                  <a:close/>
                  <a:moveTo>
                    <a:pt x="7014" y="13019"/>
                  </a:moveTo>
                  <a:cubicBezTo>
                    <a:pt x="7197" y="13019"/>
                    <a:pt x="7346" y="13163"/>
                    <a:pt x="7346" y="13346"/>
                  </a:cubicBezTo>
                  <a:lnTo>
                    <a:pt x="7346" y="13350"/>
                  </a:lnTo>
                  <a:cubicBezTo>
                    <a:pt x="7346" y="13549"/>
                    <a:pt x="7182" y="13682"/>
                    <a:pt x="7012" y="13682"/>
                  </a:cubicBezTo>
                  <a:cubicBezTo>
                    <a:pt x="6932" y="13682"/>
                    <a:pt x="6850" y="13652"/>
                    <a:pt x="6784" y="13586"/>
                  </a:cubicBezTo>
                  <a:cubicBezTo>
                    <a:pt x="6572" y="13374"/>
                    <a:pt x="6721" y="13019"/>
                    <a:pt x="7014" y="13019"/>
                  </a:cubicBezTo>
                  <a:close/>
                  <a:moveTo>
                    <a:pt x="7038" y="0"/>
                  </a:moveTo>
                  <a:cubicBezTo>
                    <a:pt x="6625" y="0"/>
                    <a:pt x="6294" y="332"/>
                    <a:pt x="6294" y="745"/>
                  </a:cubicBezTo>
                  <a:cubicBezTo>
                    <a:pt x="6294" y="1071"/>
                    <a:pt x="6515" y="1355"/>
                    <a:pt x="6827" y="1441"/>
                  </a:cubicBezTo>
                  <a:lnTo>
                    <a:pt x="6827" y="2585"/>
                  </a:lnTo>
                  <a:cubicBezTo>
                    <a:pt x="6769" y="2565"/>
                    <a:pt x="6707" y="2546"/>
                    <a:pt x="6649" y="2522"/>
                  </a:cubicBezTo>
                  <a:cubicBezTo>
                    <a:pt x="6434" y="2442"/>
                    <a:pt x="6269" y="2398"/>
                    <a:pt x="6123" y="2398"/>
                  </a:cubicBezTo>
                  <a:cubicBezTo>
                    <a:pt x="5882" y="2398"/>
                    <a:pt x="5693" y="2520"/>
                    <a:pt x="5415" y="2810"/>
                  </a:cubicBezTo>
                  <a:cubicBezTo>
                    <a:pt x="5333" y="2911"/>
                    <a:pt x="5232" y="2993"/>
                    <a:pt x="5122" y="3060"/>
                  </a:cubicBezTo>
                  <a:cubicBezTo>
                    <a:pt x="5026" y="3108"/>
                    <a:pt x="4881" y="3123"/>
                    <a:pt x="4732" y="3137"/>
                  </a:cubicBezTo>
                  <a:cubicBezTo>
                    <a:pt x="4319" y="3176"/>
                    <a:pt x="4065" y="3228"/>
                    <a:pt x="3877" y="3589"/>
                  </a:cubicBezTo>
                  <a:lnTo>
                    <a:pt x="2724" y="2441"/>
                  </a:lnTo>
                  <a:cubicBezTo>
                    <a:pt x="2950" y="2085"/>
                    <a:pt x="2902" y="1619"/>
                    <a:pt x="2609" y="1321"/>
                  </a:cubicBezTo>
                  <a:cubicBezTo>
                    <a:pt x="2431" y="1143"/>
                    <a:pt x="2198" y="1055"/>
                    <a:pt x="1965" y="1055"/>
                  </a:cubicBezTo>
                  <a:cubicBezTo>
                    <a:pt x="1731" y="1055"/>
                    <a:pt x="1497" y="1143"/>
                    <a:pt x="1317" y="1321"/>
                  </a:cubicBezTo>
                  <a:cubicBezTo>
                    <a:pt x="714" y="1924"/>
                    <a:pt x="1210" y="2880"/>
                    <a:pt x="1936" y="2880"/>
                  </a:cubicBezTo>
                  <a:cubicBezTo>
                    <a:pt x="2095" y="2880"/>
                    <a:pt x="2264" y="2834"/>
                    <a:pt x="2436" y="2729"/>
                  </a:cubicBezTo>
                  <a:lnTo>
                    <a:pt x="3719" y="4011"/>
                  </a:lnTo>
                  <a:cubicBezTo>
                    <a:pt x="3618" y="4295"/>
                    <a:pt x="3579" y="4333"/>
                    <a:pt x="3277" y="4516"/>
                  </a:cubicBezTo>
                  <a:cubicBezTo>
                    <a:pt x="2729" y="4843"/>
                    <a:pt x="2638" y="5044"/>
                    <a:pt x="2720" y="5659"/>
                  </a:cubicBezTo>
                  <a:cubicBezTo>
                    <a:pt x="2739" y="5803"/>
                    <a:pt x="2758" y="5947"/>
                    <a:pt x="2734" y="6053"/>
                  </a:cubicBezTo>
                  <a:cubicBezTo>
                    <a:pt x="2686" y="6265"/>
                    <a:pt x="2465" y="6447"/>
                    <a:pt x="2345" y="6836"/>
                  </a:cubicBezTo>
                  <a:lnTo>
                    <a:pt x="1442" y="6836"/>
                  </a:lnTo>
                  <a:cubicBezTo>
                    <a:pt x="1355" y="6524"/>
                    <a:pt x="1072" y="6303"/>
                    <a:pt x="745" y="6298"/>
                  </a:cubicBezTo>
                  <a:cubicBezTo>
                    <a:pt x="332" y="6298"/>
                    <a:pt x="0" y="6634"/>
                    <a:pt x="0" y="7043"/>
                  </a:cubicBezTo>
                  <a:cubicBezTo>
                    <a:pt x="0" y="7456"/>
                    <a:pt x="332" y="7787"/>
                    <a:pt x="745" y="7787"/>
                  </a:cubicBezTo>
                  <a:cubicBezTo>
                    <a:pt x="1072" y="7783"/>
                    <a:pt x="1355" y="7566"/>
                    <a:pt x="1442" y="7249"/>
                  </a:cubicBezTo>
                  <a:lnTo>
                    <a:pt x="2345" y="7249"/>
                  </a:lnTo>
                  <a:cubicBezTo>
                    <a:pt x="2460" y="7634"/>
                    <a:pt x="2686" y="7821"/>
                    <a:pt x="2734" y="8032"/>
                  </a:cubicBezTo>
                  <a:cubicBezTo>
                    <a:pt x="2796" y="8301"/>
                    <a:pt x="2590" y="8748"/>
                    <a:pt x="2763" y="9108"/>
                  </a:cubicBezTo>
                  <a:cubicBezTo>
                    <a:pt x="2936" y="9469"/>
                    <a:pt x="3416" y="9589"/>
                    <a:pt x="3584" y="9800"/>
                  </a:cubicBezTo>
                  <a:cubicBezTo>
                    <a:pt x="3642" y="9887"/>
                    <a:pt x="3685" y="9983"/>
                    <a:pt x="3714" y="10079"/>
                  </a:cubicBezTo>
                  <a:lnTo>
                    <a:pt x="2931" y="10857"/>
                  </a:lnTo>
                  <a:cubicBezTo>
                    <a:pt x="2816" y="10793"/>
                    <a:pt x="2692" y="10763"/>
                    <a:pt x="2571" y="10763"/>
                  </a:cubicBezTo>
                  <a:cubicBezTo>
                    <a:pt x="2248" y="10763"/>
                    <a:pt x="1942" y="10976"/>
                    <a:pt x="1855" y="11318"/>
                  </a:cubicBezTo>
                  <a:cubicBezTo>
                    <a:pt x="1735" y="11787"/>
                    <a:pt x="2091" y="12241"/>
                    <a:pt x="2573" y="12241"/>
                  </a:cubicBezTo>
                  <a:cubicBezTo>
                    <a:pt x="2575" y="12241"/>
                    <a:pt x="2578" y="12241"/>
                    <a:pt x="2580" y="12241"/>
                  </a:cubicBezTo>
                  <a:cubicBezTo>
                    <a:pt x="2582" y="12241"/>
                    <a:pt x="2585" y="12241"/>
                    <a:pt x="2587" y="12241"/>
                  </a:cubicBezTo>
                  <a:cubicBezTo>
                    <a:pt x="3145" y="12241"/>
                    <a:pt x="3497" y="11638"/>
                    <a:pt x="3224" y="11150"/>
                  </a:cubicBezTo>
                  <a:lnTo>
                    <a:pt x="3877" y="10497"/>
                  </a:lnTo>
                  <a:cubicBezTo>
                    <a:pt x="4185" y="11083"/>
                    <a:pt x="4795" y="10872"/>
                    <a:pt x="5117" y="11025"/>
                  </a:cubicBezTo>
                  <a:cubicBezTo>
                    <a:pt x="5357" y="11141"/>
                    <a:pt x="5583" y="11583"/>
                    <a:pt x="5977" y="11674"/>
                  </a:cubicBezTo>
                  <a:cubicBezTo>
                    <a:pt x="6027" y="11685"/>
                    <a:pt x="6076" y="11690"/>
                    <a:pt x="6125" y="11690"/>
                  </a:cubicBezTo>
                  <a:cubicBezTo>
                    <a:pt x="6369" y="11690"/>
                    <a:pt x="6602" y="11569"/>
                    <a:pt x="6822" y="11501"/>
                  </a:cubicBezTo>
                  <a:lnTo>
                    <a:pt x="6822" y="12639"/>
                  </a:lnTo>
                  <a:cubicBezTo>
                    <a:pt x="6510" y="12731"/>
                    <a:pt x="6294" y="13014"/>
                    <a:pt x="6289" y="13341"/>
                  </a:cubicBezTo>
                  <a:cubicBezTo>
                    <a:pt x="6289" y="13749"/>
                    <a:pt x="6620" y="14085"/>
                    <a:pt x="7034" y="14085"/>
                  </a:cubicBezTo>
                  <a:cubicBezTo>
                    <a:pt x="7442" y="14085"/>
                    <a:pt x="7773" y="13749"/>
                    <a:pt x="7773" y="13341"/>
                  </a:cubicBezTo>
                  <a:cubicBezTo>
                    <a:pt x="7773" y="13014"/>
                    <a:pt x="7557" y="12731"/>
                    <a:pt x="7240" y="12639"/>
                  </a:cubicBezTo>
                  <a:lnTo>
                    <a:pt x="7240" y="11501"/>
                  </a:lnTo>
                  <a:cubicBezTo>
                    <a:pt x="7463" y="11573"/>
                    <a:pt x="7696" y="11690"/>
                    <a:pt x="7936" y="11690"/>
                  </a:cubicBezTo>
                  <a:cubicBezTo>
                    <a:pt x="7986" y="11690"/>
                    <a:pt x="8035" y="11685"/>
                    <a:pt x="8086" y="11674"/>
                  </a:cubicBezTo>
                  <a:cubicBezTo>
                    <a:pt x="8489" y="11583"/>
                    <a:pt x="8705" y="11141"/>
                    <a:pt x="8946" y="11025"/>
                  </a:cubicBezTo>
                  <a:cubicBezTo>
                    <a:pt x="9272" y="10867"/>
                    <a:pt x="9882" y="11083"/>
                    <a:pt x="10185" y="10497"/>
                  </a:cubicBezTo>
                  <a:lnTo>
                    <a:pt x="10406" y="10713"/>
                  </a:lnTo>
                  <a:cubicBezTo>
                    <a:pt x="10451" y="10759"/>
                    <a:pt x="10501" y="10778"/>
                    <a:pt x="10550" y="10778"/>
                  </a:cubicBezTo>
                  <a:cubicBezTo>
                    <a:pt x="10709" y="10778"/>
                    <a:pt x="10846" y="10571"/>
                    <a:pt x="10699" y="10420"/>
                  </a:cubicBezTo>
                  <a:lnTo>
                    <a:pt x="10353" y="10079"/>
                  </a:lnTo>
                  <a:cubicBezTo>
                    <a:pt x="10454" y="9791"/>
                    <a:pt x="10488" y="9752"/>
                    <a:pt x="10795" y="9570"/>
                  </a:cubicBezTo>
                  <a:cubicBezTo>
                    <a:pt x="11338" y="9243"/>
                    <a:pt x="11429" y="9041"/>
                    <a:pt x="11348" y="8431"/>
                  </a:cubicBezTo>
                  <a:cubicBezTo>
                    <a:pt x="11300" y="8047"/>
                    <a:pt x="11309" y="8008"/>
                    <a:pt x="11511" y="7696"/>
                  </a:cubicBezTo>
                  <a:cubicBezTo>
                    <a:pt x="11602" y="7562"/>
                    <a:pt x="11674" y="7413"/>
                    <a:pt x="11722" y="7254"/>
                  </a:cubicBezTo>
                  <a:lnTo>
                    <a:pt x="12626" y="7254"/>
                  </a:lnTo>
                  <a:cubicBezTo>
                    <a:pt x="12712" y="7566"/>
                    <a:pt x="12995" y="7787"/>
                    <a:pt x="13322" y="7787"/>
                  </a:cubicBezTo>
                  <a:cubicBezTo>
                    <a:pt x="13325" y="7787"/>
                    <a:pt x="13328" y="7787"/>
                    <a:pt x="13331" y="7787"/>
                  </a:cubicBezTo>
                  <a:cubicBezTo>
                    <a:pt x="13735" y="7787"/>
                    <a:pt x="14062" y="7458"/>
                    <a:pt x="14062" y="7048"/>
                  </a:cubicBezTo>
                  <a:cubicBezTo>
                    <a:pt x="14062" y="6639"/>
                    <a:pt x="13730" y="6308"/>
                    <a:pt x="13322" y="6308"/>
                  </a:cubicBezTo>
                  <a:lnTo>
                    <a:pt x="13312" y="6308"/>
                  </a:lnTo>
                  <a:cubicBezTo>
                    <a:pt x="12986" y="6313"/>
                    <a:pt x="12702" y="6529"/>
                    <a:pt x="12616" y="6846"/>
                  </a:cubicBezTo>
                  <a:lnTo>
                    <a:pt x="11713" y="6846"/>
                  </a:lnTo>
                  <a:cubicBezTo>
                    <a:pt x="11597" y="6461"/>
                    <a:pt x="11372" y="6274"/>
                    <a:pt x="11324" y="6063"/>
                  </a:cubicBezTo>
                  <a:cubicBezTo>
                    <a:pt x="11266" y="5794"/>
                    <a:pt x="11468" y="5352"/>
                    <a:pt x="11295" y="4987"/>
                  </a:cubicBezTo>
                  <a:cubicBezTo>
                    <a:pt x="11122" y="4626"/>
                    <a:pt x="10641" y="4506"/>
                    <a:pt x="10473" y="4295"/>
                  </a:cubicBezTo>
                  <a:cubicBezTo>
                    <a:pt x="10416" y="4208"/>
                    <a:pt x="10372" y="4117"/>
                    <a:pt x="10344" y="4016"/>
                  </a:cubicBezTo>
                  <a:lnTo>
                    <a:pt x="11934" y="2426"/>
                  </a:lnTo>
                  <a:cubicBezTo>
                    <a:pt x="12074" y="2518"/>
                    <a:pt x="12231" y="2562"/>
                    <a:pt x="12387" y="2562"/>
                  </a:cubicBezTo>
                  <a:cubicBezTo>
                    <a:pt x="12606" y="2562"/>
                    <a:pt x="12823" y="2474"/>
                    <a:pt x="12986" y="2306"/>
                  </a:cubicBezTo>
                  <a:cubicBezTo>
                    <a:pt x="13322" y="1970"/>
                    <a:pt x="13322" y="1422"/>
                    <a:pt x="12986" y="1081"/>
                  </a:cubicBezTo>
                  <a:cubicBezTo>
                    <a:pt x="12815" y="913"/>
                    <a:pt x="12593" y="829"/>
                    <a:pt x="12372" y="829"/>
                  </a:cubicBezTo>
                  <a:cubicBezTo>
                    <a:pt x="12150" y="829"/>
                    <a:pt x="11929" y="913"/>
                    <a:pt x="11761" y="1081"/>
                  </a:cubicBezTo>
                  <a:cubicBezTo>
                    <a:pt x="11482" y="1364"/>
                    <a:pt x="11434" y="1797"/>
                    <a:pt x="11641" y="2133"/>
                  </a:cubicBezTo>
                  <a:lnTo>
                    <a:pt x="10180" y="3593"/>
                  </a:lnTo>
                  <a:cubicBezTo>
                    <a:pt x="10055" y="3348"/>
                    <a:pt x="9897" y="3214"/>
                    <a:pt x="9532" y="3161"/>
                  </a:cubicBezTo>
                  <a:cubicBezTo>
                    <a:pt x="9515" y="3158"/>
                    <a:pt x="9500" y="3157"/>
                    <a:pt x="9485" y="3157"/>
                  </a:cubicBezTo>
                  <a:cubicBezTo>
                    <a:pt x="9242" y="3157"/>
                    <a:pt x="9202" y="3537"/>
                    <a:pt x="9469" y="3565"/>
                  </a:cubicBezTo>
                  <a:cubicBezTo>
                    <a:pt x="9762" y="3608"/>
                    <a:pt x="9806" y="3685"/>
                    <a:pt x="9926" y="4059"/>
                  </a:cubicBezTo>
                  <a:cubicBezTo>
                    <a:pt x="10079" y="4521"/>
                    <a:pt x="10161" y="4626"/>
                    <a:pt x="10579" y="4871"/>
                  </a:cubicBezTo>
                  <a:cubicBezTo>
                    <a:pt x="10978" y="5112"/>
                    <a:pt x="10992" y="5155"/>
                    <a:pt x="10934" y="5606"/>
                  </a:cubicBezTo>
                  <a:cubicBezTo>
                    <a:pt x="10872" y="6096"/>
                    <a:pt x="10901" y="6226"/>
                    <a:pt x="11165" y="6620"/>
                  </a:cubicBezTo>
                  <a:cubicBezTo>
                    <a:pt x="11425" y="7014"/>
                    <a:pt x="11420" y="7067"/>
                    <a:pt x="11165" y="7461"/>
                  </a:cubicBezTo>
                  <a:cubicBezTo>
                    <a:pt x="10906" y="7850"/>
                    <a:pt x="10872" y="7989"/>
                    <a:pt x="10934" y="8474"/>
                  </a:cubicBezTo>
                  <a:cubicBezTo>
                    <a:pt x="10992" y="8921"/>
                    <a:pt x="10973" y="8964"/>
                    <a:pt x="10579" y="9205"/>
                  </a:cubicBezTo>
                  <a:cubicBezTo>
                    <a:pt x="10161" y="9450"/>
                    <a:pt x="10079" y="9560"/>
                    <a:pt x="9930" y="10021"/>
                  </a:cubicBezTo>
                  <a:cubicBezTo>
                    <a:pt x="9786" y="10458"/>
                    <a:pt x="9748" y="10487"/>
                    <a:pt x="9292" y="10530"/>
                  </a:cubicBezTo>
                  <a:cubicBezTo>
                    <a:pt x="8811" y="10574"/>
                    <a:pt x="8686" y="10636"/>
                    <a:pt x="8355" y="10982"/>
                  </a:cubicBezTo>
                  <a:cubicBezTo>
                    <a:pt x="8161" y="11184"/>
                    <a:pt x="8067" y="11267"/>
                    <a:pt x="7930" y="11267"/>
                  </a:cubicBezTo>
                  <a:cubicBezTo>
                    <a:pt x="7839" y="11267"/>
                    <a:pt x="7730" y="11231"/>
                    <a:pt x="7562" y="11169"/>
                  </a:cubicBezTo>
                  <a:cubicBezTo>
                    <a:pt x="7394" y="11107"/>
                    <a:pt x="7216" y="11040"/>
                    <a:pt x="7029" y="11040"/>
                  </a:cubicBezTo>
                  <a:cubicBezTo>
                    <a:pt x="6696" y="11040"/>
                    <a:pt x="6355" y="11267"/>
                    <a:pt x="6130" y="11267"/>
                  </a:cubicBezTo>
                  <a:cubicBezTo>
                    <a:pt x="6108" y="11267"/>
                    <a:pt x="6087" y="11265"/>
                    <a:pt x="6068" y="11261"/>
                  </a:cubicBezTo>
                  <a:cubicBezTo>
                    <a:pt x="5948" y="11232"/>
                    <a:pt x="5833" y="11112"/>
                    <a:pt x="5708" y="10982"/>
                  </a:cubicBezTo>
                  <a:cubicBezTo>
                    <a:pt x="5376" y="10636"/>
                    <a:pt x="5256" y="10574"/>
                    <a:pt x="4771" y="10530"/>
                  </a:cubicBezTo>
                  <a:cubicBezTo>
                    <a:pt x="4315" y="10487"/>
                    <a:pt x="4276" y="10458"/>
                    <a:pt x="4132" y="10021"/>
                  </a:cubicBezTo>
                  <a:cubicBezTo>
                    <a:pt x="3983" y="9560"/>
                    <a:pt x="3897" y="9454"/>
                    <a:pt x="3483" y="9205"/>
                  </a:cubicBezTo>
                  <a:cubicBezTo>
                    <a:pt x="3085" y="8964"/>
                    <a:pt x="3065" y="8921"/>
                    <a:pt x="3128" y="8470"/>
                  </a:cubicBezTo>
                  <a:cubicBezTo>
                    <a:pt x="3186" y="7984"/>
                    <a:pt x="3157" y="7850"/>
                    <a:pt x="2897" y="7456"/>
                  </a:cubicBezTo>
                  <a:cubicBezTo>
                    <a:pt x="2638" y="7062"/>
                    <a:pt x="2638" y="7009"/>
                    <a:pt x="2897" y="6620"/>
                  </a:cubicBezTo>
                  <a:cubicBezTo>
                    <a:pt x="3157" y="6231"/>
                    <a:pt x="3190" y="6092"/>
                    <a:pt x="3128" y="5606"/>
                  </a:cubicBezTo>
                  <a:cubicBezTo>
                    <a:pt x="3065" y="5155"/>
                    <a:pt x="3085" y="5112"/>
                    <a:pt x="3483" y="4871"/>
                  </a:cubicBezTo>
                  <a:cubicBezTo>
                    <a:pt x="3632" y="4780"/>
                    <a:pt x="3796" y="4689"/>
                    <a:pt x="3906" y="4545"/>
                  </a:cubicBezTo>
                  <a:cubicBezTo>
                    <a:pt x="4012" y="4396"/>
                    <a:pt x="4089" y="4232"/>
                    <a:pt x="4137" y="4055"/>
                  </a:cubicBezTo>
                  <a:cubicBezTo>
                    <a:pt x="4190" y="3887"/>
                    <a:pt x="4242" y="3728"/>
                    <a:pt x="4339" y="3651"/>
                  </a:cubicBezTo>
                  <a:cubicBezTo>
                    <a:pt x="4430" y="3574"/>
                    <a:pt x="4598" y="3560"/>
                    <a:pt x="4771" y="3545"/>
                  </a:cubicBezTo>
                  <a:cubicBezTo>
                    <a:pt x="5256" y="3502"/>
                    <a:pt x="5376" y="3435"/>
                    <a:pt x="5708" y="3094"/>
                  </a:cubicBezTo>
                  <a:cubicBezTo>
                    <a:pt x="5902" y="2891"/>
                    <a:pt x="5996" y="2807"/>
                    <a:pt x="6134" y="2807"/>
                  </a:cubicBezTo>
                  <a:cubicBezTo>
                    <a:pt x="6225" y="2807"/>
                    <a:pt x="6335" y="2844"/>
                    <a:pt x="6505" y="2906"/>
                  </a:cubicBezTo>
                  <a:cubicBezTo>
                    <a:pt x="6736" y="2993"/>
                    <a:pt x="6886" y="3036"/>
                    <a:pt x="7036" y="3036"/>
                  </a:cubicBezTo>
                  <a:cubicBezTo>
                    <a:pt x="7186" y="3036"/>
                    <a:pt x="7336" y="2993"/>
                    <a:pt x="7567" y="2906"/>
                  </a:cubicBezTo>
                  <a:cubicBezTo>
                    <a:pt x="7740" y="2842"/>
                    <a:pt x="7851" y="2809"/>
                    <a:pt x="7939" y="2809"/>
                  </a:cubicBezTo>
                  <a:cubicBezTo>
                    <a:pt x="8113" y="2809"/>
                    <a:pt x="8192" y="2941"/>
                    <a:pt x="8480" y="3219"/>
                  </a:cubicBezTo>
                  <a:cubicBezTo>
                    <a:pt x="8523" y="3258"/>
                    <a:pt x="8571" y="3275"/>
                    <a:pt x="8617" y="3275"/>
                  </a:cubicBezTo>
                  <a:cubicBezTo>
                    <a:pt x="8776" y="3275"/>
                    <a:pt x="8910" y="3070"/>
                    <a:pt x="8768" y="2921"/>
                  </a:cubicBezTo>
                  <a:lnTo>
                    <a:pt x="8657" y="2810"/>
                  </a:lnTo>
                  <a:cubicBezTo>
                    <a:pt x="8379" y="2520"/>
                    <a:pt x="8188" y="2398"/>
                    <a:pt x="7947" y="2398"/>
                  </a:cubicBezTo>
                  <a:cubicBezTo>
                    <a:pt x="7801" y="2398"/>
                    <a:pt x="7636" y="2442"/>
                    <a:pt x="7423" y="2522"/>
                  </a:cubicBezTo>
                  <a:cubicBezTo>
                    <a:pt x="7365" y="2546"/>
                    <a:pt x="7303" y="2565"/>
                    <a:pt x="7245" y="2585"/>
                  </a:cubicBezTo>
                  <a:lnTo>
                    <a:pt x="7245" y="1441"/>
                  </a:lnTo>
                  <a:cubicBezTo>
                    <a:pt x="7557" y="1355"/>
                    <a:pt x="7778" y="1071"/>
                    <a:pt x="7778" y="745"/>
                  </a:cubicBezTo>
                  <a:cubicBezTo>
                    <a:pt x="7778" y="332"/>
                    <a:pt x="7447" y="0"/>
                    <a:pt x="7038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17" name="Google Shape;8917;p69"/>
            <p:cNvSpPr/>
            <p:nvPr/>
          </p:nvSpPr>
          <p:spPr>
            <a:xfrm>
              <a:off x="6916819" y="3646585"/>
              <a:ext cx="63251" cy="53983"/>
            </a:xfrm>
            <a:custGeom>
              <a:avLst/>
              <a:gdLst/>
              <a:ahLst/>
              <a:cxnLst/>
              <a:rect l="l" t="t" r="r" b="b"/>
              <a:pathLst>
                <a:path w="2416" h="2062" extrusionOk="0">
                  <a:moveTo>
                    <a:pt x="1259" y="688"/>
                  </a:moveTo>
                  <a:cubicBezTo>
                    <a:pt x="1376" y="688"/>
                    <a:pt x="1496" y="732"/>
                    <a:pt x="1594" y="829"/>
                  </a:cubicBezTo>
                  <a:cubicBezTo>
                    <a:pt x="1786" y="1017"/>
                    <a:pt x="1786" y="1324"/>
                    <a:pt x="1594" y="1511"/>
                  </a:cubicBezTo>
                  <a:cubicBezTo>
                    <a:pt x="1497" y="1607"/>
                    <a:pt x="1378" y="1650"/>
                    <a:pt x="1261" y="1650"/>
                  </a:cubicBezTo>
                  <a:cubicBezTo>
                    <a:pt x="1014" y="1650"/>
                    <a:pt x="777" y="1458"/>
                    <a:pt x="777" y="1170"/>
                  </a:cubicBezTo>
                  <a:cubicBezTo>
                    <a:pt x="777" y="881"/>
                    <a:pt x="1013" y="688"/>
                    <a:pt x="1259" y="688"/>
                  </a:cubicBezTo>
                  <a:close/>
                  <a:moveTo>
                    <a:pt x="297" y="0"/>
                  </a:moveTo>
                  <a:cubicBezTo>
                    <a:pt x="138" y="0"/>
                    <a:pt x="0" y="208"/>
                    <a:pt x="148" y="359"/>
                  </a:cubicBezTo>
                  <a:lnTo>
                    <a:pt x="503" y="709"/>
                  </a:lnTo>
                  <a:cubicBezTo>
                    <a:pt x="135" y="1314"/>
                    <a:pt x="580" y="2062"/>
                    <a:pt x="1257" y="2062"/>
                  </a:cubicBezTo>
                  <a:cubicBezTo>
                    <a:pt x="1295" y="2062"/>
                    <a:pt x="1333" y="2059"/>
                    <a:pt x="1373" y="2054"/>
                  </a:cubicBezTo>
                  <a:cubicBezTo>
                    <a:pt x="2108" y="1963"/>
                    <a:pt x="2415" y="1060"/>
                    <a:pt x="1882" y="536"/>
                  </a:cubicBezTo>
                  <a:cubicBezTo>
                    <a:pt x="1713" y="368"/>
                    <a:pt x="1489" y="280"/>
                    <a:pt x="1263" y="280"/>
                  </a:cubicBezTo>
                  <a:cubicBezTo>
                    <a:pt x="1102" y="280"/>
                    <a:pt x="940" y="324"/>
                    <a:pt x="796" y="416"/>
                  </a:cubicBezTo>
                  <a:lnTo>
                    <a:pt x="441" y="65"/>
                  </a:lnTo>
                  <a:cubicBezTo>
                    <a:pt x="396" y="19"/>
                    <a:pt x="345" y="0"/>
                    <a:pt x="297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918" name="Google Shape;8918;p69"/>
          <p:cNvGrpSpPr/>
          <p:nvPr/>
        </p:nvGrpSpPr>
        <p:grpSpPr>
          <a:xfrm>
            <a:off x="5955500" y="2158091"/>
            <a:ext cx="287437" cy="214866"/>
            <a:chOff x="7940666" y="2020205"/>
            <a:chExt cx="383249" cy="286488"/>
          </a:xfrm>
        </p:grpSpPr>
        <p:sp>
          <p:nvSpPr>
            <p:cNvPr id="8919" name="Google Shape;8919;p69"/>
            <p:cNvSpPr/>
            <p:nvPr/>
          </p:nvSpPr>
          <p:spPr>
            <a:xfrm>
              <a:off x="7971742" y="2025205"/>
              <a:ext cx="326124" cy="275859"/>
            </a:xfrm>
            <a:custGeom>
              <a:avLst/>
              <a:gdLst/>
              <a:ahLst/>
              <a:cxnLst/>
              <a:rect l="l" t="t" r="r" b="b"/>
              <a:pathLst>
                <a:path w="12457" h="10537" extrusionOk="0">
                  <a:moveTo>
                    <a:pt x="9004" y="1"/>
                  </a:moveTo>
                  <a:cubicBezTo>
                    <a:pt x="8951" y="1"/>
                    <a:pt x="8898" y="3"/>
                    <a:pt x="8844" y="6"/>
                  </a:cubicBezTo>
                  <a:cubicBezTo>
                    <a:pt x="7821" y="74"/>
                    <a:pt x="6889" y="434"/>
                    <a:pt x="6231" y="1126"/>
                  </a:cubicBezTo>
                  <a:cubicBezTo>
                    <a:pt x="5532" y="398"/>
                    <a:pt x="4581" y="8"/>
                    <a:pt x="3612" y="8"/>
                  </a:cubicBezTo>
                  <a:cubicBezTo>
                    <a:pt x="3161" y="8"/>
                    <a:pt x="2707" y="92"/>
                    <a:pt x="2272" y="266"/>
                  </a:cubicBezTo>
                  <a:cubicBezTo>
                    <a:pt x="898" y="818"/>
                    <a:pt x="0" y="2144"/>
                    <a:pt x="0" y="3624"/>
                  </a:cubicBezTo>
                  <a:cubicBezTo>
                    <a:pt x="0" y="5646"/>
                    <a:pt x="1403" y="7059"/>
                    <a:pt x="2623" y="8068"/>
                  </a:cubicBezTo>
                  <a:cubicBezTo>
                    <a:pt x="3147" y="8495"/>
                    <a:pt x="3699" y="8899"/>
                    <a:pt x="4266" y="9269"/>
                  </a:cubicBezTo>
                  <a:lnTo>
                    <a:pt x="6231" y="10537"/>
                  </a:lnTo>
                  <a:lnTo>
                    <a:pt x="8191" y="9269"/>
                  </a:lnTo>
                  <a:cubicBezTo>
                    <a:pt x="8758" y="8894"/>
                    <a:pt x="9310" y="8495"/>
                    <a:pt x="9834" y="8068"/>
                  </a:cubicBezTo>
                  <a:cubicBezTo>
                    <a:pt x="11059" y="7064"/>
                    <a:pt x="12457" y="5646"/>
                    <a:pt x="12457" y="3624"/>
                  </a:cubicBezTo>
                  <a:cubicBezTo>
                    <a:pt x="12457" y="1933"/>
                    <a:pt x="11290" y="468"/>
                    <a:pt x="9642" y="98"/>
                  </a:cubicBezTo>
                  <a:cubicBezTo>
                    <a:pt x="9434" y="32"/>
                    <a:pt x="9219" y="1"/>
                    <a:pt x="9004" y="1"/>
                  </a:cubicBezTo>
                  <a:close/>
                </a:path>
              </a:pathLst>
            </a:custGeom>
            <a:solidFill>
              <a:srgbClr val="8195A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20" name="Google Shape;8920;p69"/>
            <p:cNvSpPr/>
            <p:nvPr/>
          </p:nvSpPr>
          <p:spPr>
            <a:xfrm>
              <a:off x="8080781" y="2029394"/>
              <a:ext cx="217085" cy="271801"/>
            </a:xfrm>
            <a:custGeom>
              <a:avLst/>
              <a:gdLst/>
              <a:ahLst/>
              <a:cxnLst/>
              <a:rect l="l" t="t" r="r" b="b"/>
              <a:pathLst>
                <a:path w="8292" h="10382" extrusionOk="0">
                  <a:moveTo>
                    <a:pt x="5712" y="0"/>
                  </a:moveTo>
                  <a:cubicBezTo>
                    <a:pt x="6130" y="2215"/>
                    <a:pt x="6409" y="7542"/>
                    <a:pt x="0" y="9041"/>
                  </a:cubicBezTo>
                  <a:cubicBezTo>
                    <a:pt x="53" y="9075"/>
                    <a:pt x="91" y="9104"/>
                    <a:pt x="101" y="9113"/>
                  </a:cubicBezTo>
                  <a:lnTo>
                    <a:pt x="2066" y="10382"/>
                  </a:lnTo>
                  <a:lnTo>
                    <a:pt x="4026" y="9113"/>
                  </a:lnTo>
                  <a:cubicBezTo>
                    <a:pt x="4593" y="8739"/>
                    <a:pt x="5140" y="8340"/>
                    <a:pt x="5669" y="7912"/>
                  </a:cubicBezTo>
                  <a:cubicBezTo>
                    <a:pt x="6889" y="6904"/>
                    <a:pt x="8292" y="5491"/>
                    <a:pt x="8292" y="3469"/>
                  </a:cubicBezTo>
                  <a:cubicBezTo>
                    <a:pt x="8292" y="1869"/>
                    <a:pt x="7245" y="457"/>
                    <a:pt x="5712" y="0"/>
                  </a:cubicBezTo>
                  <a:close/>
                </a:path>
              </a:pathLst>
            </a:custGeom>
            <a:solidFill>
              <a:srgbClr val="778DA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21" name="Google Shape;8921;p69"/>
            <p:cNvSpPr/>
            <p:nvPr/>
          </p:nvSpPr>
          <p:spPr>
            <a:xfrm>
              <a:off x="8180396" y="2144717"/>
              <a:ext cx="96971" cy="77624"/>
            </a:xfrm>
            <a:custGeom>
              <a:avLst/>
              <a:gdLst/>
              <a:ahLst/>
              <a:cxnLst/>
              <a:rect l="l" t="t" r="r" b="b"/>
              <a:pathLst>
                <a:path w="3704" h="2965" extrusionOk="0">
                  <a:moveTo>
                    <a:pt x="2107" y="0"/>
                  </a:moveTo>
                  <a:cubicBezTo>
                    <a:pt x="2103" y="0"/>
                    <a:pt x="2099" y="0"/>
                    <a:pt x="2095" y="0"/>
                  </a:cubicBezTo>
                  <a:cubicBezTo>
                    <a:pt x="2013" y="5"/>
                    <a:pt x="1941" y="63"/>
                    <a:pt x="1912" y="140"/>
                  </a:cubicBezTo>
                  <a:lnTo>
                    <a:pt x="1254" y="2181"/>
                  </a:lnTo>
                  <a:lnTo>
                    <a:pt x="442" y="332"/>
                  </a:lnTo>
                  <a:cubicBezTo>
                    <a:pt x="401" y="246"/>
                    <a:pt x="331" y="210"/>
                    <a:pt x="260" y="210"/>
                  </a:cubicBezTo>
                  <a:cubicBezTo>
                    <a:pt x="130" y="210"/>
                    <a:pt x="0" y="333"/>
                    <a:pt x="62" y="495"/>
                  </a:cubicBezTo>
                  <a:lnTo>
                    <a:pt x="1090" y="2844"/>
                  </a:lnTo>
                  <a:cubicBezTo>
                    <a:pt x="1129" y="2916"/>
                    <a:pt x="1201" y="2965"/>
                    <a:pt x="1283" y="2965"/>
                  </a:cubicBezTo>
                  <a:lnTo>
                    <a:pt x="1292" y="2965"/>
                  </a:lnTo>
                  <a:cubicBezTo>
                    <a:pt x="1379" y="2960"/>
                    <a:pt x="1451" y="2902"/>
                    <a:pt x="1475" y="2820"/>
                  </a:cubicBezTo>
                  <a:lnTo>
                    <a:pt x="2143" y="745"/>
                  </a:lnTo>
                  <a:lnTo>
                    <a:pt x="2690" y="1840"/>
                  </a:lnTo>
                  <a:cubicBezTo>
                    <a:pt x="2724" y="1912"/>
                    <a:pt x="2791" y="1956"/>
                    <a:pt x="2868" y="1956"/>
                  </a:cubicBezTo>
                  <a:lnTo>
                    <a:pt x="3411" y="1956"/>
                  </a:lnTo>
                  <a:cubicBezTo>
                    <a:pt x="3512" y="1826"/>
                    <a:pt x="3613" y="1687"/>
                    <a:pt x="3704" y="1543"/>
                  </a:cubicBezTo>
                  <a:lnTo>
                    <a:pt x="3704" y="1543"/>
                  </a:lnTo>
                  <a:lnTo>
                    <a:pt x="3007" y="1547"/>
                  </a:lnTo>
                  <a:lnTo>
                    <a:pt x="2291" y="116"/>
                  </a:lnTo>
                  <a:cubicBezTo>
                    <a:pt x="2260" y="43"/>
                    <a:pt x="2184" y="0"/>
                    <a:pt x="2107" y="0"/>
                  </a:cubicBezTo>
                  <a:close/>
                </a:path>
              </a:pathLst>
            </a:custGeom>
            <a:solidFill>
              <a:srgbClr val="778DA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22" name="Google Shape;8922;p69"/>
            <p:cNvSpPr/>
            <p:nvPr/>
          </p:nvSpPr>
          <p:spPr>
            <a:xfrm>
              <a:off x="7991979" y="2106599"/>
              <a:ext cx="194910" cy="127444"/>
            </a:xfrm>
            <a:custGeom>
              <a:avLst/>
              <a:gdLst/>
              <a:ahLst/>
              <a:cxnLst/>
              <a:rect l="l" t="t" r="r" b="b"/>
              <a:pathLst>
                <a:path w="7445" h="4868" extrusionOk="0">
                  <a:moveTo>
                    <a:pt x="6728" y="1"/>
                  </a:moveTo>
                  <a:cubicBezTo>
                    <a:pt x="6724" y="1"/>
                    <a:pt x="6721" y="1"/>
                    <a:pt x="6717" y="1"/>
                  </a:cubicBezTo>
                  <a:cubicBezTo>
                    <a:pt x="6635" y="1"/>
                    <a:pt x="6563" y="54"/>
                    <a:pt x="6529" y="131"/>
                  </a:cubicBezTo>
                  <a:lnTo>
                    <a:pt x="5559" y="2523"/>
                  </a:lnTo>
                  <a:lnTo>
                    <a:pt x="4742" y="1149"/>
                  </a:lnTo>
                  <a:cubicBezTo>
                    <a:pt x="4702" y="1079"/>
                    <a:pt x="4633" y="1045"/>
                    <a:pt x="4564" y="1045"/>
                  </a:cubicBezTo>
                  <a:cubicBezTo>
                    <a:pt x="4478" y="1045"/>
                    <a:pt x="4392" y="1098"/>
                    <a:pt x="4363" y="1197"/>
                  </a:cubicBezTo>
                  <a:lnTo>
                    <a:pt x="3541" y="3979"/>
                  </a:lnTo>
                  <a:lnTo>
                    <a:pt x="2489" y="880"/>
                  </a:lnTo>
                  <a:cubicBezTo>
                    <a:pt x="2460" y="803"/>
                    <a:pt x="2388" y="750"/>
                    <a:pt x="2306" y="745"/>
                  </a:cubicBezTo>
                  <a:cubicBezTo>
                    <a:pt x="2299" y="745"/>
                    <a:pt x="2293" y="744"/>
                    <a:pt x="2286" y="744"/>
                  </a:cubicBezTo>
                  <a:cubicBezTo>
                    <a:pt x="2211" y="744"/>
                    <a:pt x="2140" y="790"/>
                    <a:pt x="2109" y="861"/>
                  </a:cubicBezTo>
                  <a:lnTo>
                    <a:pt x="1062" y="3008"/>
                  </a:lnTo>
                  <a:lnTo>
                    <a:pt x="0" y="3008"/>
                  </a:lnTo>
                  <a:cubicBezTo>
                    <a:pt x="92" y="3147"/>
                    <a:pt x="193" y="3287"/>
                    <a:pt x="294" y="3421"/>
                  </a:cubicBezTo>
                  <a:lnTo>
                    <a:pt x="1192" y="3421"/>
                  </a:lnTo>
                  <a:cubicBezTo>
                    <a:pt x="1274" y="3421"/>
                    <a:pt x="1346" y="3373"/>
                    <a:pt x="1379" y="3301"/>
                  </a:cubicBezTo>
                  <a:lnTo>
                    <a:pt x="2258" y="1490"/>
                  </a:lnTo>
                  <a:lnTo>
                    <a:pt x="3359" y="4728"/>
                  </a:lnTo>
                  <a:cubicBezTo>
                    <a:pt x="3387" y="4810"/>
                    <a:pt x="3464" y="4867"/>
                    <a:pt x="3555" y="4867"/>
                  </a:cubicBezTo>
                  <a:cubicBezTo>
                    <a:pt x="3647" y="4862"/>
                    <a:pt x="3724" y="4805"/>
                    <a:pt x="3748" y="4718"/>
                  </a:cubicBezTo>
                  <a:lnTo>
                    <a:pt x="4622" y="1764"/>
                  </a:lnTo>
                  <a:lnTo>
                    <a:pt x="5410" y="3085"/>
                  </a:lnTo>
                  <a:cubicBezTo>
                    <a:pt x="5446" y="3148"/>
                    <a:pt x="5512" y="3186"/>
                    <a:pt x="5588" y="3186"/>
                  </a:cubicBezTo>
                  <a:cubicBezTo>
                    <a:pt x="5593" y="3186"/>
                    <a:pt x="5597" y="3186"/>
                    <a:pt x="5602" y="3186"/>
                  </a:cubicBezTo>
                  <a:cubicBezTo>
                    <a:pt x="5679" y="3181"/>
                    <a:pt x="5746" y="3133"/>
                    <a:pt x="5775" y="3056"/>
                  </a:cubicBezTo>
                  <a:lnTo>
                    <a:pt x="6721" y="731"/>
                  </a:lnTo>
                  <a:lnTo>
                    <a:pt x="7000" y="1375"/>
                  </a:lnTo>
                  <a:cubicBezTo>
                    <a:pt x="7041" y="1459"/>
                    <a:pt x="7112" y="1495"/>
                    <a:pt x="7183" y="1495"/>
                  </a:cubicBezTo>
                  <a:cubicBezTo>
                    <a:pt x="7314" y="1495"/>
                    <a:pt x="7445" y="1373"/>
                    <a:pt x="7380" y="1211"/>
                  </a:cubicBezTo>
                  <a:lnTo>
                    <a:pt x="6909" y="121"/>
                  </a:lnTo>
                  <a:cubicBezTo>
                    <a:pt x="6877" y="48"/>
                    <a:pt x="6810" y="1"/>
                    <a:pt x="6728" y="1"/>
                  </a:cubicBezTo>
                  <a:close/>
                </a:path>
              </a:pathLst>
            </a:custGeom>
            <a:solidFill>
              <a:srgbClr val="778DA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23" name="Google Shape;8923;p69"/>
            <p:cNvSpPr/>
            <p:nvPr/>
          </p:nvSpPr>
          <p:spPr>
            <a:xfrm>
              <a:off x="7940666" y="2020205"/>
              <a:ext cx="383249" cy="286488"/>
            </a:xfrm>
            <a:custGeom>
              <a:avLst/>
              <a:gdLst/>
              <a:ahLst/>
              <a:cxnLst/>
              <a:rect l="l" t="t" r="r" b="b"/>
              <a:pathLst>
                <a:path w="14639" h="10943" extrusionOk="0">
                  <a:moveTo>
                    <a:pt x="4809" y="0"/>
                  </a:moveTo>
                  <a:cubicBezTo>
                    <a:pt x="4803" y="0"/>
                    <a:pt x="4796" y="0"/>
                    <a:pt x="4790" y="0"/>
                  </a:cubicBezTo>
                  <a:cubicBezTo>
                    <a:pt x="2076" y="0"/>
                    <a:pt x="0" y="2830"/>
                    <a:pt x="1432" y="5799"/>
                  </a:cubicBezTo>
                  <a:lnTo>
                    <a:pt x="567" y="5799"/>
                  </a:lnTo>
                  <a:cubicBezTo>
                    <a:pt x="293" y="5799"/>
                    <a:pt x="293" y="6212"/>
                    <a:pt x="567" y="6212"/>
                  </a:cubicBezTo>
                  <a:lnTo>
                    <a:pt x="1653" y="6212"/>
                  </a:lnTo>
                  <a:cubicBezTo>
                    <a:pt x="2844" y="8206"/>
                    <a:pt x="5347" y="9652"/>
                    <a:pt x="7288" y="10910"/>
                  </a:cubicBezTo>
                  <a:cubicBezTo>
                    <a:pt x="7322" y="10932"/>
                    <a:pt x="7360" y="10943"/>
                    <a:pt x="7399" y="10943"/>
                  </a:cubicBezTo>
                  <a:cubicBezTo>
                    <a:pt x="7437" y="10943"/>
                    <a:pt x="7476" y="10932"/>
                    <a:pt x="7509" y="10910"/>
                  </a:cubicBezTo>
                  <a:cubicBezTo>
                    <a:pt x="9450" y="9657"/>
                    <a:pt x="11953" y="8211"/>
                    <a:pt x="13144" y="6212"/>
                  </a:cubicBezTo>
                  <a:lnTo>
                    <a:pt x="14230" y="6212"/>
                  </a:lnTo>
                  <a:cubicBezTo>
                    <a:pt x="14345" y="6212"/>
                    <a:pt x="14437" y="6121"/>
                    <a:pt x="14437" y="6005"/>
                  </a:cubicBezTo>
                  <a:cubicBezTo>
                    <a:pt x="14451" y="5895"/>
                    <a:pt x="14360" y="5794"/>
                    <a:pt x="14249" y="5794"/>
                  </a:cubicBezTo>
                  <a:lnTo>
                    <a:pt x="13389" y="5794"/>
                  </a:lnTo>
                  <a:cubicBezTo>
                    <a:pt x="14638" y="3195"/>
                    <a:pt x="13216" y="615"/>
                    <a:pt x="10877" y="87"/>
                  </a:cubicBezTo>
                  <a:cubicBezTo>
                    <a:pt x="10864" y="85"/>
                    <a:pt x="10852" y="84"/>
                    <a:pt x="10840" y="84"/>
                  </a:cubicBezTo>
                  <a:cubicBezTo>
                    <a:pt x="10610" y="84"/>
                    <a:pt x="10548" y="426"/>
                    <a:pt x="10786" y="490"/>
                  </a:cubicBezTo>
                  <a:cubicBezTo>
                    <a:pt x="12923" y="971"/>
                    <a:pt x="14216" y="3392"/>
                    <a:pt x="12933" y="5799"/>
                  </a:cubicBezTo>
                  <a:lnTo>
                    <a:pt x="12169" y="5799"/>
                  </a:lnTo>
                  <a:lnTo>
                    <a:pt x="11453" y="4363"/>
                  </a:lnTo>
                  <a:cubicBezTo>
                    <a:pt x="11415" y="4287"/>
                    <a:pt x="11343" y="4250"/>
                    <a:pt x="11271" y="4250"/>
                  </a:cubicBezTo>
                  <a:cubicBezTo>
                    <a:pt x="11188" y="4250"/>
                    <a:pt x="11105" y="4299"/>
                    <a:pt x="11074" y="4391"/>
                  </a:cubicBezTo>
                  <a:lnTo>
                    <a:pt x="10411" y="6433"/>
                  </a:lnTo>
                  <a:lnTo>
                    <a:pt x="9676" y="4752"/>
                  </a:lnTo>
                  <a:cubicBezTo>
                    <a:pt x="9635" y="4666"/>
                    <a:pt x="9564" y="4629"/>
                    <a:pt x="9493" y="4629"/>
                  </a:cubicBezTo>
                  <a:cubicBezTo>
                    <a:pt x="9361" y="4629"/>
                    <a:pt x="9231" y="4753"/>
                    <a:pt x="9296" y="4915"/>
                  </a:cubicBezTo>
                  <a:lnTo>
                    <a:pt x="10252" y="7096"/>
                  </a:lnTo>
                  <a:cubicBezTo>
                    <a:pt x="10289" y="7178"/>
                    <a:pt x="10365" y="7218"/>
                    <a:pt x="10440" y="7218"/>
                  </a:cubicBezTo>
                  <a:cubicBezTo>
                    <a:pt x="10523" y="7218"/>
                    <a:pt x="10606" y="7170"/>
                    <a:pt x="10637" y="7077"/>
                  </a:cubicBezTo>
                  <a:lnTo>
                    <a:pt x="11304" y="5001"/>
                  </a:lnTo>
                  <a:lnTo>
                    <a:pt x="11847" y="6097"/>
                  </a:lnTo>
                  <a:cubicBezTo>
                    <a:pt x="11886" y="6169"/>
                    <a:pt x="11953" y="6212"/>
                    <a:pt x="12030" y="6217"/>
                  </a:cubicBezTo>
                  <a:lnTo>
                    <a:pt x="12674" y="6217"/>
                  </a:lnTo>
                  <a:cubicBezTo>
                    <a:pt x="11357" y="8211"/>
                    <a:pt x="8513" y="9733"/>
                    <a:pt x="7408" y="10497"/>
                  </a:cubicBezTo>
                  <a:cubicBezTo>
                    <a:pt x="5655" y="9354"/>
                    <a:pt x="3320" y="7994"/>
                    <a:pt x="2148" y="6217"/>
                  </a:cubicBezTo>
                  <a:lnTo>
                    <a:pt x="3147" y="6217"/>
                  </a:lnTo>
                  <a:cubicBezTo>
                    <a:pt x="3224" y="6217"/>
                    <a:pt x="3301" y="6169"/>
                    <a:pt x="3334" y="6097"/>
                  </a:cubicBezTo>
                  <a:lnTo>
                    <a:pt x="4209" y="4286"/>
                  </a:lnTo>
                  <a:lnTo>
                    <a:pt x="5314" y="7524"/>
                  </a:lnTo>
                  <a:cubicBezTo>
                    <a:pt x="5347" y="7614"/>
                    <a:pt x="5428" y="7659"/>
                    <a:pt x="5509" y="7659"/>
                  </a:cubicBezTo>
                  <a:cubicBezTo>
                    <a:pt x="5593" y="7659"/>
                    <a:pt x="5676" y="7611"/>
                    <a:pt x="5708" y="7514"/>
                  </a:cubicBezTo>
                  <a:lnTo>
                    <a:pt x="6577" y="4564"/>
                  </a:lnTo>
                  <a:lnTo>
                    <a:pt x="7365" y="5885"/>
                  </a:lnTo>
                  <a:cubicBezTo>
                    <a:pt x="7405" y="5952"/>
                    <a:pt x="7473" y="5985"/>
                    <a:pt x="7542" y="5985"/>
                  </a:cubicBezTo>
                  <a:cubicBezTo>
                    <a:pt x="7620" y="5985"/>
                    <a:pt x="7699" y="5941"/>
                    <a:pt x="7735" y="5857"/>
                  </a:cubicBezTo>
                  <a:lnTo>
                    <a:pt x="8677" y="3531"/>
                  </a:lnTo>
                  <a:lnTo>
                    <a:pt x="8960" y="4175"/>
                  </a:lnTo>
                  <a:cubicBezTo>
                    <a:pt x="8998" y="4259"/>
                    <a:pt x="9068" y="4294"/>
                    <a:pt x="9137" y="4294"/>
                  </a:cubicBezTo>
                  <a:cubicBezTo>
                    <a:pt x="9268" y="4294"/>
                    <a:pt x="9400" y="4170"/>
                    <a:pt x="9335" y="4007"/>
                  </a:cubicBezTo>
                  <a:lnTo>
                    <a:pt x="8854" y="2921"/>
                  </a:lnTo>
                  <a:cubicBezTo>
                    <a:pt x="8819" y="2838"/>
                    <a:pt x="8744" y="2798"/>
                    <a:pt x="8668" y="2798"/>
                  </a:cubicBezTo>
                  <a:cubicBezTo>
                    <a:pt x="8591" y="2798"/>
                    <a:pt x="8514" y="2841"/>
                    <a:pt x="8480" y="2926"/>
                  </a:cubicBezTo>
                  <a:lnTo>
                    <a:pt x="7504" y="5319"/>
                  </a:lnTo>
                  <a:lnTo>
                    <a:pt x="6688" y="3945"/>
                  </a:lnTo>
                  <a:cubicBezTo>
                    <a:pt x="6647" y="3877"/>
                    <a:pt x="6580" y="3844"/>
                    <a:pt x="6513" y="3844"/>
                  </a:cubicBezTo>
                  <a:cubicBezTo>
                    <a:pt x="6428" y="3844"/>
                    <a:pt x="6345" y="3896"/>
                    <a:pt x="6318" y="3993"/>
                  </a:cubicBezTo>
                  <a:lnTo>
                    <a:pt x="5491" y="6779"/>
                  </a:lnTo>
                  <a:lnTo>
                    <a:pt x="4439" y="3676"/>
                  </a:lnTo>
                  <a:cubicBezTo>
                    <a:pt x="4406" y="3584"/>
                    <a:pt x="4324" y="3537"/>
                    <a:pt x="4242" y="3537"/>
                  </a:cubicBezTo>
                  <a:cubicBezTo>
                    <a:pt x="4169" y="3537"/>
                    <a:pt x="4096" y="3575"/>
                    <a:pt x="4060" y="3652"/>
                  </a:cubicBezTo>
                  <a:lnTo>
                    <a:pt x="3013" y="5799"/>
                  </a:lnTo>
                  <a:lnTo>
                    <a:pt x="1893" y="5799"/>
                  </a:lnTo>
                  <a:cubicBezTo>
                    <a:pt x="442" y="3080"/>
                    <a:pt x="2287" y="414"/>
                    <a:pt x="4790" y="414"/>
                  </a:cubicBezTo>
                  <a:cubicBezTo>
                    <a:pt x="4796" y="414"/>
                    <a:pt x="4802" y="414"/>
                    <a:pt x="4807" y="414"/>
                  </a:cubicBezTo>
                  <a:cubicBezTo>
                    <a:pt x="5733" y="414"/>
                    <a:pt x="6620" y="797"/>
                    <a:pt x="7255" y="1471"/>
                  </a:cubicBezTo>
                  <a:cubicBezTo>
                    <a:pt x="7293" y="1511"/>
                    <a:pt x="7347" y="1532"/>
                    <a:pt x="7401" y="1532"/>
                  </a:cubicBezTo>
                  <a:cubicBezTo>
                    <a:pt x="7455" y="1532"/>
                    <a:pt x="7509" y="1511"/>
                    <a:pt x="7548" y="1471"/>
                  </a:cubicBezTo>
                  <a:cubicBezTo>
                    <a:pt x="8114" y="880"/>
                    <a:pt x="8874" y="510"/>
                    <a:pt x="9685" y="428"/>
                  </a:cubicBezTo>
                  <a:cubicBezTo>
                    <a:pt x="9951" y="405"/>
                    <a:pt x="9923" y="19"/>
                    <a:pt x="9674" y="19"/>
                  </a:cubicBezTo>
                  <a:cubicBezTo>
                    <a:pt x="9667" y="19"/>
                    <a:pt x="9659" y="19"/>
                    <a:pt x="9652" y="20"/>
                  </a:cubicBezTo>
                  <a:cubicBezTo>
                    <a:pt x="8806" y="101"/>
                    <a:pt x="8018" y="457"/>
                    <a:pt x="7403" y="1033"/>
                  </a:cubicBezTo>
                  <a:cubicBezTo>
                    <a:pt x="6697" y="370"/>
                    <a:pt x="5772" y="0"/>
                    <a:pt x="4809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924" name="Google Shape;8924;p69"/>
          <p:cNvGrpSpPr/>
          <p:nvPr/>
        </p:nvGrpSpPr>
        <p:grpSpPr>
          <a:xfrm>
            <a:off x="5631385" y="2160547"/>
            <a:ext cx="279131" cy="209996"/>
            <a:chOff x="7508513" y="2023478"/>
            <a:chExt cx="372175" cy="279995"/>
          </a:xfrm>
        </p:grpSpPr>
        <p:sp>
          <p:nvSpPr>
            <p:cNvPr id="8925" name="Google Shape;8925;p69"/>
            <p:cNvSpPr/>
            <p:nvPr/>
          </p:nvSpPr>
          <p:spPr>
            <a:xfrm>
              <a:off x="7515686" y="2133512"/>
              <a:ext cx="357724" cy="164541"/>
            </a:xfrm>
            <a:custGeom>
              <a:avLst/>
              <a:gdLst/>
              <a:ahLst/>
              <a:cxnLst/>
              <a:rect l="l" t="t" r="r" b="b"/>
              <a:pathLst>
                <a:path w="13664" h="6285" extrusionOk="0">
                  <a:moveTo>
                    <a:pt x="1" y="1"/>
                  </a:moveTo>
                  <a:lnTo>
                    <a:pt x="1" y="6285"/>
                  </a:lnTo>
                  <a:lnTo>
                    <a:pt x="13663" y="6285"/>
                  </a:lnTo>
                  <a:lnTo>
                    <a:pt x="13663" y="1"/>
                  </a:lnTo>
                  <a:lnTo>
                    <a:pt x="9873" y="1"/>
                  </a:lnTo>
                  <a:cubicBezTo>
                    <a:pt x="9493" y="1"/>
                    <a:pt x="9215" y="347"/>
                    <a:pt x="9292" y="717"/>
                  </a:cubicBezTo>
                  <a:cubicBezTo>
                    <a:pt x="9325" y="870"/>
                    <a:pt x="9344" y="1029"/>
                    <a:pt x="9344" y="1192"/>
                  </a:cubicBezTo>
                  <a:cubicBezTo>
                    <a:pt x="9373" y="2590"/>
                    <a:pt x="8254" y="3748"/>
                    <a:pt x="6851" y="3762"/>
                  </a:cubicBezTo>
                  <a:cubicBezTo>
                    <a:pt x="6842" y="3763"/>
                    <a:pt x="6834" y="3763"/>
                    <a:pt x="6825" y="3763"/>
                  </a:cubicBezTo>
                  <a:cubicBezTo>
                    <a:pt x="5439" y="3763"/>
                    <a:pt x="4310" y="2630"/>
                    <a:pt x="4315" y="1240"/>
                  </a:cubicBezTo>
                  <a:cubicBezTo>
                    <a:pt x="4315" y="1063"/>
                    <a:pt x="4329" y="890"/>
                    <a:pt x="4367" y="717"/>
                  </a:cubicBezTo>
                  <a:cubicBezTo>
                    <a:pt x="4444" y="347"/>
                    <a:pt x="4161" y="1"/>
                    <a:pt x="3781" y="1"/>
                  </a:cubicBezTo>
                  <a:close/>
                </a:path>
              </a:pathLst>
            </a:custGeom>
            <a:solidFill>
              <a:srgbClr val="F0F3F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26" name="Google Shape;8926;p69"/>
            <p:cNvSpPr/>
            <p:nvPr/>
          </p:nvSpPr>
          <p:spPr>
            <a:xfrm>
              <a:off x="7757694" y="2147728"/>
              <a:ext cx="116475" cy="39532"/>
            </a:xfrm>
            <a:custGeom>
              <a:avLst/>
              <a:gdLst/>
              <a:ahLst/>
              <a:cxnLst/>
              <a:rect l="l" t="t" r="r" b="b"/>
              <a:pathLst>
                <a:path w="4449" h="1510" extrusionOk="0">
                  <a:moveTo>
                    <a:pt x="655" y="1"/>
                  </a:moveTo>
                  <a:cubicBezTo>
                    <a:pt x="279" y="1"/>
                    <a:pt x="0" y="344"/>
                    <a:pt x="76" y="712"/>
                  </a:cubicBezTo>
                  <a:cubicBezTo>
                    <a:pt x="110" y="885"/>
                    <a:pt x="129" y="1058"/>
                    <a:pt x="129" y="1235"/>
                  </a:cubicBezTo>
                  <a:cubicBezTo>
                    <a:pt x="129" y="1322"/>
                    <a:pt x="124" y="1404"/>
                    <a:pt x="115" y="1490"/>
                  </a:cubicBezTo>
                  <a:lnTo>
                    <a:pt x="129" y="1509"/>
                  </a:lnTo>
                  <a:cubicBezTo>
                    <a:pt x="562" y="1509"/>
                    <a:pt x="562" y="962"/>
                    <a:pt x="994" y="962"/>
                  </a:cubicBezTo>
                  <a:cubicBezTo>
                    <a:pt x="1422" y="962"/>
                    <a:pt x="1422" y="1509"/>
                    <a:pt x="1854" y="1509"/>
                  </a:cubicBezTo>
                  <a:cubicBezTo>
                    <a:pt x="2286" y="1509"/>
                    <a:pt x="2286" y="962"/>
                    <a:pt x="2719" y="962"/>
                  </a:cubicBezTo>
                  <a:cubicBezTo>
                    <a:pt x="3151" y="962"/>
                    <a:pt x="3151" y="1509"/>
                    <a:pt x="3579" y="1509"/>
                  </a:cubicBezTo>
                  <a:cubicBezTo>
                    <a:pt x="4016" y="1509"/>
                    <a:pt x="4016" y="962"/>
                    <a:pt x="4448" y="962"/>
                  </a:cubicBezTo>
                  <a:lnTo>
                    <a:pt x="4448" y="1"/>
                  </a:lnTo>
                  <a:lnTo>
                    <a:pt x="662" y="1"/>
                  </a:lnTo>
                  <a:cubicBezTo>
                    <a:pt x="660" y="1"/>
                    <a:pt x="657" y="1"/>
                    <a:pt x="655" y="1"/>
                  </a:cubicBezTo>
                  <a:close/>
                </a:path>
              </a:pathLst>
            </a:custGeom>
            <a:solidFill>
              <a:srgbClr val="E6EBE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27" name="Google Shape;8927;p69"/>
            <p:cNvSpPr/>
            <p:nvPr/>
          </p:nvSpPr>
          <p:spPr>
            <a:xfrm>
              <a:off x="7515555" y="2147597"/>
              <a:ext cx="116501" cy="39663"/>
            </a:xfrm>
            <a:custGeom>
              <a:avLst/>
              <a:gdLst/>
              <a:ahLst/>
              <a:cxnLst/>
              <a:rect l="l" t="t" r="r" b="b"/>
              <a:pathLst>
                <a:path w="4450" h="1515" extrusionOk="0">
                  <a:moveTo>
                    <a:pt x="1" y="1"/>
                  </a:moveTo>
                  <a:lnTo>
                    <a:pt x="1" y="962"/>
                  </a:lnTo>
                  <a:cubicBezTo>
                    <a:pt x="438" y="967"/>
                    <a:pt x="438" y="1514"/>
                    <a:pt x="870" y="1514"/>
                  </a:cubicBezTo>
                  <a:cubicBezTo>
                    <a:pt x="1298" y="1514"/>
                    <a:pt x="1298" y="967"/>
                    <a:pt x="1730" y="967"/>
                  </a:cubicBezTo>
                  <a:cubicBezTo>
                    <a:pt x="2163" y="967"/>
                    <a:pt x="2163" y="1514"/>
                    <a:pt x="2595" y="1514"/>
                  </a:cubicBezTo>
                  <a:cubicBezTo>
                    <a:pt x="3027" y="1514"/>
                    <a:pt x="3022" y="967"/>
                    <a:pt x="3455" y="967"/>
                  </a:cubicBezTo>
                  <a:cubicBezTo>
                    <a:pt x="3892" y="967"/>
                    <a:pt x="3887" y="1514"/>
                    <a:pt x="4320" y="1514"/>
                  </a:cubicBezTo>
                  <a:lnTo>
                    <a:pt x="4334" y="1495"/>
                  </a:lnTo>
                  <a:cubicBezTo>
                    <a:pt x="4324" y="1409"/>
                    <a:pt x="4320" y="1327"/>
                    <a:pt x="4320" y="1240"/>
                  </a:cubicBezTo>
                  <a:cubicBezTo>
                    <a:pt x="4320" y="1063"/>
                    <a:pt x="4339" y="890"/>
                    <a:pt x="4372" y="717"/>
                  </a:cubicBezTo>
                  <a:cubicBezTo>
                    <a:pt x="4449" y="347"/>
                    <a:pt x="4166" y="1"/>
                    <a:pt x="3786" y="1"/>
                  </a:cubicBezTo>
                  <a:close/>
                </a:path>
              </a:pathLst>
            </a:custGeom>
            <a:solidFill>
              <a:srgbClr val="E6EBE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28" name="Google Shape;8928;p69"/>
            <p:cNvSpPr/>
            <p:nvPr/>
          </p:nvSpPr>
          <p:spPr>
            <a:xfrm>
              <a:off x="7515555" y="2133643"/>
              <a:ext cx="116501" cy="39637"/>
            </a:xfrm>
            <a:custGeom>
              <a:avLst/>
              <a:gdLst/>
              <a:ahLst/>
              <a:cxnLst/>
              <a:rect l="l" t="t" r="r" b="b"/>
              <a:pathLst>
                <a:path w="4450" h="1514" extrusionOk="0">
                  <a:moveTo>
                    <a:pt x="1" y="1"/>
                  </a:moveTo>
                  <a:lnTo>
                    <a:pt x="1" y="962"/>
                  </a:lnTo>
                  <a:cubicBezTo>
                    <a:pt x="438" y="962"/>
                    <a:pt x="438" y="1514"/>
                    <a:pt x="870" y="1514"/>
                  </a:cubicBezTo>
                  <a:cubicBezTo>
                    <a:pt x="1298" y="1514"/>
                    <a:pt x="1298" y="966"/>
                    <a:pt x="1730" y="966"/>
                  </a:cubicBezTo>
                  <a:cubicBezTo>
                    <a:pt x="2163" y="966"/>
                    <a:pt x="2163" y="1514"/>
                    <a:pt x="2595" y="1514"/>
                  </a:cubicBezTo>
                  <a:cubicBezTo>
                    <a:pt x="3027" y="1514"/>
                    <a:pt x="3027" y="966"/>
                    <a:pt x="3455" y="966"/>
                  </a:cubicBezTo>
                  <a:cubicBezTo>
                    <a:pt x="3887" y="966"/>
                    <a:pt x="3887" y="1514"/>
                    <a:pt x="4320" y="1514"/>
                  </a:cubicBezTo>
                  <a:lnTo>
                    <a:pt x="4334" y="1495"/>
                  </a:lnTo>
                  <a:cubicBezTo>
                    <a:pt x="4324" y="1408"/>
                    <a:pt x="4320" y="1327"/>
                    <a:pt x="4320" y="1240"/>
                  </a:cubicBezTo>
                  <a:cubicBezTo>
                    <a:pt x="4320" y="1062"/>
                    <a:pt x="4339" y="889"/>
                    <a:pt x="4372" y="716"/>
                  </a:cubicBezTo>
                  <a:cubicBezTo>
                    <a:pt x="4449" y="347"/>
                    <a:pt x="4166" y="1"/>
                    <a:pt x="3786" y="1"/>
                  </a:cubicBezTo>
                  <a:close/>
                </a:path>
              </a:pathLst>
            </a:custGeom>
            <a:solidFill>
              <a:srgbClr val="E4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29" name="Google Shape;8929;p69"/>
            <p:cNvSpPr/>
            <p:nvPr/>
          </p:nvSpPr>
          <p:spPr>
            <a:xfrm>
              <a:off x="7757668" y="2133643"/>
              <a:ext cx="116501" cy="39637"/>
            </a:xfrm>
            <a:custGeom>
              <a:avLst/>
              <a:gdLst/>
              <a:ahLst/>
              <a:cxnLst/>
              <a:rect l="l" t="t" r="r" b="b"/>
              <a:pathLst>
                <a:path w="4450" h="1514" extrusionOk="0">
                  <a:moveTo>
                    <a:pt x="663" y="1"/>
                  </a:moveTo>
                  <a:cubicBezTo>
                    <a:pt x="284" y="1"/>
                    <a:pt x="1" y="347"/>
                    <a:pt x="77" y="716"/>
                  </a:cubicBezTo>
                  <a:cubicBezTo>
                    <a:pt x="111" y="889"/>
                    <a:pt x="130" y="1062"/>
                    <a:pt x="130" y="1240"/>
                  </a:cubicBezTo>
                  <a:cubicBezTo>
                    <a:pt x="130" y="1327"/>
                    <a:pt x="125" y="1408"/>
                    <a:pt x="116" y="1495"/>
                  </a:cubicBezTo>
                  <a:lnTo>
                    <a:pt x="130" y="1514"/>
                  </a:lnTo>
                  <a:cubicBezTo>
                    <a:pt x="563" y="1514"/>
                    <a:pt x="563" y="966"/>
                    <a:pt x="995" y="966"/>
                  </a:cubicBezTo>
                  <a:cubicBezTo>
                    <a:pt x="1423" y="966"/>
                    <a:pt x="1423" y="1514"/>
                    <a:pt x="1855" y="1514"/>
                  </a:cubicBezTo>
                  <a:cubicBezTo>
                    <a:pt x="2287" y="1514"/>
                    <a:pt x="2287" y="966"/>
                    <a:pt x="2720" y="966"/>
                  </a:cubicBezTo>
                  <a:cubicBezTo>
                    <a:pt x="3152" y="966"/>
                    <a:pt x="3152" y="1514"/>
                    <a:pt x="3580" y="1514"/>
                  </a:cubicBezTo>
                  <a:cubicBezTo>
                    <a:pt x="4017" y="1514"/>
                    <a:pt x="4017" y="962"/>
                    <a:pt x="4449" y="962"/>
                  </a:cubicBezTo>
                  <a:lnTo>
                    <a:pt x="4449" y="1"/>
                  </a:lnTo>
                  <a:close/>
                </a:path>
              </a:pathLst>
            </a:custGeom>
            <a:solidFill>
              <a:srgbClr val="E4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30" name="Google Shape;8930;p69"/>
            <p:cNvSpPr/>
            <p:nvPr/>
          </p:nvSpPr>
          <p:spPr>
            <a:xfrm>
              <a:off x="7600824" y="2227839"/>
              <a:ext cx="22044" cy="18902"/>
            </a:xfrm>
            <a:custGeom>
              <a:avLst/>
              <a:gdLst/>
              <a:ahLst/>
              <a:cxnLst/>
              <a:rect l="l" t="t" r="r" b="b"/>
              <a:pathLst>
                <a:path w="842" h="722" extrusionOk="0">
                  <a:moveTo>
                    <a:pt x="481" y="1"/>
                  </a:moveTo>
                  <a:cubicBezTo>
                    <a:pt x="159" y="1"/>
                    <a:pt x="1" y="390"/>
                    <a:pt x="227" y="616"/>
                  </a:cubicBezTo>
                  <a:cubicBezTo>
                    <a:pt x="300" y="689"/>
                    <a:pt x="390" y="722"/>
                    <a:pt x="479" y="722"/>
                  </a:cubicBezTo>
                  <a:cubicBezTo>
                    <a:pt x="664" y="722"/>
                    <a:pt x="842" y="579"/>
                    <a:pt x="842" y="361"/>
                  </a:cubicBezTo>
                  <a:cubicBezTo>
                    <a:pt x="842" y="164"/>
                    <a:pt x="678" y="1"/>
                    <a:pt x="481" y="1"/>
                  </a:cubicBezTo>
                  <a:close/>
                </a:path>
              </a:pathLst>
            </a:custGeom>
            <a:solidFill>
              <a:srgbClr val="B4C3C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31" name="Google Shape;8931;p69"/>
            <p:cNvSpPr/>
            <p:nvPr/>
          </p:nvSpPr>
          <p:spPr>
            <a:xfrm>
              <a:off x="7523723" y="2251610"/>
              <a:ext cx="22174" cy="18876"/>
            </a:xfrm>
            <a:custGeom>
              <a:avLst/>
              <a:gdLst/>
              <a:ahLst/>
              <a:cxnLst/>
              <a:rect l="l" t="t" r="r" b="b"/>
              <a:pathLst>
                <a:path w="847" h="721" extrusionOk="0">
                  <a:moveTo>
                    <a:pt x="486" y="1"/>
                  </a:moveTo>
                  <a:cubicBezTo>
                    <a:pt x="164" y="1"/>
                    <a:pt x="1" y="385"/>
                    <a:pt x="232" y="616"/>
                  </a:cubicBezTo>
                  <a:cubicBezTo>
                    <a:pt x="304" y="688"/>
                    <a:pt x="394" y="721"/>
                    <a:pt x="482" y="721"/>
                  </a:cubicBezTo>
                  <a:cubicBezTo>
                    <a:pt x="667" y="721"/>
                    <a:pt x="846" y="576"/>
                    <a:pt x="846" y="361"/>
                  </a:cubicBezTo>
                  <a:cubicBezTo>
                    <a:pt x="846" y="159"/>
                    <a:pt x="683" y="1"/>
                    <a:pt x="486" y="1"/>
                  </a:cubicBezTo>
                  <a:close/>
                </a:path>
              </a:pathLst>
            </a:custGeom>
            <a:solidFill>
              <a:srgbClr val="B4C3C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32" name="Google Shape;8932;p69"/>
            <p:cNvSpPr/>
            <p:nvPr/>
          </p:nvSpPr>
          <p:spPr>
            <a:xfrm>
              <a:off x="7547495" y="2205455"/>
              <a:ext cx="22044" cy="18954"/>
            </a:xfrm>
            <a:custGeom>
              <a:avLst/>
              <a:gdLst/>
              <a:ahLst/>
              <a:cxnLst/>
              <a:rect l="l" t="t" r="r" b="b"/>
              <a:pathLst>
                <a:path w="842" h="724" extrusionOk="0">
                  <a:moveTo>
                    <a:pt x="481" y="1"/>
                  </a:moveTo>
                  <a:cubicBezTo>
                    <a:pt x="159" y="1"/>
                    <a:pt x="1" y="390"/>
                    <a:pt x="227" y="616"/>
                  </a:cubicBezTo>
                  <a:cubicBezTo>
                    <a:pt x="300" y="690"/>
                    <a:pt x="390" y="724"/>
                    <a:pt x="479" y="724"/>
                  </a:cubicBezTo>
                  <a:cubicBezTo>
                    <a:pt x="664" y="724"/>
                    <a:pt x="842" y="579"/>
                    <a:pt x="842" y="361"/>
                  </a:cubicBezTo>
                  <a:cubicBezTo>
                    <a:pt x="842" y="164"/>
                    <a:pt x="678" y="1"/>
                    <a:pt x="481" y="1"/>
                  </a:cubicBezTo>
                  <a:close/>
                </a:path>
              </a:pathLst>
            </a:custGeom>
            <a:solidFill>
              <a:srgbClr val="B4C3C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33" name="Google Shape;8933;p69"/>
            <p:cNvSpPr/>
            <p:nvPr/>
          </p:nvSpPr>
          <p:spPr>
            <a:xfrm>
              <a:off x="7762825" y="2227839"/>
              <a:ext cx="22148" cy="18902"/>
            </a:xfrm>
            <a:custGeom>
              <a:avLst/>
              <a:gdLst/>
              <a:ahLst/>
              <a:cxnLst/>
              <a:rect l="l" t="t" r="r" b="b"/>
              <a:pathLst>
                <a:path w="846" h="722" extrusionOk="0">
                  <a:moveTo>
                    <a:pt x="486" y="1"/>
                  </a:moveTo>
                  <a:cubicBezTo>
                    <a:pt x="164" y="1"/>
                    <a:pt x="0" y="390"/>
                    <a:pt x="226" y="616"/>
                  </a:cubicBezTo>
                  <a:cubicBezTo>
                    <a:pt x="301" y="689"/>
                    <a:pt x="392" y="722"/>
                    <a:pt x="482" y="722"/>
                  </a:cubicBezTo>
                  <a:cubicBezTo>
                    <a:pt x="668" y="722"/>
                    <a:pt x="846" y="579"/>
                    <a:pt x="846" y="361"/>
                  </a:cubicBezTo>
                  <a:cubicBezTo>
                    <a:pt x="846" y="164"/>
                    <a:pt x="683" y="1"/>
                    <a:pt x="486" y="1"/>
                  </a:cubicBezTo>
                  <a:close/>
                </a:path>
              </a:pathLst>
            </a:custGeom>
            <a:solidFill>
              <a:srgbClr val="B4C3C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34" name="Google Shape;8934;p69"/>
            <p:cNvSpPr/>
            <p:nvPr/>
          </p:nvSpPr>
          <p:spPr>
            <a:xfrm>
              <a:off x="7839925" y="2251610"/>
              <a:ext cx="22044" cy="18876"/>
            </a:xfrm>
            <a:custGeom>
              <a:avLst/>
              <a:gdLst/>
              <a:ahLst/>
              <a:cxnLst/>
              <a:rect l="l" t="t" r="r" b="b"/>
              <a:pathLst>
                <a:path w="842" h="721" extrusionOk="0">
                  <a:moveTo>
                    <a:pt x="481" y="1"/>
                  </a:moveTo>
                  <a:cubicBezTo>
                    <a:pt x="159" y="1"/>
                    <a:pt x="0" y="385"/>
                    <a:pt x="226" y="616"/>
                  </a:cubicBezTo>
                  <a:cubicBezTo>
                    <a:pt x="299" y="688"/>
                    <a:pt x="388" y="721"/>
                    <a:pt x="476" y="721"/>
                  </a:cubicBezTo>
                  <a:cubicBezTo>
                    <a:pt x="662" y="721"/>
                    <a:pt x="841" y="576"/>
                    <a:pt x="841" y="361"/>
                  </a:cubicBezTo>
                  <a:cubicBezTo>
                    <a:pt x="841" y="159"/>
                    <a:pt x="678" y="1"/>
                    <a:pt x="481" y="1"/>
                  </a:cubicBezTo>
                  <a:close/>
                </a:path>
              </a:pathLst>
            </a:custGeom>
            <a:solidFill>
              <a:srgbClr val="B4C3C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35" name="Google Shape;8935;p69"/>
            <p:cNvSpPr/>
            <p:nvPr/>
          </p:nvSpPr>
          <p:spPr>
            <a:xfrm>
              <a:off x="7816154" y="2205455"/>
              <a:ext cx="22148" cy="18954"/>
            </a:xfrm>
            <a:custGeom>
              <a:avLst/>
              <a:gdLst/>
              <a:ahLst/>
              <a:cxnLst/>
              <a:rect l="l" t="t" r="r" b="b"/>
              <a:pathLst>
                <a:path w="846" h="724" extrusionOk="0">
                  <a:moveTo>
                    <a:pt x="486" y="1"/>
                  </a:moveTo>
                  <a:cubicBezTo>
                    <a:pt x="164" y="1"/>
                    <a:pt x="0" y="390"/>
                    <a:pt x="226" y="616"/>
                  </a:cubicBezTo>
                  <a:cubicBezTo>
                    <a:pt x="301" y="690"/>
                    <a:pt x="392" y="724"/>
                    <a:pt x="482" y="724"/>
                  </a:cubicBezTo>
                  <a:cubicBezTo>
                    <a:pt x="668" y="724"/>
                    <a:pt x="846" y="579"/>
                    <a:pt x="846" y="361"/>
                  </a:cubicBezTo>
                  <a:cubicBezTo>
                    <a:pt x="846" y="164"/>
                    <a:pt x="683" y="1"/>
                    <a:pt x="486" y="1"/>
                  </a:cubicBezTo>
                  <a:close/>
                </a:path>
              </a:pathLst>
            </a:custGeom>
            <a:solidFill>
              <a:srgbClr val="B4C3C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36" name="Google Shape;8936;p69"/>
            <p:cNvSpPr/>
            <p:nvPr/>
          </p:nvSpPr>
          <p:spPr>
            <a:xfrm>
              <a:off x="7642345" y="2028923"/>
              <a:ext cx="104772" cy="177841"/>
            </a:xfrm>
            <a:custGeom>
              <a:avLst/>
              <a:gdLst/>
              <a:ahLst/>
              <a:cxnLst/>
              <a:rect l="l" t="t" r="r" b="b"/>
              <a:pathLst>
                <a:path w="4002" h="6793" extrusionOk="0">
                  <a:moveTo>
                    <a:pt x="1996" y="0"/>
                  </a:moveTo>
                  <a:cubicBezTo>
                    <a:pt x="1957" y="0"/>
                    <a:pt x="1917" y="25"/>
                    <a:pt x="1907" y="76"/>
                  </a:cubicBezTo>
                  <a:lnTo>
                    <a:pt x="1475" y="2771"/>
                  </a:lnTo>
                  <a:cubicBezTo>
                    <a:pt x="1379" y="3333"/>
                    <a:pt x="1139" y="3861"/>
                    <a:pt x="783" y="4308"/>
                  </a:cubicBezTo>
                  <a:cubicBezTo>
                    <a:pt x="0" y="5307"/>
                    <a:pt x="702" y="6773"/>
                    <a:pt x="1975" y="6792"/>
                  </a:cubicBezTo>
                  <a:cubicBezTo>
                    <a:pt x="1983" y="6792"/>
                    <a:pt x="1991" y="6792"/>
                    <a:pt x="1999" y="6792"/>
                  </a:cubicBezTo>
                  <a:cubicBezTo>
                    <a:pt x="3281" y="6792"/>
                    <a:pt x="4002" y="5296"/>
                    <a:pt x="3190" y="4289"/>
                  </a:cubicBezTo>
                  <a:cubicBezTo>
                    <a:pt x="2892" y="3919"/>
                    <a:pt x="2676" y="3482"/>
                    <a:pt x="2566" y="3021"/>
                  </a:cubicBezTo>
                  <a:lnTo>
                    <a:pt x="2417" y="2137"/>
                  </a:lnTo>
                  <a:lnTo>
                    <a:pt x="2080" y="76"/>
                  </a:lnTo>
                  <a:cubicBezTo>
                    <a:pt x="2073" y="25"/>
                    <a:pt x="2035" y="0"/>
                    <a:pt x="1996" y="0"/>
                  </a:cubicBezTo>
                  <a:close/>
                </a:path>
              </a:pathLst>
            </a:custGeom>
            <a:solidFill>
              <a:srgbClr val="364F6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37" name="Google Shape;8937;p69"/>
            <p:cNvSpPr/>
            <p:nvPr/>
          </p:nvSpPr>
          <p:spPr>
            <a:xfrm>
              <a:off x="7685594" y="2028871"/>
              <a:ext cx="52229" cy="177788"/>
            </a:xfrm>
            <a:custGeom>
              <a:avLst/>
              <a:gdLst/>
              <a:ahLst/>
              <a:cxnLst/>
              <a:rect l="l" t="t" r="r" b="b"/>
              <a:pathLst>
                <a:path w="1995" h="6791" extrusionOk="0">
                  <a:moveTo>
                    <a:pt x="345" y="1"/>
                  </a:moveTo>
                  <a:cubicBezTo>
                    <a:pt x="306" y="1"/>
                    <a:pt x="267" y="25"/>
                    <a:pt x="260" y="73"/>
                  </a:cubicBezTo>
                  <a:lnTo>
                    <a:pt x="1" y="1668"/>
                  </a:lnTo>
                  <a:lnTo>
                    <a:pt x="78" y="2134"/>
                  </a:lnTo>
                  <a:lnTo>
                    <a:pt x="227" y="3018"/>
                  </a:lnTo>
                  <a:cubicBezTo>
                    <a:pt x="337" y="3484"/>
                    <a:pt x="548" y="3916"/>
                    <a:pt x="851" y="4291"/>
                  </a:cubicBezTo>
                  <a:cubicBezTo>
                    <a:pt x="1562" y="5170"/>
                    <a:pt x="1106" y="6496"/>
                    <a:pt x="1" y="6751"/>
                  </a:cubicBezTo>
                  <a:cubicBezTo>
                    <a:pt x="116" y="6777"/>
                    <a:pt x="231" y="6790"/>
                    <a:pt x="346" y="6790"/>
                  </a:cubicBezTo>
                  <a:cubicBezTo>
                    <a:pt x="867" y="6790"/>
                    <a:pt x="1361" y="6521"/>
                    <a:pt x="1649" y="6068"/>
                  </a:cubicBezTo>
                  <a:cubicBezTo>
                    <a:pt x="1994" y="5511"/>
                    <a:pt x="1951" y="4800"/>
                    <a:pt x="1543" y="4291"/>
                  </a:cubicBezTo>
                  <a:lnTo>
                    <a:pt x="1538" y="4291"/>
                  </a:lnTo>
                  <a:cubicBezTo>
                    <a:pt x="1235" y="3916"/>
                    <a:pt x="1024" y="3484"/>
                    <a:pt x="914" y="3018"/>
                  </a:cubicBezTo>
                  <a:lnTo>
                    <a:pt x="765" y="2139"/>
                  </a:lnTo>
                  <a:lnTo>
                    <a:pt x="433" y="73"/>
                  </a:lnTo>
                  <a:cubicBezTo>
                    <a:pt x="424" y="25"/>
                    <a:pt x="384" y="1"/>
                    <a:pt x="345" y="1"/>
                  </a:cubicBezTo>
                  <a:close/>
                </a:path>
              </a:pathLst>
            </a:custGeom>
            <a:solidFill>
              <a:srgbClr val="29435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38" name="Google Shape;8938;p69"/>
            <p:cNvSpPr/>
            <p:nvPr/>
          </p:nvSpPr>
          <p:spPr>
            <a:xfrm>
              <a:off x="7508513" y="2292608"/>
              <a:ext cx="372070" cy="10865"/>
            </a:xfrm>
            <a:custGeom>
              <a:avLst/>
              <a:gdLst/>
              <a:ahLst/>
              <a:cxnLst/>
              <a:rect l="l" t="t" r="r" b="b"/>
              <a:pathLst>
                <a:path w="14212" h="415" extrusionOk="0">
                  <a:moveTo>
                    <a:pt x="275" y="1"/>
                  </a:moveTo>
                  <a:cubicBezTo>
                    <a:pt x="1" y="1"/>
                    <a:pt x="1" y="414"/>
                    <a:pt x="275" y="414"/>
                  </a:cubicBezTo>
                  <a:lnTo>
                    <a:pt x="13937" y="414"/>
                  </a:lnTo>
                  <a:cubicBezTo>
                    <a:pt x="14211" y="414"/>
                    <a:pt x="14211" y="1"/>
                    <a:pt x="13937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39" name="Google Shape;8939;p69"/>
            <p:cNvSpPr/>
            <p:nvPr/>
          </p:nvSpPr>
          <p:spPr>
            <a:xfrm>
              <a:off x="7508644" y="2128119"/>
              <a:ext cx="372044" cy="109066"/>
            </a:xfrm>
            <a:custGeom>
              <a:avLst/>
              <a:gdLst/>
              <a:ahLst/>
              <a:cxnLst/>
              <a:rect l="l" t="t" r="r" b="b"/>
              <a:pathLst>
                <a:path w="14211" h="4166" extrusionOk="0">
                  <a:moveTo>
                    <a:pt x="10147" y="0"/>
                  </a:moveTo>
                  <a:cubicBezTo>
                    <a:pt x="9642" y="0"/>
                    <a:pt x="9263" y="466"/>
                    <a:pt x="9364" y="961"/>
                  </a:cubicBezTo>
                  <a:cubicBezTo>
                    <a:pt x="9698" y="2537"/>
                    <a:pt x="8424" y="3760"/>
                    <a:pt x="7072" y="3760"/>
                  </a:cubicBezTo>
                  <a:cubicBezTo>
                    <a:pt x="6520" y="3760"/>
                    <a:pt x="5955" y="3556"/>
                    <a:pt x="5482" y="3089"/>
                  </a:cubicBezTo>
                  <a:cubicBezTo>
                    <a:pt x="4925" y="2537"/>
                    <a:pt x="4684" y="1735"/>
                    <a:pt x="4848" y="966"/>
                  </a:cubicBezTo>
                  <a:cubicBezTo>
                    <a:pt x="4953" y="471"/>
                    <a:pt x="4569" y="5"/>
                    <a:pt x="4060" y="5"/>
                  </a:cubicBezTo>
                  <a:lnTo>
                    <a:pt x="274" y="5"/>
                  </a:lnTo>
                  <a:cubicBezTo>
                    <a:pt x="0" y="5"/>
                    <a:pt x="0" y="418"/>
                    <a:pt x="274" y="418"/>
                  </a:cubicBezTo>
                  <a:lnTo>
                    <a:pt x="4060" y="418"/>
                  </a:lnTo>
                  <a:cubicBezTo>
                    <a:pt x="4062" y="418"/>
                    <a:pt x="4065" y="418"/>
                    <a:pt x="4068" y="418"/>
                  </a:cubicBezTo>
                  <a:cubicBezTo>
                    <a:pt x="4309" y="418"/>
                    <a:pt x="4492" y="642"/>
                    <a:pt x="4444" y="879"/>
                  </a:cubicBezTo>
                  <a:cubicBezTo>
                    <a:pt x="4411" y="1048"/>
                    <a:pt x="4391" y="1221"/>
                    <a:pt x="4391" y="1398"/>
                  </a:cubicBezTo>
                  <a:cubicBezTo>
                    <a:pt x="4214" y="1201"/>
                    <a:pt x="4074" y="966"/>
                    <a:pt x="3724" y="966"/>
                  </a:cubicBezTo>
                  <a:cubicBezTo>
                    <a:pt x="3195" y="966"/>
                    <a:pt x="3128" y="1514"/>
                    <a:pt x="2859" y="1514"/>
                  </a:cubicBezTo>
                  <a:cubicBezTo>
                    <a:pt x="2595" y="1514"/>
                    <a:pt x="2527" y="966"/>
                    <a:pt x="1999" y="966"/>
                  </a:cubicBezTo>
                  <a:cubicBezTo>
                    <a:pt x="1471" y="966"/>
                    <a:pt x="1403" y="1514"/>
                    <a:pt x="1134" y="1514"/>
                  </a:cubicBezTo>
                  <a:cubicBezTo>
                    <a:pt x="865" y="1514"/>
                    <a:pt x="803" y="966"/>
                    <a:pt x="270" y="966"/>
                  </a:cubicBezTo>
                  <a:cubicBezTo>
                    <a:pt x="0" y="966"/>
                    <a:pt x="0" y="1379"/>
                    <a:pt x="270" y="1379"/>
                  </a:cubicBezTo>
                  <a:cubicBezTo>
                    <a:pt x="380" y="1379"/>
                    <a:pt x="428" y="1432"/>
                    <a:pt x="543" y="1571"/>
                  </a:cubicBezTo>
                  <a:cubicBezTo>
                    <a:pt x="654" y="1715"/>
                    <a:pt x="817" y="1927"/>
                    <a:pt x="1139" y="1927"/>
                  </a:cubicBezTo>
                  <a:cubicBezTo>
                    <a:pt x="1668" y="1927"/>
                    <a:pt x="1735" y="1379"/>
                    <a:pt x="1999" y="1379"/>
                  </a:cubicBezTo>
                  <a:cubicBezTo>
                    <a:pt x="2268" y="1379"/>
                    <a:pt x="2335" y="1927"/>
                    <a:pt x="2864" y="1927"/>
                  </a:cubicBezTo>
                  <a:cubicBezTo>
                    <a:pt x="3392" y="1927"/>
                    <a:pt x="3459" y="1379"/>
                    <a:pt x="3728" y="1379"/>
                  </a:cubicBezTo>
                  <a:cubicBezTo>
                    <a:pt x="3973" y="1379"/>
                    <a:pt x="4021" y="1792"/>
                    <a:pt x="4430" y="1898"/>
                  </a:cubicBezTo>
                  <a:cubicBezTo>
                    <a:pt x="4665" y="3314"/>
                    <a:pt x="5873" y="4165"/>
                    <a:pt x="7117" y="4165"/>
                  </a:cubicBezTo>
                  <a:cubicBezTo>
                    <a:pt x="7806" y="4165"/>
                    <a:pt x="8505" y="3904"/>
                    <a:pt x="9056" y="3334"/>
                  </a:cubicBezTo>
                  <a:cubicBezTo>
                    <a:pt x="9440" y="2940"/>
                    <a:pt x="9695" y="2436"/>
                    <a:pt x="9786" y="1893"/>
                  </a:cubicBezTo>
                  <a:cubicBezTo>
                    <a:pt x="10175" y="1783"/>
                    <a:pt x="10238" y="1374"/>
                    <a:pt x="10478" y="1374"/>
                  </a:cubicBezTo>
                  <a:cubicBezTo>
                    <a:pt x="10747" y="1374"/>
                    <a:pt x="10810" y="1922"/>
                    <a:pt x="11338" y="1922"/>
                  </a:cubicBezTo>
                  <a:cubicBezTo>
                    <a:pt x="11867" y="1922"/>
                    <a:pt x="11934" y="1374"/>
                    <a:pt x="12203" y="1374"/>
                  </a:cubicBezTo>
                  <a:cubicBezTo>
                    <a:pt x="12472" y="1374"/>
                    <a:pt x="12534" y="1922"/>
                    <a:pt x="13063" y="1922"/>
                  </a:cubicBezTo>
                  <a:cubicBezTo>
                    <a:pt x="13596" y="1922"/>
                    <a:pt x="13658" y="1374"/>
                    <a:pt x="13927" y="1374"/>
                  </a:cubicBezTo>
                  <a:cubicBezTo>
                    <a:pt x="14201" y="1374"/>
                    <a:pt x="14201" y="961"/>
                    <a:pt x="13927" y="961"/>
                  </a:cubicBezTo>
                  <a:cubicBezTo>
                    <a:pt x="13399" y="961"/>
                    <a:pt x="13332" y="1509"/>
                    <a:pt x="13063" y="1509"/>
                  </a:cubicBezTo>
                  <a:cubicBezTo>
                    <a:pt x="12798" y="1509"/>
                    <a:pt x="12731" y="961"/>
                    <a:pt x="12203" y="961"/>
                  </a:cubicBezTo>
                  <a:cubicBezTo>
                    <a:pt x="11674" y="961"/>
                    <a:pt x="11607" y="1509"/>
                    <a:pt x="11338" y="1509"/>
                  </a:cubicBezTo>
                  <a:cubicBezTo>
                    <a:pt x="11069" y="1509"/>
                    <a:pt x="11007" y="961"/>
                    <a:pt x="10478" y="961"/>
                  </a:cubicBezTo>
                  <a:cubicBezTo>
                    <a:pt x="10142" y="961"/>
                    <a:pt x="9998" y="1182"/>
                    <a:pt x="9825" y="1379"/>
                  </a:cubicBezTo>
                  <a:cubicBezTo>
                    <a:pt x="9820" y="1211"/>
                    <a:pt x="9801" y="1043"/>
                    <a:pt x="9767" y="879"/>
                  </a:cubicBezTo>
                  <a:cubicBezTo>
                    <a:pt x="9719" y="639"/>
                    <a:pt x="9902" y="413"/>
                    <a:pt x="10147" y="413"/>
                  </a:cubicBezTo>
                  <a:lnTo>
                    <a:pt x="13942" y="413"/>
                  </a:lnTo>
                  <a:cubicBezTo>
                    <a:pt x="14211" y="409"/>
                    <a:pt x="14211" y="0"/>
                    <a:pt x="13942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40" name="Google Shape;8940;p69"/>
            <p:cNvSpPr/>
            <p:nvPr/>
          </p:nvSpPr>
          <p:spPr>
            <a:xfrm>
              <a:off x="7644361" y="2023478"/>
              <a:ext cx="109930" cy="188548"/>
            </a:xfrm>
            <a:custGeom>
              <a:avLst/>
              <a:gdLst/>
              <a:ahLst/>
              <a:cxnLst/>
              <a:rect l="l" t="t" r="r" b="b"/>
              <a:pathLst>
                <a:path w="4199" h="7202" extrusionOk="0">
                  <a:moveTo>
                    <a:pt x="1915" y="0"/>
                  </a:moveTo>
                  <a:cubicBezTo>
                    <a:pt x="1784" y="0"/>
                    <a:pt x="1653" y="82"/>
                    <a:pt x="1629" y="245"/>
                  </a:cubicBezTo>
                  <a:lnTo>
                    <a:pt x="1191" y="2945"/>
                  </a:lnTo>
                  <a:cubicBezTo>
                    <a:pt x="1100" y="3474"/>
                    <a:pt x="879" y="3968"/>
                    <a:pt x="543" y="4386"/>
                  </a:cubicBezTo>
                  <a:cubicBezTo>
                    <a:pt x="0" y="5083"/>
                    <a:pt x="63" y="6082"/>
                    <a:pt x="697" y="6702"/>
                  </a:cubicBezTo>
                  <a:cubicBezTo>
                    <a:pt x="1023" y="7024"/>
                    <a:pt x="1461" y="7202"/>
                    <a:pt x="1917" y="7202"/>
                  </a:cubicBezTo>
                  <a:cubicBezTo>
                    <a:pt x="3368" y="7202"/>
                    <a:pt x="4199" y="5511"/>
                    <a:pt x="3272" y="4367"/>
                  </a:cubicBezTo>
                  <a:cubicBezTo>
                    <a:pt x="3027" y="4065"/>
                    <a:pt x="2844" y="3714"/>
                    <a:pt x="2734" y="3339"/>
                  </a:cubicBezTo>
                  <a:cubicBezTo>
                    <a:pt x="2706" y="3249"/>
                    <a:pt x="2624" y="3191"/>
                    <a:pt x="2535" y="3191"/>
                  </a:cubicBezTo>
                  <a:cubicBezTo>
                    <a:pt x="2515" y="3191"/>
                    <a:pt x="2494" y="3194"/>
                    <a:pt x="2474" y="3200"/>
                  </a:cubicBezTo>
                  <a:cubicBezTo>
                    <a:pt x="2368" y="3233"/>
                    <a:pt x="2306" y="3349"/>
                    <a:pt x="2335" y="3459"/>
                  </a:cubicBezTo>
                  <a:cubicBezTo>
                    <a:pt x="2686" y="4612"/>
                    <a:pt x="3248" y="4636"/>
                    <a:pt x="3248" y="5458"/>
                  </a:cubicBezTo>
                  <a:cubicBezTo>
                    <a:pt x="3248" y="6192"/>
                    <a:pt x="2652" y="6789"/>
                    <a:pt x="1920" y="6789"/>
                  </a:cubicBezTo>
                  <a:cubicBezTo>
                    <a:pt x="1914" y="6789"/>
                    <a:pt x="1908" y="6789"/>
                    <a:pt x="1902" y="6788"/>
                  </a:cubicBezTo>
                  <a:cubicBezTo>
                    <a:pt x="822" y="6769"/>
                    <a:pt x="192" y="5506"/>
                    <a:pt x="874" y="4641"/>
                  </a:cubicBezTo>
                  <a:cubicBezTo>
                    <a:pt x="1249" y="4165"/>
                    <a:pt x="1499" y="3608"/>
                    <a:pt x="1605" y="3012"/>
                  </a:cubicBezTo>
                  <a:lnTo>
                    <a:pt x="1922" y="1038"/>
                  </a:lnTo>
                  <a:lnTo>
                    <a:pt x="2133" y="2374"/>
                  </a:lnTo>
                  <a:cubicBezTo>
                    <a:pt x="2148" y="2500"/>
                    <a:pt x="2241" y="2557"/>
                    <a:pt x="2335" y="2557"/>
                  </a:cubicBezTo>
                  <a:cubicBezTo>
                    <a:pt x="2455" y="2557"/>
                    <a:pt x="2576" y="2465"/>
                    <a:pt x="2541" y="2306"/>
                  </a:cubicBezTo>
                  <a:lnTo>
                    <a:pt x="2205" y="245"/>
                  </a:lnTo>
                  <a:cubicBezTo>
                    <a:pt x="2179" y="82"/>
                    <a:pt x="2047" y="0"/>
                    <a:pt x="1915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941" name="Google Shape;8941;p69"/>
          <p:cNvGrpSpPr/>
          <p:nvPr/>
        </p:nvGrpSpPr>
        <p:grpSpPr>
          <a:xfrm>
            <a:off x="5303029" y="2140165"/>
            <a:ext cx="276304" cy="250837"/>
            <a:chOff x="7070705" y="1996303"/>
            <a:chExt cx="368405" cy="334449"/>
          </a:xfrm>
        </p:grpSpPr>
        <p:sp>
          <p:nvSpPr>
            <p:cNvPr id="8942" name="Google Shape;8942;p69"/>
            <p:cNvSpPr/>
            <p:nvPr/>
          </p:nvSpPr>
          <p:spPr>
            <a:xfrm>
              <a:off x="7410155" y="2127360"/>
              <a:ext cx="23562" cy="197999"/>
            </a:xfrm>
            <a:custGeom>
              <a:avLst/>
              <a:gdLst/>
              <a:ahLst/>
              <a:cxnLst/>
              <a:rect l="l" t="t" r="r" b="b"/>
              <a:pathLst>
                <a:path w="900" h="7563" extrusionOk="0">
                  <a:moveTo>
                    <a:pt x="452" y="0"/>
                  </a:moveTo>
                  <a:cubicBezTo>
                    <a:pt x="207" y="0"/>
                    <a:pt x="11" y="193"/>
                    <a:pt x="1" y="433"/>
                  </a:cubicBezTo>
                  <a:lnTo>
                    <a:pt x="1" y="7562"/>
                  </a:lnTo>
                  <a:lnTo>
                    <a:pt x="899" y="7562"/>
                  </a:lnTo>
                  <a:lnTo>
                    <a:pt x="899" y="433"/>
                  </a:lnTo>
                  <a:cubicBezTo>
                    <a:pt x="890" y="193"/>
                    <a:pt x="693" y="0"/>
                    <a:pt x="452" y="0"/>
                  </a:cubicBezTo>
                  <a:close/>
                </a:path>
              </a:pathLst>
            </a:custGeom>
            <a:solidFill>
              <a:srgbClr val="DBE3E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43" name="Google Shape;8943;p69"/>
            <p:cNvSpPr/>
            <p:nvPr/>
          </p:nvSpPr>
          <p:spPr>
            <a:xfrm>
              <a:off x="7416071" y="2126993"/>
              <a:ext cx="17645" cy="198366"/>
            </a:xfrm>
            <a:custGeom>
              <a:avLst/>
              <a:gdLst/>
              <a:ahLst/>
              <a:cxnLst/>
              <a:rect l="l" t="t" r="r" b="b"/>
              <a:pathLst>
                <a:path w="674" h="7577" extrusionOk="0">
                  <a:moveTo>
                    <a:pt x="226" y="0"/>
                  </a:moveTo>
                  <a:cubicBezTo>
                    <a:pt x="145" y="0"/>
                    <a:pt x="68" y="24"/>
                    <a:pt x="1" y="63"/>
                  </a:cubicBezTo>
                  <a:cubicBezTo>
                    <a:pt x="140" y="139"/>
                    <a:pt x="226" y="288"/>
                    <a:pt x="226" y="447"/>
                  </a:cubicBezTo>
                  <a:lnTo>
                    <a:pt x="226" y="7576"/>
                  </a:lnTo>
                  <a:lnTo>
                    <a:pt x="673" y="7576"/>
                  </a:lnTo>
                  <a:lnTo>
                    <a:pt x="673" y="447"/>
                  </a:lnTo>
                  <a:cubicBezTo>
                    <a:pt x="673" y="202"/>
                    <a:pt x="472" y="0"/>
                    <a:pt x="226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44" name="Google Shape;8944;p69"/>
            <p:cNvSpPr/>
            <p:nvPr/>
          </p:nvSpPr>
          <p:spPr>
            <a:xfrm>
              <a:off x="7099267" y="2170243"/>
              <a:ext cx="103647" cy="93594"/>
            </a:xfrm>
            <a:custGeom>
              <a:avLst/>
              <a:gdLst/>
              <a:ahLst/>
              <a:cxnLst/>
              <a:rect l="l" t="t" r="r" b="b"/>
              <a:pathLst>
                <a:path w="3959" h="3575" extrusionOk="0">
                  <a:moveTo>
                    <a:pt x="0" y="1"/>
                  </a:moveTo>
                  <a:lnTo>
                    <a:pt x="0" y="3575"/>
                  </a:lnTo>
                  <a:lnTo>
                    <a:pt x="3959" y="3575"/>
                  </a:lnTo>
                  <a:lnTo>
                    <a:pt x="3959" y="1"/>
                  </a:lnTo>
                  <a:close/>
                </a:path>
              </a:pathLst>
            </a:custGeom>
            <a:solidFill>
              <a:srgbClr val="F5F7F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45" name="Google Shape;8945;p69"/>
            <p:cNvSpPr/>
            <p:nvPr/>
          </p:nvSpPr>
          <p:spPr>
            <a:xfrm>
              <a:off x="7185164" y="2170243"/>
              <a:ext cx="17750" cy="93594"/>
            </a:xfrm>
            <a:custGeom>
              <a:avLst/>
              <a:gdLst/>
              <a:ahLst/>
              <a:cxnLst/>
              <a:rect l="l" t="t" r="r" b="b"/>
              <a:pathLst>
                <a:path w="678" h="3575" extrusionOk="0">
                  <a:moveTo>
                    <a:pt x="0" y="1"/>
                  </a:moveTo>
                  <a:lnTo>
                    <a:pt x="0" y="3575"/>
                  </a:lnTo>
                  <a:lnTo>
                    <a:pt x="678" y="3575"/>
                  </a:lnTo>
                  <a:lnTo>
                    <a:pt x="678" y="1"/>
                  </a:lnTo>
                  <a:close/>
                </a:path>
              </a:pathLst>
            </a:custGeom>
            <a:solidFill>
              <a:srgbClr val="EFF2F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46" name="Google Shape;8946;p69"/>
            <p:cNvSpPr/>
            <p:nvPr/>
          </p:nvSpPr>
          <p:spPr>
            <a:xfrm>
              <a:off x="7099267" y="2099688"/>
              <a:ext cx="70712" cy="70581"/>
            </a:xfrm>
            <a:custGeom>
              <a:avLst/>
              <a:gdLst/>
              <a:ahLst/>
              <a:cxnLst/>
              <a:rect l="l" t="t" r="r" b="b"/>
              <a:pathLst>
                <a:path w="2701" h="2696" extrusionOk="0">
                  <a:moveTo>
                    <a:pt x="9" y="1"/>
                  </a:moveTo>
                  <a:cubicBezTo>
                    <a:pt x="6" y="1"/>
                    <a:pt x="3" y="1"/>
                    <a:pt x="0" y="1"/>
                  </a:cubicBezTo>
                  <a:lnTo>
                    <a:pt x="0" y="2696"/>
                  </a:lnTo>
                  <a:lnTo>
                    <a:pt x="2695" y="2696"/>
                  </a:lnTo>
                  <a:cubicBezTo>
                    <a:pt x="2700" y="1209"/>
                    <a:pt x="1494" y="1"/>
                    <a:pt x="9" y="1"/>
                  </a:cubicBezTo>
                  <a:close/>
                </a:path>
              </a:pathLst>
            </a:custGeom>
            <a:solidFill>
              <a:srgbClr val="F2F5F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47" name="Google Shape;8947;p69"/>
            <p:cNvSpPr/>
            <p:nvPr/>
          </p:nvSpPr>
          <p:spPr>
            <a:xfrm>
              <a:off x="7099267" y="2099688"/>
              <a:ext cx="70581" cy="70450"/>
            </a:xfrm>
            <a:custGeom>
              <a:avLst/>
              <a:gdLst/>
              <a:ahLst/>
              <a:cxnLst/>
              <a:rect l="l" t="t" r="r" b="b"/>
              <a:pathLst>
                <a:path w="2696" h="2691" extrusionOk="0">
                  <a:moveTo>
                    <a:pt x="9" y="1"/>
                  </a:moveTo>
                  <a:cubicBezTo>
                    <a:pt x="6" y="1"/>
                    <a:pt x="3" y="1"/>
                    <a:pt x="0" y="1"/>
                  </a:cubicBezTo>
                  <a:lnTo>
                    <a:pt x="0" y="519"/>
                  </a:lnTo>
                  <a:cubicBezTo>
                    <a:pt x="1105" y="721"/>
                    <a:pt x="1970" y="1586"/>
                    <a:pt x="2172" y="2691"/>
                  </a:cubicBezTo>
                  <a:lnTo>
                    <a:pt x="2691" y="2691"/>
                  </a:lnTo>
                  <a:cubicBezTo>
                    <a:pt x="2695" y="1209"/>
                    <a:pt x="1494" y="1"/>
                    <a:pt x="9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48" name="Google Shape;8948;p69"/>
            <p:cNvSpPr/>
            <p:nvPr/>
          </p:nvSpPr>
          <p:spPr>
            <a:xfrm>
              <a:off x="7134610" y="2263810"/>
              <a:ext cx="16624" cy="61549"/>
            </a:xfrm>
            <a:custGeom>
              <a:avLst/>
              <a:gdLst/>
              <a:ahLst/>
              <a:cxnLst/>
              <a:rect l="l" t="t" r="r" b="b"/>
              <a:pathLst>
                <a:path w="635" h="2351" extrusionOk="0">
                  <a:moveTo>
                    <a:pt x="0" y="1"/>
                  </a:moveTo>
                  <a:lnTo>
                    <a:pt x="0" y="2350"/>
                  </a:lnTo>
                  <a:lnTo>
                    <a:pt x="634" y="2350"/>
                  </a:lnTo>
                  <a:lnTo>
                    <a:pt x="634" y="1"/>
                  </a:lnTo>
                  <a:close/>
                </a:path>
              </a:pathLst>
            </a:custGeom>
            <a:solidFill>
              <a:srgbClr val="EAEEF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49" name="Google Shape;8949;p69"/>
            <p:cNvSpPr/>
            <p:nvPr/>
          </p:nvSpPr>
          <p:spPr>
            <a:xfrm>
              <a:off x="7172074" y="2039709"/>
              <a:ext cx="44061" cy="47569"/>
            </a:xfrm>
            <a:custGeom>
              <a:avLst/>
              <a:gdLst/>
              <a:ahLst/>
              <a:cxnLst/>
              <a:rect l="l" t="t" r="r" b="b"/>
              <a:pathLst>
                <a:path w="1683" h="1817" extrusionOk="0">
                  <a:moveTo>
                    <a:pt x="1" y="0"/>
                  </a:moveTo>
                  <a:lnTo>
                    <a:pt x="145" y="1566"/>
                  </a:lnTo>
                  <a:cubicBezTo>
                    <a:pt x="155" y="1706"/>
                    <a:pt x="275" y="1816"/>
                    <a:pt x="419" y="1816"/>
                  </a:cubicBezTo>
                  <a:lnTo>
                    <a:pt x="1264" y="1816"/>
                  </a:lnTo>
                  <a:cubicBezTo>
                    <a:pt x="1404" y="1816"/>
                    <a:pt x="1524" y="1706"/>
                    <a:pt x="1538" y="1566"/>
                  </a:cubicBezTo>
                  <a:lnTo>
                    <a:pt x="1682" y="0"/>
                  </a:ln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50" name="Google Shape;8950;p69"/>
            <p:cNvSpPr/>
            <p:nvPr/>
          </p:nvSpPr>
          <p:spPr>
            <a:xfrm>
              <a:off x="7192075" y="2039709"/>
              <a:ext cx="24190" cy="47438"/>
            </a:xfrm>
            <a:custGeom>
              <a:avLst/>
              <a:gdLst/>
              <a:ahLst/>
              <a:cxnLst/>
              <a:rect l="l" t="t" r="r" b="b"/>
              <a:pathLst>
                <a:path w="924" h="1812" extrusionOk="0">
                  <a:moveTo>
                    <a:pt x="419" y="0"/>
                  </a:moveTo>
                  <a:lnTo>
                    <a:pt x="275" y="1561"/>
                  </a:lnTo>
                  <a:cubicBezTo>
                    <a:pt x="260" y="1706"/>
                    <a:pt x="140" y="1811"/>
                    <a:pt x="1" y="1811"/>
                  </a:cubicBezTo>
                  <a:lnTo>
                    <a:pt x="505" y="1811"/>
                  </a:lnTo>
                  <a:cubicBezTo>
                    <a:pt x="644" y="1811"/>
                    <a:pt x="765" y="1706"/>
                    <a:pt x="779" y="1561"/>
                  </a:cubicBezTo>
                  <a:lnTo>
                    <a:pt x="923" y="0"/>
                  </a:lnTo>
                  <a:close/>
                </a:path>
              </a:pathLst>
            </a:custGeom>
            <a:solidFill>
              <a:srgbClr val="50687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51" name="Google Shape;8951;p69"/>
            <p:cNvSpPr/>
            <p:nvPr/>
          </p:nvSpPr>
          <p:spPr>
            <a:xfrm>
              <a:off x="7203018" y="2154404"/>
              <a:ext cx="207293" cy="128046"/>
            </a:xfrm>
            <a:custGeom>
              <a:avLst/>
              <a:gdLst/>
              <a:ahLst/>
              <a:cxnLst/>
              <a:rect l="l" t="t" r="r" b="b"/>
              <a:pathLst>
                <a:path w="7918" h="4891" extrusionOk="0">
                  <a:moveTo>
                    <a:pt x="1" y="0"/>
                  </a:moveTo>
                  <a:lnTo>
                    <a:pt x="1" y="4891"/>
                  </a:lnTo>
                  <a:lnTo>
                    <a:pt x="7918" y="4891"/>
                  </a:lnTo>
                  <a:lnTo>
                    <a:pt x="7918" y="0"/>
                  </a:ln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52" name="Google Shape;8952;p69"/>
            <p:cNvSpPr/>
            <p:nvPr/>
          </p:nvSpPr>
          <p:spPr>
            <a:xfrm>
              <a:off x="7383870" y="2154404"/>
              <a:ext cx="26311" cy="128046"/>
            </a:xfrm>
            <a:custGeom>
              <a:avLst/>
              <a:gdLst/>
              <a:ahLst/>
              <a:cxnLst/>
              <a:rect l="l" t="t" r="r" b="b"/>
              <a:pathLst>
                <a:path w="1005" h="4891" extrusionOk="0">
                  <a:moveTo>
                    <a:pt x="1" y="0"/>
                  </a:moveTo>
                  <a:lnTo>
                    <a:pt x="1" y="4891"/>
                  </a:lnTo>
                  <a:lnTo>
                    <a:pt x="1005" y="4891"/>
                  </a:lnTo>
                  <a:lnTo>
                    <a:pt x="1005" y="0"/>
                  </a:lnTo>
                  <a:close/>
                </a:path>
              </a:pathLst>
            </a:custGeom>
            <a:solidFill>
              <a:srgbClr val="50687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53" name="Google Shape;8953;p69"/>
            <p:cNvSpPr/>
            <p:nvPr/>
          </p:nvSpPr>
          <p:spPr>
            <a:xfrm>
              <a:off x="7134610" y="2001591"/>
              <a:ext cx="84404" cy="120768"/>
            </a:xfrm>
            <a:custGeom>
              <a:avLst/>
              <a:gdLst/>
              <a:ahLst/>
              <a:cxnLst/>
              <a:rect l="l" t="t" r="r" b="b"/>
              <a:pathLst>
                <a:path w="3224" h="4613" extrusionOk="0">
                  <a:moveTo>
                    <a:pt x="2901" y="0"/>
                  </a:moveTo>
                  <a:cubicBezTo>
                    <a:pt x="2898" y="0"/>
                    <a:pt x="2895" y="0"/>
                    <a:pt x="2892" y="0"/>
                  </a:cubicBezTo>
                  <a:lnTo>
                    <a:pt x="634" y="0"/>
                  </a:lnTo>
                  <a:lnTo>
                    <a:pt x="634" y="5"/>
                  </a:lnTo>
                  <a:lnTo>
                    <a:pt x="380" y="5"/>
                  </a:lnTo>
                  <a:cubicBezTo>
                    <a:pt x="168" y="5"/>
                    <a:pt x="0" y="178"/>
                    <a:pt x="0" y="385"/>
                  </a:cubicBezTo>
                  <a:lnTo>
                    <a:pt x="0" y="4103"/>
                  </a:lnTo>
                  <a:cubicBezTo>
                    <a:pt x="236" y="4238"/>
                    <a:pt x="452" y="4411"/>
                    <a:pt x="634" y="4612"/>
                  </a:cubicBezTo>
                  <a:lnTo>
                    <a:pt x="634" y="639"/>
                  </a:lnTo>
                  <a:lnTo>
                    <a:pt x="2892" y="639"/>
                  </a:lnTo>
                  <a:cubicBezTo>
                    <a:pt x="2895" y="639"/>
                    <a:pt x="2898" y="640"/>
                    <a:pt x="2901" y="640"/>
                  </a:cubicBezTo>
                  <a:cubicBezTo>
                    <a:pt x="3075" y="640"/>
                    <a:pt x="3224" y="497"/>
                    <a:pt x="3224" y="322"/>
                  </a:cubicBezTo>
                  <a:cubicBezTo>
                    <a:pt x="3224" y="143"/>
                    <a:pt x="3075" y="0"/>
                    <a:pt x="2901" y="0"/>
                  </a:cubicBezTo>
                  <a:close/>
                </a:path>
              </a:pathLst>
            </a:custGeom>
            <a:solidFill>
              <a:srgbClr val="EAEEF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54" name="Google Shape;8954;p69"/>
            <p:cNvSpPr/>
            <p:nvPr/>
          </p:nvSpPr>
          <p:spPr>
            <a:xfrm>
              <a:off x="7075993" y="2029132"/>
              <a:ext cx="23536" cy="296227"/>
            </a:xfrm>
            <a:custGeom>
              <a:avLst/>
              <a:gdLst/>
              <a:ahLst/>
              <a:cxnLst/>
              <a:rect l="l" t="t" r="r" b="b"/>
              <a:pathLst>
                <a:path w="899" h="11315" extrusionOk="0">
                  <a:moveTo>
                    <a:pt x="447" y="1"/>
                  </a:moveTo>
                  <a:cubicBezTo>
                    <a:pt x="207" y="1"/>
                    <a:pt x="10" y="193"/>
                    <a:pt x="1" y="433"/>
                  </a:cubicBezTo>
                  <a:lnTo>
                    <a:pt x="1" y="11314"/>
                  </a:lnTo>
                  <a:lnTo>
                    <a:pt x="899" y="11314"/>
                  </a:lnTo>
                  <a:lnTo>
                    <a:pt x="899" y="433"/>
                  </a:lnTo>
                  <a:cubicBezTo>
                    <a:pt x="889" y="193"/>
                    <a:pt x="692" y="1"/>
                    <a:pt x="447" y="1"/>
                  </a:cubicBezTo>
                  <a:close/>
                </a:path>
              </a:pathLst>
            </a:custGeom>
            <a:solidFill>
              <a:srgbClr val="DBE3E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55" name="Google Shape;8955;p69"/>
            <p:cNvSpPr/>
            <p:nvPr/>
          </p:nvSpPr>
          <p:spPr>
            <a:xfrm>
              <a:off x="7081779" y="2028871"/>
              <a:ext cx="17514" cy="296488"/>
            </a:xfrm>
            <a:custGeom>
              <a:avLst/>
              <a:gdLst/>
              <a:ahLst/>
              <a:cxnLst/>
              <a:rect l="l" t="t" r="r" b="b"/>
              <a:pathLst>
                <a:path w="669" h="11325" extrusionOk="0">
                  <a:moveTo>
                    <a:pt x="222" y="1"/>
                  </a:moveTo>
                  <a:cubicBezTo>
                    <a:pt x="145" y="1"/>
                    <a:pt x="68" y="20"/>
                    <a:pt x="1" y="59"/>
                  </a:cubicBezTo>
                  <a:cubicBezTo>
                    <a:pt x="135" y="140"/>
                    <a:pt x="222" y="289"/>
                    <a:pt x="222" y="448"/>
                  </a:cubicBezTo>
                  <a:lnTo>
                    <a:pt x="222" y="11324"/>
                  </a:lnTo>
                  <a:lnTo>
                    <a:pt x="668" y="11324"/>
                  </a:lnTo>
                  <a:lnTo>
                    <a:pt x="668" y="448"/>
                  </a:lnTo>
                  <a:cubicBezTo>
                    <a:pt x="668" y="198"/>
                    <a:pt x="471" y="1"/>
                    <a:pt x="222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56" name="Google Shape;8956;p69"/>
            <p:cNvSpPr/>
            <p:nvPr/>
          </p:nvSpPr>
          <p:spPr>
            <a:xfrm>
              <a:off x="7070705" y="1996303"/>
              <a:ext cx="368405" cy="334449"/>
            </a:xfrm>
            <a:custGeom>
              <a:avLst/>
              <a:gdLst/>
              <a:ahLst/>
              <a:cxnLst/>
              <a:rect l="l" t="t" r="r" b="b"/>
              <a:pathLst>
                <a:path w="14072" h="12775" extrusionOk="0">
                  <a:moveTo>
                    <a:pt x="5328" y="1865"/>
                  </a:moveTo>
                  <a:lnTo>
                    <a:pt x="5204" y="3200"/>
                  </a:lnTo>
                  <a:cubicBezTo>
                    <a:pt x="5199" y="3234"/>
                    <a:pt x="5170" y="3258"/>
                    <a:pt x="5136" y="3263"/>
                  </a:cubicBezTo>
                  <a:lnTo>
                    <a:pt x="4291" y="3263"/>
                  </a:lnTo>
                  <a:cubicBezTo>
                    <a:pt x="4257" y="3258"/>
                    <a:pt x="4228" y="3234"/>
                    <a:pt x="4219" y="3200"/>
                  </a:cubicBezTo>
                  <a:lnTo>
                    <a:pt x="4094" y="1865"/>
                  </a:lnTo>
                  <a:close/>
                  <a:moveTo>
                    <a:pt x="1303" y="4161"/>
                  </a:moveTo>
                  <a:cubicBezTo>
                    <a:pt x="2507" y="4271"/>
                    <a:pt x="3462" y="5225"/>
                    <a:pt x="3575" y="6433"/>
                  </a:cubicBezTo>
                  <a:lnTo>
                    <a:pt x="1303" y="6433"/>
                  </a:lnTo>
                  <a:lnTo>
                    <a:pt x="1303" y="4161"/>
                  </a:lnTo>
                  <a:close/>
                  <a:moveTo>
                    <a:pt x="4843" y="6846"/>
                  </a:moveTo>
                  <a:lnTo>
                    <a:pt x="4843" y="10007"/>
                  </a:lnTo>
                  <a:lnTo>
                    <a:pt x="1303" y="10007"/>
                  </a:lnTo>
                  <a:lnTo>
                    <a:pt x="1303" y="6846"/>
                  </a:lnTo>
                  <a:close/>
                  <a:moveTo>
                    <a:pt x="2864" y="10425"/>
                  </a:moveTo>
                  <a:lnTo>
                    <a:pt x="2864" y="12361"/>
                  </a:lnTo>
                  <a:lnTo>
                    <a:pt x="2643" y="12361"/>
                  </a:lnTo>
                  <a:lnTo>
                    <a:pt x="2643" y="10425"/>
                  </a:lnTo>
                  <a:close/>
                  <a:moveTo>
                    <a:pt x="13414" y="5201"/>
                  </a:moveTo>
                  <a:cubicBezTo>
                    <a:pt x="13534" y="5201"/>
                    <a:pt x="13654" y="5280"/>
                    <a:pt x="13654" y="5439"/>
                  </a:cubicBezTo>
                  <a:lnTo>
                    <a:pt x="13659" y="12361"/>
                  </a:lnTo>
                  <a:lnTo>
                    <a:pt x="13173" y="12361"/>
                  </a:lnTo>
                  <a:lnTo>
                    <a:pt x="13173" y="5439"/>
                  </a:lnTo>
                  <a:cubicBezTo>
                    <a:pt x="13173" y="5280"/>
                    <a:pt x="13294" y="5201"/>
                    <a:pt x="13414" y="5201"/>
                  </a:cubicBezTo>
                  <a:close/>
                  <a:moveTo>
                    <a:pt x="2826" y="1"/>
                  </a:moveTo>
                  <a:cubicBezTo>
                    <a:pt x="2504" y="1"/>
                    <a:pt x="2239" y="265"/>
                    <a:pt x="2239" y="587"/>
                  </a:cubicBezTo>
                  <a:lnTo>
                    <a:pt x="2239" y="3974"/>
                  </a:lnTo>
                  <a:cubicBezTo>
                    <a:pt x="1942" y="3849"/>
                    <a:pt x="1625" y="3777"/>
                    <a:pt x="1303" y="3762"/>
                  </a:cubicBezTo>
                  <a:lnTo>
                    <a:pt x="1303" y="1687"/>
                  </a:lnTo>
                  <a:cubicBezTo>
                    <a:pt x="1303" y="1327"/>
                    <a:pt x="1014" y="1038"/>
                    <a:pt x="654" y="1038"/>
                  </a:cubicBezTo>
                  <a:cubicBezTo>
                    <a:pt x="294" y="1038"/>
                    <a:pt x="1" y="1327"/>
                    <a:pt x="1" y="1687"/>
                  </a:cubicBezTo>
                  <a:lnTo>
                    <a:pt x="1" y="6049"/>
                  </a:lnTo>
                  <a:cubicBezTo>
                    <a:pt x="1" y="6186"/>
                    <a:pt x="103" y="6254"/>
                    <a:pt x="205" y="6254"/>
                  </a:cubicBezTo>
                  <a:cubicBezTo>
                    <a:pt x="307" y="6254"/>
                    <a:pt x="409" y="6186"/>
                    <a:pt x="409" y="6049"/>
                  </a:cubicBezTo>
                  <a:lnTo>
                    <a:pt x="409" y="1687"/>
                  </a:lnTo>
                  <a:cubicBezTo>
                    <a:pt x="409" y="1526"/>
                    <a:pt x="529" y="1446"/>
                    <a:pt x="649" y="1446"/>
                  </a:cubicBezTo>
                  <a:cubicBezTo>
                    <a:pt x="769" y="1446"/>
                    <a:pt x="890" y="1526"/>
                    <a:pt x="890" y="1687"/>
                  </a:cubicBezTo>
                  <a:lnTo>
                    <a:pt x="890" y="12361"/>
                  </a:lnTo>
                  <a:lnTo>
                    <a:pt x="409" y="12361"/>
                  </a:lnTo>
                  <a:lnTo>
                    <a:pt x="409" y="7067"/>
                  </a:lnTo>
                  <a:cubicBezTo>
                    <a:pt x="409" y="6931"/>
                    <a:pt x="307" y="6862"/>
                    <a:pt x="205" y="6862"/>
                  </a:cubicBezTo>
                  <a:cubicBezTo>
                    <a:pt x="103" y="6862"/>
                    <a:pt x="1" y="6931"/>
                    <a:pt x="1" y="7067"/>
                  </a:cubicBezTo>
                  <a:lnTo>
                    <a:pt x="1" y="12568"/>
                  </a:lnTo>
                  <a:cubicBezTo>
                    <a:pt x="1" y="12683"/>
                    <a:pt x="92" y="12775"/>
                    <a:pt x="207" y="12775"/>
                  </a:cubicBezTo>
                  <a:lnTo>
                    <a:pt x="1101" y="12775"/>
                  </a:lnTo>
                  <a:cubicBezTo>
                    <a:pt x="1211" y="12775"/>
                    <a:pt x="1303" y="12683"/>
                    <a:pt x="1303" y="12568"/>
                  </a:cubicBezTo>
                  <a:lnTo>
                    <a:pt x="1303" y="10421"/>
                  </a:lnTo>
                  <a:lnTo>
                    <a:pt x="2239" y="10421"/>
                  </a:lnTo>
                  <a:lnTo>
                    <a:pt x="2239" y="12568"/>
                  </a:lnTo>
                  <a:cubicBezTo>
                    <a:pt x="2239" y="12683"/>
                    <a:pt x="2331" y="12775"/>
                    <a:pt x="2441" y="12775"/>
                  </a:cubicBezTo>
                  <a:lnTo>
                    <a:pt x="3075" y="12775"/>
                  </a:lnTo>
                  <a:cubicBezTo>
                    <a:pt x="3191" y="12775"/>
                    <a:pt x="3282" y="12683"/>
                    <a:pt x="3282" y="12568"/>
                  </a:cubicBezTo>
                  <a:lnTo>
                    <a:pt x="3282" y="10421"/>
                  </a:lnTo>
                  <a:lnTo>
                    <a:pt x="4848" y="10421"/>
                  </a:lnTo>
                  <a:lnTo>
                    <a:pt x="4848" y="10930"/>
                  </a:lnTo>
                  <a:cubicBezTo>
                    <a:pt x="4848" y="11040"/>
                    <a:pt x="4939" y="11132"/>
                    <a:pt x="5055" y="11132"/>
                  </a:cubicBezTo>
                  <a:lnTo>
                    <a:pt x="8903" y="11132"/>
                  </a:lnTo>
                  <a:cubicBezTo>
                    <a:pt x="9177" y="11132"/>
                    <a:pt x="9177" y="10723"/>
                    <a:pt x="8903" y="10723"/>
                  </a:cubicBezTo>
                  <a:lnTo>
                    <a:pt x="5261" y="10723"/>
                  </a:lnTo>
                  <a:lnTo>
                    <a:pt x="5261" y="6246"/>
                  </a:lnTo>
                  <a:lnTo>
                    <a:pt x="12770" y="6246"/>
                  </a:lnTo>
                  <a:lnTo>
                    <a:pt x="12770" y="10723"/>
                  </a:lnTo>
                  <a:lnTo>
                    <a:pt x="9868" y="10723"/>
                  </a:lnTo>
                  <a:cubicBezTo>
                    <a:pt x="9594" y="10723"/>
                    <a:pt x="9594" y="11132"/>
                    <a:pt x="9868" y="11132"/>
                  </a:cubicBezTo>
                  <a:lnTo>
                    <a:pt x="12770" y="11132"/>
                  </a:lnTo>
                  <a:lnTo>
                    <a:pt x="12770" y="12563"/>
                  </a:lnTo>
                  <a:cubicBezTo>
                    <a:pt x="12770" y="12671"/>
                    <a:pt x="12857" y="12765"/>
                    <a:pt x="12964" y="12765"/>
                  </a:cubicBezTo>
                  <a:cubicBezTo>
                    <a:pt x="12966" y="12765"/>
                    <a:pt x="12969" y="12765"/>
                    <a:pt x="12972" y="12765"/>
                  </a:cubicBezTo>
                  <a:lnTo>
                    <a:pt x="13865" y="12765"/>
                  </a:lnTo>
                  <a:cubicBezTo>
                    <a:pt x="13868" y="12765"/>
                    <a:pt x="13871" y="12765"/>
                    <a:pt x="13874" y="12765"/>
                  </a:cubicBezTo>
                  <a:cubicBezTo>
                    <a:pt x="13985" y="12765"/>
                    <a:pt x="14072" y="12671"/>
                    <a:pt x="14072" y="12563"/>
                  </a:cubicBezTo>
                  <a:lnTo>
                    <a:pt x="14072" y="5434"/>
                  </a:lnTo>
                  <a:cubicBezTo>
                    <a:pt x="14072" y="5077"/>
                    <a:pt x="13784" y="4785"/>
                    <a:pt x="13427" y="4785"/>
                  </a:cubicBezTo>
                  <a:cubicBezTo>
                    <a:pt x="13424" y="4785"/>
                    <a:pt x="13421" y="4785"/>
                    <a:pt x="13418" y="4786"/>
                  </a:cubicBezTo>
                  <a:cubicBezTo>
                    <a:pt x="13058" y="4786"/>
                    <a:pt x="12765" y="5079"/>
                    <a:pt x="12765" y="5439"/>
                  </a:cubicBezTo>
                  <a:lnTo>
                    <a:pt x="12765" y="5828"/>
                  </a:lnTo>
                  <a:lnTo>
                    <a:pt x="5055" y="5828"/>
                  </a:lnTo>
                  <a:cubicBezTo>
                    <a:pt x="4939" y="5828"/>
                    <a:pt x="4848" y="5919"/>
                    <a:pt x="4848" y="6035"/>
                  </a:cubicBezTo>
                  <a:lnTo>
                    <a:pt x="4848" y="6433"/>
                  </a:lnTo>
                  <a:lnTo>
                    <a:pt x="3974" y="6433"/>
                  </a:lnTo>
                  <a:cubicBezTo>
                    <a:pt x="3930" y="5814"/>
                    <a:pt x="3685" y="5223"/>
                    <a:pt x="3282" y="4752"/>
                  </a:cubicBezTo>
                  <a:lnTo>
                    <a:pt x="3282" y="1043"/>
                  </a:lnTo>
                  <a:lnTo>
                    <a:pt x="4507" y="1043"/>
                  </a:lnTo>
                  <a:lnTo>
                    <a:pt x="4507" y="1452"/>
                  </a:lnTo>
                  <a:lnTo>
                    <a:pt x="3873" y="1452"/>
                  </a:lnTo>
                  <a:cubicBezTo>
                    <a:pt x="3753" y="1452"/>
                    <a:pt x="3657" y="1552"/>
                    <a:pt x="3666" y="1673"/>
                  </a:cubicBezTo>
                  <a:lnTo>
                    <a:pt x="3815" y="3239"/>
                  </a:lnTo>
                  <a:cubicBezTo>
                    <a:pt x="3834" y="3488"/>
                    <a:pt x="4046" y="3676"/>
                    <a:pt x="4296" y="3676"/>
                  </a:cubicBezTo>
                  <a:lnTo>
                    <a:pt x="4512" y="3676"/>
                  </a:lnTo>
                  <a:lnTo>
                    <a:pt x="4512" y="4829"/>
                  </a:lnTo>
                  <a:cubicBezTo>
                    <a:pt x="4512" y="4963"/>
                    <a:pt x="4615" y="5031"/>
                    <a:pt x="4718" y="5031"/>
                  </a:cubicBezTo>
                  <a:cubicBezTo>
                    <a:pt x="4822" y="5031"/>
                    <a:pt x="4925" y="4963"/>
                    <a:pt x="4925" y="4829"/>
                  </a:cubicBezTo>
                  <a:lnTo>
                    <a:pt x="4925" y="3676"/>
                  </a:lnTo>
                  <a:lnTo>
                    <a:pt x="5146" y="3676"/>
                  </a:lnTo>
                  <a:cubicBezTo>
                    <a:pt x="5391" y="3676"/>
                    <a:pt x="5602" y="3488"/>
                    <a:pt x="5626" y="3239"/>
                  </a:cubicBezTo>
                  <a:lnTo>
                    <a:pt x="5770" y="1673"/>
                  </a:lnTo>
                  <a:cubicBezTo>
                    <a:pt x="5775" y="1615"/>
                    <a:pt x="5756" y="1557"/>
                    <a:pt x="5718" y="1519"/>
                  </a:cubicBezTo>
                  <a:cubicBezTo>
                    <a:pt x="5679" y="1476"/>
                    <a:pt x="5622" y="1452"/>
                    <a:pt x="5564" y="1452"/>
                  </a:cubicBezTo>
                  <a:lnTo>
                    <a:pt x="4930" y="1452"/>
                  </a:lnTo>
                  <a:lnTo>
                    <a:pt x="4930" y="1043"/>
                  </a:lnTo>
                  <a:lnTo>
                    <a:pt x="5343" y="1043"/>
                  </a:lnTo>
                  <a:cubicBezTo>
                    <a:pt x="5631" y="1043"/>
                    <a:pt x="5862" y="813"/>
                    <a:pt x="5862" y="524"/>
                  </a:cubicBezTo>
                  <a:cubicBezTo>
                    <a:pt x="5862" y="231"/>
                    <a:pt x="5631" y="1"/>
                    <a:pt x="5343" y="1"/>
                  </a:cubicBezTo>
                  <a:lnTo>
                    <a:pt x="4420" y="1"/>
                  </a:lnTo>
                  <a:cubicBezTo>
                    <a:pt x="4147" y="1"/>
                    <a:pt x="4147" y="409"/>
                    <a:pt x="4420" y="409"/>
                  </a:cubicBezTo>
                  <a:lnTo>
                    <a:pt x="5343" y="409"/>
                  </a:lnTo>
                  <a:cubicBezTo>
                    <a:pt x="5346" y="409"/>
                    <a:pt x="5349" y="409"/>
                    <a:pt x="5352" y="409"/>
                  </a:cubicBezTo>
                  <a:cubicBezTo>
                    <a:pt x="5494" y="409"/>
                    <a:pt x="5494" y="630"/>
                    <a:pt x="5352" y="630"/>
                  </a:cubicBezTo>
                  <a:cubicBezTo>
                    <a:pt x="5349" y="630"/>
                    <a:pt x="5346" y="630"/>
                    <a:pt x="5343" y="630"/>
                  </a:cubicBezTo>
                  <a:lnTo>
                    <a:pt x="3075" y="630"/>
                  </a:lnTo>
                  <a:cubicBezTo>
                    <a:pt x="2965" y="630"/>
                    <a:pt x="2874" y="721"/>
                    <a:pt x="2874" y="832"/>
                  </a:cubicBezTo>
                  <a:lnTo>
                    <a:pt x="2874" y="4344"/>
                  </a:lnTo>
                  <a:cubicBezTo>
                    <a:pt x="2845" y="4320"/>
                    <a:pt x="2653" y="4190"/>
                    <a:pt x="2653" y="4185"/>
                  </a:cubicBezTo>
                  <a:lnTo>
                    <a:pt x="2653" y="582"/>
                  </a:lnTo>
                  <a:cubicBezTo>
                    <a:pt x="2653" y="491"/>
                    <a:pt x="2729" y="414"/>
                    <a:pt x="2826" y="409"/>
                  </a:cubicBezTo>
                  <a:lnTo>
                    <a:pt x="3469" y="409"/>
                  </a:lnTo>
                  <a:cubicBezTo>
                    <a:pt x="3743" y="409"/>
                    <a:pt x="3743" y="1"/>
                    <a:pt x="3469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957" name="Google Shape;8957;p69"/>
          <p:cNvGrpSpPr/>
          <p:nvPr/>
        </p:nvGrpSpPr>
        <p:grpSpPr>
          <a:xfrm>
            <a:off x="4972984" y="2173192"/>
            <a:ext cx="276402" cy="184706"/>
            <a:chOff x="6630645" y="2040338"/>
            <a:chExt cx="368536" cy="246275"/>
          </a:xfrm>
        </p:grpSpPr>
        <p:sp>
          <p:nvSpPr>
            <p:cNvPr id="8958" name="Google Shape;8958;p69"/>
            <p:cNvSpPr/>
            <p:nvPr/>
          </p:nvSpPr>
          <p:spPr>
            <a:xfrm>
              <a:off x="6635933" y="2045862"/>
              <a:ext cx="357828" cy="217975"/>
            </a:xfrm>
            <a:custGeom>
              <a:avLst/>
              <a:gdLst/>
              <a:ahLst/>
              <a:cxnLst/>
              <a:rect l="l" t="t" r="r" b="b"/>
              <a:pathLst>
                <a:path w="13668" h="8326" extrusionOk="0">
                  <a:moveTo>
                    <a:pt x="453" y="0"/>
                  </a:moveTo>
                  <a:cubicBezTo>
                    <a:pt x="202" y="0"/>
                    <a:pt x="0" y="205"/>
                    <a:pt x="5" y="457"/>
                  </a:cubicBezTo>
                  <a:lnTo>
                    <a:pt x="5" y="7865"/>
                  </a:lnTo>
                  <a:cubicBezTo>
                    <a:pt x="0" y="8119"/>
                    <a:pt x="207" y="8326"/>
                    <a:pt x="461" y="8326"/>
                  </a:cubicBezTo>
                  <a:lnTo>
                    <a:pt x="13206" y="8326"/>
                  </a:lnTo>
                  <a:cubicBezTo>
                    <a:pt x="13461" y="8326"/>
                    <a:pt x="13668" y="8119"/>
                    <a:pt x="13668" y="7869"/>
                  </a:cubicBezTo>
                  <a:lnTo>
                    <a:pt x="13668" y="457"/>
                  </a:lnTo>
                  <a:cubicBezTo>
                    <a:pt x="13668" y="205"/>
                    <a:pt x="13466" y="0"/>
                    <a:pt x="13215" y="0"/>
                  </a:cubicBezTo>
                  <a:cubicBezTo>
                    <a:pt x="13212" y="0"/>
                    <a:pt x="13209" y="0"/>
                    <a:pt x="13206" y="0"/>
                  </a:cubicBezTo>
                  <a:lnTo>
                    <a:pt x="461" y="0"/>
                  </a:lnTo>
                  <a:cubicBezTo>
                    <a:pt x="458" y="0"/>
                    <a:pt x="456" y="0"/>
                    <a:pt x="453" y="0"/>
                  </a:cubicBezTo>
                  <a:close/>
                </a:path>
              </a:pathLst>
            </a:custGeom>
            <a:solidFill>
              <a:srgbClr val="F7F9F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59" name="Google Shape;8959;p69"/>
            <p:cNvSpPr/>
            <p:nvPr/>
          </p:nvSpPr>
          <p:spPr>
            <a:xfrm>
              <a:off x="6636038" y="2045731"/>
              <a:ext cx="357724" cy="218106"/>
            </a:xfrm>
            <a:custGeom>
              <a:avLst/>
              <a:gdLst/>
              <a:ahLst/>
              <a:cxnLst/>
              <a:rect l="l" t="t" r="r" b="b"/>
              <a:pathLst>
                <a:path w="13664" h="8331" extrusionOk="0">
                  <a:moveTo>
                    <a:pt x="12722" y="1"/>
                  </a:moveTo>
                  <a:lnTo>
                    <a:pt x="12722" y="6933"/>
                  </a:lnTo>
                  <a:cubicBezTo>
                    <a:pt x="12722" y="7185"/>
                    <a:pt x="12520" y="7389"/>
                    <a:pt x="12270" y="7389"/>
                  </a:cubicBezTo>
                  <a:cubicBezTo>
                    <a:pt x="12267" y="7389"/>
                    <a:pt x="12264" y="7389"/>
                    <a:pt x="12261" y="7389"/>
                  </a:cubicBezTo>
                  <a:lnTo>
                    <a:pt x="1" y="7389"/>
                  </a:lnTo>
                  <a:lnTo>
                    <a:pt x="1" y="7870"/>
                  </a:lnTo>
                  <a:cubicBezTo>
                    <a:pt x="1" y="8124"/>
                    <a:pt x="208" y="8331"/>
                    <a:pt x="457" y="8331"/>
                  </a:cubicBezTo>
                  <a:lnTo>
                    <a:pt x="13202" y="8331"/>
                  </a:lnTo>
                  <a:cubicBezTo>
                    <a:pt x="13457" y="8331"/>
                    <a:pt x="13664" y="8124"/>
                    <a:pt x="13664" y="7870"/>
                  </a:cubicBezTo>
                  <a:lnTo>
                    <a:pt x="13664" y="462"/>
                  </a:lnTo>
                  <a:cubicBezTo>
                    <a:pt x="13664" y="207"/>
                    <a:pt x="13457" y="1"/>
                    <a:pt x="13202" y="1"/>
                  </a:cubicBezTo>
                  <a:close/>
                </a:path>
              </a:pathLst>
            </a:custGeom>
            <a:solidFill>
              <a:srgbClr val="F0F3F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60" name="Google Shape;8960;p69"/>
            <p:cNvSpPr/>
            <p:nvPr/>
          </p:nvSpPr>
          <p:spPr>
            <a:xfrm>
              <a:off x="6675910" y="2263810"/>
              <a:ext cx="64796" cy="17384"/>
            </a:xfrm>
            <a:custGeom>
              <a:avLst/>
              <a:gdLst/>
              <a:ahLst/>
              <a:cxnLst/>
              <a:rect l="l" t="t" r="r" b="b"/>
              <a:pathLst>
                <a:path w="2475" h="664" extrusionOk="0">
                  <a:moveTo>
                    <a:pt x="1" y="1"/>
                  </a:moveTo>
                  <a:lnTo>
                    <a:pt x="1" y="664"/>
                  </a:lnTo>
                  <a:lnTo>
                    <a:pt x="2475" y="664"/>
                  </a:lnTo>
                  <a:lnTo>
                    <a:pt x="2475" y="1"/>
                  </a:lnTo>
                  <a:close/>
                </a:path>
              </a:pathLst>
            </a:custGeom>
            <a:solidFill>
              <a:srgbClr val="F7F9F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61" name="Google Shape;8961;p69"/>
            <p:cNvSpPr/>
            <p:nvPr/>
          </p:nvSpPr>
          <p:spPr>
            <a:xfrm>
              <a:off x="6888963" y="2263810"/>
              <a:ext cx="64796" cy="17384"/>
            </a:xfrm>
            <a:custGeom>
              <a:avLst/>
              <a:gdLst/>
              <a:ahLst/>
              <a:cxnLst/>
              <a:rect l="l" t="t" r="r" b="b"/>
              <a:pathLst>
                <a:path w="2475" h="664" extrusionOk="0">
                  <a:moveTo>
                    <a:pt x="1" y="1"/>
                  </a:moveTo>
                  <a:lnTo>
                    <a:pt x="1" y="664"/>
                  </a:lnTo>
                  <a:lnTo>
                    <a:pt x="2475" y="664"/>
                  </a:lnTo>
                  <a:lnTo>
                    <a:pt x="2475" y="1"/>
                  </a:lnTo>
                  <a:close/>
                </a:path>
              </a:pathLst>
            </a:custGeom>
            <a:solidFill>
              <a:srgbClr val="F7F9F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62" name="Google Shape;8962;p69"/>
            <p:cNvSpPr/>
            <p:nvPr/>
          </p:nvSpPr>
          <p:spPr>
            <a:xfrm>
              <a:off x="6660831" y="2073769"/>
              <a:ext cx="189438" cy="162028"/>
            </a:xfrm>
            <a:custGeom>
              <a:avLst/>
              <a:gdLst/>
              <a:ahLst/>
              <a:cxnLst/>
              <a:rect l="l" t="t" r="r" b="b"/>
              <a:pathLst>
                <a:path w="7236" h="6189" extrusionOk="0">
                  <a:moveTo>
                    <a:pt x="0" y="1"/>
                  </a:moveTo>
                  <a:lnTo>
                    <a:pt x="0" y="6189"/>
                  </a:lnTo>
                  <a:lnTo>
                    <a:pt x="7235" y="6189"/>
                  </a:lnTo>
                  <a:lnTo>
                    <a:pt x="7235" y="1"/>
                  </a:lnTo>
                  <a:close/>
                </a:path>
              </a:pathLst>
            </a:custGeom>
            <a:solidFill>
              <a:srgbClr val="B0C0C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63" name="Google Shape;8963;p69"/>
            <p:cNvSpPr/>
            <p:nvPr/>
          </p:nvSpPr>
          <p:spPr>
            <a:xfrm>
              <a:off x="6660831" y="2073769"/>
              <a:ext cx="189438" cy="162028"/>
            </a:xfrm>
            <a:custGeom>
              <a:avLst/>
              <a:gdLst/>
              <a:ahLst/>
              <a:cxnLst/>
              <a:rect l="l" t="t" r="r" b="b"/>
              <a:pathLst>
                <a:path w="7236" h="6189" extrusionOk="0">
                  <a:moveTo>
                    <a:pt x="6505" y="1"/>
                  </a:moveTo>
                  <a:lnTo>
                    <a:pt x="6505" y="4272"/>
                  </a:lnTo>
                  <a:cubicBezTo>
                    <a:pt x="6510" y="4930"/>
                    <a:pt x="5977" y="5463"/>
                    <a:pt x="5318" y="5468"/>
                  </a:cubicBezTo>
                  <a:lnTo>
                    <a:pt x="0" y="5468"/>
                  </a:lnTo>
                  <a:lnTo>
                    <a:pt x="0" y="6189"/>
                  </a:lnTo>
                  <a:lnTo>
                    <a:pt x="7235" y="6189"/>
                  </a:lnTo>
                  <a:lnTo>
                    <a:pt x="7235" y="1"/>
                  </a:lnTo>
                  <a:lnTo>
                    <a:pt x="6510" y="6"/>
                  </a:lnTo>
                  <a:lnTo>
                    <a:pt x="6505" y="1"/>
                  </a:ln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64" name="Google Shape;8964;p69"/>
            <p:cNvSpPr/>
            <p:nvPr/>
          </p:nvSpPr>
          <p:spPr>
            <a:xfrm>
              <a:off x="6884067" y="2179929"/>
              <a:ext cx="74220" cy="63591"/>
            </a:xfrm>
            <a:custGeom>
              <a:avLst/>
              <a:gdLst/>
              <a:ahLst/>
              <a:cxnLst/>
              <a:rect l="l" t="t" r="r" b="b"/>
              <a:pathLst>
                <a:path w="2835" h="2429" extrusionOk="0">
                  <a:moveTo>
                    <a:pt x="1624" y="1"/>
                  </a:moveTo>
                  <a:cubicBezTo>
                    <a:pt x="543" y="1"/>
                    <a:pt x="1" y="1307"/>
                    <a:pt x="764" y="2071"/>
                  </a:cubicBezTo>
                  <a:cubicBezTo>
                    <a:pt x="1011" y="2318"/>
                    <a:pt x="1314" y="2428"/>
                    <a:pt x="1612" y="2428"/>
                  </a:cubicBezTo>
                  <a:cubicBezTo>
                    <a:pt x="2236" y="2428"/>
                    <a:pt x="2835" y="1943"/>
                    <a:pt x="2835" y="1211"/>
                  </a:cubicBezTo>
                  <a:cubicBezTo>
                    <a:pt x="2830" y="543"/>
                    <a:pt x="2292" y="1"/>
                    <a:pt x="1624" y="1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65" name="Google Shape;8965;p69"/>
            <p:cNvSpPr/>
            <p:nvPr/>
          </p:nvSpPr>
          <p:spPr>
            <a:xfrm>
              <a:off x="6916897" y="2179929"/>
              <a:ext cx="40658" cy="63539"/>
            </a:xfrm>
            <a:custGeom>
              <a:avLst/>
              <a:gdLst/>
              <a:ahLst/>
              <a:cxnLst/>
              <a:rect l="l" t="t" r="r" b="b"/>
              <a:pathLst>
                <a:path w="1553" h="2427" extrusionOk="0">
                  <a:moveTo>
                    <a:pt x="370" y="1"/>
                  </a:moveTo>
                  <a:cubicBezTo>
                    <a:pt x="241" y="1"/>
                    <a:pt x="121" y="20"/>
                    <a:pt x="0" y="63"/>
                  </a:cubicBezTo>
                  <a:cubicBezTo>
                    <a:pt x="500" y="222"/>
                    <a:pt x="846" y="688"/>
                    <a:pt x="846" y="1211"/>
                  </a:cubicBezTo>
                  <a:cubicBezTo>
                    <a:pt x="846" y="1740"/>
                    <a:pt x="500" y="2206"/>
                    <a:pt x="0" y="2364"/>
                  </a:cubicBezTo>
                  <a:cubicBezTo>
                    <a:pt x="121" y="2403"/>
                    <a:pt x="241" y="2427"/>
                    <a:pt x="370" y="2427"/>
                  </a:cubicBezTo>
                  <a:cubicBezTo>
                    <a:pt x="1028" y="2412"/>
                    <a:pt x="1552" y="1874"/>
                    <a:pt x="1552" y="1211"/>
                  </a:cubicBezTo>
                  <a:cubicBezTo>
                    <a:pt x="1552" y="553"/>
                    <a:pt x="1028" y="15"/>
                    <a:pt x="370" y="1"/>
                  </a:cubicBezTo>
                  <a:close/>
                </a:path>
              </a:pathLst>
            </a:custGeom>
            <a:solidFill>
              <a:srgbClr val="5A708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66" name="Google Shape;8966;p69"/>
            <p:cNvSpPr/>
            <p:nvPr/>
          </p:nvSpPr>
          <p:spPr>
            <a:xfrm>
              <a:off x="6881057" y="2073900"/>
              <a:ext cx="40396" cy="19399"/>
            </a:xfrm>
            <a:custGeom>
              <a:avLst/>
              <a:gdLst/>
              <a:ahLst/>
              <a:cxnLst/>
              <a:rect l="l" t="t" r="r" b="b"/>
              <a:pathLst>
                <a:path w="1543" h="741" extrusionOk="0">
                  <a:moveTo>
                    <a:pt x="323" y="1"/>
                  </a:moveTo>
                  <a:cubicBezTo>
                    <a:pt x="145" y="1"/>
                    <a:pt x="0" y="148"/>
                    <a:pt x="0" y="327"/>
                  </a:cubicBezTo>
                  <a:lnTo>
                    <a:pt x="0" y="409"/>
                  </a:lnTo>
                  <a:cubicBezTo>
                    <a:pt x="0" y="592"/>
                    <a:pt x="149" y="741"/>
                    <a:pt x="332" y="741"/>
                  </a:cubicBezTo>
                  <a:lnTo>
                    <a:pt x="1211" y="741"/>
                  </a:lnTo>
                  <a:cubicBezTo>
                    <a:pt x="1393" y="741"/>
                    <a:pt x="1538" y="592"/>
                    <a:pt x="1542" y="409"/>
                  </a:cubicBezTo>
                  <a:lnTo>
                    <a:pt x="1542" y="327"/>
                  </a:lnTo>
                  <a:cubicBezTo>
                    <a:pt x="1542" y="148"/>
                    <a:pt x="1398" y="1"/>
                    <a:pt x="1219" y="1"/>
                  </a:cubicBezTo>
                  <a:cubicBezTo>
                    <a:pt x="1217" y="1"/>
                    <a:pt x="1214" y="1"/>
                    <a:pt x="1211" y="1"/>
                  </a:cubicBezTo>
                  <a:lnTo>
                    <a:pt x="332" y="1"/>
                  </a:lnTo>
                  <a:cubicBezTo>
                    <a:pt x="329" y="1"/>
                    <a:pt x="326" y="1"/>
                    <a:pt x="323" y="1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67" name="Google Shape;8967;p69"/>
            <p:cNvSpPr/>
            <p:nvPr/>
          </p:nvSpPr>
          <p:spPr>
            <a:xfrm>
              <a:off x="6900168" y="2073769"/>
              <a:ext cx="21284" cy="19530"/>
            </a:xfrm>
            <a:custGeom>
              <a:avLst/>
              <a:gdLst/>
              <a:ahLst/>
              <a:cxnLst/>
              <a:rect l="l" t="t" r="r" b="b"/>
              <a:pathLst>
                <a:path w="813" h="746" extrusionOk="0">
                  <a:moveTo>
                    <a:pt x="0" y="1"/>
                  </a:moveTo>
                  <a:cubicBezTo>
                    <a:pt x="183" y="1"/>
                    <a:pt x="332" y="150"/>
                    <a:pt x="332" y="332"/>
                  </a:cubicBezTo>
                  <a:lnTo>
                    <a:pt x="332" y="414"/>
                  </a:lnTo>
                  <a:cubicBezTo>
                    <a:pt x="332" y="597"/>
                    <a:pt x="183" y="746"/>
                    <a:pt x="0" y="746"/>
                  </a:cubicBezTo>
                  <a:lnTo>
                    <a:pt x="481" y="746"/>
                  </a:lnTo>
                  <a:cubicBezTo>
                    <a:pt x="663" y="746"/>
                    <a:pt x="812" y="597"/>
                    <a:pt x="812" y="414"/>
                  </a:cubicBezTo>
                  <a:lnTo>
                    <a:pt x="812" y="332"/>
                  </a:lnTo>
                  <a:cubicBezTo>
                    <a:pt x="808" y="150"/>
                    <a:pt x="663" y="6"/>
                    <a:pt x="481" y="1"/>
                  </a:cubicBezTo>
                  <a:close/>
                </a:path>
              </a:pathLst>
            </a:custGeom>
            <a:solidFill>
              <a:srgbClr val="5A708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68" name="Google Shape;8968;p69"/>
            <p:cNvSpPr/>
            <p:nvPr/>
          </p:nvSpPr>
          <p:spPr>
            <a:xfrm>
              <a:off x="6881057" y="2108379"/>
              <a:ext cx="40396" cy="19504"/>
            </a:xfrm>
            <a:custGeom>
              <a:avLst/>
              <a:gdLst/>
              <a:ahLst/>
              <a:cxnLst/>
              <a:rect l="l" t="t" r="r" b="b"/>
              <a:pathLst>
                <a:path w="1543" h="745" extrusionOk="0">
                  <a:moveTo>
                    <a:pt x="332" y="0"/>
                  </a:moveTo>
                  <a:cubicBezTo>
                    <a:pt x="149" y="0"/>
                    <a:pt x="0" y="149"/>
                    <a:pt x="0" y="332"/>
                  </a:cubicBezTo>
                  <a:lnTo>
                    <a:pt x="0" y="413"/>
                  </a:lnTo>
                  <a:cubicBezTo>
                    <a:pt x="0" y="596"/>
                    <a:pt x="149" y="745"/>
                    <a:pt x="332" y="745"/>
                  </a:cubicBezTo>
                  <a:lnTo>
                    <a:pt x="1211" y="745"/>
                  </a:lnTo>
                  <a:cubicBezTo>
                    <a:pt x="1393" y="745"/>
                    <a:pt x="1542" y="596"/>
                    <a:pt x="1542" y="413"/>
                  </a:cubicBezTo>
                  <a:lnTo>
                    <a:pt x="1542" y="332"/>
                  </a:lnTo>
                  <a:cubicBezTo>
                    <a:pt x="1542" y="149"/>
                    <a:pt x="1393" y="0"/>
                    <a:pt x="1211" y="0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69" name="Google Shape;8969;p69"/>
            <p:cNvSpPr/>
            <p:nvPr/>
          </p:nvSpPr>
          <p:spPr>
            <a:xfrm>
              <a:off x="6881057" y="2142963"/>
              <a:ext cx="40396" cy="19504"/>
            </a:xfrm>
            <a:custGeom>
              <a:avLst/>
              <a:gdLst/>
              <a:ahLst/>
              <a:cxnLst/>
              <a:rect l="l" t="t" r="r" b="b"/>
              <a:pathLst>
                <a:path w="1543" h="745" extrusionOk="0">
                  <a:moveTo>
                    <a:pt x="332" y="0"/>
                  </a:moveTo>
                  <a:cubicBezTo>
                    <a:pt x="149" y="0"/>
                    <a:pt x="0" y="149"/>
                    <a:pt x="0" y="332"/>
                  </a:cubicBezTo>
                  <a:lnTo>
                    <a:pt x="0" y="413"/>
                  </a:lnTo>
                  <a:cubicBezTo>
                    <a:pt x="0" y="596"/>
                    <a:pt x="149" y="745"/>
                    <a:pt x="332" y="745"/>
                  </a:cubicBezTo>
                  <a:lnTo>
                    <a:pt x="1211" y="745"/>
                  </a:lnTo>
                  <a:cubicBezTo>
                    <a:pt x="1393" y="740"/>
                    <a:pt x="1542" y="596"/>
                    <a:pt x="1542" y="413"/>
                  </a:cubicBezTo>
                  <a:lnTo>
                    <a:pt x="1542" y="332"/>
                  </a:lnTo>
                  <a:cubicBezTo>
                    <a:pt x="1542" y="149"/>
                    <a:pt x="1393" y="0"/>
                    <a:pt x="1211" y="0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70" name="Google Shape;8970;p69"/>
            <p:cNvSpPr/>
            <p:nvPr/>
          </p:nvSpPr>
          <p:spPr>
            <a:xfrm>
              <a:off x="6900168" y="2108379"/>
              <a:ext cx="21284" cy="19504"/>
            </a:xfrm>
            <a:custGeom>
              <a:avLst/>
              <a:gdLst/>
              <a:ahLst/>
              <a:cxnLst/>
              <a:rect l="l" t="t" r="r" b="b"/>
              <a:pathLst>
                <a:path w="813" h="745" extrusionOk="0">
                  <a:moveTo>
                    <a:pt x="0" y="0"/>
                  </a:moveTo>
                  <a:cubicBezTo>
                    <a:pt x="183" y="0"/>
                    <a:pt x="332" y="149"/>
                    <a:pt x="332" y="332"/>
                  </a:cubicBezTo>
                  <a:lnTo>
                    <a:pt x="332" y="413"/>
                  </a:lnTo>
                  <a:cubicBezTo>
                    <a:pt x="332" y="596"/>
                    <a:pt x="183" y="745"/>
                    <a:pt x="0" y="745"/>
                  </a:cubicBezTo>
                  <a:lnTo>
                    <a:pt x="481" y="745"/>
                  </a:lnTo>
                  <a:cubicBezTo>
                    <a:pt x="663" y="745"/>
                    <a:pt x="812" y="596"/>
                    <a:pt x="812" y="413"/>
                  </a:cubicBezTo>
                  <a:lnTo>
                    <a:pt x="812" y="332"/>
                  </a:lnTo>
                  <a:cubicBezTo>
                    <a:pt x="808" y="149"/>
                    <a:pt x="663" y="5"/>
                    <a:pt x="481" y="0"/>
                  </a:cubicBezTo>
                  <a:close/>
                </a:path>
              </a:pathLst>
            </a:custGeom>
            <a:solidFill>
              <a:srgbClr val="5A708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71" name="Google Shape;8971;p69"/>
            <p:cNvSpPr/>
            <p:nvPr/>
          </p:nvSpPr>
          <p:spPr>
            <a:xfrm>
              <a:off x="6900168" y="2142963"/>
              <a:ext cx="21284" cy="19504"/>
            </a:xfrm>
            <a:custGeom>
              <a:avLst/>
              <a:gdLst/>
              <a:ahLst/>
              <a:cxnLst/>
              <a:rect l="l" t="t" r="r" b="b"/>
              <a:pathLst>
                <a:path w="813" h="745" extrusionOk="0">
                  <a:moveTo>
                    <a:pt x="0" y="0"/>
                  </a:moveTo>
                  <a:cubicBezTo>
                    <a:pt x="183" y="0"/>
                    <a:pt x="332" y="149"/>
                    <a:pt x="332" y="332"/>
                  </a:cubicBezTo>
                  <a:lnTo>
                    <a:pt x="332" y="413"/>
                  </a:lnTo>
                  <a:cubicBezTo>
                    <a:pt x="332" y="596"/>
                    <a:pt x="183" y="745"/>
                    <a:pt x="0" y="745"/>
                  </a:cubicBezTo>
                  <a:lnTo>
                    <a:pt x="481" y="745"/>
                  </a:lnTo>
                  <a:cubicBezTo>
                    <a:pt x="663" y="745"/>
                    <a:pt x="812" y="596"/>
                    <a:pt x="812" y="413"/>
                  </a:cubicBezTo>
                  <a:lnTo>
                    <a:pt x="812" y="332"/>
                  </a:lnTo>
                  <a:cubicBezTo>
                    <a:pt x="808" y="149"/>
                    <a:pt x="663" y="5"/>
                    <a:pt x="481" y="0"/>
                  </a:cubicBezTo>
                  <a:close/>
                </a:path>
              </a:pathLst>
            </a:custGeom>
            <a:solidFill>
              <a:srgbClr val="5A708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72" name="Google Shape;8972;p69"/>
            <p:cNvSpPr/>
            <p:nvPr/>
          </p:nvSpPr>
          <p:spPr>
            <a:xfrm>
              <a:off x="6938915" y="2073900"/>
              <a:ext cx="33092" cy="88567"/>
            </a:xfrm>
            <a:custGeom>
              <a:avLst/>
              <a:gdLst/>
              <a:ahLst/>
              <a:cxnLst/>
              <a:rect l="l" t="t" r="r" b="b"/>
              <a:pathLst>
                <a:path w="1264" h="3383" extrusionOk="0">
                  <a:moveTo>
                    <a:pt x="303" y="1"/>
                  </a:moveTo>
                  <a:cubicBezTo>
                    <a:pt x="135" y="1"/>
                    <a:pt x="0" y="140"/>
                    <a:pt x="0" y="308"/>
                  </a:cubicBezTo>
                  <a:lnTo>
                    <a:pt x="0" y="3075"/>
                  </a:lnTo>
                  <a:cubicBezTo>
                    <a:pt x="0" y="3244"/>
                    <a:pt x="135" y="3383"/>
                    <a:pt x="303" y="3383"/>
                  </a:cubicBezTo>
                  <a:lnTo>
                    <a:pt x="956" y="3383"/>
                  </a:lnTo>
                  <a:cubicBezTo>
                    <a:pt x="1124" y="3383"/>
                    <a:pt x="1264" y="3244"/>
                    <a:pt x="1264" y="3075"/>
                  </a:cubicBezTo>
                  <a:lnTo>
                    <a:pt x="1264" y="308"/>
                  </a:lnTo>
                  <a:cubicBezTo>
                    <a:pt x="1264" y="140"/>
                    <a:pt x="1124" y="1"/>
                    <a:pt x="956" y="1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73" name="Google Shape;8973;p69"/>
            <p:cNvSpPr/>
            <p:nvPr/>
          </p:nvSpPr>
          <p:spPr>
            <a:xfrm>
              <a:off x="6951612" y="2073769"/>
              <a:ext cx="20394" cy="88462"/>
            </a:xfrm>
            <a:custGeom>
              <a:avLst/>
              <a:gdLst/>
              <a:ahLst/>
              <a:cxnLst/>
              <a:rect l="l" t="t" r="r" b="b"/>
              <a:pathLst>
                <a:path w="779" h="3379" extrusionOk="0">
                  <a:moveTo>
                    <a:pt x="0" y="3378"/>
                  </a:moveTo>
                  <a:cubicBezTo>
                    <a:pt x="3" y="3378"/>
                    <a:pt x="6" y="3378"/>
                    <a:pt x="9" y="3378"/>
                  </a:cubicBezTo>
                  <a:cubicBezTo>
                    <a:pt x="12" y="3378"/>
                    <a:pt x="14" y="3378"/>
                    <a:pt x="17" y="3378"/>
                  </a:cubicBezTo>
                  <a:close/>
                  <a:moveTo>
                    <a:pt x="0" y="1"/>
                  </a:moveTo>
                  <a:cubicBezTo>
                    <a:pt x="168" y="1"/>
                    <a:pt x="303" y="135"/>
                    <a:pt x="303" y="308"/>
                  </a:cubicBezTo>
                  <a:lnTo>
                    <a:pt x="303" y="3076"/>
                  </a:lnTo>
                  <a:cubicBezTo>
                    <a:pt x="303" y="3238"/>
                    <a:pt x="177" y="3374"/>
                    <a:pt x="17" y="3378"/>
                  </a:cubicBezTo>
                  <a:lnTo>
                    <a:pt x="471" y="3378"/>
                  </a:lnTo>
                  <a:cubicBezTo>
                    <a:pt x="474" y="3378"/>
                    <a:pt x="477" y="3378"/>
                    <a:pt x="480" y="3378"/>
                  </a:cubicBezTo>
                  <a:cubicBezTo>
                    <a:pt x="644" y="3378"/>
                    <a:pt x="779" y="3241"/>
                    <a:pt x="779" y="3076"/>
                  </a:cubicBezTo>
                  <a:lnTo>
                    <a:pt x="779" y="308"/>
                  </a:lnTo>
                  <a:cubicBezTo>
                    <a:pt x="779" y="140"/>
                    <a:pt x="639" y="1"/>
                    <a:pt x="471" y="1"/>
                  </a:cubicBezTo>
                  <a:close/>
                </a:path>
              </a:pathLst>
            </a:custGeom>
            <a:solidFill>
              <a:srgbClr val="5A708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74" name="Google Shape;8974;p69"/>
            <p:cNvSpPr/>
            <p:nvPr/>
          </p:nvSpPr>
          <p:spPr>
            <a:xfrm>
              <a:off x="6889356" y="2174536"/>
              <a:ext cx="86682" cy="74351"/>
            </a:xfrm>
            <a:custGeom>
              <a:avLst/>
              <a:gdLst/>
              <a:ahLst/>
              <a:cxnLst/>
              <a:rect l="l" t="t" r="r" b="b"/>
              <a:pathLst>
                <a:path w="3311" h="2840" extrusionOk="0">
                  <a:moveTo>
                    <a:pt x="1416" y="418"/>
                  </a:moveTo>
                  <a:cubicBezTo>
                    <a:pt x="1418" y="418"/>
                    <a:pt x="1420" y="418"/>
                    <a:pt x="1422" y="418"/>
                  </a:cubicBezTo>
                  <a:cubicBezTo>
                    <a:pt x="1975" y="418"/>
                    <a:pt x="2422" y="865"/>
                    <a:pt x="2426" y="1417"/>
                  </a:cubicBezTo>
                  <a:cubicBezTo>
                    <a:pt x="2426" y="2026"/>
                    <a:pt x="1928" y="2427"/>
                    <a:pt x="1411" y="2427"/>
                  </a:cubicBezTo>
                  <a:cubicBezTo>
                    <a:pt x="1165" y="2427"/>
                    <a:pt x="914" y="2336"/>
                    <a:pt x="711" y="2133"/>
                  </a:cubicBezTo>
                  <a:cubicBezTo>
                    <a:pt x="79" y="1500"/>
                    <a:pt x="522" y="418"/>
                    <a:pt x="1416" y="418"/>
                  </a:cubicBezTo>
                  <a:close/>
                  <a:moveTo>
                    <a:pt x="1418" y="0"/>
                  </a:moveTo>
                  <a:cubicBezTo>
                    <a:pt x="634" y="5"/>
                    <a:pt x="0" y="639"/>
                    <a:pt x="0" y="1417"/>
                  </a:cubicBezTo>
                  <a:cubicBezTo>
                    <a:pt x="0" y="2272"/>
                    <a:pt x="700" y="2839"/>
                    <a:pt x="1428" y="2839"/>
                  </a:cubicBezTo>
                  <a:cubicBezTo>
                    <a:pt x="1776" y="2839"/>
                    <a:pt x="2130" y="2710"/>
                    <a:pt x="2417" y="2421"/>
                  </a:cubicBezTo>
                  <a:cubicBezTo>
                    <a:pt x="3310" y="1528"/>
                    <a:pt x="2681" y="0"/>
                    <a:pt x="1418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75" name="Google Shape;8975;p69"/>
            <p:cNvSpPr/>
            <p:nvPr/>
          </p:nvSpPr>
          <p:spPr>
            <a:xfrm>
              <a:off x="6875768" y="2068376"/>
              <a:ext cx="50972" cy="30212"/>
            </a:xfrm>
            <a:custGeom>
              <a:avLst/>
              <a:gdLst/>
              <a:ahLst/>
              <a:cxnLst/>
              <a:rect l="l" t="t" r="r" b="b"/>
              <a:pathLst>
                <a:path w="1947" h="1154" extrusionOk="0">
                  <a:moveTo>
                    <a:pt x="1413" y="418"/>
                  </a:moveTo>
                  <a:cubicBezTo>
                    <a:pt x="1480" y="418"/>
                    <a:pt x="1533" y="476"/>
                    <a:pt x="1533" y="538"/>
                  </a:cubicBezTo>
                  <a:lnTo>
                    <a:pt x="1533" y="620"/>
                  </a:lnTo>
                  <a:cubicBezTo>
                    <a:pt x="1533" y="687"/>
                    <a:pt x="1480" y="740"/>
                    <a:pt x="1413" y="740"/>
                  </a:cubicBezTo>
                  <a:lnTo>
                    <a:pt x="534" y="740"/>
                  </a:lnTo>
                  <a:cubicBezTo>
                    <a:pt x="466" y="740"/>
                    <a:pt x="414" y="687"/>
                    <a:pt x="414" y="620"/>
                  </a:cubicBezTo>
                  <a:lnTo>
                    <a:pt x="414" y="538"/>
                  </a:lnTo>
                  <a:cubicBezTo>
                    <a:pt x="414" y="476"/>
                    <a:pt x="466" y="418"/>
                    <a:pt x="534" y="418"/>
                  </a:cubicBezTo>
                  <a:close/>
                  <a:moveTo>
                    <a:pt x="534" y="0"/>
                  </a:moveTo>
                  <a:cubicBezTo>
                    <a:pt x="241" y="0"/>
                    <a:pt x="0" y="241"/>
                    <a:pt x="0" y="538"/>
                  </a:cubicBezTo>
                  <a:lnTo>
                    <a:pt x="0" y="620"/>
                  </a:lnTo>
                  <a:cubicBezTo>
                    <a:pt x="0" y="913"/>
                    <a:pt x="241" y="1153"/>
                    <a:pt x="534" y="1153"/>
                  </a:cubicBezTo>
                  <a:lnTo>
                    <a:pt x="1413" y="1153"/>
                  </a:lnTo>
                  <a:cubicBezTo>
                    <a:pt x="1711" y="1153"/>
                    <a:pt x="1946" y="913"/>
                    <a:pt x="1946" y="620"/>
                  </a:cubicBezTo>
                  <a:lnTo>
                    <a:pt x="1946" y="538"/>
                  </a:lnTo>
                  <a:cubicBezTo>
                    <a:pt x="1946" y="241"/>
                    <a:pt x="1706" y="5"/>
                    <a:pt x="1413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76" name="Google Shape;8976;p69"/>
            <p:cNvSpPr/>
            <p:nvPr/>
          </p:nvSpPr>
          <p:spPr>
            <a:xfrm>
              <a:off x="6875638" y="2103091"/>
              <a:ext cx="51103" cy="30081"/>
            </a:xfrm>
            <a:custGeom>
              <a:avLst/>
              <a:gdLst/>
              <a:ahLst/>
              <a:cxnLst/>
              <a:rect l="l" t="t" r="r" b="b"/>
              <a:pathLst>
                <a:path w="1952" h="1149" extrusionOk="0">
                  <a:moveTo>
                    <a:pt x="1413" y="413"/>
                  </a:moveTo>
                  <a:cubicBezTo>
                    <a:pt x="1480" y="413"/>
                    <a:pt x="1533" y="466"/>
                    <a:pt x="1533" y="534"/>
                  </a:cubicBezTo>
                  <a:lnTo>
                    <a:pt x="1533" y="615"/>
                  </a:lnTo>
                  <a:cubicBezTo>
                    <a:pt x="1533" y="682"/>
                    <a:pt x="1480" y="735"/>
                    <a:pt x="1413" y="735"/>
                  </a:cubicBezTo>
                  <a:lnTo>
                    <a:pt x="534" y="735"/>
                  </a:lnTo>
                  <a:cubicBezTo>
                    <a:pt x="467" y="735"/>
                    <a:pt x="414" y="682"/>
                    <a:pt x="414" y="615"/>
                  </a:cubicBezTo>
                  <a:lnTo>
                    <a:pt x="414" y="534"/>
                  </a:lnTo>
                  <a:cubicBezTo>
                    <a:pt x="414" y="466"/>
                    <a:pt x="467" y="413"/>
                    <a:pt x="534" y="413"/>
                  </a:cubicBezTo>
                  <a:close/>
                  <a:moveTo>
                    <a:pt x="534" y="0"/>
                  </a:moveTo>
                  <a:cubicBezTo>
                    <a:pt x="241" y="0"/>
                    <a:pt x="1" y="236"/>
                    <a:pt x="1" y="534"/>
                  </a:cubicBezTo>
                  <a:lnTo>
                    <a:pt x="1" y="615"/>
                  </a:lnTo>
                  <a:cubicBezTo>
                    <a:pt x="1" y="913"/>
                    <a:pt x="241" y="1148"/>
                    <a:pt x="534" y="1148"/>
                  </a:cubicBezTo>
                  <a:lnTo>
                    <a:pt x="1413" y="1148"/>
                  </a:lnTo>
                  <a:cubicBezTo>
                    <a:pt x="1711" y="1148"/>
                    <a:pt x="1951" y="913"/>
                    <a:pt x="1951" y="615"/>
                  </a:cubicBezTo>
                  <a:lnTo>
                    <a:pt x="1951" y="534"/>
                  </a:lnTo>
                  <a:cubicBezTo>
                    <a:pt x="1951" y="236"/>
                    <a:pt x="1711" y="0"/>
                    <a:pt x="1413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77" name="Google Shape;8977;p69"/>
            <p:cNvSpPr/>
            <p:nvPr/>
          </p:nvSpPr>
          <p:spPr>
            <a:xfrm>
              <a:off x="6875638" y="2137544"/>
              <a:ext cx="51103" cy="30212"/>
            </a:xfrm>
            <a:custGeom>
              <a:avLst/>
              <a:gdLst/>
              <a:ahLst/>
              <a:cxnLst/>
              <a:rect l="l" t="t" r="r" b="b"/>
              <a:pathLst>
                <a:path w="1952" h="1154" extrusionOk="0">
                  <a:moveTo>
                    <a:pt x="1413" y="419"/>
                  </a:moveTo>
                  <a:cubicBezTo>
                    <a:pt x="1480" y="419"/>
                    <a:pt x="1533" y="471"/>
                    <a:pt x="1533" y="539"/>
                  </a:cubicBezTo>
                  <a:lnTo>
                    <a:pt x="1533" y="620"/>
                  </a:lnTo>
                  <a:cubicBezTo>
                    <a:pt x="1533" y="683"/>
                    <a:pt x="1480" y="740"/>
                    <a:pt x="1413" y="740"/>
                  </a:cubicBezTo>
                  <a:lnTo>
                    <a:pt x="534" y="740"/>
                  </a:lnTo>
                  <a:cubicBezTo>
                    <a:pt x="467" y="740"/>
                    <a:pt x="414" y="683"/>
                    <a:pt x="414" y="620"/>
                  </a:cubicBezTo>
                  <a:lnTo>
                    <a:pt x="414" y="539"/>
                  </a:lnTo>
                  <a:cubicBezTo>
                    <a:pt x="414" y="471"/>
                    <a:pt x="467" y="419"/>
                    <a:pt x="534" y="419"/>
                  </a:cubicBezTo>
                  <a:close/>
                  <a:moveTo>
                    <a:pt x="534" y="1"/>
                  </a:moveTo>
                  <a:cubicBezTo>
                    <a:pt x="241" y="1"/>
                    <a:pt x="1" y="241"/>
                    <a:pt x="1" y="539"/>
                  </a:cubicBezTo>
                  <a:lnTo>
                    <a:pt x="1" y="620"/>
                  </a:lnTo>
                  <a:cubicBezTo>
                    <a:pt x="1" y="913"/>
                    <a:pt x="241" y="1154"/>
                    <a:pt x="534" y="1154"/>
                  </a:cubicBezTo>
                  <a:lnTo>
                    <a:pt x="1413" y="1154"/>
                  </a:lnTo>
                  <a:cubicBezTo>
                    <a:pt x="1711" y="1154"/>
                    <a:pt x="1951" y="913"/>
                    <a:pt x="1951" y="620"/>
                  </a:cubicBezTo>
                  <a:lnTo>
                    <a:pt x="1951" y="539"/>
                  </a:lnTo>
                  <a:cubicBezTo>
                    <a:pt x="1951" y="241"/>
                    <a:pt x="1711" y="1"/>
                    <a:pt x="1413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78" name="Google Shape;8978;p69"/>
            <p:cNvSpPr/>
            <p:nvPr/>
          </p:nvSpPr>
          <p:spPr>
            <a:xfrm>
              <a:off x="6933495" y="2068376"/>
              <a:ext cx="43930" cy="99379"/>
            </a:xfrm>
            <a:custGeom>
              <a:avLst/>
              <a:gdLst/>
              <a:ahLst/>
              <a:cxnLst/>
              <a:rect l="l" t="t" r="r" b="b"/>
              <a:pathLst>
                <a:path w="1678" h="3796" extrusionOk="0">
                  <a:moveTo>
                    <a:pt x="1168" y="414"/>
                  </a:moveTo>
                  <a:cubicBezTo>
                    <a:pt x="1221" y="414"/>
                    <a:pt x="1269" y="462"/>
                    <a:pt x="1269" y="514"/>
                  </a:cubicBezTo>
                  <a:lnTo>
                    <a:pt x="1269" y="3282"/>
                  </a:lnTo>
                  <a:cubicBezTo>
                    <a:pt x="1269" y="3339"/>
                    <a:pt x="1221" y="3382"/>
                    <a:pt x="1168" y="3382"/>
                  </a:cubicBezTo>
                  <a:lnTo>
                    <a:pt x="510" y="3382"/>
                  </a:lnTo>
                  <a:cubicBezTo>
                    <a:pt x="457" y="3382"/>
                    <a:pt x="414" y="3339"/>
                    <a:pt x="414" y="3282"/>
                  </a:cubicBezTo>
                  <a:lnTo>
                    <a:pt x="414" y="514"/>
                  </a:lnTo>
                  <a:cubicBezTo>
                    <a:pt x="414" y="462"/>
                    <a:pt x="457" y="414"/>
                    <a:pt x="515" y="414"/>
                  </a:cubicBezTo>
                  <a:close/>
                  <a:moveTo>
                    <a:pt x="510" y="0"/>
                  </a:moveTo>
                  <a:cubicBezTo>
                    <a:pt x="226" y="0"/>
                    <a:pt x="1" y="231"/>
                    <a:pt x="1" y="514"/>
                  </a:cubicBezTo>
                  <a:lnTo>
                    <a:pt x="1" y="3282"/>
                  </a:lnTo>
                  <a:cubicBezTo>
                    <a:pt x="1" y="3565"/>
                    <a:pt x="226" y="3796"/>
                    <a:pt x="510" y="3796"/>
                  </a:cubicBezTo>
                  <a:lnTo>
                    <a:pt x="1163" y="3796"/>
                  </a:lnTo>
                  <a:cubicBezTo>
                    <a:pt x="1447" y="3796"/>
                    <a:pt x="1677" y="3565"/>
                    <a:pt x="1677" y="3282"/>
                  </a:cubicBezTo>
                  <a:lnTo>
                    <a:pt x="1677" y="514"/>
                  </a:lnTo>
                  <a:cubicBezTo>
                    <a:pt x="1677" y="231"/>
                    <a:pt x="1447" y="0"/>
                    <a:pt x="1163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79" name="Google Shape;8979;p69"/>
            <p:cNvSpPr/>
            <p:nvPr/>
          </p:nvSpPr>
          <p:spPr>
            <a:xfrm>
              <a:off x="6807727" y="2086100"/>
              <a:ext cx="32856" cy="10734"/>
            </a:xfrm>
            <a:custGeom>
              <a:avLst/>
              <a:gdLst/>
              <a:ahLst/>
              <a:cxnLst/>
              <a:rect l="l" t="t" r="r" b="b"/>
              <a:pathLst>
                <a:path w="1255" h="410" extrusionOk="0">
                  <a:moveTo>
                    <a:pt x="985" y="1"/>
                  </a:moveTo>
                  <a:cubicBezTo>
                    <a:pt x="984" y="1"/>
                    <a:pt x="982" y="1"/>
                    <a:pt x="981" y="1"/>
                  </a:cubicBezTo>
                  <a:lnTo>
                    <a:pt x="274" y="1"/>
                  </a:lnTo>
                  <a:cubicBezTo>
                    <a:pt x="0" y="1"/>
                    <a:pt x="0" y="409"/>
                    <a:pt x="274" y="409"/>
                  </a:cubicBezTo>
                  <a:lnTo>
                    <a:pt x="981" y="409"/>
                  </a:lnTo>
                  <a:cubicBezTo>
                    <a:pt x="1253" y="409"/>
                    <a:pt x="1254" y="1"/>
                    <a:pt x="985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80" name="Google Shape;8980;p69"/>
            <p:cNvSpPr/>
            <p:nvPr/>
          </p:nvSpPr>
          <p:spPr>
            <a:xfrm>
              <a:off x="6672271" y="2085969"/>
              <a:ext cx="13116" cy="10734"/>
            </a:xfrm>
            <a:custGeom>
              <a:avLst/>
              <a:gdLst/>
              <a:ahLst/>
              <a:cxnLst/>
              <a:rect l="l" t="t" r="r" b="b"/>
              <a:pathLst>
                <a:path w="501" h="410" extrusionOk="0">
                  <a:moveTo>
                    <a:pt x="302" y="1"/>
                  </a:moveTo>
                  <a:cubicBezTo>
                    <a:pt x="299" y="1"/>
                    <a:pt x="296" y="1"/>
                    <a:pt x="294" y="1"/>
                  </a:cubicBezTo>
                  <a:lnTo>
                    <a:pt x="274" y="1"/>
                  </a:lnTo>
                  <a:cubicBezTo>
                    <a:pt x="1" y="1"/>
                    <a:pt x="1" y="409"/>
                    <a:pt x="274" y="409"/>
                  </a:cubicBezTo>
                  <a:lnTo>
                    <a:pt x="294" y="409"/>
                  </a:lnTo>
                  <a:cubicBezTo>
                    <a:pt x="409" y="409"/>
                    <a:pt x="500" y="318"/>
                    <a:pt x="500" y="208"/>
                  </a:cubicBezTo>
                  <a:cubicBezTo>
                    <a:pt x="500" y="95"/>
                    <a:pt x="413" y="1"/>
                    <a:pt x="302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81" name="Google Shape;8981;p69"/>
            <p:cNvSpPr/>
            <p:nvPr/>
          </p:nvSpPr>
          <p:spPr>
            <a:xfrm>
              <a:off x="6677691" y="2110029"/>
              <a:ext cx="155588" cy="89483"/>
            </a:xfrm>
            <a:custGeom>
              <a:avLst/>
              <a:gdLst/>
              <a:ahLst/>
              <a:cxnLst/>
              <a:rect l="l" t="t" r="r" b="b"/>
              <a:pathLst>
                <a:path w="5943" h="3418" extrusionOk="0">
                  <a:moveTo>
                    <a:pt x="2657" y="0"/>
                  </a:moveTo>
                  <a:cubicBezTo>
                    <a:pt x="2567" y="0"/>
                    <a:pt x="2479" y="54"/>
                    <a:pt x="2455" y="163"/>
                  </a:cubicBezTo>
                  <a:lnTo>
                    <a:pt x="1989" y="2411"/>
                  </a:lnTo>
                  <a:lnTo>
                    <a:pt x="1581" y="1148"/>
                  </a:lnTo>
                  <a:cubicBezTo>
                    <a:pt x="1548" y="1054"/>
                    <a:pt x="1464" y="1006"/>
                    <a:pt x="1381" y="1006"/>
                  </a:cubicBezTo>
                  <a:cubicBezTo>
                    <a:pt x="1306" y="1006"/>
                    <a:pt x="1233" y="1044"/>
                    <a:pt x="1196" y="1124"/>
                  </a:cubicBezTo>
                  <a:lnTo>
                    <a:pt x="682" y="2238"/>
                  </a:lnTo>
                  <a:lnTo>
                    <a:pt x="269" y="2238"/>
                  </a:lnTo>
                  <a:cubicBezTo>
                    <a:pt x="0" y="2238"/>
                    <a:pt x="0" y="2647"/>
                    <a:pt x="269" y="2647"/>
                  </a:cubicBezTo>
                  <a:lnTo>
                    <a:pt x="817" y="2647"/>
                  </a:lnTo>
                  <a:cubicBezTo>
                    <a:pt x="898" y="2647"/>
                    <a:pt x="971" y="2599"/>
                    <a:pt x="1004" y="2526"/>
                  </a:cubicBezTo>
                  <a:lnTo>
                    <a:pt x="1350" y="1772"/>
                  </a:lnTo>
                  <a:lnTo>
                    <a:pt x="1840" y="3276"/>
                  </a:lnTo>
                  <a:cubicBezTo>
                    <a:pt x="1872" y="3371"/>
                    <a:pt x="1953" y="3417"/>
                    <a:pt x="2035" y="3417"/>
                  </a:cubicBezTo>
                  <a:cubicBezTo>
                    <a:pt x="2125" y="3417"/>
                    <a:pt x="2216" y="3361"/>
                    <a:pt x="2239" y="3252"/>
                  </a:cubicBezTo>
                  <a:lnTo>
                    <a:pt x="2638" y="1335"/>
                  </a:lnTo>
                  <a:lnTo>
                    <a:pt x="2801" y="2339"/>
                  </a:lnTo>
                  <a:cubicBezTo>
                    <a:pt x="2820" y="2440"/>
                    <a:pt x="2907" y="2512"/>
                    <a:pt x="3007" y="2512"/>
                  </a:cubicBezTo>
                  <a:lnTo>
                    <a:pt x="3800" y="2512"/>
                  </a:lnTo>
                  <a:cubicBezTo>
                    <a:pt x="3901" y="2512"/>
                    <a:pt x="3987" y="2445"/>
                    <a:pt x="4007" y="2344"/>
                  </a:cubicBezTo>
                  <a:lnTo>
                    <a:pt x="4098" y="1820"/>
                  </a:lnTo>
                  <a:lnTo>
                    <a:pt x="4353" y="2978"/>
                  </a:lnTo>
                  <a:cubicBezTo>
                    <a:pt x="4376" y="3083"/>
                    <a:pt x="4466" y="3140"/>
                    <a:pt x="4557" y="3140"/>
                  </a:cubicBezTo>
                  <a:cubicBezTo>
                    <a:pt x="4631" y="3140"/>
                    <a:pt x="4705" y="3102"/>
                    <a:pt x="4742" y="3021"/>
                  </a:cubicBezTo>
                  <a:lnTo>
                    <a:pt x="4996" y="2478"/>
                  </a:lnTo>
                  <a:lnTo>
                    <a:pt x="5669" y="2478"/>
                  </a:lnTo>
                  <a:cubicBezTo>
                    <a:pt x="5943" y="2478"/>
                    <a:pt x="5943" y="2070"/>
                    <a:pt x="5669" y="2070"/>
                  </a:cubicBezTo>
                  <a:lnTo>
                    <a:pt x="4867" y="2070"/>
                  </a:lnTo>
                  <a:cubicBezTo>
                    <a:pt x="4679" y="2070"/>
                    <a:pt x="4655" y="2253"/>
                    <a:pt x="4622" y="2305"/>
                  </a:cubicBezTo>
                  <a:lnTo>
                    <a:pt x="4276" y="739"/>
                  </a:lnTo>
                  <a:cubicBezTo>
                    <a:pt x="4252" y="631"/>
                    <a:pt x="4163" y="577"/>
                    <a:pt x="4074" y="577"/>
                  </a:cubicBezTo>
                  <a:cubicBezTo>
                    <a:pt x="3982" y="577"/>
                    <a:pt x="3889" y="634"/>
                    <a:pt x="3867" y="749"/>
                  </a:cubicBezTo>
                  <a:lnTo>
                    <a:pt x="3622" y="2109"/>
                  </a:lnTo>
                  <a:lnTo>
                    <a:pt x="3171" y="2109"/>
                  </a:lnTo>
                  <a:lnTo>
                    <a:pt x="2863" y="172"/>
                  </a:lnTo>
                  <a:cubicBezTo>
                    <a:pt x="2841" y="58"/>
                    <a:pt x="2749" y="0"/>
                    <a:pt x="2657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82" name="Google Shape;8982;p69"/>
            <p:cNvSpPr/>
            <p:nvPr/>
          </p:nvSpPr>
          <p:spPr>
            <a:xfrm>
              <a:off x="6630645" y="2040338"/>
              <a:ext cx="368536" cy="246275"/>
            </a:xfrm>
            <a:custGeom>
              <a:avLst/>
              <a:gdLst/>
              <a:ahLst/>
              <a:cxnLst/>
              <a:rect l="l" t="t" r="r" b="b"/>
              <a:pathLst>
                <a:path w="14077" h="9407" extrusionOk="0">
                  <a:moveTo>
                    <a:pt x="4002" y="8748"/>
                  </a:moveTo>
                  <a:lnTo>
                    <a:pt x="4002" y="8993"/>
                  </a:lnTo>
                  <a:lnTo>
                    <a:pt x="1936" y="8993"/>
                  </a:lnTo>
                  <a:lnTo>
                    <a:pt x="1936" y="8748"/>
                  </a:lnTo>
                  <a:close/>
                  <a:moveTo>
                    <a:pt x="12135" y="8748"/>
                  </a:moveTo>
                  <a:lnTo>
                    <a:pt x="12135" y="8993"/>
                  </a:lnTo>
                  <a:lnTo>
                    <a:pt x="10074" y="8993"/>
                  </a:lnTo>
                  <a:lnTo>
                    <a:pt x="10074" y="8748"/>
                  </a:lnTo>
                  <a:close/>
                  <a:moveTo>
                    <a:pt x="668" y="0"/>
                  </a:moveTo>
                  <a:cubicBezTo>
                    <a:pt x="298" y="0"/>
                    <a:pt x="0" y="303"/>
                    <a:pt x="0" y="668"/>
                  </a:cubicBezTo>
                  <a:lnTo>
                    <a:pt x="0" y="8080"/>
                  </a:lnTo>
                  <a:cubicBezTo>
                    <a:pt x="0" y="8446"/>
                    <a:pt x="298" y="8748"/>
                    <a:pt x="668" y="8748"/>
                  </a:cubicBezTo>
                  <a:lnTo>
                    <a:pt x="1528" y="8748"/>
                  </a:lnTo>
                  <a:lnTo>
                    <a:pt x="1528" y="9200"/>
                  </a:lnTo>
                  <a:cubicBezTo>
                    <a:pt x="1528" y="9315"/>
                    <a:pt x="1619" y="9406"/>
                    <a:pt x="1730" y="9406"/>
                  </a:cubicBezTo>
                  <a:lnTo>
                    <a:pt x="4204" y="9406"/>
                  </a:lnTo>
                  <a:cubicBezTo>
                    <a:pt x="4319" y="9406"/>
                    <a:pt x="4411" y="9315"/>
                    <a:pt x="4411" y="9200"/>
                  </a:cubicBezTo>
                  <a:lnTo>
                    <a:pt x="4411" y="8748"/>
                  </a:lnTo>
                  <a:lnTo>
                    <a:pt x="9661" y="8748"/>
                  </a:lnTo>
                  <a:lnTo>
                    <a:pt x="9661" y="9200"/>
                  </a:lnTo>
                  <a:cubicBezTo>
                    <a:pt x="9661" y="9315"/>
                    <a:pt x="9753" y="9406"/>
                    <a:pt x="9868" y="9406"/>
                  </a:cubicBezTo>
                  <a:lnTo>
                    <a:pt x="12342" y="9406"/>
                  </a:lnTo>
                  <a:cubicBezTo>
                    <a:pt x="12457" y="9406"/>
                    <a:pt x="12549" y="9315"/>
                    <a:pt x="12549" y="9200"/>
                  </a:cubicBezTo>
                  <a:lnTo>
                    <a:pt x="12549" y="8748"/>
                  </a:lnTo>
                  <a:lnTo>
                    <a:pt x="13404" y="8748"/>
                  </a:lnTo>
                  <a:cubicBezTo>
                    <a:pt x="13774" y="8748"/>
                    <a:pt x="14071" y="8446"/>
                    <a:pt x="14071" y="8080"/>
                  </a:cubicBezTo>
                  <a:lnTo>
                    <a:pt x="14071" y="668"/>
                  </a:lnTo>
                  <a:cubicBezTo>
                    <a:pt x="14076" y="303"/>
                    <a:pt x="13778" y="0"/>
                    <a:pt x="13408" y="0"/>
                  </a:cubicBezTo>
                  <a:lnTo>
                    <a:pt x="9253" y="0"/>
                  </a:lnTo>
                  <a:cubicBezTo>
                    <a:pt x="8984" y="0"/>
                    <a:pt x="8984" y="413"/>
                    <a:pt x="9253" y="413"/>
                  </a:cubicBezTo>
                  <a:lnTo>
                    <a:pt x="13408" y="413"/>
                  </a:lnTo>
                  <a:cubicBezTo>
                    <a:pt x="13411" y="413"/>
                    <a:pt x="13414" y="413"/>
                    <a:pt x="13417" y="413"/>
                  </a:cubicBezTo>
                  <a:cubicBezTo>
                    <a:pt x="13552" y="413"/>
                    <a:pt x="13663" y="527"/>
                    <a:pt x="13663" y="668"/>
                  </a:cubicBezTo>
                  <a:lnTo>
                    <a:pt x="13663" y="8076"/>
                  </a:lnTo>
                  <a:cubicBezTo>
                    <a:pt x="13663" y="8215"/>
                    <a:pt x="13548" y="8330"/>
                    <a:pt x="13408" y="8330"/>
                  </a:cubicBezTo>
                  <a:lnTo>
                    <a:pt x="663" y="8330"/>
                  </a:lnTo>
                  <a:cubicBezTo>
                    <a:pt x="524" y="8330"/>
                    <a:pt x="409" y="8215"/>
                    <a:pt x="409" y="8076"/>
                  </a:cubicBezTo>
                  <a:lnTo>
                    <a:pt x="409" y="668"/>
                  </a:lnTo>
                  <a:cubicBezTo>
                    <a:pt x="409" y="527"/>
                    <a:pt x="519" y="413"/>
                    <a:pt x="655" y="413"/>
                  </a:cubicBezTo>
                  <a:cubicBezTo>
                    <a:pt x="658" y="413"/>
                    <a:pt x="661" y="413"/>
                    <a:pt x="663" y="413"/>
                  </a:cubicBezTo>
                  <a:lnTo>
                    <a:pt x="8359" y="413"/>
                  </a:lnTo>
                  <a:cubicBezTo>
                    <a:pt x="8633" y="413"/>
                    <a:pt x="8633" y="0"/>
                    <a:pt x="8359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83" name="Google Shape;8983;p69"/>
            <p:cNvSpPr/>
            <p:nvPr/>
          </p:nvSpPr>
          <p:spPr>
            <a:xfrm>
              <a:off x="6655411" y="2068376"/>
              <a:ext cx="200146" cy="172709"/>
            </a:xfrm>
            <a:custGeom>
              <a:avLst/>
              <a:gdLst/>
              <a:ahLst/>
              <a:cxnLst/>
              <a:rect l="l" t="t" r="r" b="b"/>
              <a:pathLst>
                <a:path w="7645" h="6597" extrusionOk="0">
                  <a:moveTo>
                    <a:pt x="207" y="0"/>
                  </a:moveTo>
                  <a:cubicBezTo>
                    <a:pt x="92" y="0"/>
                    <a:pt x="1" y="92"/>
                    <a:pt x="1" y="207"/>
                  </a:cubicBezTo>
                  <a:lnTo>
                    <a:pt x="1" y="2047"/>
                  </a:lnTo>
                  <a:cubicBezTo>
                    <a:pt x="1" y="2184"/>
                    <a:pt x="104" y="2252"/>
                    <a:pt x="207" y="2252"/>
                  </a:cubicBezTo>
                  <a:cubicBezTo>
                    <a:pt x="311" y="2252"/>
                    <a:pt x="414" y="2184"/>
                    <a:pt x="414" y="2047"/>
                  </a:cubicBezTo>
                  <a:lnTo>
                    <a:pt x="414" y="414"/>
                  </a:lnTo>
                  <a:lnTo>
                    <a:pt x="7231" y="414"/>
                  </a:lnTo>
                  <a:lnTo>
                    <a:pt x="7231" y="6188"/>
                  </a:lnTo>
                  <a:lnTo>
                    <a:pt x="414" y="6188"/>
                  </a:lnTo>
                  <a:lnTo>
                    <a:pt x="414" y="2984"/>
                  </a:lnTo>
                  <a:cubicBezTo>
                    <a:pt x="414" y="2868"/>
                    <a:pt x="323" y="2777"/>
                    <a:pt x="207" y="2777"/>
                  </a:cubicBezTo>
                  <a:cubicBezTo>
                    <a:pt x="92" y="2777"/>
                    <a:pt x="1" y="2868"/>
                    <a:pt x="1" y="2984"/>
                  </a:cubicBezTo>
                  <a:lnTo>
                    <a:pt x="1" y="6395"/>
                  </a:lnTo>
                  <a:cubicBezTo>
                    <a:pt x="1" y="6505"/>
                    <a:pt x="92" y="6596"/>
                    <a:pt x="207" y="6596"/>
                  </a:cubicBezTo>
                  <a:lnTo>
                    <a:pt x="7442" y="6596"/>
                  </a:lnTo>
                  <a:cubicBezTo>
                    <a:pt x="7553" y="6596"/>
                    <a:pt x="7644" y="6505"/>
                    <a:pt x="7644" y="6395"/>
                  </a:cubicBezTo>
                  <a:lnTo>
                    <a:pt x="7644" y="207"/>
                  </a:lnTo>
                  <a:cubicBezTo>
                    <a:pt x="7644" y="92"/>
                    <a:pt x="7553" y="0"/>
                    <a:pt x="7442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984" name="Google Shape;8984;p69"/>
          <p:cNvGrpSpPr/>
          <p:nvPr/>
        </p:nvGrpSpPr>
        <p:grpSpPr>
          <a:xfrm>
            <a:off x="4642842" y="2139222"/>
            <a:ext cx="276578" cy="252644"/>
            <a:chOff x="6190455" y="1995046"/>
            <a:chExt cx="368771" cy="336858"/>
          </a:xfrm>
        </p:grpSpPr>
        <p:sp>
          <p:nvSpPr>
            <p:cNvPr id="8985" name="Google Shape;8985;p69"/>
            <p:cNvSpPr/>
            <p:nvPr/>
          </p:nvSpPr>
          <p:spPr>
            <a:xfrm>
              <a:off x="6195979" y="2084477"/>
              <a:ext cx="200644" cy="241877"/>
            </a:xfrm>
            <a:custGeom>
              <a:avLst/>
              <a:gdLst/>
              <a:ahLst/>
              <a:cxnLst/>
              <a:rect l="l" t="t" r="r" b="b"/>
              <a:pathLst>
                <a:path w="7664" h="9239" extrusionOk="0">
                  <a:moveTo>
                    <a:pt x="889" y="0"/>
                  </a:moveTo>
                  <a:cubicBezTo>
                    <a:pt x="399" y="0"/>
                    <a:pt x="1" y="399"/>
                    <a:pt x="1" y="889"/>
                  </a:cubicBezTo>
                  <a:lnTo>
                    <a:pt x="1" y="8350"/>
                  </a:lnTo>
                  <a:cubicBezTo>
                    <a:pt x="1" y="8840"/>
                    <a:pt x="399" y="9238"/>
                    <a:pt x="889" y="9238"/>
                  </a:cubicBezTo>
                  <a:lnTo>
                    <a:pt x="6779" y="9238"/>
                  </a:lnTo>
                  <a:cubicBezTo>
                    <a:pt x="7183" y="9238"/>
                    <a:pt x="7538" y="8960"/>
                    <a:pt x="7639" y="8566"/>
                  </a:cubicBezTo>
                  <a:cubicBezTo>
                    <a:pt x="6361" y="7461"/>
                    <a:pt x="6371" y="5477"/>
                    <a:pt x="7663" y="4386"/>
                  </a:cubicBezTo>
                  <a:lnTo>
                    <a:pt x="7663" y="889"/>
                  </a:lnTo>
                  <a:cubicBezTo>
                    <a:pt x="7663" y="399"/>
                    <a:pt x="7264" y="0"/>
                    <a:pt x="6774" y="0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86" name="Google Shape;8986;p69"/>
            <p:cNvSpPr/>
            <p:nvPr/>
          </p:nvSpPr>
          <p:spPr>
            <a:xfrm>
              <a:off x="6195979" y="2084477"/>
              <a:ext cx="200644" cy="241877"/>
            </a:xfrm>
            <a:custGeom>
              <a:avLst/>
              <a:gdLst/>
              <a:ahLst/>
              <a:cxnLst/>
              <a:rect l="l" t="t" r="r" b="b"/>
              <a:pathLst>
                <a:path w="7664" h="9239" extrusionOk="0">
                  <a:moveTo>
                    <a:pt x="5" y="7466"/>
                  </a:moveTo>
                  <a:cubicBezTo>
                    <a:pt x="5" y="7472"/>
                    <a:pt x="5" y="7478"/>
                    <a:pt x="5" y="7483"/>
                  </a:cubicBezTo>
                  <a:lnTo>
                    <a:pt x="5" y="7483"/>
                  </a:lnTo>
                  <a:lnTo>
                    <a:pt x="5" y="7466"/>
                  </a:lnTo>
                  <a:close/>
                  <a:moveTo>
                    <a:pt x="6116" y="0"/>
                  </a:moveTo>
                  <a:cubicBezTo>
                    <a:pt x="6611" y="0"/>
                    <a:pt x="7010" y="399"/>
                    <a:pt x="7010" y="889"/>
                  </a:cubicBezTo>
                  <a:lnTo>
                    <a:pt x="7010" y="3940"/>
                  </a:lnTo>
                  <a:cubicBezTo>
                    <a:pt x="7005" y="4079"/>
                    <a:pt x="6957" y="4209"/>
                    <a:pt x="6870" y="4314"/>
                  </a:cubicBezTo>
                  <a:cubicBezTo>
                    <a:pt x="6597" y="4641"/>
                    <a:pt x="6385" y="5011"/>
                    <a:pt x="6251" y="5414"/>
                  </a:cubicBezTo>
                  <a:cubicBezTo>
                    <a:pt x="5953" y="6101"/>
                    <a:pt x="5953" y="6880"/>
                    <a:pt x="6251" y="7571"/>
                  </a:cubicBezTo>
                  <a:cubicBezTo>
                    <a:pt x="6251" y="7571"/>
                    <a:pt x="6251" y="7571"/>
                    <a:pt x="6251" y="7576"/>
                  </a:cubicBezTo>
                  <a:cubicBezTo>
                    <a:pt x="6385" y="7956"/>
                    <a:pt x="6107" y="8355"/>
                    <a:pt x="5698" y="8355"/>
                  </a:cubicBezTo>
                  <a:lnTo>
                    <a:pt x="894" y="8355"/>
                  </a:lnTo>
                  <a:cubicBezTo>
                    <a:pt x="405" y="8355"/>
                    <a:pt x="10" y="7970"/>
                    <a:pt x="5" y="7483"/>
                  </a:cubicBezTo>
                  <a:lnTo>
                    <a:pt x="5" y="7483"/>
                  </a:lnTo>
                  <a:lnTo>
                    <a:pt x="5" y="8355"/>
                  </a:lnTo>
                  <a:cubicBezTo>
                    <a:pt x="1" y="8842"/>
                    <a:pt x="395" y="9238"/>
                    <a:pt x="885" y="9238"/>
                  </a:cubicBezTo>
                  <a:cubicBezTo>
                    <a:pt x="888" y="9238"/>
                    <a:pt x="891" y="9238"/>
                    <a:pt x="894" y="9238"/>
                  </a:cubicBezTo>
                  <a:lnTo>
                    <a:pt x="6779" y="9238"/>
                  </a:lnTo>
                  <a:cubicBezTo>
                    <a:pt x="6784" y="9239"/>
                    <a:pt x="6789" y="9239"/>
                    <a:pt x="6794" y="9239"/>
                  </a:cubicBezTo>
                  <a:cubicBezTo>
                    <a:pt x="7062" y="9239"/>
                    <a:pt x="7320" y="9110"/>
                    <a:pt x="7480" y="8893"/>
                  </a:cubicBezTo>
                  <a:cubicBezTo>
                    <a:pt x="7480" y="8888"/>
                    <a:pt x="7485" y="8888"/>
                    <a:pt x="7485" y="8888"/>
                  </a:cubicBezTo>
                  <a:lnTo>
                    <a:pt x="7504" y="8859"/>
                  </a:lnTo>
                  <a:cubicBezTo>
                    <a:pt x="7509" y="8859"/>
                    <a:pt x="7509" y="8859"/>
                    <a:pt x="7509" y="8854"/>
                  </a:cubicBezTo>
                  <a:cubicBezTo>
                    <a:pt x="7514" y="8845"/>
                    <a:pt x="7519" y="8840"/>
                    <a:pt x="7524" y="8830"/>
                  </a:cubicBezTo>
                  <a:cubicBezTo>
                    <a:pt x="7524" y="8830"/>
                    <a:pt x="7524" y="8825"/>
                    <a:pt x="7529" y="8821"/>
                  </a:cubicBezTo>
                  <a:cubicBezTo>
                    <a:pt x="7533" y="8821"/>
                    <a:pt x="7538" y="8806"/>
                    <a:pt x="7543" y="8801"/>
                  </a:cubicBezTo>
                  <a:cubicBezTo>
                    <a:pt x="7543" y="8792"/>
                    <a:pt x="7543" y="8792"/>
                    <a:pt x="7548" y="8792"/>
                  </a:cubicBezTo>
                  <a:cubicBezTo>
                    <a:pt x="7548" y="8782"/>
                    <a:pt x="7553" y="8772"/>
                    <a:pt x="7562" y="8768"/>
                  </a:cubicBezTo>
                  <a:cubicBezTo>
                    <a:pt x="7562" y="8763"/>
                    <a:pt x="7562" y="8763"/>
                    <a:pt x="7567" y="8753"/>
                  </a:cubicBezTo>
                  <a:cubicBezTo>
                    <a:pt x="7572" y="8748"/>
                    <a:pt x="7572" y="8739"/>
                    <a:pt x="7577" y="8734"/>
                  </a:cubicBezTo>
                  <a:cubicBezTo>
                    <a:pt x="7577" y="8729"/>
                    <a:pt x="7577" y="8724"/>
                    <a:pt x="7581" y="8720"/>
                  </a:cubicBezTo>
                  <a:cubicBezTo>
                    <a:pt x="7586" y="8715"/>
                    <a:pt x="7586" y="8705"/>
                    <a:pt x="7591" y="8700"/>
                  </a:cubicBezTo>
                  <a:cubicBezTo>
                    <a:pt x="7596" y="8691"/>
                    <a:pt x="7596" y="8686"/>
                    <a:pt x="7596" y="8686"/>
                  </a:cubicBezTo>
                  <a:cubicBezTo>
                    <a:pt x="7601" y="8676"/>
                    <a:pt x="7601" y="8672"/>
                    <a:pt x="7605" y="8662"/>
                  </a:cubicBezTo>
                  <a:cubicBezTo>
                    <a:pt x="7605" y="8662"/>
                    <a:pt x="7605" y="8652"/>
                    <a:pt x="7610" y="8652"/>
                  </a:cubicBezTo>
                  <a:cubicBezTo>
                    <a:pt x="7610" y="8643"/>
                    <a:pt x="7615" y="8633"/>
                    <a:pt x="7615" y="8624"/>
                  </a:cubicBezTo>
                  <a:cubicBezTo>
                    <a:pt x="7620" y="8624"/>
                    <a:pt x="7620" y="8619"/>
                    <a:pt x="7620" y="8614"/>
                  </a:cubicBezTo>
                  <a:lnTo>
                    <a:pt x="7629" y="8575"/>
                  </a:lnTo>
                  <a:lnTo>
                    <a:pt x="7538" y="8499"/>
                  </a:lnTo>
                  <a:lnTo>
                    <a:pt x="7529" y="8489"/>
                  </a:lnTo>
                  <a:lnTo>
                    <a:pt x="7447" y="8407"/>
                  </a:lnTo>
                  <a:lnTo>
                    <a:pt x="7437" y="8393"/>
                  </a:lnTo>
                  <a:cubicBezTo>
                    <a:pt x="7408" y="8364"/>
                    <a:pt x="7384" y="8335"/>
                    <a:pt x="7356" y="8306"/>
                  </a:cubicBezTo>
                  <a:cubicBezTo>
                    <a:pt x="7356" y="8306"/>
                    <a:pt x="7351" y="8302"/>
                    <a:pt x="7351" y="8297"/>
                  </a:cubicBezTo>
                  <a:cubicBezTo>
                    <a:pt x="7322" y="8268"/>
                    <a:pt x="7298" y="8239"/>
                    <a:pt x="7274" y="8206"/>
                  </a:cubicBezTo>
                  <a:cubicBezTo>
                    <a:pt x="6352" y="7038"/>
                    <a:pt x="6520" y="5352"/>
                    <a:pt x="7653" y="4396"/>
                  </a:cubicBezTo>
                  <a:lnTo>
                    <a:pt x="7653" y="899"/>
                  </a:lnTo>
                  <a:cubicBezTo>
                    <a:pt x="7663" y="409"/>
                    <a:pt x="7269" y="0"/>
                    <a:pt x="6779" y="0"/>
                  </a:cubicBezTo>
                  <a:close/>
                </a:path>
              </a:pathLst>
            </a:custGeom>
            <a:solidFill>
              <a:srgbClr val="49627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87" name="Google Shape;8987;p69"/>
            <p:cNvSpPr/>
            <p:nvPr/>
          </p:nvSpPr>
          <p:spPr>
            <a:xfrm>
              <a:off x="6241506" y="2062852"/>
              <a:ext cx="109956" cy="21651"/>
            </a:xfrm>
            <a:custGeom>
              <a:avLst/>
              <a:gdLst/>
              <a:ahLst/>
              <a:cxnLst/>
              <a:rect l="l" t="t" r="r" b="b"/>
              <a:pathLst>
                <a:path w="4200" h="827" extrusionOk="0">
                  <a:moveTo>
                    <a:pt x="1" y="0"/>
                  </a:moveTo>
                  <a:lnTo>
                    <a:pt x="1" y="826"/>
                  </a:lnTo>
                  <a:lnTo>
                    <a:pt x="4199" y="826"/>
                  </a:lnTo>
                  <a:lnTo>
                    <a:pt x="4199" y="0"/>
                  </a:lnTo>
                  <a:close/>
                </a:path>
              </a:pathLst>
            </a:custGeom>
            <a:solidFill>
              <a:srgbClr val="51667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88" name="Google Shape;8988;p69"/>
            <p:cNvSpPr/>
            <p:nvPr/>
          </p:nvSpPr>
          <p:spPr>
            <a:xfrm>
              <a:off x="6323004" y="2062852"/>
              <a:ext cx="28327" cy="21651"/>
            </a:xfrm>
            <a:custGeom>
              <a:avLst/>
              <a:gdLst/>
              <a:ahLst/>
              <a:cxnLst/>
              <a:rect l="l" t="t" r="r" b="b"/>
              <a:pathLst>
                <a:path w="1082" h="827" extrusionOk="0">
                  <a:moveTo>
                    <a:pt x="1" y="0"/>
                  </a:moveTo>
                  <a:lnTo>
                    <a:pt x="1" y="826"/>
                  </a:lnTo>
                  <a:lnTo>
                    <a:pt x="1082" y="82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39516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89" name="Google Shape;8989;p69"/>
            <p:cNvSpPr/>
            <p:nvPr/>
          </p:nvSpPr>
          <p:spPr>
            <a:xfrm>
              <a:off x="6218624" y="2000701"/>
              <a:ext cx="155588" cy="62282"/>
            </a:xfrm>
            <a:custGeom>
              <a:avLst/>
              <a:gdLst/>
              <a:ahLst/>
              <a:cxnLst/>
              <a:rect l="l" t="t" r="r" b="b"/>
              <a:pathLst>
                <a:path w="5943" h="2379" extrusionOk="0">
                  <a:moveTo>
                    <a:pt x="0" y="1"/>
                  </a:moveTo>
                  <a:lnTo>
                    <a:pt x="0" y="1187"/>
                  </a:lnTo>
                  <a:lnTo>
                    <a:pt x="0" y="2379"/>
                  </a:lnTo>
                  <a:lnTo>
                    <a:pt x="5943" y="2379"/>
                  </a:lnTo>
                  <a:lnTo>
                    <a:pt x="5943" y="1"/>
                  </a:ln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90" name="Google Shape;8990;p69"/>
            <p:cNvSpPr/>
            <p:nvPr/>
          </p:nvSpPr>
          <p:spPr>
            <a:xfrm>
              <a:off x="6334968" y="2000701"/>
              <a:ext cx="39375" cy="62282"/>
            </a:xfrm>
            <a:custGeom>
              <a:avLst/>
              <a:gdLst/>
              <a:ahLst/>
              <a:cxnLst/>
              <a:rect l="l" t="t" r="r" b="b"/>
              <a:pathLst>
                <a:path w="1504" h="2379" extrusionOk="0">
                  <a:moveTo>
                    <a:pt x="0" y="1"/>
                  </a:moveTo>
                  <a:lnTo>
                    <a:pt x="0" y="2379"/>
                  </a:lnTo>
                  <a:lnTo>
                    <a:pt x="1504" y="2379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49627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91" name="Google Shape;8991;p69"/>
            <p:cNvSpPr/>
            <p:nvPr/>
          </p:nvSpPr>
          <p:spPr>
            <a:xfrm>
              <a:off x="6231452" y="2145084"/>
              <a:ext cx="125297" cy="120559"/>
            </a:xfrm>
            <a:custGeom>
              <a:avLst/>
              <a:gdLst/>
              <a:ahLst/>
              <a:cxnLst/>
              <a:rect l="l" t="t" r="r" b="b"/>
              <a:pathLst>
                <a:path w="4786" h="4605" extrusionOk="0">
                  <a:moveTo>
                    <a:pt x="2484" y="1"/>
                  </a:moveTo>
                  <a:cubicBezTo>
                    <a:pt x="1552" y="1"/>
                    <a:pt x="711" y="563"/>
                    <a:pt x="356" y="1423"/>
                  </a:cubicBezTo>
                  <a:cubicBezTo>
                    <a:pt x="0" y="2283"/>
                    <a:pt x="197" y="3272"/>
                    <a:pt x="855" y="3931"/>
                  </a:cubicBezTo>
                  <a:cubicBezTo>
                    <a:pt x="1296" y="4371"/>
                    <a:pt x="1885" y="4605"/>
                    <a:pt x="2484" y="4605"/>
                  </a:cubicBezTo>
                  <a:cubicBezTo>
                    <a:pt x="2780" y="4605"/>
                    <a:pt x="3079" y="4548"/>
                    <a:pt x="3363" y="4430"/>
                  </a:cubicBezTo>
                  <a:cubicBezTo>
                    <a:pt x="4223" y="4075"/>
                    <a:pt x="4785" y="3234"/>
                    <a:pt x="4785" y="2302"/>
                  </a:cubicBezTo>
                  <a:cubicBezTo>
                    <a:pt x="4785" y="1034"/>
                    <a:pt x="3752" y="1"/>
                    <a:pt x="2484" y="1"/>
                  </a:cubicBezTo>
                  <a:close/>
                </a:path>
              </a:pathLst>
            </a:custGeom>
            <a:solidFill>
              <a:srgbClr val="8195A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92" name="Google Shape;8992;p69"/>
            <p:cNvSpPr/>
            <p:nvPr/>
          </p:nvSpPr>
          <p:spPr>
            <a:xfrm>
              <a:off x="6246794" y="2155791"/>
              <a:ext cx="119014" cy="109904"/>
            </a:xfrm>
            <a:custGeom>
              <a:avLst/>
              <a:gdLst/>
              <a:ahLst/>
              <a:cxnLst/>
              <a:rect l="l" t="t" r="r" b="b"/>
              <a:pathLst>
                <a:path w="4546" h="4198" extrusionOk="0">
                  <a:moveTo>
                    <a:pt x="3205" y="0"/>
                  </a:moveTo>
                  <a:lnTo>
                    <a:pt x="3205" y="0"/>
                  </a:lnTo>
                  <a:cubicBezTo>
                    <a:pt x="3834" y="913"/>
                    <a:pt x="3724" y="2148"/>
                    <a:pt x="2936" y="2931"/>
                  </a:cubicBezTo>
                  <a:cubicBezTo>
                    <a:pt x="2492" y="3377"/>
                    <a:pt x="1903" y="3606"/>
                    <a:pt x="1309" y="3606"/>
                  </a:cubicBezTo>
                  <a:cubicBezTo>
                    <a:pt x="855" y="3606"/>
                    <a:pt x="398" y="3472"/>
                    <a:pt x="0" y="3200"/>
                  </a:cubicBezTo>
                  <a:lnTo>
                    <a:pt x="0" y="3200"/>
                  </a:lnTo>
                  <a:cubicBezTo>
                    <a:pt x="453" y="3857"/>
                    <a:pt x="1173" y="4197"/>
                    <a:pt x="1899" y="4197"/>
                  </a:cubicBezTo>
                  <a:cubicBezTo>
                    <a:pt x="2484" y="4197"/>
                    <a:pt x="3072" y="3976"/>
                    <a:pt x="3527" y="3522"/>
                  </a:cubicBezTo>
                  <a:cubicBezTo>
                    <a:pt x="4545" y="2503"/>
                    <a:pt x="4391" y="817"/>
                    <a:pt x="3205" y="0"/>
                  </a:cubicBezTo>
                  <a:close/>
                </a:path>
              </a:pathLst>
            </a:custGeom>
            <a:solidFill>
              <a:srgbClr val="798FA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93" name="Google Shape;8993;p69"/>
            <p:cNvSpPr/>
            <p:nvPr/>
          </p:nvSpPr>
          <p:spPr>
            <a:xfrm>
              <a:off x="6365389" y="2182312"/>
              <a:ext cx="149828" cy="144016"/>
            </a:xfrm>
            <a:custGeom>
              <a:avLst/>
              <a:gdLst/>
              <a:ahLst/>
              <a:cxnLst/>
              <a:rect l="l" t="t" r="r" b="b"/>
              <a:pathLst>
                <a:path w="5723" h="5501" extrusionOk="0">
                  <a:moveTo>
                    <a:pt x="2970" y="1"/>
                  </a:moveTo>
                  <a:cubicBezTo>
                    <a:pt x="1855" y="1"/>
                    <a:pt x="851" y="669"/>
                    <a:pt x="423" y="1697"/>
                  </a:cubicBezTo>
                  <a:cubicBezTo>
                    <a:pt x="1" y="2725"/>
                    <a:pt x="236" y="3911"/>
                    <a:pt x="1024" y="4699"/>
                  </a:cubicBezTo>
                  <a:cubicBezTo>
                    <a:pt x="1550" y="5222"/>
                    <a:pt x="2252" y="5501"/>
                    <a:pt x="2967" y="5501"/>
                  </a:cubicBezTo>
                  <a:cubicBezTo>
                    <a:pt x="3322" y="5501"/>
                    <a:pt x="3680" y="5432"/>
                    <a:pt x="4022" y="5290"/>
                  </a:cubicBezTo>
                  <a:cubicBezTo>
                    <a:pt x="5050" y="4867"/>
                    <a:pt x="5722" y="3863"/>
                    <a:pt x="5722" y="2749"/>
                  </a:cubicBezTo>
                  <a:cubicBezTo>
                    <a:pt x="5717" y="1231"/>
                    <a:pt x="4488" y="1"/>
                    <a:pt x="2970" y="1"/>
                  </a:cubicBez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94" name="Google Shape;8994;p69"/>
            <p:cNvSpPr/>
            <p:nvPr/>
          </p:nvSpPr>
          <p:spPr>
            <a:xfrm>
              <a:off x="6385757" y="2196920"/>
              <a:ext cx="139147" cy="129460"/>
            </a:xfrm>
            <a:custGeom>
              <a:avLst/>
              <a:gdLst/>
              <a:ahLst/>
              <a:cxnLst/>
              <a:rect l="l" t="t" r="r" b="b"/>
              <a:pathLst>
                <a:path w="5315" h="4945" extrusionOk="0">
                  <a:moveTo>
                    <a:pt x="3854" y="0"/>
                  </a:moveTo>
                  <a:lnTo>
                    <a:pt x="3854" y="0"/>
                  </a:lnTo>
                  <a:cubicBezTo>
                    <a:pt x="4685" y="1095"/>
                    <a:pt x="4579" y="2638"/>
                    <a:pt x="3609" y="3613"/>
                  </a:cubicBezTo>
                  <a:cubicBezTo>
                    <a:pt x="3074" y="4145"/>
                    <a:pt x="2368" y="4417"/>
                    <a:pt x="1660" y="4417"/>
                  </a:cubicBezTo>
                  <a:cubicBezTo>
                    <a:pt x="1077" y="4417"/>
                    <a:pt x="493" y="4233"/>
                    <a:pt x="1" y="3858"/>
                  </a:cubicBezTo>
                  <a:lnTo>
                    <a:pt x="1" y="3858"/>
                  </a:lnTo>
                  <a:cubicBezTo>
                    <a:pt x="545" y="4576"/>
                    <a:pt x="1366" y="4945"/>
                    <a:pt x="2193" y="4945"/>
                  </a:cubicBezTo>
                  <a:cubicBezTo>
                    <a:pt x="2892" y="4945"/>
                    <a:pt x="3596" y="4681"/>
                    <a:pt x="4137" y="4141"/>
                  </a:cubicBezTo>
                  <a:cubicBezTo>
                    <a:pt x="5314" y="2959"/>
                    <a:pt x="5184" y="1009"/>
                    <a:pt x="3854" y="0"/>
                  </a:cubicBezTo>
                  <a:close/>
                </a:path>
              </a:pathLst>
            </a:custGeom>
            <a:solidFill>
              <a:srgbClr val="CCD6D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95" name="Google Shape;8995;p69"/>
            <p:cNvSpPr/>
            <p:nvPr/>
          </p:nvSpPr>
          <p:spPr>
            <a:xfrm>
              <a:off x="6393690" y="2204329"/>
              <a:ext cx="108202" cy="108202"/>
            </a:xfrm>
            <a:custGeom>
              <a:avLst/>
              <a:gdLst/>
              <a:ahLst/>
              <a:cxnLst/>
              <a:rect l="l" t="t" r="r" b="b"/>
              <a:pathLst>
                <a:path w="4133" h="4133" extrusionOk="0">
                  <a:moveTo>
                    <a:pt x="3882" y="1"/>
                  </a:moveTo>
                  <a:cubicBezTo>
                    <a:pt x="3868" y="10"/>
                    <a:pt x="3849" y="20"/>
                    <a:pt x="3834" y="34"/>
                  </a:cubicBezTo>
                  <a:lnTo>
                    <a:pt x="39" y="3829"/>
                  </a:lnTo>
                  <a:cubicBezTo>
                    <a:pt x="25" y="3849"/>
                    <a:pt x="10" y="3863"/>
                    <a:pt x="1" y="3882"/>
                  </a:cubicBezTo>
                  <a:cubicBezTo>
                    <a:pt x="106" y="3973"/>
                    <a:pt x="222" y="4055"/>
                    <a:pt x="337" y="4132"/>
                  </a:cubicBezTo>
                  <a:lnTo>
                    <a:pt x="4132" y="337"/>
                  </a:lnTo>
                  <a:cubicBezTo>
                    <a:pt x="4055" y="217"/>
                    <a:pt x="3973" y="106"/>
                    <a:pt x="3882" y="1"/>
                  </a:cubicBezTo>
                  <a:close/>
                </a:path>
              </a:pathLst>
            </a:custGeom>
            <a:solidFill>
              <a:srgbClr val="CCD6D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96" name="Google Shape;8996;p69"/>
            <p:cNvSpPr/>
            <p:nvPr/>
          </p:nvSpPr>
          <p:spPr>
            <a:xfrm>
              <a:off x="6442228" y="2092279"/>
              <a:ext cx="111474" cy="212555"/>
            </a:xfrm>
            <a:custGeom>
              <a:avLst/>
              <a:gdLst/>
              <a:ahLst/>
              <a:cxnLst/>
              <a:rect l="l" t="t" r="r" b="b"/>
              <a:pathLst>
                <a:path w="4258" h="8119" extrusionOk="0">
                  <a:moveTo>
                    <a:pt x="2184" y="1"/>
                  </a:moveTo>
                  <a:cubicBezTo>
                    <a:pt x="1980" y="1"/>
                    <a:pt x="1787" y="20"/>
                    <a:pt x="1762" y="20"/>
                  </a:cubicBezTo>
                  <a:cubicBezTo>
                    <a:pt x="1760" y="20"/>
                    <a:pt x="1759" y="20"/>
                    <a:pt x="1759" y="19"/>
                  </a:cubicBezTo>
                  <a:cubicBezTo>
                    <a:pt x="741" y="197"/>
                    <a:pt x="1" y="1081"/>
                    <a:pt x="6" y="2109"/>
                  </a:cubicBezTo>
                  <a:lnTo>
                    <a:pt x="6" y="3440"/>
                  </a:lnTo>
                  <a:lnTo>
                    <a:pt x="35" y="3440"/>
                  </a:lnTo>
                  <a:cubicBezTo>
                    <a:pt x="1139" y="3440"/>
                    <a:pt x="2139" y="4103"/>
                    <a:pt x="2571" y="5121"/>
                  </a:cubicBezTo>
                  <a:cubicBezTo>
                    <a:pt x="2999" y="6145"/>
                    <a:pt x="2773" y="7321"/>
                    <a:pt x="1999" y="8114"/>
                  </a:cubicBezTo>
                  <a:cubicBezTo>
                    <a:pt x="2043" y="8114"/>
                    <a:pt x="2086" y="8119"/>
                    <a:pt x="2129" y="8119"/>
                  </a:cubicBezTo>
                  <a:cubicBezTo>
                    <a:pt x="3306" y="8119"/>
                    <a:pt x="4257" y="7168"/>
                    <a:pt x="4257" y="5991"/>
                  </a:cubicBezTo>
                  <a:lnTo>
                    <a:pt x="4257" y="2114"/>
                  </a:lnTo>
                  <a:cubicBezTo>
                    <a:pt x="4257" y="1081"/>
                    <a:pt x="3517" y="202"/>
                    <a:pt x="2504" y="24"/>
                  </a:cubicBezTo>
                  <a:cubicBezTo>
                    <a:pt x="2411" y="6"/>
                    <a:pt x="2296" y="1"/>
                    <a:pt x="2184" y="1"/>
                  </a:cubicBezTo>
                  <a:close/>
                </a:path>
              </a:pathLst>
            </a:custGeom>
            <a:solidFill>
              <a:srgbClr val="B5C1C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97" name="Google Shape;8997;p69"/>
            <p:cNvSpPr/>
            <p:nvPr/>
          </p:nvSpPr>
          <p:spPr>
            <a:xfrm>
              <a:off x="6487650" y="2092907"/>
              <a:ext cx="66052" cy="211927"/>
            </a:xfrm>
            <a:custGeom>
              <a:avLst/>
              <a:gdLst/>
              <a:ahLst/>
              <a:cxnLst/>
              <a:rect l="l" t="t" r="r" b="b"/>
              <a:pathLst>
                <a:path w="2523" h="8095" extrusionOk="0">
                  <a:moveTo>
                    <a:pt x="0" y="0"/>
                  </a:moveTo>
                  <a:cubicBezTo>
                    <a:pt x="999" y="192"/>
                    <a:pt x="1730" y="1067"/>
                    <a:pt x="1730" y="2090"/>
                  </a:cubicBezTo>
                  <a:lnTo>
                    <a:pt x="1730" y="5967"/>
                  </a:lnTo>
                  <a:cubicBezTo>
                    <a:pt x="1730" y="6836"/>
                    <a:pt x="1206" y="7615"/>
                    <a:pt x="399" y="7936"/>
                  </a:cubicBezTo>
                  <a:cubicBezTo>
                    <a:pt x="356" y="7989"/>
                    <a:pt x="308" y="8042"/>
                    <a:pt x="264" y="8090"/>
                  </a:cubicBezTo>
                  <a:cubicBezTo>
                    <a:pt x="308" y="8095"/>
                    <a:pt x="351" y="8095"/>
                    <a:pt x="399" y="8095"/>
                  </a:cubicBezTo>
                  <a:cubicBezTo>
                    <a:pt x="1571" y="8095"/>
                    <a:pt x="2522" y="7144"/>
                    <a:pt x="2522" y="5967"/>
                  </a:cubicBezTo>
                  <a:lnTo>
                    <a:pt x="2522" y="2090"/>
                  </a:lnTo>
                  <a:cubicBezTo>
                    <a:pt x="2517" y="1062"/>
                    <a:pt x="1778" y="183"/>
                    <a:pt x="769" y="0"/>
                  </a:cubicBezTo>
                  <a:close/>
                </a:path>
              </a:pathLst>
            </a:custGeom>
            <a:solidFill>
              <a:srgbClr val="D0DAE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98" name="Google Shape;8998;p69"/>
            <p:cNvSpPr/>
            <p:nvPr/>
          </p:nvSpPr>
          <p:spPr>
            <a:xfrm>
              <a:off x="6488514" y="2198412"/>
              <a:ext cx="65188" cy="106422"/>
            </a:xfrm>
            <a:custGeom>
              <a:avLst/>
              <a:gdLst/>
              <a:ahLst/>
              <a:cxnLst/>
              <a:rect l="l" t="t" r="r" b="b"/>
              <a:pathLst>
                <a:path w="2490" h="4065" extrusionOk="0">
                  <a:moveTo>
                    <a:pt x="1" y="1"/>
                  </a:moveTo>
                  <a:cubicBezTo>
                    <a:pt x="1259" y="1019"/>
                    <a:pt x="1365" y="2902"/>
                    <a:pt x="231" y="4060"/>
                  </a:cubicBezTo>
                  <a:cubicBezTo>
                    <a:pt x="275" y="4065"/>
                    <a:pt x="318" y="4065"/>
                    <a:pt x="361" y="4065"/>
                  </a:cubicBezTo>
                  <a:cubicBezTo>
                    <a:pt x="1538" y="4065"/>
                    <a:pt x="2489" y="3114"/>
                    <a:pt x="2489" y="1937"/>
                  </a:cubicBezTo>
                  <a:lnTo>
                    <a:pt x="2489" y="1"/>
                  </a:lnTo>
                  <a:close/>
                </a:path>
              </a:pathLst>
            </a:custGeom>
            <a:solidFill>
              <a:srgbClr val="8195A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999" name="Google Shape;8999;p69"/>
            <p:cNvSpPr/>
            <p:nvPr/>
          </p:nvSpPr>
          <p:spPr>
            <a:xfrm>
              <a:off x="6494692" y="2198281"/>
              <a:ext cx="59141" cy="106448"/>
            </a:xfrm>
            <a:custGeom>
              <a:avLst/>
              <a:gdLst/>
              <a:ahLst/>
              <a:cxnLst/>
              <a:rect l="l" t="t" r="r" b="b"/>
              <a:pathLst>
                <a:path w="2259" h="4066" extrusionOk="0">
                  <a:moveTo>
                    <a:pt x="1465" y="1"/>
                  </a:moveTo>
                  <a:lnTo>
                    <a:pt x="1465" y="1942"/>
                  </a:lnTo>
                  <a:lnTo>
                    <a:pt x="1461" y="1942"/>
                  </a:lnTo>
                  <a:cubicBezTo>
                    <a:pt x="1461" y="2811"/>
                    <a:pt x="937" y="3590"/>
                    <a:pt x="135" y="3916"/>
                  </a:cubicBezTo>
                  <a:cubicBezTo>
                    <a:pt x="115" y="3935"/>
                    <a:pt x="91" y="3959"/>
                    <a:pt x="72" y="3983"/>
                  </a:cubicBezTo>
                  <a:lnTo>
                    <a:pt x="58" y="3998"/>
                  </a:lnTo>
                  <a:cubicBezTo>
                    <a:pt x="39" y="4017"/>
                    <a:pt x="19" y="4041"/>
                    <a:pt x="0" y="4060"/>
                  </a:cubicBezTo>
                  <a:cubicBezTo>
                    <a:pt x="43" y="4065"/>
                    <a:pt x="87" y="4065"/>
                    <a:pt x="130" y="4065"/>
                  </a:cubicBezTo>
                  <a:cubicBezTo>
                    <a:pt x="1307" y="4065"/>
                    <a:pt x="2258" y="3114"/>
                    <a:pt x="2258" y="1942"/>
                  </a:cubicBezTo>
                  <a:lnTo>
                    <a:pt x="2258" y="1"/>
                  </a:lnTo>
                  <a:close/>
                </a:path>
              </a:pathLst>
            </a:custGeom>
            <a:solidFill>
              <a:srgbClr val="748B9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00" name="Google Shape;9000;p69"/>
            <p:cNvSpPr/>
            <p:nvPr/>
          </p:nvSpPr>
          <p:spPr>
            <a:xfrm>
              <a:off x="6261036" y="2172573"/>
              <a:ext cx="70895" cy="65555"/>
            </a:xfrm>
            <a:custGeom>
              <a:avLst/>
              <a:gdLst/>
              <a:ahLst/>
              <a:cxnLst/>
              <a:rect l="l" t="t" r="r" b="b"/>
              <a:pathLst>
                <a:path w="2708" h="2504" extrusionOk="0">
                  <a:moveTo>
                    <a:pt x="1354" y="1"/>
                  </a:moveTo>
                  <a:cubicBezTo>
                    <a:pt x="1253" y="1"/>
                    <a:pt x="1152" y="65"/>
                    <a:pt x="1143" y="195"/>
                  </a:cubicBezTo>
                  <a:lnTo>
                    <a:pt x="1143" y="1041"/>
                  </a:lnTo>
                  <a:lnTo>
                    <a:pt x="297" y="1041"/>
                  </a:lnTo>
                  <a:cubicBezTo>
                    <a:pt x="291" y="1040"/>
                    <a:pt x="285" y="1040"/>
                    <a:pt x="279" y="1040"/>
                  </a:cubicBezTo>
                  <a:cubicBezTo>
                    <a:pt x="2" y="1040"/>
                    <a:pt x="0" y="1464"/>
                    <a:pt x="275" y="1464"/>
                  </a:cubicBezTo>
                  <a:cubicBezTo>
                    <a:pt x="282" y="1464"/>
                    <a:pt x="290" y="1464"/>
                    <a:pt x="297" y="1463"/>
                  </a:cubicBezTo>
                  <a:lnTo>
                    <a:pt x="1143" y="1463"/>
                  </a:lnTo>
                  <a:lnTo>
                    <a:pt x="1143" y="2309"/>
                  </a:lnTo>
                  <a:cubicBezTo>
                    <a:pt x="1152" y="2439"/>
                    <a:pt x="1253" y="2503"/>
                    <a:pt x="1354" y="2503"/>
                  </a:cubicBezTo>
                  <a:cubicBezTo>
                    <a:pt x="1455" y="2503"/>
                    <a:pt x="1556" y="2439"/>
                    <a:pt x="1565" y="2309"/>
                  </a:cubicBezTo>
                  <a:lnTo>
                    <a:pt x="1565" y="1463"/>
                  </a:lnTo>
                  <a:lnTo>
                    <a:pt x="2411" y="1463"/>
                  </a:lnTo>
                  <a:cubicBezTo>
                    <a:pt x="2419" y="1464"/>
                    <a:pt x="2426" y="1464"/>
                    <a:pt x="2433" y="1464"/>
                  </a:cubicBezTo>
                  <a:cubicBezTo>
                    <a:pt x="2708" y="1464"/>
                    <a:pt x="2706" y="1040"/>
                    <a:pt x="2429" y="1040"/>
                  </a:cubicBezTo>
                  <a:cubicBezTo>
                    <a:pt x="2423" y="1040"/>
                    <a:pt x="2417" y="1040"/>
                    <a:pt x="2411" y="1041"/>
                  </a:cubicBezTo>
                  <a:lnTo>
                    <a:pt x="1565" y="1041"/>
                  </a:lnTo>
                  <a:lnTo>
                    <a:pt x="1565" y="195"/>
                  </a:lnTo>
                  <a:cubicBezTo>
                    <a:pt x="1556" y="65"/>
                    <a:pt x="1455" y="1"/>
                    <a:pt x="1354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01" name="Google Shape;9001;p69"/>
            <p:cNvSpPr/>
            <p:nvPr/>
          </p:nvSpPr>
          <p:spPr>
            <a:xfrm>
              <a:off x="6225274" y="2139429"/>
              <a:ext cx="137000" cy="131712"/>
            </a:xfrm>
            <a:custGeom>
              <a:avLst/>
              <a:gdLst/>
              <a:ahLst/>
              <a:cxnLst/>
              <a:rect l="l" t="t" r="r" b="b"/>
              <a:pathLst>
                <a:path w="5233" h="5031" extrusionOk="0">
                  <a:moveTo>
                    <a:pt x="2717" y="431"/>
                  </a:moveTo>
                  <a:cubicBezTo>
                    <a:pt x="2986" y="431"/>
                    <a:pt x="3258" y="483"/>
                    <a:pt x="3517" y="592"/>
                  </a:cubicBezTo>
                  <a:cubicBezTo>
                    <a:pt x="4296" y="913"/>
                    <a:pt x="4805" y="1677"/>
                    <a:pt x="4810" y="2523"/>
                  </a:cubicBezTo>
                  <a:cubicBezTo>
                    <a:pt x="4805" y="3676"/>
                    <a:pt x="3873" y="4613"/>
                    <a:pt x="2720" y="4613"/>
                  </a:cubicBezTo>
                  <a:cubicBezTo>
                    <a:pt x="1874" y="4613"/>
                    <a:pt x="1111" y="4103"/>
                    <a:pt x="784" y="3325"/>
                  </a:cubicBezTo>
                  <a:cubicBezTo>
                    <a:pt x="462" y="2542"/>
                    <a:pt x="640" y="1644"/>
                    <a:pt x="1236" y="1043"/>
                  </a:cubicBezTo>
                  <a:cubicBezTo>
                    <a:pt x="1637" y="645"/>
                    <a:pt x="2172" y="431"/>
                    <a:pt x="2717" y="431"/>
                  </a:cubicBezTo>
                  <a:close/>
                  <a:moveTo>
                    <a:pt x="2714" y="1"/>
                  </a:moveTo>
                  <a:cubicBezTo>
                    <a:pt x="2060" y="1"/>
                    <a:pt x="1419" y="255"/>
                    <a:pt x="938" y="736"/>
                  </a:cubicBezTo>
                  <a:cubicBezTo>
                    <a:pt x="217" y="1456"/>
                    <a:pt x="1" y="2537"/>
                    <a:pt x="390" y="3479"/>
                  </a:cubicBezTo>
                  <a:cubicBezTo>
                    <a:pt x="779" y="4420"/>
                    <a:pt x="1697" y="5030"/>
                    <a:pt x="2715" y="5030"/>
                  </a:cubicBezTo>
                  <a:cubicBezTo>
                    <a:pt x="4104" y="5030"/>
                    <a:pt x="5228" y="3906"/>
                    <a:pt x="5233" y="2518"/>
                  </a:cubicBezTo>
                  <a:cubicBezTo>
                    <a:pt x="5233" y="1500"/>
                    <a:pt x="4622" y="582"/>
                    <a:pt x="3681" y="193"/>
                  </a:cubicBezTo>
                  <a:cubicBezTo>
                    <a:pt x="3368" y="63"/>
                    <a:pt x="3039" y="1"/>
                    <a:pt x="2714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02" name="Google Shape;9002;p69"/>
            <p:cNvSpPr/>
            <p:nvPr/>
          </p:nvSpPr>
          <p:spPr>
            <a:xfrm>
              <a:off x="6190455" y="1995046"/>
              <a:ext cx="368771" cy="336858"/>
            </a:xfrm>
            <a:custGeom>
              <a:avLst/>
              <a:gdLst/>
              <a:ahLst/>
              <a:cxnLst/>
              <a:rect l="l" t="t" r="r" b="b"/>
              <a:pathLst>
                <a:path w="14086" h="12867" extrusionOk="0">
                  <a:moveTo>
                    <a:pt x="3839" y="428"/>
                  </a:moveTo>
                  <a:lnTo>
                    <a:pt x="3839" y="2379"/>
                  </a:lnTo>
                  <a:lnTo>
                    <a:pt x="2743" y="2379"/>
                  </a:lnTo>
                  <a:lnTo>
                    <a:pt x="2743" y="428"/>
                  </a:lnTo>
                  <a:close/>
                  <a:moveTo>
                    <a:pt x="5357" y="428"/>
                  </a:moveTo>
                  <a:lnTo>
                    <a:pt x="5357" y="2379"/>
                  </a:lnTo>
                  <a:lnTo>
                    <a:pt x="4261" y="2379"/>
                  </a:lnTo>
                  <a:lnTo>
                    <a:pt x="4261" y="428"/>
                  </a:lnTo>
                  <a:close/>
                  <a:moveTo>
                    <a:pt x="6808" y="428"/>
                  </a:moveTo>
                  <a:lnTo>
                    <a:pt x="6808" y="2379"/>
                  </a:lnTo>
                  <a:lnTo>
                    <a:pt x="5779" y="2379"/>
                  </a:lnTo>
                  <a:lnTo>
                    <a:pt x="5779" y="428"/>
                  </a:lnTo>
                  <a:close/>
                  <a:moveTo>
                    <a:pt x="5933" y="2801"/>
                  </a:moveTo>
                  <a:lnTo>
                    <a:pt x="5933" y="3200"/>
                  </a:lnTo>
                  <a:lnTo>
                    <a:pt x="2162" y="3200"/>
                  </a:lnTo>
                  <a:lnTo>
                    <a:pt x="2162" y="2801"/>
                  </a:lnTo>
                  <a:close/>
                  <a:moveTo>
                    <a:pt x="9652" y="7365"/>
                  </a:moveTo>
                  <a:cubicBezTo>
                    <a:pt x="10252" y="7365"/>
                    <a:pt x="10829" y="7581"/>
                    <a:pt x="11285" y="7975"/>
                  </a:cubicBezTo>
                  <a:lnTo>
                    <a:pt x="7725" y="11535"/>
                  </a:lnTo>
                  <a:cubicBezTo>
                    <a:pt x="6289" y="9844"/>
                    <a:pt x="7571" y="7365"/>
                    <a:pt x="9652" y="7365"/>
                  </a:cubicBezTo>
                  <a:close/>
                  <a:moveTo>
                    <a:pt x="13663" y="7980"/>
                  </a:moveTo>
                  <a:lnTo>
                    <a:pt x="13663" y="9710"/>
                  </a:lnTo>
                  <a:cubicBezTo>
                    <a:pt x="13658" y="10631"/>
                    <a:pt x="12997" y="11418"/>
                    <a:pt x="12091" y="11587"/>
                  </a:cubicBezTo>
                  <a:lnTo>
                    <a:pt x="12091" y="11587"/>
                  </a:lnTo>
                  <a:cubicBezTo>
                    <a:pt x="12425" y="11089"/>
                    <a:pt x="12606" y="10505"/>
                    <a:pt x="12616" y="9902"/>
                  </a:cubicBezTo>
                  <a:cubicBezTo>
                    <a:pt x="12616" y="9397"/>
                    <a:pt x="12500" y="9138"/>
                    <a:pt x="12500" y="9133"/>
                  </a:cubicBezTo>
                  <a:cubicBezTo>
                    <a:pt x="12390" y="8710"/>
                    <a:pt x="12380" y="8758"/>
                    <a:pt x="12284" y="8571"/>
                  </a:cubicBezTo>
                  <a:cubicBezTo>
                    <a:pt x="12188" y="8355"/>
                    <a:pt x="12054" y="8153"/>
                    <a:pt x="11890" y="7980"/>
                  </a:cubicBezTo>
                  <a:close/>
                  <a:moveTo>
                    <a:pt x="11583" y="8268"/>
                  </a:moveTo>
                  <a:lnTo>
                    <a:pt x="11583" y="8268"/>
                  </a:lnTo>
                  <a:cubicBezTo>
                    <a:pt x="13024" y="9969"/>
                    <a:pt x="11727" y="12438"/>
                    <a:pt x="9652" y="12438"/>
                  </a:cubicBezTo>
                  <a:cubicBezTo>
                    <a:pt x="9056" y="12438"/>
                    <a:pt x="8475" y="12227"/>
                    <a:pt x="8023" y="11833"/>
                  </a:cubicBezTo>
                  <a:lnTo>
                    <a:pt x="11583" y="8268"/>
                  </a:lnTo>
                  <a:close/>
                  <a:moveTo>
                    <a:pt x="1071" y="1"/>
                  </a:moveTo>
                  <a:cubicBezTo>
                    <a:pt x="956" y="1"/>
                    <a:pt x="860" y="97"/>
                    <a:pt x="860" y="212"/>
                  </a:cubicBezTo>
                  <a:lnTo>
                    <a:pt x="860" y="625"/>
                  </a:lnTo>
                  <a:cubicBezTo>
                    <a:pt x="872" y="755"/>
                    <a:pt x="973" y="820"/>
                    <a:pt x="1073" y="820"/>
                  </a:cubicBezTo>
                  <a:cubicBezTo>
                    <a:pt x="1174" y="820"/>
                    <a:pt x="1273" y="755"/>
                    <a:pt x="1283" y="625"/>
                  </a:cubicBezTo>
                  <a:lnTo>
                    <a:pt x="1283" y="428"/>
                  </a:lnTo>
                  <a:lnTo>
                    <a:pt x="2311" y="428"/>
                  </a:lnTo>
                  <a:lnTo>
                    <a:pt x="2311" y="2379"/>
                  </a:lnTo>
                  <a:lnTo>
                    <a:pt x="1283" y="2379"/>
                  </a:lnTo>
                  <a:lnTo>
                    <a:pt x="1283" y="1711"/>
                  </a:lnTo>
                  <a:cubicBezTo>
                    <a:pt x="1273" y="1579"/>
                    <a:pt x="1174" y="1513"/>
                    <a:pt x="1073" y="1513"/>
                  </a:cubicBezTo>
                  <a:cubicBezTo>
                    <a:pt x="973" y="1513"/>
                    <a:pt x="872" y="1579"/>
                    <a:pt x="860" y="1711"/>
                  </a:cubicBezTo>
                  <a:lnTo>
                    <a:pt x="860" y="2590"/>
                  </a:lnTo>
                  <a:cubicBezTo>
                    <a:pt x="860" y="2705"/>
                    <a:pt x="956" y="2797"/>
                    <a:pt x="1071" y="2797"/>
                  </a:cubicBezTo>
                  <a:lnTo>
                    <a:pt x="1734" y="2797"/>
                  </a:lnTo>
                  <a:lnTo>
                    <a:pt x="1734" y="3200"/>
                  </a:lnTo>
                  <a:lnTo>
                    <a:pt x="1100" y="3200"/>
                  </a:lnTo>
                  <a:cubicBezTo>
                    <a:pt x="495" y="3200"/>
                    <a:pt x="5" y="3695"/>
                    <a:pt x="0" y="4300"/>
                  </a:cubicBezTo>
                  <a:lnTo>
                    <a:pt x="0" y="11761"/>
                  </a:lnTo>
                  <a:cubicBezTo>
                    <a:pt x="5" y="12366"/>
                    <a:pt x="495" y="12856"/>
                    <a:pt x="1100" y="12856"/>
                  </a:cubicBezTo>
                  <a:lnTo>
                    <a:pt x="4598" y="12856"/>
                  </a:lnTo>
                  <a:cubicBezTo>
                    <a:pt x="4605" y="12857"/>
                    <a:pt x="4613" y="12857"/>
                    <a:pt x="4620" y="12857"/>
                  </a:cubicBezTo>
                  <a:cubicBezTo>
                    <a:pt x="4893" y="12857"/>
                    <a:pt x="4893" y="12437"/>
                    <a:pt x="4620" y="12437"/>
                  </a:cubicBezTo>
                  <a:cubicBezTo>
                    <a:pt x="4613" y="12437"/>
                    <a:pt x="4605" y="12438"/>
                    <a:pt x="4598" y="12438"/>
                  </a:cubicBezTo>
                  <a:lnTo>
                    <a:pt x="1100" y="12438"/>
                  </a:lnTo>
                  <a:cubicBezTo>
                    <a:pt x="726" y="12438"/>
                    <a:pt x="423" y="12136"/>
                    <a:pt x="423" y="11761"/>
                  </a:cubicBezTo>
                  <a:lnTo>
                    <a:pt x="423" y="4300"/>
                  </a:lnTo>
                  <a:cubicBezTo>
                    <a:pt x="423" y="3926"/>
                    <a:pt x="726" y="3623"/>
                    <a:pt x="1100" y="3623"/>
                  </a:cubicBezTo>
                  <a:lnTo>
                    <a:pt x="6985" y="3623"/>
                  </a:lnTo>
                  <a:cubicBezTo>
                    <a:pt x="7360" y="3623"/>
                    <a:pt x="7663" y="3926"/>
                    <a:pt x="7663" y="4300"/>
                  </a:cubicBezTo>
                  <a:lnTo>
                    <a:pt x="7663" y="7702"/>
                  </a:lnTo>
                  <a:cubicBezTo>
                    <a:pt x="7643" y="7721"/>
                    <a:pt x="7629" y="7740"/>
                    <a:pt x="7610" y="7759"/>
                  </a:cubicBezTo>
                  <a:cubicBezTo>
                    <a:pt x="7528" y="7836"/>
                    <a:pt x="7461" y="7922"/>
                    <a:pt x="7389" y="8004"/>
                  </a:cubicBezTo>
                  <a:cubicBezTo>
                    <a:pt x="7211" y="8216"/>
                    <a:pt x="7230" y="8172"/>
                    <a:pt x="7043" y="8509"/>
                  </a:cubicBezTo>
                  <a:cubicBezTo>
                    <a:pt x="6952" y="8686"/>
                    <a:pt x="6923" y="8672"/>
                    <a:pt x="6798" y="9119"/>
                  </a:cubicBezTo>
                  <a:cubicBezTo>
                    <a:pt x="6793" y="9138"/>
                    <a:pt x="6683" y="9402"/>
                    <a:pt x="6683" y="9902"/>
                  </a:cubicBezTo>
                  <a:cubicBezTo>
                    <a:pt x="6683" y="10300"/>
                    <a:pt x="6764" y="10694"/>
                    <a:pt x="6918" y="11060"/>
                  </a:cubicBezTo>
                  <a:cubicBezTo>
                    <a:pt x="6952" y="11127"/>
                    <a:pt x="6985" y="11189"/>
                    <a:pt x="7024" y="11252"/>
                  </a:cubicBezTo>
                  <a:cubicBezTo>
                    <a:pt x="7230" y="11641"/>
                    <a:pt x="7201" y="11569"/>
                    <a:pt x="7374" y="11780"/>
                  </a:cubicBezTo>
                  <a:cubicBezTo>
                    <a:pt x="7437" y="11862"/>
                    <a:pt x="7509" y="11943"/>
                    <a:pt x="7581" y="12016"/>
                  </a:cubicBezTo>
                  <a:cubicBezTo>
                    <a:pt x="7591" y="12025"/>
                    <a:pt x="7595" y="12040"/>
                    <a:pt x="7605" y="12049"/>
                  </a:cubicBezTo>
                  <a:cubicBezTo>
                    <a:pt x="7499" y="12289"/>
                    <a:pt x="7254" y="12443"/>
                    <a:pt x="6990" y="12443"/>
                  </a:cubicBezTo>
                  <a:lnTo>
                    <a:pt x="5568" y="12443"/>
                  </a:lnTo>
                  <a:cubicBezTo>
                    <a:pt x="5560" y="12442"/>
                    <a:pt x="5553" y="12442"/>
                    <a:pt x="5546" y="12442"/>
                  </a:cubicBezTo>
                  <a:cubicBezTo>
                    <a:pt x="5271" y="12442"/>
                    <a:pt x="5273" y="12866"/>
                    <a:pt x="5550" y="12866"/>
                  </a:cubicBezTo>
                  <a:cubicBezTo>
                    <a:pt x="5556" y="12866"/>
                    <a:pt x="5562" y="12866"/>
                    <a:pt x="5568" y="12866"/>
                  </a:cubicBezTo>
                  <a:lnTo>
                    <a:pt x="6995" y="12866"/>
                  </a:lnTo>
                  <a:cubicBezTo>
                    <a:pt x="7384" y="12861"/>
                    <a:pt x="7749" y="12650"/>
                    <a:pt x="7941" y="12309"/>
                  </a:cubicBezTo>
                  <a:cubicBezTo>
                    <a:pt x="8456" y="12681"/>
                    <a:pt x="9058" y="12865"/>
                    <a:pt x="9658" y="12865"/>
                  </a:cubicBezTo>
                  <a:cubicBezTo>
                    <a:pt x="10395" y="12865"/>
                    <a:pt x="11129" y="12587"/>
                    <a:pt x="11693" y="12044"/>
                  </a:cubicBezTo>
                  <a:cubicBezTo>
                    <a:pt x="11711" y="12045"/>
                    <a:pt x="11728" y="12045"/>
                    <a:pt x="11746" y="12045"/>
                  </a:cubicBezTo>
                  <a:cubicBezTo>
                    <a:pt x="13034" y="12045"/>
                    <a:pt x="14086" y="11004"/>
                    <a:pt x="14086" y="9710"/>
                  </a:cubicBezTo>
                  <a:lnTo>
                    <a:pt x="14086" y="5833"/>
                  </a:lnTo>
                  <a:cubicBezTo>
                    <a:pt x="14081" y="4781"/>
                    <a:pt x="13379" y="3858"/>
                    <a:pt x="12371" y="3575"/>
                  </a:cubicBezTo>
                  <a:cubicBezTo>
                    <a:pt x="12345" y="3567"/>
                    <a:pt x="12321" y="3563"/>
                    <a:pt x="12299" y="3563"/>
                  </a:cubicBezTo>
                  <a:cubicBezTo>
                    <a:pt x="12073" y="3563"/>
                    <a:pt x="11998" y="3922"/>
                    <a:pt x="12255" y="3983"/>
                  </a:cubicBezTo>
                  <a:cubicBezTo>
                    <a:pt x="13086" y="4219"/>
                    <a:pt x="13658" y="4973"/>
                    <a:pt x="13658" y="5833"/>
                  </a:cubicBezTo>
                  <a:lnTo>
                    <a:pt x="13658" y="7557"/>
                  </a:lnTo>
                  <a:lnTo>
                    <a:pt x="11443" y="7557"/>
                  </a:lnTo>
                  <a:cubicBezTo>
                    <a:pt x="11347" y="7481"/>
                    <a:pt x="11237" y="7413"/>
                    <a:pt x="11126" y="7356"/>
                  </a:cubicBezTo>
                  <a:cubicBezTo>
                    <a:pt x="10968" y="7250"/>
                    <a:pt x="10795" y="7168"/>
                    <a:pt x="10612" y="7120"/>
                  </a:cubicBezTo>
                  <a:cubicBezTo>
                    <a:pt x="10435" y="7048"/>
                    <a:pt x="10247" y="7000"/>
                    <a:pt x="10050" y="6986"/>
                  </a:cubicBezTo>
                  <a:cubicBezTo>
                    <a:pt x="9978" y="6976"/>
                    <a:pt x="9906" y="6952"/>
                    <a:pt x="9829" y="6947"/>
                  </a:cubicBezTo>
                  <a:lnTo>
                    <a:pt x="9829" y="5833"/>
                  </a:lnTo>
                  <a:cubicBezTo>
                    <a:pt x="9829" y="4901"/>
                    <a:pt x="10492" y="4108"/>
                    <a:pt x="11405" y="3945"/>
                  </a:cubicBezTo>
                  <a:cubicBezTo>
                    <a:pt x="11673" y="3899"/>
                    <a:pt x="11623" y="3518"/>
                    <a:pt x="11377" y="3518"/>
                  </a:cubicBezTo>
                  <a:cubicBezTo>
                    <a:pt x="11363" y="3518"/>
                    <a:pt x="11348" y="3519"/>
                    <a:pt x="11333" y="3522"/>
                  </a:cubicBezTo>
                  <a:cubicBezTo>
                    <a:pt x="10218" y="3719"/>
                    <a:pt x="9407" y="4694"/>
                    <a:pt x="9407" y="5823"/>
                  </a:cubicBezTo>
                  <a:lnTo>
                    <a:pt x="9407" y="6962"/>
                  </a:lnTo>
                  <a:cubicBezTo>
                    <a:pt x="8941" y="6995"/>
                    <a:pt x="8484" y="7144"/>
                    <a:pt x="8085" y="7394"/>
                  </a:cubicBezTo>
                  <a:lnTo>
                    <a:pt x="8085" y="4305"/>
                  </a:lnTo>
                  <a:cubicBezTo>
                    <a:pt x="8085" y="3695"/>
                    <a:pt x="7595" y="3205"/>
                    <a:pt x="6985" y="3205"/>
                  </a:cubicBezTo>
                  <a:lnTo>
                    <a:pt x="6356" y="3205"/>
                  </a:lnTo>
                  <a:lnTo>
                    <a:pt x="6356" y="2801"/>
                  </a:lnTo>
                  <a:lnTo>
                    <a:pt x="7014" y="2801"/>
                  </a:lnTo>
                  <a:cubicBezTo>
                    <a:pt x="7129" y="2801"/>
                    <a:pt x="7225" y="2705"/>
                    <a:pt x="7225" y="2590"/>
                  </a:cubicBezTo>
                  <a:lnTo>
                    <a:pt x="7225" y="212"/>
                  </a:lnTo>
                  <a:cubicBezTo>
                    <a:pt x="7225" y="97"/>
                    <a:pt x="7129" y="1"/>
                    <a:pt x="7014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9003" name="Google Shape;9003;p69"/>
          <p:cNvGrpSpPr/>
          <p:nvPr/>
        </p:nvGrpSpPr>
        <p:grpSpPr>
          <a:xfrm>
            <a:off x="4312974" y="2155225"/>
            <a:ext cx="278758" cy="220305"/>
            <a:chOff x="5750631" y="2016383"/>
            <a:chExt cx="371677" cy="293740"/>
          </a:xfrm>
        </p:grpSpPr>
        <p:sp>
          <p:nvSpPr>
            <p:cNvPr id="9004" name="Google Shape;9004;p69"/>
            <p:cNvSpPr/>
            <p:nvPr/>
          </p:nvSpPr>
          <p:spPr>
            <a:xfrm>
              <a:off x="5912737" y="2215901"/>
              <a:ext cx="39767" cy="88698"/>
            </a:xfrm>
            <a:custGeom>
              <a:avLst/>
              <a:gdLst/>
              <a:ahLst/>
              <a:cxnLst/>
              <a:rect l="l" t="t" r="r" b="b"/>
              <a:pathLst>
                <a:path w="1519" h="3388" extrusionOk="0">
                  <a:moveTo>
                    <a:pt x="1428" y="1"/>
                  </a:moveTo>
                  <a:cubicBezTo>
                    <a:pt x="1308" y="145"/>
                    <a:pt x="1144" y="241"/>
                    <a:pt x="962" y="279"/>
                  </a:cubicBezTo>
                  <a:lnTo>
                    <a:pt x="376" y="399"/>
                  </a:lnTo>
                  <a:cubicBezTo>
                    <a:pt x="443" y="990"/>
                    <a:pt x="467" y="2114"/>
                    <a:pt x="1" y="2724"/>
                  </a:cubicBezTo>
                  <a:lnTo>
                    <a:pt x="875" y="3387"/>
                  </a:lnTo>
                  <a:cubicBezTo>
                    <a:pt x="1279" y="2859"/>
                    <a:pt x="1490" y="2119"/>
                    <a:pt x="1509" y="1182"/>
                  </a:cubicBezTo>
                  <a:cubicBezTo>
                    <a:pt x="1519" y="784"/>
                    <a:pt x="1490" y="390"/>
                    <a:pt x="1428" y="1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05" name="Google Shape;9005;p69"/>
            <p:cNvSpPr/>
            <p:nvPr/>
          </p:nvSpPr>
          <p:spPr>
            <a:xfrm>
              <a:off x="5922424" y="2215901"/>
              <a:ext cx="28065" cy="28955"/>
            </a:xfrm>
            <a:custGeom>
              <a:avLst/>
              <a:gdLst/>
              <a:ahLst/>
              <a:cxnLst/>
              <a:rect l="l" t="t" r="r" b="b"/>
              <a:pathLst>
                <a:path w="1072" h="1106" extrusionOk="0">
                  <a:moveTo>
                    <a:pt x="1053" y="1"/>
                  </a:moveTo>
                  <a:cubicBezTo>
                    <a:pt x="933" y="145"/>
                    <a:pt x="769" y="246"/>
                    <a:pt x="587" y="284"/>
                  </a:cubicBezTo>
                  <a:lnTo>
                    <a:pt x="1" y="404"/>
                  </a:lnTo>
                  <a:cubicBezTo>
                    <a:pt x="30" y="635"/>
                    <a:pt x="39" y="870"/>
                    <a:pt x="39" y="1105"/>
                  </a:cubicBezTo>
                  <a:lnTo>
                    <a:pt x="587" y="995"/>
                  </a:lnTo>
                  <a:cubicBezTo>
                    <a:pt x="769" y="957"/>
                    <a:pt x="933" y="860"/>
                    <a:pt x="1053" y="716"/>
                  </a:cubicBezTo>
                  <a:cubicBezTo>
                    <a:pt x="1054" y="720"/>
                    <a:pt x="1054" y="722"/>
                    <a:pt x="1055" y="722"/>
                  </a:cubicBezTo>
                  <a:cubicBezTo>
                    <a:pt x="1068" y="722"/>
                    <a:pt x="1071" y="101"/>
                    <a:pt x="1053" y="1"/>
                  </a:cubicBezTo>
                  <a:close/>
                </a:path>
              </a:pathLst>
            </a:custGeom>
            <a:solidFill>
              <a:srgbClr val="49627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06" name="Google Shape;9006;p69"/>
            <p:cNvSpPr/>
            <p:nvPr/>
          </p:nvSpPr>
          <p:spPr>
            <a:xfrm>
              <a:off x="5903181" y="2022221"/>
              <a:ext cx="40291" cy="55999"/>
            </a:xfrm>
            <a:custGeom>
              <a:avLst/>
              <a:gdLst/>
              <a:ahLst/>
              <a:cxnLst/>
              <a:rect l="l" t="t" r="r" b="b"/>
              <a:pathLst>
                <a:path w="1539" h="2139" extrusionOk="0">
                  <a:moveTo>
                    <a:pt x="1082" y="0"/>
                  </a:moveTo>
                  <a:lnTo>
                    <a:pt x="1" y="231"/>
                  </a:lnTo>
                  <a:lnTo>
                    <a:pt x="404" y="2104"/>
                  </a:lnTo>
                  <a:lnTo>
                    <a:pt x="1317" y="2104"/>
                  </a:lnTo>
                  <a:cubicBezTo>
                    <a:pt x="1327" y="2104"/>
                    <a:pt x="1337" y="2104"/>
                    <a:pt x="1347" y="2104"/>
                  </a:cubicBezTo>
                  <a:cubicBezTo>
                    <a:pt x="1413" y="2104"/>
                    <a:pt x="1475" y="2117"/>
                    <a:pt x="1538" y="2138"/>
                  </a:cubicBezTo>
                  <a:lnTo>
                    <a:pt x="1082" y="0"/>
                  </a:ln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07" name="Google Shape;9007;p69"/>
            <p:cNvSpPr/>
            <p:nvPr/>
          </p:nvSpPr>
          <p:spPr>
            <a:xfrm>
              <a:off x="5909465" y="2058009"/>
              <a:ext cx="33877" cy="20316"/>
            </a:xfrm>
            <a:custGeom>
              <a:avLst/>
              <a:gdLst/>
              <a:ahLst/>
              <a:cxnLst/>
              <a:rect l="l" t="t" r="r" b="b"/>
              <a:pathLst>
                <a:path w="1294" h="776" extrusionOk="0">
                  <a:moveTo>
                    <a:pt x="933" y="1"/>
                  </a:moveTo>
                  <a:cubicBezTo>
                    <a:pt x="911" y="1"/>
                    <a:pt x="888" y="1"/>
                    <a:pt x="866" y="2"/>
                  </a:cubicBezTo>
                  <a:lnTo>
                    <a:pt x="1" y="2"/>
                  </a:lnTo>
                  <a:lnTo>
                    <a:pt x="159" y="737"/>
                  </a:lnTo>
                  <a:lnTo>
                    <a:pt x="1072" y="737"/>
                  </a:lnTo>
                  <a:cubicBezTo>
                    <a:pt x="1149" y="737"/>
                    <a:pt x="1221" y="747"/>
                    <a:pt x="1293" y="776"/>
                  </a:cubicBezTo>
                  <a:lnTo>
                    <a:pt x="1130" y="17"/>
                  </a:lnTo>
                  <a:cubicBezTo>
                    <a:pt x="1065" y="6"/>
                    <a:pt x="1000" y="1"/>
                    <a:pt x="933" y="1"/>
                  </a:cubicBezTo>
                  <a:close/>
                </a:path>
              </a:pathLst>
            </a:custGeom>
            <a:solidFill>
              <a:srgbClr val="49627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08" name="Google Shape;9008;p69"/>
            <p:cNvSpPr/>
            <p:nvPr/>
          </p:nvSpPr>
          <p:spPr>
            <a:xfrm>
              <a:off x="6001801" y="2022221"/>
              <a:ext cx="39872" cy="55109"/>
            </a:xfrm>
            <a:custGeom>
              <a:avLst/>
              <a:gdLst/>
              <a:ahLst/>
              <a:cxnLst/>
              <a:rect l="l" t="t" r="r" b="b"/>
              <a:pathLst>
                <a:path w="1523" h="2105" extrusionOk="0">
                  <a:moveTo>
                    <a:pt x="447" y="0"/>
                  </a:moveTo>
                  <a:lnTo>
                    <a:pt x="0" y="2104"/>
                  </a:lnTo>
                  <a:lnTo>
                    <a:pt x="1124" y="2104"/>
                  </a:lnTo>
                  <a:lnTo>
                    <a:pt x="1523" y="231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8195A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09" name="Google Shape;9009;p69"/>
            <p:cNvSpPr/>
            <p:nvPr/>
          </p:nvSpPr>
          <p:spPr>
            <a:xfrm>
              <a:off x="6001801" y="2057171"/>
              <a:ext cx="33720" cy="20290"/>
            </a:xfrm>
            <a:custGeom>
              <a:avLst/>
              <a:gdLst/>
              <a:ahLst/>
              <a:cxnLst/>
              <a:rect l="l" t="t" r="r" b="b"/>
              <a:pathLst>
                <a:path w="1288" h="775" extrusionOk="0">
                  <a:moveTo>
                    <a:pt x="163" y="1"/>
                  </a:moveTo>
                  <a:lnTo>
                    <a:pt x="0" y="774"/>
                  </a:lnTo>
                  <a:lnTo>
                    <a:pt x="1124" y="774"/>
                  </a:lnTo>
                  <a:lnTo>
                    <a:pt x="1288" y="10"/>
                  </a:lnTo>
                  <a:lnTo>
                    <a:pt x="163" y="1"/>
                  </a:lnTo>
                  <a:close/>
                </a:path>
              </a:pathLst>
            </a:custGeom>
            <a:solidFill>
              <a:srgbClr val="768C9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10" name="Google Shape;9010;p69"/>
            <p:cNvSpPr/>
            <p:nvPr/>
          </p:nvSpPr>
          <p:spPr>
            <a:xfrm>
              <a:off x="5755919" y="2077435"/>
              <a:ext cx="198863" cy="174778"/>
            </a:xfrm>
            <a:custGeom>
              <a:avLst/>
              <a:gdLst/>
              <a:ahLst/>
              <a:cxnLst/>
              <a:rect l="l" t="t" r="r" b="b"/>
              <a:pathLst>
                <a:path w="7596" h="6676" extrusionOk="0">
                  <a:moveTo>
                    <a:pt x="2748" y="0"/>
                  </a:moveTo>
                  <a:cubicBezTo>
                    <a:pt x="1235" y="0"/>
                    <a:pt x="5" y="1230"/>
                    <a:pt x="5" y="2743"/>
                  </a:cubicBezTo>
                  <a:lnTo>
                    <a:pt x="5" y="5309"/>
                  </a:lnTo>
                  <a:cubicBezTo>
                    <a:pt x="1" y="6076"/>
                    <a:pt x="628" y="6676"/>
                    <a:pt x="1365" y="6676"/>
                  </a:cubicBezTo>
                  <a:cubicBezTo>
                    <a:pt x="1453" y="6676"/>
                    <a:pt x="1543" y="6667"/>
                    <a:pt x="1634" y="6649"/>
                  </a:cubicBezTo>
                  <a:lnTo>
                    <a:pt x="1912" y="6591"/>
                  </a:lnTo>
                  <a:lnTo>
                    <a:pt x="2738" y="6418"/>
                  </a:lnTo>
                  <a:lnTo>
                    <a:pt x="6947" y="5573"/>
                  </a:lnTo>
                  <a:cubicBezTo>
                    <a:pt x="7326" y="5496"/>
                    <a:pt x="7595" y="5165"/>
                    <a:pt x="7595" y="4780"/>
                  </a:cubicBezTo>
                  <a:lnTo>
                    <a:pt x="7595" y="658"/>
                  </a:lnTo>
                  <a:cubicBezTo>
                    <a:pt x="7595" y="293"/>
                    <a:pt x="7302" y="0"/>
                    <a:pt x="6937" y="0"/>
                  </a:cubicBezTo>
                  <a:close/>
                </a:path>
              </a:pathLst>
            </a:custGeom>
            <a:solidFill>
              <a:srgbClr val="8599A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11" name="Google Shape;9011;p69"/>
            <p:cNvSpPr/>
            <p:nvPr/>
          </p:nvSpPr>
          <p:spPr>
            <a:xfrm>
              <a:off x="5761809" y="2077304"/>
              <a:ext cx="193104" cy="174673"/>
            </a:xfrm>
            <a:custGeom>
              <a:avLst/>
              <a:gdLst/>
              <a:ahLst/>
              <a:cxnLst/>
              <a:rect l="l" t="t" r="r" b="b"/>
              <a:pathLst>
                <a:path w="7376" h="6672" extrusionOk="0">
                  <a:moveTo>
                    <a:pt x="6169" y="0"/>
                  </a:moveTo>
                  <a:cubicBezTo>
                    <a:pt x="6169" y="10"/>
                    <a:pt x="6174" y="25"/>
                    <a:pt x="6174" y="39"/>
                  </a:cubicBezTo>
                  <a:lnTo>
                    <a:pt x="6174" y="4156"/>
                  </a:lnTo>
                  <a:cubicBezTo>
                    <a:pt x="6174" y="4540"/>
                    <a:pt x="5905" y="4872"/>
                    <a:pt x="5526" y="4949"/>
                  </a:cubicBezTo>
                  <a:lnTo>
                    <a:pt x="1317" y="5799"/>
                  </a:lnTo>
                  <a:lnTo>
                    <a:pt x="491" y="5967"/>
                  </a:lnTo>
                  <a:lnTo>
                    <a:pt x="212" y="6025"/>
                  </a:lnTo>
                  <a:cubicBezTo>
                    <a:pt x="145" y="6039"/>
                    <a:pt x="73" y="6044"/>
                    <a:pt x="1" y="6049"/>
                  </a:cubicBezTo>
                  <a:cubicBezTo>
                    <a:pt x="254" y="6442"/>
                    <a:pt x="688" y="6671"/>
                    <a:pt x="1144" y="6671"/>
                  </a:cubicBezTo>
                  <a:cubicBezTo>
                    <a:pt x="1233" y="6671"/>
                    <a:pt x="1324" y="6663"/>
                    <a:pt x="1413" y="6644"/>
                  </a:cubicBezTo>
                  <a:lnTo>
                    <a:pt x="1692" y="6587"/>
                  </a:lnTo>
                  <a:lnTo>
                    <a:pt x="2513" y="6419"/>
                  </a:lnTo>
                  <a:lnTo>
                    <a:pt x="6727" y="5573"/>
                  </a:lnTo>
                  <a:cubicBezTo>
                    <a:pt x="7101" y="5496"/>
                    <a:pt x="7375" y="5165"/>
                    <a:pt x="7375" y="4780"/>
                  </a:cubicBezTo>
                  <a:lnTo>
                    <a:pt x="7375" y="659"/>
                  </a:lnTo>
                  <a:cubicBezTo>
                    <a:pt x="7370" y="298"/>
                    <a:pt x="7077" y="0"/>
                    <a:pt x="6712" y="0"/>
                  </a:cubicBezTo>
                  <a:close/>
                </a:path>
              </a:pathLst>
            </a:custGeom>
            <a:solidFill>
              <a:srgbClr val="738A9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12" name="Google Shape;9012;p69"/>
            <p:cNvSpPr/>
            <p:nvPr/>
          </p:nvSpPr>
          <p:spPr>
            <a:xfrm>
              <a:off x="5976250" y="2077304"/>
              <a:ext cx="140011" cy="117862"/>
            </a:xfrm>
            <a:custGeom>
              <a:avLst/>
              <a:gdLst/>
              <a:ahLst/>
              <a:cxnLst/>
              <a:rect l="l" t="t" r="r" b="b"/>
              <a:pathLst>
                <a:path w="5348" h="4502" extrusionOk="0">
                  <a:moveTo>
                    <a:pt x="1212" y="0"/>
                  </a:moveTo>
                  <a:cubicBezTo>
                    <a:pt x="544" y="0"/>
                    <a:pt x="1" y="539"/>
                    <a:pt x="1" y="1206"/>
                  </a:cubicBezTo>
                  <a:lnTo>
                    <a:pt x="1" y="3897"/>
                  </a:lnTo>
                  <a:cubicBezTo>
                    <a:pt x="1" y="4248"/>
                    <a:pt x="293" y="4501"/>
                    <a:pt x="610" y="4501"/>
                  </a:cubicBezTo>
                  <a:cubicBezTo>
                    <a:pt x="714" y="4501"/>
                    <a:pt x="819" y="4474"/>
                    <a:pt x="918" y="4415"/>
                  </a:cubicBezTo>
                  <a:lnTo>
                    <a:pt x="4661" y="2215"/>
                  </a:lnTo>
                  <a:cubicBezTo>
                    <a:pt x="5122" y="1941"/>
                    <a:pt x="5348" y="1394"/>
                    <a:pt x="5204" y="875"/>
                  </a:cubicBezTo>
                  <a:cubicBezTo>
                    <a:pt x="5064" y="356"/>
                    <a:pt x="4594" y="0"/>
                    <a:pt x="4056" y="0"/>
                  </a:cubicBezTo>
                  <a:close/>
                </a:path>
              </a:pathLst>
            </a:custGeom>
            <a:solidFill>
              <a:srgbClr val="8599A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13" name="Google Shape;9013;p69"/>
            <p:cNvSpPr/>
            <p:nvPr/>
          </p:nvSpPr>
          <p:spPr>
            <a:xfrm>
              <a:off x="5976250" y="2078927"/>
              <a:ext cx="137497" cy="116108"/>
            </a:xfrm>
            <a:custGeom>
              <a:avLst/>
              <a:gdLst/>
              <a:ahLst/>
              <a:cxnLst/>
              <a:rect l="l" t="t" r="r" b="b"/>
              <a:pathLst>
                <a:path w="5252" h="4435" extrusionOk="0">
                  <a:moveTo>
                    <a:pt x="4445" y="1"/>
                  </a:moveTo>
                  <a:cubicBezTo>
                    <a:pt x="4627" y="534"/>
                    <a:pt x="4411" y="1120"/>
                    <a:pt x="3926" y="1409"/>
                  </a:cubicBezTo>
                  <a:lnTo>
                    <a:pt x="179" y="3614"/>
                  </a:lnTo>
                  <a:cubicBezTo>
                    <a:pt x="126" y="3647"/>
                    <a:pt x="63" y="3666"/>
                    <a:pt x="1" y="3681"/>
                  </a:cubicBezTo>
                  <a:lnTo>
                    <a:pt x="1" y="3830"/>
                  </a:lnTo>
                  <a:cubicBezTo>
                    <a:pt x="1" y="4181"/>
                    <a:pt x="291" y="4434"/>
                    <a:pt x="608" y="4434"/>
                  </a:cubicBezTo>
                  <a:cubicBezTo>
                    <a:pt x="712" y="4434"/>
                    <a:pt x="818" y="4408"/>
                    <a:pt x="918" y="4349"/>
                  </a:cubicBezTo>
                  <a:lnTo>
                    <a:pt x="4661" y="2148"/>
                  </a:lnTo>
                  <a:cubicBezTo>
                    <a:pt x="5021" y="1932"/>
                    <a:pt x="5242" y="1543"/>
                    <a:pt x="5247" y="1125"/>
                  </a:cubicBezTo>
                  <a:cubicBezTo>
                    <a:pt x="5252" y="616"/>
                    <a:pt x="4930" y="164"/>
                    <a:pt x="4445" y="1"/>
                  </a:cubicBezTo>
                  <a:close/>
                </a:path>
              </a:pathLst>
            </a:custGeom>
            <a:solidFill>
              <a:srgbClr val="738A9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14" name="Google Shape;9014;p69"/>
            <p:cNvSpPr/>
            <p:nvPr/>
          </p:nvSpPr>
          <p:spPr>
            <a:xfrm>
              <a:off x="5948473" y="2081205"/>
              <a:ext cx="44427" cy="131450"/>
            </a:xfrm>
            <a:custGeom>
              <a:avLst/>
              <a:gdLst/>
              <a:ahLst/>
              <a:cxnLst/>
              <a:rect l="l" t="t" r="r" b="b"/>
              <a:pathLst>
                <a:path w="1697" h="5021" extrusionOk="0">
                  <a:moveTo>
                    <a:pt x="0" y="0"/>
                  </a:moveTo>
                  <a:cubicBezTo>
                    <a:pt x="159" y="125"/>
                    <a:pt x="245" y="313"/>
                    <a:pt x="245" y="514"/>
                  </a:cubicBezTo>
                  <a:lnTo>
                    <a:pt x="245" y="4631"/>
                  </a:lnTo>
                  <a:cubicBezTo>
                    <a:pt x="245" y="4766"/>
                    <a:pt x="212" y="4901"/>
                    <a:pt x="144" y="5021"/>
                  </a:cubicBezTo>
                  <a:cubicBezTo>
                    <a:pt x="502" y="4672"/>
                    <a:pt x="917" y="4334"/>
                    <a:pt x="1492" y="4334"/>
                  </a:cubicBezTo>
                  <a:cubicBezTo>
                    <a:pt x="1496" y="4334"/>
                    <a:pt x="1500" y="4334"/>
                    <a:pt x="1504" y="4334"/>
                  </a:cubicBezTo>
                  <a:cubicBezTo>
                    <a:pt x="1244" y="4257"/>
                    <a:pt x="1067" y="4017"/>
                    <a:pt x="1067" y="3748"/>
                  </a:cubicBezTo>
                  <a:lnTo>
                    <a:pt x="1067" y="1062"/>
                  </a:lnTo>
                  <a:cubicBezTo>
                    <a:pt x="1067" y="615"/>
                    <a:pt x="1307" y="212"/>
                    <a:pt x="1696" y="0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15" name="Google Shape;9015;p69"/>
            <p:cNvSpPr/>
            <p:nvPr/>
          </p:nvSpPr>
          <p:spPr>
            <a:xfrm>
              <a:off x="5750631" y="2016383"/>
              <a:ext cx="371677" cy="293740"/>
            </a:xfrm>
            <a:custGeom>
              <a:avLst/>
              <a:gdLst/>
              <a:ahLst/>
              <a:cxnLst/>
              <a:rect l="l" t="t" r="r" b="b"/>
              <a:pathLst>
                <a:path w="14197" h="11220" extrusionOk="0">
                  <a:moveTo>
                    <a:pt x="12678" y="2121"/>
                  </a:moveTo>
                  <a:cubicBezTo>
                    <a:pt x="12679" y="2121"/>
                    <a:pt x="12681" y="2121"/>
                    <a:pt x="12682" y="2121"/>
                  </a:cubicBezTo>
                  <a:lnTo>
                    <a:pt x="12682" y="2121"/>
                  </a:lnTo>
                  <a:cubicBezTo>
                    <a:pt x="12682" y="2121"/>
                    <a:pt x="12683" y="2121"/>
                    <a:pt x="12683" y="2121"/>
                  </a:cubicBezTo>
                  <a:close/>
                  <a:moveTo>
                    <a:pt x="8715" y="2683"/>
                  </a:moveTo>
                  <a:cubicBezTo>
                    <a:pt x="8523" y="2928"/>
                    <a:pt x="8417" y="3226"/>
                    <a:pt x="8417" y="3533"/>
                  </a:cubicBezTo>
                  <a:lnTo>
                    <a:pt x="8417" y="6224"/>
                  </a:lnTo>
                  <a:cubicBezTo>
                    <a:pt x="8417" y="6387"/>
                    <a:pt x="8470" y="6545"/>
                    <a:pt x="8566" y="6680"/>
                  </a:cubicBezTo>
                  <a:cubicBezTo>
                    <a:pt x="8364" y="6747"/>
                    <a:pt x="8177" y="6843"/>
                    <a:pt x="8009" y="6973"/>
                  </a:cubicBezTo>
                  <a:cubicBezTo>
                    <a:pt x="7985" y="2822"/>
                    <a:pt x="8062" y="2990"/>
                    <a:pt x="7946" y="2683"/>
                  </a:cubicBezTo>
                  <a:close/>
                  <a:moveTo>
                    <a:pt x="6902" y="1"/>
                  </a:moveTo>
                  <a:cubicBezTo>
                    <a:pt x="6779" y="1"/>
                    <a:pt x="6653" y="101"/>
                    <a:pt x="6697" y="262"/>
                  </a:cubicBezTo>
                  <a:lnTo>
                    <a:pt x="7091" y="2116"/>
                  </a:lnTo>
                  <a:lnTo>
                    <a:pt x="6390" y="2116"/>
                  </a:lnTo>
                  <a:lnTo>
                    <a:pt x="6029" y="411"/>
                  </a:lnTo>
                  <a:cubicBezTo>
                    <a:pt x="6009" y="288"/>
                    <a:pt x="5920" y="234"/>
                    <a:pt x="5829" y="234"/>
                  </a:cubicBezTo>
                  <a:cubicBezTo>
                    <a:pt x="5706" y="234"/>
                    <a:pt x="5582" y="334"/>
                    <a:pt x="5626" y="497"/>
                  </a:cubicBezTo>
                  <a:lnTo>
                    <a:pt x="5972" y="2121"/>
                  </a:lnTo>
                  <a:lnTo>
                    <a:pt x="2955" y="2121"/>
                  </a:lnTo>
                  <a:cubicBezTo>
                    <a:pt x="1326" y="2121"/>
                    <a:pt x="5" y="3442"/>
                    <a:pt x="5" y="5071"/>
                  </a:cubicBezTo>
                  <a:lnTo>
                    <a:pt x="5" y="7636"/>
                  </a:lnTo>
                  <a:cubicBezTo>
                    <a:pt x="1" y="8522"/>
                    <a:pt x="721" y="9210"/>
                    <a:pt x="1568" y="9210"/>
                  </a:cubicBezTo>
                  <a:cubicBezTo>
                    <a:pt x="1672" y="9210"/>
                    <a:pt x="1777" y="9199"/>
                    <a:pt x="1884" y="9178"/>
                  </a:cubicBezTo>
                  <a:lnTo>
                    <a:pt x="2157" y="9120"/>
                  </a:lnTo>
                  <a:cubicBezTo>
                    <a:pt x="2414" y="9071"/>
                    <a:pt x="2358" y="8712"/>
                    <a:pt x="2128" y="8712"/>
                  </a:cubicBezTo>
                  <a:cubicBezTo>
                    <a:pt x="2113" y="8712"/>
                    <a:pt x="2097" y="8714"/>
                    <a:pt x="2081" y="8717"/>
                  </a:cubicBezTo>
                  <a:lnTo>
                    <a:pt x="1802" y="8770"/>
                  </a:lnTo>
                  <a:cubicBezTo>
                    <a:pt x="1724" y="8785"/>
                    <a:pt x="1646" y="8793"/>
                    <a:pt x="1570" y="8793"/>
                  </a:cubicBezTo>
                  <a:cubicBezTo>
                    <a:pt x="948" y="8793"/>
                    <a:pt x="418" y="8291"/>
                    <a:pt x="418" y="7641"/>
                  </a:cubicBezTo>
                  <a:lnTo>
                    <a:pt x="418" y="5071"/>
                  </a:lnTo>
                  <a:cubicBezTo>
                    <a:pt x="418" y="3673"/>
                    <a:pt x="1557" y="2534"/>
                    <a:pt x="2955" y="2534"/>
                  </a:cubicBezTo>
                  <a:lnTo>
                    <a:pt x="7144" y="2534"/>
                  </a:lnTo>
                  <a:cubicBezTo>
                    <a:pt x="7394" y="2534"/>
                    <a:pt x="7600" y="2741"/>
                    <a:pt x="7600" y="2990"/>
                  </a:cubicBezTo>
                  <a:lnTo>
                    <a:pt x="7600" y="7107"/>
                  </a:lnTo>
                  <a:cubicBezTo>
                    <a:pt x="7596" y="7290"/>
                    <a:pt x="7514" y="7463"/>
                    <a:pt x="7370" y="7573"/>
                  </a:cubicBezTo>
                  <a:cubicBezTo>
                    <a:pt x="7163" y="7742"/>
                    <a:pt x="7615" y="7588"/>
                    <a:pt x="3137" y="8505"/>
                  </a:cubicBezTo>
                  <a:cubicBezTo>
                    <a:pt x="2885" y="8555"/>
                    <a:pt x="2937" y="8914"/>
                    <a:pt x="3171" y="8914"/>
                  </a:cubicBezTo>
                  <a:cubicBezTo>
                    <a:pt x="3186" y="8914"/>
                    <a:pt x="3202" y="8912"/>
                    <a:pt x="3219" y="8909"/>
                  </a:cubicBezTo>
                  <a:lnTo>
                    <a:pt x="6375" y="8275"/>
                  </a:lnTo>
                  <a:lnTo>
                    <a:pt x="6375" y="8275"/>
                  </a:lnTo>
                  <a:cubicBezTo>
                    <a:pt x="6428" y="8967"/>
                    <a:pt x="6371" y="9779"/>
                    <a:pt x="6034" y="10225"/>
                  </a:cubicBezTo>
                  <a:cubicBezTo>
                    <a:pt x="5922" y="10383"/>
                    <a:pt x="6056" y="10552"/>
                    <a:pt x="6204" y="10552"/>
                  </a:cubicBezTo>
                  <a:cubicBezTo>
                    <a:pt x="6258" y="10552"/>
                    <a:pt x="6315" y="10529"/>
                    <a:pt x="6361" y="10475"/>
                  </a:cubicBezTo>
                  <a:cubicBezTo>
                    <a:pt x="6856" y="9827"/>
                    <a:pt x="6837" y="8722"/>
                    <a:pt x="6789" y="8193"/>
                  </a:cubicBezTo>
                  <a:cubicBezTo>
                    <a:pt x="7130" y="8116"/>
                    <a:pt x="7264" y="8121"/>
                    <a:pt x="7466" y="8015"/>
                  </a:cubicBezTo>
                  <a:lnTo>
                    <a:pt x="7466" y="8015"/>
                  </a:lnTo>
                  <a:cubicBezTo>
                    <a:pt x="7557" y="8967"/>
                    <a:pt x="7485" y="10129"/>
                    <a:pt x="6909" y="10893"/>
                  </a:cubicBezTo>
                  <a:cubicBezTo>
                    <a:pt x="6796" y="11051"/>
                    <a:pt x="6931" y="11220"/>
                    <a:pt x="7079" y="11220"/>
                  </a:cubicBezTo>
                  <a:cubicBezTo>
                    <a:pt x="7133" y="11220"/>
                    <a:pt x="7189" y="11197"/>
                    <a:pt x="7235" y="11143"/>
                  </a:cubicBezTo>
                  <a:cubicBezTo>
                    <a:pt x="7932" y="10225"/>
                    <a:pt x="8009" y="8789"/>
                    <a:pt x="7836" y="7665"/>
                  </a:cubicBezTo>
                  <a:cubicBezTo>
                    <a:pt x="7836" y="7660"/>
                    <a:pt x="7836" y="7660"/>
                    <a:pt x="7836" y="7660"/>
                  </a:cubicBezTo>
                  <a:cubicBezTo>
                    <a:pt x="8129" y="7401"/>
                    <a:pt x="8480" y="7021"/>
                    <a:pt x="9061" y="7021"/>
                  </a:cubicBezTo>
                  <a:cubicBezTo>
                    <a:pt x="9075" y="7021"/>
                    <a:pt x="9181" y="7045"/>
                    <a:pt x="9234" y="7045"/>
                  </a:cubicBezTo>
                  <a:cubicBezTo>
                    <a:pt x="9378" y="7045"/>
                    <a:pt x="9522" y="7007"/>
                    <a:pt x="9647" y="6935"/>
                  </a:cubicBezTo>
                  <a:lnTo>
                    <a:pt x="13389" y="4730"/>
                  </a:lnTo>
                  <a:cubicBezTo>
                    <a:pt x="13932" y="4408"/>
                    <a:pt x="14196" y="3764"/>
                    <a:pt x="14028" y="3154"/>
                  </a:cubicBezTo>
                  <a:cubicBezTo>
                    <a:pt x="13865" y="2545"/>
                    <a:pt x="13310" y="2122"/>
                    <a:pt x="12682" y="2121"/>
                  </a:cubicBezTo>
                  <a:lnTo>
                    <a:pt x="12682" y="2121"/>
                  </a:lnTo>
                  <a:cubicBezTo>
                    <a:pt x="12409" y="2122"/>
                    <a:pt x="12410" y="2534"/>
                    <a:pt x="12683" y="2534"/>
                  </a:cubicBezTo>
                  <a:cubicBezTo>
                    <a:pt x="13125" y="2534"/>
                    <a:pt x="13509" y="2827"/>
                    <a:pt x="13630" y="3255"/>
                  </a:cubicBezTo>
                  <a:cubicBezTo>
                    <a:pt x="13745" y="3682"/>
                    <a:pt x="13557" y="4134"/>
                    <a:pt x="13178" y="4360"/>
                  </a:cubicBezTo>
                  <a:lnTo>
                    <a:pt x="9436" y="6565"/>
                  </a:lnTo>
                  <a:cubicBezTo>
                    <a:pt x="9369" y="6604"/>
                    <a:pt x="9299" y="6621"/>
                    <a:pt x="9231" y="6621"/>
                  </a:cubicBezTo>
                  <a:cubicBezTo>
                    <a:pt x="9021" y="6621"/>
                    <a:pt x="8830" y="6454"/>
                    <a:pt x="8830" y="6219"/>
                  </a:cubicBezTo>
                  <a:lnTo>
                    <a:pt x="8830" y="3533"/>
                  </a:lnTo>
                  <a:cubicBezTo>
                    <a:pt x="8830" y="2981"/>
                    <a:pt x="9277" y="2534"/>
                    <a:pt x="9830" y="2534"/>
                  </a:cubicBezTo>
                  <a:lnTo>
                    <a:pt x="11756" y="2534"/>
                  </a:lnTo>
                  <a:cubicBezTo>
                    <a:pt x="12030" y="2529"/>
                    <a:pt x="12030" y="2121"/>
                    <a:pt x="11756" y="2121"/>
                  </a:cubicBezTo>
                  <a:lnTo>
                    <a:pt x="10973" y="2121"/>
                  </a:lnTo>
                  <a:lnTo>
                    <a:pt x="11319" y="497"/>
                  </a:lnTo>
                  <a:cubicBezTo>
                    <a:pt x="11363" y="336"/>
                    <a:pt x="11236" y="236"/>
                    <a:pt x="11112" y="236"/>
                  </a:cubicBezTo>
                  <a:cubicBezTo>
                    <a:pt x="11022" y="236"/>
                    <a:pt x="10933" y="289"/>
                    <a:pt x="10915" y="411"/>
                  </a:cubicBezTo>
                  <a:lnTo>
                    <a:pt x="10555" y="2121"/>
                  </a:lnTo>
                  <a:lnTo>
                    <a:pt x="9849" y="2121"/>
                  </a:lnTo>
                  <a:lnTo>
                    <a:pt x="10238" y="267"/>
                  </a:lnTo>
                  <a:cubicBezTo>
                    <a:pt x="10285" y="102"/>
                    <a:pt x="10158" y="1"/>
                    <a:pt x="10035" y="1"/>
                  </a:cubicBezTo>
                  <a:cubicBezTo>
                    <a:pt x="9945" y="1"/>
                    <a:pt x="9857" y="54"/>
                    <a:pt x="9839" y="175"/>
                  </a:cubicBezTo>
                  <a:lnTo>
                    <a:pt x="9407" y="2183"/>
                  </a:lnTo>
                  <a:cubicBezTo>
                    <a:pt x="9339" y="2207"/>
                    <a:pt x="9272" y="2231"/>
                    <a:pt x="9210" y="2265"/>
                  </a:cubicBezTo>
                  <a:lnTo>
                    <a:pt x="7591" y="2265"/>
                  </a:lnTo>
                  <a:cubicBezTo>
                    <a:pt x="7572" y="2251"/>
                    <a:pt x="7552" y="2241"/>
                    <a:pt x="7538" y="2227"/>
                  </a:cubicBezTo>
                  <a:lnTo>
                    <a:pt x="7101" y="175"/>
                  </a:lnTo>
                  <a:cubicBezTo>
                    <a:pt x="7081" y="54"/>
                    <a:pt x="6992" y="1"/>
                    <a:pt x="6902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9016" name="Google Shape;9016;p69"/>
          <p:cNvGrpSpPr/>
          <p:nvPr/>
        </p:nvGrpSpPr>
        <p:grpSpPr>
          <a:xfrm>
            <a:off x="3983105" y="2160074"/>
            <a:ext cx="276206" cy="210920"/>
            <a:chOff x="5310807" y="2022849"/>
            <a:chExt cx="368274" cy="281226"/>
          </a:xfrm>
        </p:grpSpPr>
        <p:sp>
          <p:nvSpPr>
            <p:cNvPr id="9017" name="Google Shape;9017;p69"/>
            <p:cNvSpPr/>
            <p:nvPr/>
          </p:nvSpPr>
          <p:spPr>
            <a:xfrm>
              <a:off x="5316854" y="2075681"/>
              <a:ext cx="356964" cy="174594"/>
            </a:xfrm>
            <a:custGeom>
              <a:avLst/>
              <a:gdLst/>
              <a:ahLst/>
              <a:cxnLst/>
              <a:rect l="l" t="t" r="r" b="b"/>
              <a:pathLst>
                <a:path w="13635" h="6669" extrusionOk="0">
                  <a:moveTo>
                    <a:pt x="0" y="0"/>
                  </a:moveTo>
                  <a:lnTo>
                    <a:pt x="346" y="3348"/>
                  </a:lnTo>
                  <a:lnTo>
                    <a:pt x="1278" y="3348"/>
                  </a:lnTo>
                  <a:lnTo>
                    <a:pt x="1802" y="2239"/>
                  </a:lnTo>
                  <a:lnTo>
                    <a:pt x="5318" y="2239"/>
                  </a:lnTo>
                  <a:cubicBezTo>
                    <a:pt x="5321" y="2239"/>
                    <a:pt x="5324" y="2239"/>
                    <a:pt x="5327" y="2239"/>
                  </a:cubicBezTo>
                  <a:cubicBezTo>
                    <a:pt x="5578" y="2239"/>
                    <a:pt x="5779" y="2443"/>
                    <a:pt x="5779" y="2695"/>
                  </a:cubicBezTo>
                  <a:lnTo>
                    <a:pt x="5779" y="4511"/>
                  </a:lnTo>
                  <a:cubicBezTo>
                    <a:pt x="5779" y="4761"/>
                    <a:pt x="5823" y="5011"/>
                    <a:pt x="5904" y="5241"/>
                  </a:cubicBezTo>
                  <a:cubicBezTo>
                    <a:pt x="5972" y="5467"/>
                    <a:pt x="6087" y="5674"/>
                    <a:pt x="6241" y="5851"/>
                  </a:cubicBezTo>
                  <a:cubicBezTo>
                    <a:pt x="6668" y="6317"/>
                    <a:pt x="7245" y="6668"/>
                    <a:pt x="7927" y="6668"/>
                  </a:cubicBezTo>
                  <a:lnTo>
                    <a:pt x="12351" y="6668"/>
                  </a:lnTo>
                  <a:cubicBezTo>
                    <a:pt x="13062" y="6668"/>
                    <a:pt x="13634" y="6096"/>
                    <a:pt x="13634" y="5390"/>
                  </a:cubicBezTo>
                  <a:lnTo>
                    <a:pt x="10555" y="4083"/>
                  </a:lnTo>
                  <a:cubicBezTo>
                    <a:pt x="9704" y="3718"/>
                    <a:pt x="9152" y="2882"/>
                    <a:pt x="9152" y="1960"/>
                  </a:cubicBezTo>
                  <a:lnTo>
                    <a:pt x="9152" y="1585"/>
                  </a:lnTo>
                  <a:cubicBezTo>
                    <a:pt x="9147" y="1379"/>
                    <a:pt x="8979" y="1211"/>
                    <a:pt x="8772" y="1211"/>
                  </a:cubicBezTo>
                  <a:lnTo>
                    <a:pt x="1686" y="1211"/>
                  </a:lnTo>
                  <a:lnTo>
                    <a:pt x="1273" y="0"/>
                  </a:ln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18" name="Google Shape;9018;p69"/>
            <p:cNvSpPr/>
            <p:nvPr/>
          </p:nvSpPr>
          <p:spPr>
            <a:xfrm>
              <a:off x="5316723" y="2075785"/>
              <a:ext cx="357200" cy="169568"/>
            </a:xfrm>
            <a:custGeom>
              <a:avLst/>
              <a:gdLst/>
              <a:ahLst/>
              <a:cxnLst/>
              <a:rect l="l" t="t" r="r" b="b"/>
              <a:pathLst>
                <a:path w="13644" h="6477" extrusionOk="0">
                  <a:moveTo>
                    <a:pt x="0" y="1"/>
                  </a:moveTo>
                  <a:lnTo>
                    <a:pt x="58" y="539"/>
                  </a:lnTo>
                  <a:lnTo>
                    <a:pt x="500" y="539"/>
                  </a:lnTo>
                  <a:cubicBezTo>
                    <a:pt x="678" y="539"/>
                    <a:pt x="836" y="654"/>
                    <a:pt x="894" y="822"/>
                  </a:cubicBezTo>
                  <a:lnTo>
                    <a:pt x="1077" y="1346"/>
                  </a:lnTo>
                  <a:cubicBezTo>
                    <a:pt x="1158" y="1586"/>
                    <a:pt x="1384" y="1750"/>
                    <a:pt x="1639" y="1750"/>
                  </a:cubicBezTo>
                  <a:lnTo>
                    <a:pt x="8302" y="1750"/>
                  </a:lnTo>
                  <a:cubicBezTo>
                    <a:pt x="8508" y="1750"/>
                    <a:pt x="8677" y="1918"/>
                    <a:pt x="8677" y="2129"/>
                  </a:cubicBezTo>
                  <a:lnTo>
                    <a:pt x="8677" y="2499"/>
                  </a:lnTo>
                  <a:cubicBezTo>
                    <a:pt x="8677" y="3426"/>
                    <a:pt x="9229" y="4257"/>
                    <a:pt x="10084" y="4622"/>
                  </a:cubicBezTo>
                  <a:lnTo>
                    <a:pt x="13164" y="5929"/>
                  </a:lnTo>
                  <a:cubicBezTo>
                    <a:pt x="13164" y="6116"/>
                    <a:pt x="13120" y="6304"/>
                    <a:pt x="13043" y="6477"/>
                  </a:cubicBezTo>
                  <a:cubicBezTo>
                    <a:pt x="13413" y="6241"/>
                    <a:pt x="13644" y="5833"/>
                    <a:pt x="13644" y="5391"/>
                  </a:cubicBezTo>
                  <a:lnTo>
                    <a:pt x="10560" y="4079"/>
                  </a:lnTo>
                  <a:cubicBezTo>
                    <a:pt x="9705" y="3719"/>
                    <a:pt x="9152" y="2883"/>
                    <a:pt x="9152" y="1961"/>
                  </a:cubicBezTo>
                  <a:lnTo>
                    <a:pt x="9152" y="1586"/>
                  </a:lnTo>
                  <a:cubicBezTo>
                    <a:pt x="9152" y="1380"/>
                    <a:pt x="8984" y="1211"/>
                    <a:pt x="8777" y="1211"/>
                  </a:cubicBezTo>
                  <a:lnTo>
                    <a:pt x="1691" y="1211"/>
                  </a:lnTo>
                  <a:lnTo>
                    <a:pt x="1278" y="1"/>
                  </a:lnTo>
                  <a:close/>
                </a:path>
              </a:pathLst>
            </a:custGeom>
            <a:solidFill>
              <a:srgbClr val="586F8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19" name="Google Shape;9019;p69"/>
            <p:cNvSpPr/>
            <p:nvPr/>
          </p:nvSpPr>
          <p:spPr>
            <a:xfrm>
              <a:off x="5555563" y="2112778"/>
              <a:ext cx="109432" cy="100269"/>
            </a:xfrm>
            <a:custGeom>
              <a:avLst/>
              <a:gdLst/>
              <a:ahLst/>
              <a:cxnLst/>
              <a:rect l="l" t="t" r="r" b="b"/>
              <a:pathLst>
                <a:path w="4180" h="3830" extrusionOk="0">
                  <a:moveTo>
                    <a:pt x="29" y="0"/>
                  </a:moveTo>
                  <a:lnTo>
                    <a:pt x="0" y="24"/>
                  </a:lnTo>
                  <a:cubicBezTo>
                    <a:pt x="20" y="67"/>
                    <a:pt x="34" y="120"/>
                    <a:pt x="29" y="173"/>
                  </a:cubicBezTo>
                  <a:lnTo>
                    <a:pt x="29" y="543"/>
                  </a:lnTo>
                  <a:cubicBezTo>
                    <a:pt x="29" y="1465"/>
                    <a:pt x="586" y="2301"/>
                    <a:pt x="1437" y="2666"/>
                  </a:cubicBezTo>
                  <a:lnTo>
                    <a:pt x="4180" y="3829"/>
                  </a:lnTo>
                  <a:cubicBezTo>
                    <a:pt x="4180" y="3829"/>
                    <a:pt x="4060" y="308"/>
                    <a:pt x="351" y="0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20" name="Google Shape;9020;p69"/>
            <p:cNvSpPr/>
            <p:nvPr/>
          </p:nvSpPr>
          <p:spPr>
            <a:xfrm>
              <a:off x="5555694" y="2112778"/>
              <a:ext cx="109432" cy="100269"/>
            </a:xfrm>
            <a:custGeom>
              <a:avLst/>
              <a:gdLst/>
              <a:ahLst/>
              <a:cxnLst/>
              <a:rect l="l" t="t" r="r" b="b"/>
              <a:pathLst>
                <a:path w="4180" h="3830" extrusionOk="0">
                  <a:moveTo>
                    <a:pt x="24" y="0"/>
                  </a:moveTo>
                  <a:lnTo>
                    <a:pt x="0" y="24"/>
                  </a:lnTo>
                  <a:cubicBezTo>
                    <a:pt x="19" y="72"/>
                    <a:pt x="29" y="120"/>
                    <a:pt x="24" y="173"/>
                  </a:cubicBezTo>
                  <a:lnTo>
                    <a:pt x="24" y="433"/>
                  </a:lnTo>
                  <a:cubicBezTo>
                    <a:pt x="2647" y="692"/>
                    <a:pt x="3430" y="2590"/>
                    <a:pt x="3661" y="3608"/>
                  </a:cubicBezTo>
                  <a:lnTo>
                    <a:pt x="4180" y="3829"/>
                  </a:lnTo>
                  <a:cubicBezTo>
                    <a:pt x="4180" y="3829"/>
                    <a:pt x="4060" y="312"/>
                    <a:pt x="351" y="0"/>
                  </a:cubicBezTo>
                  <a:close/>
                </a:path>
              </a:pathLst>
            </a:custGeom>
            <a:solidFill>
              <a:srgbClr val="9DABB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21" name="Google Shape;9021;p69"/>
            <p:cNvSpPr/>
            <p:nvPr/>
          </p:nvSpPr>
          <p:spPr>
            <a:xfrm>
              <a:off x="5495323" y="2139193"/>
              <a:ext cx="37359" cy="63015"/>
            </a:xfrm>
            <a:custGeom>
              <a:avLst/>
              <a:gdLst/>
              <a:ahLst/>
              <a:cxnLst/>
              <a:rect l="l" t="t" r="r" b="b"/>
              <a:pathLst>
                <a:path w="1427" h="2407" extrusionOk="0">
                  <a:moveTo>
                    <a:pt x="0" y="0"/>
                  </a:moveTo>
                  <a:lnTo>
                    <a:pt x="0" y="2407"/>
                  </a:lnTo>
                  <a:lnTo>
                    <a:pt x="1427" y="2407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51667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22" name="Google Shape;9022;p69"/>
            <p:cNvSpPr/>
            <p:nvPr/>
          </p:nvSpPr>
          <p:spPr>
            <a:xfrm>
              <a:off x="5519199" y="2139193"/>
              <a:ext cx="13483" cy="63015"/>
            </a:xfrm>
            <a:custGeom>
              <a:avLst/>
              <a:gdLst/>
              <a:ahLst/>
              <a:cxnLst/>
              <a:rect l="l" t="t" r="r" b="b"/>
              <a:pathLst>
                <a:path w="515" h="2407" extrusionOk="0">
                  <a:moveTo>
                    <a:pt x="1" y="0"/>
                  </a:moveTo>
                  <a:lnTo>
                    <a:pt x="1" y="2407"/>
                  </a:lnTo>
                  <a:lnTo>
                    <a:pt x="515" y="2407"/>
                  </a:lnTo>
                  <a:lnTo>
                    <a:pt x="515" y="0"/>
                  </a:ln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23" name="Google Shape;9023;p69"/>
            <p:cNvSpPr/>
            <p:nvPr/>
          </p:nvSpPr>
          <p:spPr>
            <a:xfrm>
              <a:off x="5492810" y="2089765"/>
              <a:ext cx="17253" cy="17488"/>
            </a:xfrm>
            <a:custGeom>
              <a:avLst/>
              <a:gdLst/>
              <a:ahLst/>
              <a:cxnLst/>
              <a:rect l="l" t="t" r="r" b="b"/>
              <a:pathLst>
                <a:path w="659" h="668" extrusionOk="0">
                  <a:moveTo>
                    <a:pt x="0" y="0"/>
                  </a:moveTo>
                  <a:lnTo>
                    <a:pt x="0" y="668"/>
                  </a:lnTo>
                  <a:lnTo>
                    <a:pt x="658" y="668"/>
                  </a:lnTo>
                  <a:lnTo>
                    <a:pt x="658" y="0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24" name="Google Shape;9024;p69"/>
            <p:cNvSpPr/>
            <p:nvPr/>
          </p:nvSpPr>
          <p:spPr>
            <a:xfrm>
              <a:off x="5479458" y="2072277"/>
              <a:ext cx="43564" cy="17619"/>
            </a:xfrm>
            <a:custGeom>
              <a:avLst/>
              <a:gdLst/>
              <a:ahLst/>
              <a:cxnLst/>
              <a:rect l="l" t="t" r="r" b="b"/>
              <a:pathLst>
                <a:path w="1664" h="673" extrusionOk="0">
                  <a:moveTo>
                    <a:pt x="1" y="0"/>
                  </a:moveTo>
                  <a:lnTo>
                    <a:pt x="1" y="673"/>
                  </a:lnTo>
                  <a:lnTo>
                    <a:pt x="1663" y="673"/>
                  </a:lnTo>
                  <a:lnTo>
                    <a:pt x="1663" y="0"/>
                  </a:ln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25" name="Google Shape;9025;p69"/>
            <p:cNvSpPr/>
            <p:nvPr/>
          </p:nvSpPr>
          <p:spPr>
            <a:xfrm>
              <a:off x="5507759" y="2072277"/>
              <a:ext cx="15263" cy="17619"/>
            </a:xfrm>
            <a:custGeom>
              <a:avLst/>
              <a:gdLst/>
              <a:ahLst/>
              <a:cxnLst/>
              <a:rect l="l" t="t" r="r" b="b"/>
              <a:pathLst>
                <a:path w="583" h="673" extrusionOk="0">
                  <a:moveTo>
                    <a:pt x="1" y="0"/>
                  </a:moveTo>
                  <a:lnTo>
                    <a:pt x="1" y="673"/>
                  </a:lnTo>
                  <a:lnTo>
                    <a:pt x="582" y="673"/>
                  </a:lnTo>
                  <a:lnTo>
                    <a:pt x="582" y="0"/>
                  </a:lnTo>
                  <a:close/>
                </a:path>
              </a:pathLst>
            </a:custGeom>
            <a:solidFill>
              <a:srgbClr val="586F8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26" name="Google Shape;9026;p69"/>
            <p:cNvSpPr/>
            <p:nvPr/>
          </p:nvSpPr>
          <p:spPr>
            <a:xfrm>
              <a:off x="5486003" y="2028373"/>
              <a:ext cx="30604" cy="43930"/>
            </a:xfrm>
            <a:custGeom>
              <a:avLst/>
              <a:gdLst/>
              <a:ahLst/>
              <a:cxnLst/>
              <a:rect l="l" t="t" r="r" b="b"/>
              <a:pathLst>
                <a:path w="1169" h="1678" extrusionOk="0">
                  <a:moveTo>
                    <a:pt x="582" y="1"/>
                  </a:moveTo>
                  <a:cubicBezTo>
                    <a:pt x="265" y="1"/>
                    <a:pt x="1" y="260"/>
                    <a:pt x="1" y="582"/>
                  </a:cubicBezTo>
                  <a:lnTo>
                    <a:pt x="1" y="1677"/>
                  </a:lnTo>
                  <a:lnTo>
                    <a:pt x="1168" y="1677"/>
                  </a:lnTo>
                  <a:lnTo>
                    <a:pt x="1168" y="582"/>
                  </a:lnTo>
                  <a:cubicBezTo>
                    <a:pt x="1168" y="260"/>
                    <a:pt x="904" y="1"/>
                    <a:pt x="582" y="1"/>
                  </a:cubicBezTo>
                  <a:close/>
                </a:path>
              </a:pathLst>
            </a:custGeom>
            <a:solidFill>
              <a:srgbClr val="99AEB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27" name="Google Shape;9027;p69"/>
            <p:cNvSpPr/>
            <p:nvPr/>
          </p:nvSpPr>
          <p:spPr>
            <a:xfrm>
              <a:off x="5491291" y="2028242"/>
              <a:ext cx="25316" cy="43799"/>
            </a:xfrm>
            <a:custGeom>
              <a:avLst/>
              <a:gdLst/>
              <a:ahLst/>
              <a:cxnLst/>
              <a:rect l="l" t="t" r="r" b="b"/>
              <a:pathLst>
                <a:path w="967" h="1673" extrusionOk="0">
                  <a:moveTo>
                    <a:pt x="385" y="1"/>
                  </a:moveTo>
                  <a:cubicBezTo>
                    <a:pt x="241" y="1"/>
                    <a:pt x="106" y="54"/>
                    <a:pt x="0" y="145"/>
                  </a:cubicBezTo>
                  <a:cubicBezTo>
                    <a:pt x="231" y="227"/>
                    <a:pt x="385" y="448"/>
                    <a:pt x="385" y="693"/>
                  </a:cubicBezTo>
                  <a:lnTo>
                    <a:pt x="385" y="1673"/>
                  </a:lnTo>
                  <a:lnTo>
                    <a:pt x="966" y="1673"/>
                  </a:lnTo>
                  <a:lnTo>
                    <a:pt x="966" y="587"/>
                  </a:lnTo>
                  <a:cubicBezTo>
                    <a:pt x="966" y="265"/>
                    <a:pt x="702" y="1"/>
                    <a:pt x="385" y="1"/>
                  </a:cubicBezTo>
                  <a:close/>
                </a:path>
              </a:pathLst>
            </a:custGeom>
            <a:solidFill>
              <a:srgbClr val="87A0B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28" name="Google Shape;9028;p69"/>
            <p:cNvSpPr/>
            <p:nvPr/>
          </p:nvSpPr>
          <p:spPr>
            <a:xfrm>
              <a:off x="5354894" y="2031096"/>
              <a:ext cx="131136" cy="34217"/>
            </a:xfrm>
            <a:custGeom>
              <a:avLst/>
              <a:gdLst/>
              <a:ahLst/>
              <a:cxnLst/>
              <a:rect l="l" t="t" r="r" b="b"/>
              <a:pathLst>
                <a:path w="5009" h="1307" extrusionOk="0">
                  <a:moveTo>
                    <a:pt x="875" y="1"/>
                  </a:moveTo>
                  <a:cubicBezTo>
                    <a:pt x="293" y="1"/>
                    <a:pt x="1" y="720"/>
                    <a:pt x="430" y="1127"/>
                  </a:cubicBezTo>
                  <a:cubicBezTo>
                    <a:pt x="553" y="1240"/>
                    <a:pt x="711" y="1306"/>
                    <a:pt x="876" y="1306"/>
                  </a:cubicBezTo>
                  <a:cubicBezTo>
                    <a:pt x="893" y="1306"/>
                    <a:pt x="909" y="1306"/>
                    <a:pt x="925" y="1304"/>
                  </a:cubicBezTo>
                  <a:lnTo>
                    <a:pt x="5009" y="1016"/>
                  </a:lnTo>
                  <a:lnTo>
                    <a:pt x="5009" y="286"/>
                  </a:lnTo>
                  <a:lnTo>
                    <a:pt x="925" y="2"/>
                  </a:lnTo>
                  <a:cubicBezTo>
                    <a:pt x="908" y="1"/>
                    <a:pt x="891" y="1"/>
                    <a:pt x="875" y="1"/>
                  </a:cubicBezTo>
                  <a:close/>
                </a:path>
              </a:pathLst>
            </a:custGeom>
            <a:solidFill>
              <a:srgbClr val="E4E9E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29" name="Google Shape;9029;p69"/>
            <p:cNvSpPr/>
            <p:nvPr/>
          </p:nvSpPr>
          <p:spPr>
            <a:xfrm>
              <a:off x="5472416" y="2037693"/>
              <a:ext cx="14111" cy="21023"/>
            </a:xfrm>
            <a:custGeom>
              <a:avLst/>
              <a:gdLst/>
              <a:ahLst/>
              <a:cxnLst/>
              <a:rect l="l" t="t" r="r" b="b"/>
              <a:pathLst>
                <a:path w="539" h="803" extrusionOk="0">
                  <a:moveTo>
                    <a:pt x="44" y="0"/>
                  </a:moveTo>
                  <a:cubicBezTo>
                    <a:pt x="15" y="72"/>
                    <a:pt x="1" y="149"/>
                    <a:pt x="1" y="226"/>
                  </a:cubicBezTo>
                  <a:lnTo>
                    <a:pt x="1" y="803"/>
                  </a:lnTo>
                  <a:lnTo>
                    <a:pt x="539" y="764"/>
                  </a:lnTo>
                  <a:lnTo>
                    <a:pt x="539" y="34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A7B8C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30" name="Google Shape;9030;p69"/>
            <p:cNvSpPr/>
            <p:nvPr/>
          </p:nvSpPr>
          <p:spPr>
            <a:xfrm>
              <a:off x="5573052" y="2134402"/>
              <a:ext cx="25421" cy="50449"/>
            </a:xfrm>
            <a:custGeom>
              <a:avLst/>
              <a:gdLst/>
              <a:ahLst/>
              <a:cxnLst/>
              <a:rect l="l" t="t" r="r" b="b"/>
              <a:pathLst>
                <a:path w="971" h="1927" extrusionOk="0">
                  <a:moveTo>
                    <a:pt x="485" y="1"/>
                  </a:moveTo>
                  <a:cubicBezTo>
                    <a:pt x="221" y="1"/>
                    <a:pt x="0" y="217"/>
                    <a:pt x="0" y="486"/>
                  </a:cubicBezTo>
                  <a:lnTo>
                    <a:pt x="0" y="1312"/>
                  </a:lnTo>
                  <a:cubicBezTo>
                    <a:pt x="221" y="1538"/>
                    <a:pt x="480" y="1716"/>
                    <a:pt x="769" y="1840"/>
                  </a:cubicBezTo>
                  <a:lnTo>
                    <a:pt x="970" y="1927"/>
                  </a:lnTo>
                  <a:lnTo>
                    <a:pt x="970" y="486"/>
                  </a:lnTo>
                  <a:cubicBezTo>
                    <a:pt x="970" y="217"/>
                    <a:pt x="754" y="1"/>
                    <a:pt x="485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31" name="Google Shape;9031;p69"/>
            <p:cNvSpPr/>
            <p:nvPr/>
          </p:nvSpPr>
          <p:spPr>
            <a:xfrm>
              <a:off x="5580461" y="2134402"/>
              <a:ext cx="18274" cy="50449"/>
            </a:xfrm>
            <a:custGeom>
              <a:avLst/>
              <a:gdLst/>
              <a:ahLst/>
              <a:cxnLst/>
              <a:rect l="l" t="t" r="r" b="b"/>
              <a:pathLst>
                <a:path w="698" h="1927" extrusionOk="0">
                  <a:moveTo>
                    <a:pt x="207" y="1"/>
                  </a:moveTo>
                  <a:cubicBezTo>
                    <a:pt x="135" y="1"/>
                    <a:pt x="68" y="15"/>
                    <a:pt x="1" y="49"/>
                  </a:cubicBezTo>
                  <a:cubicBezTo>
                    <a:pt x="173" y="125"/>
                    <a:pt x="279" y="298"/>
                    <a:pt x="284" y="486"/>
                  </a:cubicBezTo>
                  <a:lnTo>
                    <a:pt x="284" y="1740"/>
                  </a:lnTo>
                  <a:cubicBezTo>
                    <a:pt x="351" y="1778"/>
                    <a:pt x="418" y="1812"/>
                    <a:pt x="491" y="1840"/>
                  </a:cubicBezTo>
                  <a:lnTo>
                    <a:pt x="697" y="1927"/>
                  </a:lnTo>
                  <a:lnTo>
                    <a:pt x="697" y="486"/>
                  </a:lnTo>
                  <a:cubicBezTo>
                    <a:pt x="692" y="217"/>
                    <a:pt x="476" y="1"/>
                    <a:pt x="207" y="1"/>
                  </a:cubicBezTo>
                  <a:close/>
                </a:path>
              </a:pathLst>
            </a:custGeom>
            <a:solidFill>
              <a:srgbClr val="D9E1E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32" name="Google Shape;9032;p69"/>
            <p:cNvSpPr/>
            <p:nvPr/>
          </p:nvSpPr>
          <p:spPr>
            <a:xfrm>
              <a:off x="5517707" y="2030991"/>
              <a:ext cx="131293" cy="34296"/>
            </a:xfrm>
            <a:custGeom>
              <a:avLst/>
              <a:gdLst/>
              <a:ahLst/>
              <a:cxnLst/>
              <a:rect l="l" t="t" r="r" b="b"/>
              <a:pathLst>
                <a:path w="5015" h="1310" extrusionOk="0">
                  <a:moveTo>
                    <a:pt x="4133" y="0"/>
                  </a:moveTo>
                  <a:cubicBezTo>
                    <a:pt x="4119" y="0"/>
                    <a:pt x="4104" y="1"/>
                    <a:pt x="4089" y="2"/>
                  </a:cubicBezTo>
                  <a:lnTo>
                    <a:pt x="0" y="290"/>
                  </a:lnTo>
                  <a:lnTo>
                    <a:pt x="0" y="1020"/>
                  </a:lnTo>
                  <a:lnTo>
                    <a:pt x="4089" y="1308"/>
                  </a:lnTo>
                  <a:cubicBezTo>
                    <a:pt x="4100" y="1309"/>
                    <a:pt x="4112" y="1309"/>
                    <a:pt x="4124" y="1309"/>
                  </a:cubicBezTo>
                  <a:cubicBezTo>
                    <a:pt x="4291" y="1309"/>
                    <a:pt x="4458" y="1247"/>
                    <a:pt x="4579" y="1131"/>
                  </a:cubicBezTo>
                  <a:cubicBezTo>
                    <a:pt x="5014" y="723"/>
                    <a:pt x="4714" y="0"/>
                    <a:pt x="4133" y="0"/>
                  </a:cubicBezTo>
                  <a:close/>
                </a:path>
              </a:pathLst>
            </a:custGeom>
            <a:solidFill>
              <a:srgbClr val="E4E9E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33" name="Google Shape;9033;p69"/>
            <p:cNvSpPr/>
            <p:nvPr/>
          </p:nvSpPr>
          <p:spPr>
            <a:xfrm>
              <a:off x="5517838" y="2037693"/>
              <a:ext cx="14111" cy="21023"/>
            </a:xfrm>
            <a:custGeom>
              <a:avLst/>
              <a:gdLst/>
              <a:ahLst/>
              <a:cxnLst/>
              <a:rect l="l" t="t" r="r" b="b"/>
              <a:pathLst>
                <a:path w="539" h="803" extrusionOk="0">
                  <a:moveTo>
                    <a:pt x="495" y="0"/>
                  </a:moveTo>
                  <a:lnTo>
                    <a:pt x="0" y="34"/>
                  </a:lnTo>
                  <a:lnTo>
                    <a:pt x="0" y="764"/>
                  </a:lnTo>
                  <a:lnTo>
                    <a:pt x="538" y="803"/>
                  </a:lnTo>
                  <a:lnTo>
                    <a:pt x="538" y="226"/>
                  </a:lnTo>
                  <a:cubicBezTo>
                    <a:pt x="538" y="149"/>
                    <a:pt x="524" y="72"/>
                    <a:pt x="495" y="0"/>
                  </a:cubicBezTo>
                  <a:close/>
                </a:path>
              </a:pathLst>
            </a:custGeom>
            <a:solidFill>
              <a:srgbClr val="A7B8C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34" name="Google Shape;9034;p69"/>
            <p:cNvSpPr/>
            <p:nvPr/>
          </p:nvSpPr>
          <p:spPr>
            <a:xfrm>
              <a:off x="5490035" y="2133774"/>
              <a:ext cx="48066" cy="73723"/>
            </a:xfrm>
            <a:custGeom>
              <a:avLst/>
              <a:gdLst/>
              <a:ahLst/>
              <a:cxnLst/>
              <a:rect l="l" t="t" r="r" b="b"/>
              <a:pathLst>
                <a:path w="1836" h="2816" extrusionOk="0">
                  <a:moveTo>
                    <a:pt x="1418" y="414"/>
                  </a:moveTo>
                  <a:lnTo>
                    <a:pt x="1418" y="2403"/>
                  </a:lnTo>
                  <a:lnTo>
                    <a:pt x="404" y="2403"/>
                  </a:lnTo>
                  <a:lnTo>
                    <a:pt x="404" y="414"/>
                  </a:lnTo>
                  <a:close/>
                  <a:moveTo>
                    <a:pt x="202" y="1"/>
                  </a:moveTo>
                  <a:cubicBezTo>
                    <a:pt x="92" y="1"/>
                    <a:pt x="0" y="92"/>
                    <a:pt x="0" y="207"/>
                  </a:cubicBezTo>
                  <a:lnTo>
                    <a:pt x="0" y="2614"/>
                  </a:lnTo>
                  <a:cubicBezTo>
                    <a:pt x="0" y="2724"/>
                    <a:pt x="92" y="2816"/>
                    <a:pt x="202" y="2816"/>
                  </a:cubicBezTo>
                  <a:lnTo>
                    <a:pt x="1629" y="2816"/>
                  </a:lnTo>
                  <a:cubicBezTo>
                    <a:pt x="1744" y="2816"/>
                    <a:pt x="1836" y="2724"/>
                    <a:pt x="1836" y="2614"/>
                  </a:cubicBezTo>
                  <a:lnTo>
                    <a:pt x="1836" y="207"/>
                  </a:lnTo>
                  <a:cubicBezTo>
                    <a:pt x="1836" y="92"/>
                    <a:pt x="1744" y="1"/>
                    <a:pt x="1629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35" name="Google Shape;9035;p69"/>
            <p:cNvSpPr/>
            <p:nvPr/>
          </p:nvSpPr>
          <p:spPr>
            <a:xfrm>
              <a:off x="5310807" y="2022849"/>
              <a:ext cx="368274" cy="281226"/>
            </a:xfrm>
            <a:custGeom>
              <a:avLst/>
              <a:gdLst/>
              <a:ahLst/>
              <a:cxnLst/>
              <a:rect l="l" t="t" r="r" b="b"/>
              <a:pathLst>
                <a:path w="14067" h="10742" extrusionOk="0">
                  <a:moveTo>
                    <a:pt x="2556" y="518"/>
                  </a:moveTo>
                  <a:cubicBezTo>
                    <a:pt x="2567" y="518"/>
                    <a:pt x="2579" y="518"/>
                    <a:pt x="2590" y="519"/>
                  </a:cubicBezTo>
                  <a:lnTo>
                    <a:pt x="6486" y="788"/>
                  </a:lnTo>
                  <a:lnTo>
                    <a:pt x="6486" y="1139"/>
                  </a:lnTo>
                  <a:lnTo>
                    <a:pt x="2590" y="1413"/>
                  </a:lnTo>
                  <a:cubicBezTo>
                    <a:pt x="2580" y="1413"/>
                    <a:pt x="2571" y="1414"/>
                    <a:pt x="2562" y="1414"/>
                  </a:cubicBezTo>
                  <a:cubicBezTo>
                    <a:pt x="2162" y="1414"/>
                    <a:pt x="1958" y="921"/>
                    <a:pt x="2254" y="639"/>
                  </a:cubicBezTo>
                  <a:cubicBezTo>
                    <a:pt x="2337" y="561"/>
                    <a:pt x="2443" y="518"/>
                    <a:pt x="2556" y="518"/>
                  </a:cubicBezTo>
                  <a:close/>
                  <a:moveTo>
                    <a:pt x="7279" y="409"/>
                  </a:moveTo>
                  <a:cubicBezTo>
                    <a:pt x="7485" y="409"/>
                    <a:pt x="7653" y="577"/>
                    <a:pt x="7653" y="788"/>
                  </a:cubicBezTo>
                  <a:lnTo>
                    <a:pt x="7653" y="1672"/>
                  </a:lnTo>
                  <a:lnTo>
                    <a:pt x="6899" y="1672"/>
                  </a:lnTo>
                  <a:lnTo>
                    <a:pt x="6899" y="788"/>
                  </a:lnTo>
                  <a:cubicBezTo>
                    <a:pt x="6899" y="577"/>
                    <a:pt x="7067" y="409"/>
                    <a:pt x="7279" y="409"/>
                  </a:cubicBezTo>
                  <a:close/>
                  <a:moveTo>
                    <a:pt x="7903" y="2085"/>
                  </a:moveTo>
                  <a:lnTo>
                    <a:pt x="7903" y="2350"/>
                  </a:lnTo>
                  <a:lnTo>
                    <a:pt x="6649" y="2350"/>
                  </a:lnTo>
                  <a:lnTo>
                    <a:pt x="6649" y="2085"/>
                  </a:lnTo>
                  <a:close/>
                  <a:moveTo>
                    <a:pt x="7399" y="2763"/>
                  </a:moveTo>
                  <a:lnTo>
                    <a:pt x="7399" y="3022"/>
                  </a:lnTo>
                  <a:lnTo>
                    <a:pt x="7154" y="3022"/>
                  </a:lnTo>
                  <a:lnTo>
                    <a:pt x="7154" y="2763"/>
                  </a:lnTo>
                  <a:close/>
                  <a:moveTo>
                    <a:pt x="10507" y="4449"/>
                  </a:moveTo>
                  <a:cubicBezTo>
                    <a:pt x="10666" y="4449"/>
                    <a:pt x="10795" y="4583"/>
                    <a:pt x="10786" y="4747"/>
                  </a:cubicBezTo>
                  <a:lnTo>
                    <a:pt x="10786" y="5861"/>
                  </a:lnTo>
                  <a:cubicBezTo>
                    <a:pt x="10728" y="5832"/>
                    <a:pt x="10675" y="5789"/>
                    <a:pt x="10622" y="5760"/>
                  </a:cubicBezTo>
                  <a:cubicBezTo>
                    <a:pt x="10272" y="5549"/>
                    <a:pt x="10272" y="5501"/>
                    <a:pt x="10228" y="5458"/>
                  </a:cubicBezTo>
                  <a:lnTo>
                    <a:pt x="10228" y="4747"/>
                  </a:lnTo>
                  <a:cubicBezTo>
                    <a:pt x="10219" y="4583"/>
                    <a:pt x="10349" y="4449"/>
                    <a:pt x="10507" y="4449"/>
                  </a:cubicBezTo>
                  <a:close/>
                  <a:moveTo>
                    <a:pt x="9705" y="3642"/>
                  </a:moveTo>
                  <a:cubicBezTo>
                    <a:pt x="11574" y="3647"/>
                    <a:pt x="13130" y="5073"/>
                    <a:pt x="13293" y="6937"/>
                  </a:cubicBezTo>
                  <a:lnTo>
                    <a:pt x="11199" y="6044"/>
                  </a:lnTo>
                  <a:lnTo>
                    <a:pt x="11199" y="4747"/>
                  </a:lnTo>
                  <a:cubicBezTo>
                    <a:pt x="11199" y="4362"/>
                    <a:pt x="10887" y="4055"/>
                    <a:pt x="10507" y="4055"/>
                  </a:cubicBezTo>
                  <a:cubicBezTo>
                    <a:pt x="10123" y="4055"/>
                    <a:pt x="9815" y="4362"/>
                    <a:pt x="9815" y="4747"/>
                  </a:cubicBezTo>
                  <a:lnTo>
                    <a:pt x="9815" y="4881"/>
                  </a:lnTo>
                  <a:cubicBezTo>
                    <a:pt x="9503" y="4233"/>
                    <a:pt x="9609" y="3868"/>
                    <a:pt x="9585" y="3642"/>
                  </a:cubicBezTo>
                  <a:close/>
                  <a:moveTo>
                    <a:pt x="11204" y="8888"/>
                  </a:moveTo>
                  <a:lnTo>
                    <a:pt x="11655" y="9378"/>
                  </a:lnTo>
                  <a:cubicBezTo>
                    <a:pt x="12006" y="9757"/>
                    <a:pt x="11900" y="10180"/>
                    <a:pt x="11919" y="10329"/>
                  </a:cubicBezTo>
                  <a:lnTo>
                    <a:pt x="7966" y="10329"/>
                  </a:lnTo>
                  <a:cubicBezTo>
                    <a:pt x="7985" y="10175"/>
                    <a:pt x="7879" y="9753"/>
                    <a:pt x="8235" y="9378"/>
                  </a:cubicBezTo>
                  <a:lnTo>
                    <a:pt x="8686" y="8888"/>
                  </a:lnTo>
                  <a:close/>
                  <a:moveTo>
                    <a:pt x="7273" y="0"/>
                  </a:moveTo>
                  <a:cubicBezTo>
                    <a:pt x="7019" y="0"/>
                    <a:pt x="6765" y="130"/>
                    <a:pt x="6606" y="389"/>
                  </a:cubicBezTo>
                  <a:lnTo>
                    <a:pt x="2609" y="111"/>
                  </a:lnTo>
                  <a:cubicBezTo>
                    <a:pt x="2587" y="109"/>
                    <a:pt x="2565" y="108"/>
                    <a:pt x="2543" y="108"/>
                  </a:cubicBezTo>
                  <a:cubicBezTo>
                    <a:pt x="2326" y="108"/>
                    <a:pt x="2118" y="193"/>
                    <a:pt x="1961" y="341"/>
                  </a:cubicBezTo>
                  <a:cubicBezTo>
                    <a:pt x="1399" y="870"/>
                    <a:pt x="1773" y="1826"/>
                    <a:pt x="2552" y="1826"/>
                  </a:cubicBezTo>
                  <a:cubicBezTo>
                    <a:pt x="2557" y="1826"/>
                    <a:pt x="2560" y="1826"/>
                    <a:pt x="2563" y="1826"/>
                  </a:cubicBezTo>
                  <a:cubicBezTo>
                    <a:pt x="2600" y="1826"/>
                    <a:pt x="2734" y="1814"/>
                    <a:pt x="6476" y="1552"/>
                  </a:cubicBezTo>
                  <a:lnTo>
                    <a:pt x="6476" y="1672"/>
                  </a:lnTo>
                  <a:lnTo>
                    <a:pt x="6433" y="1672"/>
                  </a:lnTo>
                  <a:cubicBezTo>
                    <a:pt x="6318" y="1672"/>
                    <a:pt x="6227" y="1763"/>
                    <a:pt x="6227" y="1879"/>
                  </a:cubicBezTo>
                  <a:lnTo>
                    <a:pt x="6227" y="2556"/>
                  </a:lnTo>
                  <a:cubicBezTo>
                    <a:pt x="6227" y="2667"/>
                    <a:pt x="6318" y="2758"/>
                    <a:pt x="6433" y="2758"/>
                  </a:cubicBezTo>
                  <a:lnTo>
                    <a:pt x="6731" y="2758"/>
                  </a:lnTo>
                  <a:lnTo>
                    <a:pt x="6731" y="3017"/>
                  </a:lnTo>
                  <a:lnTo>
                    <a:pt x="2052" y="3017"/>
                  </a:lnTo>
                  <a:lnTo>
                    <a:pt x="1692" y="1946"/>
                  </a:lnTo>
                  <a:cubicBezTo>
                    <a:pt x="1663" y="1864"/>
                    <a:pt x="1581" y="1807"/>
                    <a:pt x="1495" y="1807"/>
                  </a:cubicBezTo>
                  <a:lnTo>
                    <a:pt x="217" y="1807"/>
                  </a:lnTo>
                  <a:cubicBezTo>
                    <a:pt x="97" y="1807"/>
                    <a:pt x="1" y="1912"/>
                    <a:pt x="15" y="2037"/>
                  </a:cubicBezTo>
                  <a:lnTo>
                    <a:pt x="366" y="5381"/>
                  </a:lnTo>
                  <a:cubicBezTo>
                    <a:pt x="375" y="5487"/>
                    <a:pt x="462" y="5563"/>
                    <a:pt x="568" y="5563"/>
                  </a:cubicBezTo>
                  <a:lnTo>
                    <a:pt x="1499" y="5563"/>
                  </a:lnTo>
                  <a:cubicBezTo>
                    <a:pt x="1576" y="5563"/>
                    <a:pt x="1648" y="5515"/>
                    <a:pt x="1682" y="5443"/>
                  </a:cubicBezTo>
                  <a:lnTo>
                    <a:pt x="2148" y="4449"/>
                  </a:lnTo>
                  <a:lnTo>
                    <a:pt x="5535" y="4449"/>
                  </a:lnTo>
                  <a:cubicBezTo>
                    <a:pt x="5674" y="4454"/>
                    <a:pt x="5790" y="4564"/>
                    <a:pt x="5790" y="4703"/>
                  </a:cubicBezTo>
                  <a:cubicBezTo>
                    <a:pt x="5804" y="6462"/>
                    <a:pt x="5751" y="6611"/>
                    <a:pt x="5847" y="7033"/>
                  </a:cubicBezTo>
                  <a:cubicBezTo>
                    <a:pt x="5865" y="7155"/>
                    <a:pt x="5953" y="7208"/>
                    <a:pt x="6043" y="7208"/>
                  </a:cubicBezTo>
                  <a:cubicBezTo>
                    <a:pt x="6166" y="7208"/>
                    <a:pt x="6293" y="7106"/>
                    <a:pt x="6246" y="6942"/>
                  </a:cubicBezTo>
                  <a:cubicBezTo>
                    <a:pt x="6169" y="6591"/>
                    <a:pt x="6212" y="6443"/>
                    <a:pt x="6203" y="4703"/>
                  </a:cubicBezTo>
                  <a:cubicBezTo>
                    <a:pt x="6198" y="4334"/>
                    <a:pt x="5905" y="4041"/>
                    <a:pt x="5535" y="4041"/>
                  </a:cubicBezTo>
                  <a:lnTo>
                    <a:pt x="2018" y="4041"/>
                  </a:lnTo>
                  <a:cubicBezTo>
                    <a:pt x="1937" y="4041"/>
                    <a:pt x="1865" y="4084"/>
                    <a:pt x="1831" y="4161"/>
                  </a:cubicBezTo>
                  <a:lnTo>
                    <a:pt x="1365" y="5155"/>
                  </a:lnTo>
                  <a:lnTo>
                    <a:pt x="755" y="5155"/>
                  </a:lnTo>
                  <a:lnTo>
                    <a:pt x="447" y="2215"/>
                  </a:lnTo>
                  <a:lnTo>
                    <a:pt x="1346" y="2215"/>
                  </a:lnTo>
                  <a:lnTo>
                    <a:pt x="1706" y="3286"/>
                  </a:lnTo>
                  <a:cubicBezTo>
                    <a:pt x="1735" y="3368"/>
                    <a:pt x="1817" y="3426"/>
                    <a:pt x="1903" y="3426"/>
                  </a:cubicBezTo>
                  <a:lnTo>
                    <a:pt x="8989" y="3426"/>
                  </a:lnTo>
                  <a:cubicBezTo>
                    <a:pt x="9085" y="3426"/>
                    <a:pt x="9162" y="3502"/>
                    <a:pt x="9162" y="3594"/>
                  </a:cubicBezTo>
                  <a:lnTo>
                    <a:pt x="9162" y="3968"/>
                  </a:lnTo>
                  <a:cubicBezTo>
                    <a:pt x="9167" y="4973"/>
                    <a:pt x="9767" y="5885"/>
                    <a:pt x="10694" y="6284"/>
                  </a:cubicBezTo>
                  <a:lnTo>
                    <a:pt x="13639" y="7533"/>
                  </a:lnTo>
                  <a:cubicBezTo>
                    <a:pt x="13572" y="8066"/>
                    <a:pt x="13116" y="8470"/>
                    <a:pt x="12578" y="8475"/>
                  </a:cubicBezTo>
                  <a:lnTo>
                    <a:pt x="8163" y="8475"/>
                  </a:lnTo>
                  <a:cubicBezTo>
                    <a:pt x="7567" y="8475"/>
                    <a:pt x="7000" y="8201"/>
                    <a:pt x="6630" y="7735"/>
                  </a:cubicBezTo>
                  <a:cubicBezTo>
                    <a:pt x="6584" y="7681"/>
                    <a:pt x="6529" y="7659"/>
                    <a:pt x="6476" y="7659"/>
                  </a:cubicBezTo>
                  <a:cubicBezTo>
                    <a:pt x="6329" y="7659"/>
                    <a:pt x="6195" y="7831"/>
                    <a:pt x="6308" y="7989"/>
                  </a:cubicBezTo>
                  <a:cubicBezTo>
                    <a:pt x="6746" y="8542"/>
                    <a:pt x="7413" y="8873"/>
                    <a:pt x="8124" y="8883"/>
                  </a:cubicBezTo>
                  <a:lnTo>
                    <a:pt x="7927" y="9094"/>
                  </a:lnTo>
                  <a:cubicBezTo>
                    <a:pt x="7447" y="9608"/>
                    <a:pt x="7572" y="10190"/>
                    <a:pt x="7553" y="10324"/>
                  </a:cubicBezTo>
                  <a:lnTo>
                    <a:pt x="6875" y="10324"/>
                  </a:lnTo>
                  <a:lnTo>
                    <a:pt x="6207" y="9719"/>
                  </a:lnTo>
                  <a:cubicBezTo>
                    <a:pt x="6162" y="9678"/>
                    <a:pt x="6113" y="9661"/>
                    <a:pt x="6067" y="9661"/>
                  </a:cubicBezTo>
                  <a:cubicBezTo>
                    <a:pt x="5902" y="9661"/>
                    <a:pt x="5766" y="9880"/>
                    <a:pt x="5924" y="10026"/>
                  </a:cubicBezTo>
                  <a:cubicBezTo>
                    <a:pt x="6654" y="10665"/>
                    <a:pt x="6649" y="10737"/>
                    <a:pt x="6789" y="10737"/>
                  </a:cubicBezTo>
                  <a:cubicBezTo>
                    <a:pt x="7720" y="10735"/>
                    <a:pt x="8515" y="10734"/>
                    <a:pt x="9194" y="10734"/>
                  </a:cubicBezTo>
                  <a:cubicBezTo>
                    <a:pt x="11131" y="10734"/>
                    <a:pt x="12123" y="10742"/>
                    <a:pt x="12641" y="10742"/>
                  </a:cubicBezTo>
                  <a:cubicBezTo>
                    <a:pt x="13237" y="10742"/>
                    <a:pt x="13202" y="10731"/>
                    <a:pt x="13255" y="10684"/>
                  </a:cubicBezTo>
                  <a:lnTo>
                    <a:pt x="13952" y="10046"/>
                  </a:lnTo>
                  <a:cubicBezTo>
                    <a:pt x="14038" y="9969"/>
                    <a:pt x="14043" y="9839"/>
                    <a:pt x="13966" y="9753"/>
                  </a:cubicBezTo>
                  <a:cubicBezTo>
                    <a:pt x="13926" y="9713"/>
                    <a:pt x="13873" y="9692"/>
                    <a:pt x="13819" y="9692"/>
                  </a:cubicBezTo>
                  <a:cubicBezTo>
                    <a:pt x="13769" y="9692"/>
                    <a:pt x="13720" y="9710"/>
                    <a:pt x="13683" y="9748"/>
                  </a:cubicBezTo>
                  <a:lnTo>
                    <a:pt x="13039" y="10324"/>
                  </a:lnTo>
                  <a:lnTo>
                    <a:pt x="12328" y="10324"/>
                  </a:lnTo>
                  <a:lnTo>
                    <a:pt x="12328" y="10046"/>
                  </a:lnTo>
                  <a:cubicBezTo>
                    <a:pt x="12328" y="9344"/>
                    <a:pt x="11847" y="9003"/>
                    <a:pt x="11761" y="8888"/>
                  </a:cubicBezTo>
                  <a:lnTo>
                    <a:pt x="12582" y="8888"/>
                  </a:lnTo>
                  <a:cubicBezTo>
                    <a:pt x="13399" y="8888"/>
                    <a:pt x="14067" y="8225"/>
                    <a:pt x="14067" y="7403"/>
                  </a:cubicBezTo>
                  <a:cubicBezTo>
                    <a:pt x="14067" y="7322"/>
                    <a:pt x="14019" y="7245"/>
                    <a:pt x="13942" y="7216"/>
                  </a:cubicBezTo>
                  <a:lnTo>
                    <a:pt x="13716" y="7120"/>
                  </a:lnTo>
                  <a:cubicBezTo>
                    <a:pt x="13644" y="4948"/>
                    <a:pt x="11867" y="3229"/>
                    <a:pt x="9695" y="3229"/>
                  </a:cubicBezTo>
                  <a:lnTo>
                    <a:pt x="9431" y="3229"/>
                  </a:lnTo>
                  <a:cubicBezTo>
                    <a:pt x="9320" y="3094"/>
                    <a:pt x="9162" y="3017"/>
                    <a:pt x="8989" y="3017"/>
                  </a:cubicBezTo>
                  <a:lnTo>
                    <a:pt x="7802" y="3017"/>
                  </a:lnTo>
                  <a:lnTo>
                    <a:pt x="7802" y="2763"/>
                  </a:lnTo>
                  <a:lnTo>
                    <a:pt x="8100" y="2763"/>
                  </a:lnTo>
                  <a:cubicBezTo>
                    <a:pt x="8211" y="2763"/>
                    <a:pt x="8302" y="2671"/>
                    <a:pt x="8302" y="2556"/>
                  </a:cubicBezTo>
                  <a:lnTo>
                    <a:pt x="8302" y="1879"/>
                  </a:lnTo>
                  <a:cubicBezTo>
                    <a:pt x="8302" y="1768"/>
                    <a:pt x="8211" y="1677"/>
                    <a:pt x="8100" y="1677"/>
                  </a:cubicBezTo>
                  <a:lnTo>
                    <a:pt x="8052" y="1677"/>
                  </a:lnTo>
                  <a:lnTo>
                    <a:pt x="8052" y="1547"/>
                  </a:lnTo>
                  <a:cubicBezTo>
                    <a:pt x="11739" y="1806"/>
                    <a:pt x="11971" y="1821"/>
                    <a:pt x="12012" y="1821"/>
                  </a:cubicBezTo>
                  <a:cubicBezTo>
                    <a:pt x="12017" y="1821"/>
                    <a:pt x="12019" y="1821"/>
                    <a:pt x="12025" y="1821"/>
                  </a:cubicBezTo>
                  <a:cubicBezTo>
                    <a:pt x="12799" y="1821"/>
                    <a:pt x="13178" y="870"/>
                    <a:pt x="12616" y="341"/>
                  </a:cubicBezTo>
                  <a:cubicBezTo>
                    <a:pt x="12455" y="193"/>
                    <a:pt x="12246" y="108"/>
                    <a:pt x="12032" y="108"/>
                  </a:cubicBezTo>
                  <a:cubicBezTo>
                    <a:pt x="12011" y="108"/>
                    <a:pt x="11989" y="109"/>
                    <a:pt x="11968" y="111"/>
                  </a:cubicBezTo>
                  <a:lnTo>
                    <a:pt x="10963" y="178"/>
                  </a:lnTo>
                  <a:cubicBezTo>
                    <a:pt x="10696" y="197"/>
                    <a:pt x="10717" y="592"/>
                    <a:pt x="10974" y="592"/>
                  </a:cubicBezTo>
                  <a:cubicBezTo>
                    <a:pt x="10980" y="592"/>
                    <a:pt x="10986" y="592"/>
                    <a:pt x="10992" y="591"/>
                  </a:cubicBezTo>
                  <a:lnTo>
                    <a:pt x="11996" y="524"/>
                  </a:lnTo>
                  <a:cubicBezTo>
                    <a:pt x="12008" y="523"/>
                    <a:pt x="12019" y="523"/>
                    <a:pt x="12030" y="523"/>
                  </a:cubicBezTo>
                  <a:cubicBezTo>
                    <a:pt x="12270" y="523"/>
                    <a:pt x="12472" y="718"/>
                    <a:pt x="12472" y="971"/>
                  </a:cubicBezTo>
                  <a:cubicBezTo>
                    <a:pt x="12472" y="1219"/>
                    <a:pt x="12270" y="1414"/>
                    <a:pt x="12030" y="1414"/>
                  </a:cubicBezTo>
                  <a:cubicBezTo>
                    <a:pt x="12019" y="1414"/>
                    <a:pt x="12008" y="1414"/>
                    <a:pt x="11996" y="1413"/>
                  </a:cubicBezTo>
                  <a:lnTo>
                    <a:pt x="8100" y="1144"/>
                  </a:lnTo>
                  <a:lnTo>
                    <a:pt x="8100" y="793"/>
                  </a:lnTo>
                  <a:lnTo>
                    <a:pt x="9945" y="663"/>
                  </a:lnTo>
                  <a:cubicBezTo>
                    <a:pt x="10213" y="645"/>
                    <a:pt x="10191" y="250"/>
                    <a:pt x="9934" y="250"/>
                  </a:cubicBezTo>
                  <a:cubicBezTo>
                    <a:pt x="9929" y="250"/>
                    <a:pt x="9922" y="250"/>
                    <a:pt x="9916" y="250"/>
                  </a:cubicBezTo>
                  <a:lnTo>
                    <a:pt x="7937" y="389"/>
                  </a:lnTo>
                  <a:cubicBezTo>
                    <a:pt x="7781" y="130"/>
                    <a:pt x="7527" y="0"/>
                    <a:pt x="7273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9036" name="Google Shape;9036;p69"/>
          <p:cNvGrpSpPr/>
          <p:nvPr/>
        </p:nvGrpSpPr>
        <p:grpSpPr>
          <a:xfrm>
            <a:off x="3649192" y="2159760"/>
            <a:ext cx="281841" cy="211371"/>
            <a:chOff x="4865589" y="2022430"/>
            <a:chExt cx="375788" cy="281828"/>
          </a:xfrm>
        </p:grpSpPr>
        <p:sp>
          <p:nvSpPr>
            <p:cNvPr id="9037" name="Google Shape;9037;p69"/>
            <p:cNvSpPr/>
            <p:nvPr/>
          </p:nvSpPr>
          <p:spPr>
            <a:xfrm>
              <a:off x="5145794" y="2106599"/>
              <a:ext cx="87572" cy="113595"/>
            </a:xfrm>
            <a:custGeom>
              <a:avLst/>
              <a:gdLst/>
              <a:ahLst/>
              <a:cxnLst/>
              <a:rect l="l" t="t" r="r" b="b"/>
              <a:pathLst>
                <a:path w="3345" h="4339" extrusionOk="0">
                  <a:moveTo>
                    <a:pt x="1" y="1"/>
                  </a:moveTo>
                  <a:lnTo>
                    <a:pt x="1" y="4339"/>
                  </a:lnTo>
                  <a:cubicBezTo>
                    <a:pt x="1" y="4339"/>
                    <a:pt x="1386" y="3035"/>
                    <a:pt x="2698" y="3035"/>
                  </a:cubicBezTo>
                  <a:cubicBezTo>
                    <a:pt x="2918" y="3035"/>
                    <a:pt x="3135" y="3072"/>
                    <a:pt x="3344" y="3157"/>
                  </a:cubicBezTo>
                  <a:lnTo>
                    <a:pt x="3344" y="1183"/>
                  </a:lnTo>
                  <a:cubicBezTo>
                    <a:pt x="3135" y="1268"/>
                    <a:pt x="2916" y="1305"/>
                    <a:pt x="2696" y="1305"/>
                  </a:cubicBezTo>
                  <a:cubicBezTo>
                    <a:pt x="1382" y="1305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8195A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38" name="Google Shape;9038;p69"/>
            <p:cNvSpPr/>
            <p:nvPr/>
          </p:nvSpPr>
          <p:spPr>
            <a:xfrm>
              <a:off x="5145794" y="2106494"/>
              <a:ext cx="33615" cy="113700"/>
            </a:xfrm>
            <a:custGeom>
              <a:avLst/>
              <a:gdLst/>
              <a:ahLst/>
              <a:cxnLst/>
              <a:rect l="l" t="t" r="r" b="b"/>
              <a:pathLst>
                <a:path w="1284" h="4343" extrusionOk="0">
                  <a:moveTo>
                    <a:pt x="1" y="0"/>
                  </a:moveTo>
                  <a:lnTo>
                    <a:pt x="1" y="4343"/>
                  </a:lnTo>
                  <a:cubicBezTo>
                    <a:pt x="318" y="4059"/>
                    <a:pt x="659" y="3805"/>
                    <a:pt x="1019" y="3589"/>
                  </a:cubicBezTo>
                  <a:cubicBezTo>
                    <a:pt x="1283" y="2661"/>
                    <a:pt x="1283" y="1681"/>
                    <a:pt x="1019" y="754"/>
                  </a:cubicBezTo>
                  <a:cubicBezTo>
                    <a:pt x="654" y="538"/>
                    <a:pt x="313" y="283"/>
                    <a:pt x="1" y="0"/>
                  </a:cubicBezTo>
                  <a:close/>
                </a:path>
              </a:pathLst>
            </a:custGeom>
            <a:solidFill>
              <a:srgbClr val="778DA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39" name="Google Shape;9039;p69"/>
            <p:cNvSpPr/>
            <p:nvPr/>
          </p:nvSpPr>
          <p:spPr>
            <a:xfrm>
              <a:off x="4874255" y="2027719"/>
              <a:ext cx="286776" cy="270911"/>
            </a:xfrm>
            <a:custGeom>
              <a:avLst/>
              <a:gdLst/>
              <a:ahLst/>
              <a:cxnLst/>
              <a:rect l="l" t="t" r="r" b="b"/>
              <a:pathLst>
                <a:path w="10954" h="10348" extrusionOk="0">
                  <a:moveTo>
                    <a:pt x="5533" y="1"/>
                  </a:moveTo>
                  <a:cubicBezTo>
                    <a:pt x="5345" y="1"/>
                    <a:pt x="5157" y="14"/>
                    <a:pt x="4973" y="35"/>
                  </a:cubicBezTo>
                  <a:cubicBezTo>
                    <a:pt x="4733" y="69"/>
                    <a:pt x="4493" y="117"/>
                    <a:pt x="4257" y="179"/>
                  </a:cubicBezTo>
                  <a:cubicBezTo>
                    <a:pt x="1625" y="890"/>
                    <a:pt x="1" y="3523"/>
                    <a:pt x="534" y="6194"/>
                  </a:cubicBezTo>
                  <a:cubicBezTo>
                    <a:pt x="1026" y="8636"/>
                    <a:pt x="3172" y="10347"/>
                    <a:pt x="5604" y="10347"/>
                  </a:cubicBezTo>
                  <a:cubicBezTo>
                    <a:pt x="5832" y="10347"/>
                    <a:pt x="6062" y="10332"/>
                    <a:pt x="6294" y="10302"/>
                  </a:cubicBezTo>
                  <a:cubicBezTo>
                    <a:pt x="8994" y="9946"/>
                    <a:pt x="10954" y="7554"/>
                    <a:pt x="10776" y="4835"/>
                  </a:cubicBezTo>
                  <a:cubicBezTo>
                    <a:pt x="10598" y="2115"/>
                    <a:pt x="8341" y="2"/>
                    <a:pt x="5617" y="2"/>
                  </a:cubicBezTo>
                  <a:cubicBezTo>
                    <a:pt x="5589" y="1"/>
                    <a:pt x="5561" y="1"/>
                    <a:pt x="5533" y="1"/>
                  </a:cubicBezTo>
                  <a:close/>
                </a:path>
              </a:pathLst>
            </a:custGeom>
            <a:solidFill>
              <a:srgbClr val="FBFCF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40" name="Google Shape;9040;p69"/>
            <p:cNvSpPr/>
            <p:nvPr/>
          </p:nvSpPr>
          <p:spPr>
            <a:xfrm>
              <a:off x="4914389" y="2056543"/>
              <a:ext cx="260229" cy="242479"/>
            </a:xfrm>
            <a:custGeom>
              <a:avLst/>
              <a:gdLst/>
              <a:ahLst/>
              <a:cxnLst/>
              <a:rect l="l" t="t" r="r" b="b"/>
              <a:pathLst>
                <a:path w="9940" h="9262" extrusionOk="0">
                  <a:moveTo>
                    <a:pt x="7274" y="1"/>
                  </a:moveTo>
                  <a:cubicBezTo>
                    <a:pt x="8888" y="2062"/>
                    <a:pt x="8710" y="5007"/>
                    <a:pt x="6856" y="6856"/>
                  </a:cubicBezTo>
                  <a:cubicBezTo>
                    <a:pt x="5852" y="7863"/>
                    <a:pt x="4525" y="8375"/>
                    <a:pt x="3192" y="8375"/>
                  </a:cubicBezTo>
                  <a:cubicBezTo>
                    <a:pt x="2069" y="8375"/>
                    <a:pt x="942" y="8012"/>
                    <a:pt x="0" y="7274"/>
                  </a:cubicBezTo>
                  <a:lnTo>
                    <a:pt x="0" y="7274"/>
                  </a:lnTo>
                  <a:cubicBezTo>
                    <a:pt x="1029" y="8590"/>
                    <a:pt x="2552" y="9261"/>
                    <a:pt x="4081" y="9261"/>
                  </a:cubicBezTo>
                  <a:cubicBezTo>
                    <a:pt x="5401" y="9261"/>
                    <a:pt x="6725" y="8762"/>
                    <a:pt x="7744" y="7745"/>
                  </a:cubicBezTo>
                  <a:cubicBezTo>
                    <a:pt x="9940" y="5545"/>
                    <a:pt x="9724" y="1918"/>
                    <a:pt x="7274" y="1"/>
                  </a:cubicBezTo>
                  <a:close/>
                </a:path>
              </a:pathLst>
            </a:custGeom>
            <a:solidFill>
              <a:srgbClr val="F0F3F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41" name="Google Shape;9041;p69"/>
            <p:cNvSpPr/>
            <p:nvPr/>
          </p:nvSpPr>
          <p:spPr>
            <a:xfrm>
              <a:off x="4877161" y="2084844"/>
              <a:ext cx="73095" cy="157237"/>
            </a:xfrm>
            <a:custGeom>
              <a:avLst/>
              <a:gdLst/>
              <a:ahLst/>
              <a:cxnLst/>
              <a:rect l="l" t="t" r="r" b="b"/>
              <a:pathLst>
                <a:path w="2792" h="6006" extrusionOk="0">
                  <a:moveTo>
                    <a:pt x="1374" y="1"/>
                  </a:moveTo>
                  <a:cubicBezTo>
                    <a:pt x="1341" y="1"/>
                    <a:pt x="1312" y="6"/>
                    <a:pt x="1273" y="6"/>
                  </a:cubicBezTo>
                  <a:cubicBezTo>
                    <a:pt x="0" y="1802"/>
                    <a:pt x="0" y="4209"/>
                    <a:pt x="1273" y="6001"/>
                  </a:cubicBezTo>
                  <a:cubicBezTo>
                    <a:pt x="1312" y="6006"/>
                    <a:pt x="1341" y="6006"/>
                    <a:pt x="1374" y="6006"/>
                  </a:cubicBezTo>
                  <a:cubicBezTo>
                    <a:pt x="1730" y="6006"/>
                    <a:pt x="2052" y="5727"/>
                    <a:pt x="2297" y="5261"/>
                  </a:cubicBezTo>
                  <a:lnTo>
                    <a:pt x="2590" y="4521"/>
                  </a:lnTo>
                  <a:cubicBezTo>
                    <a:pt x="2715" y="4027"/>
                    <a:pt x="2782" y="3517"/>
                    <a:pt x="2782" y="3008"/>
                  </a:cubicBezTo>
                  <a:cubicBezTo>
                    <a:pt x="2791" y="1375"/>
                    <a:pt x="2157" y="15"/>
                    <a:pt x="1374" y="1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42" name="Google Shape;9042;p69"/>
            <p:cNvSpPr/>
            <p:nvPr/>
          </p:nvSpPr>
          <p:spPr>
            <a:xfrm>
              <a:off x="4907844" y="2084713"/>
              <a:ext cx="42281" cy="157368"/>
            </a:xfrm>
            <a:custGeom>
              <a:avLst/>
              <a:gdLst/>
              <a:ahLst/>
              <a:cxnLst/>
              <a:rect l="l" t="t" r="r" b="b"/>
              <a:pathLst>
                <a:path w="1615" h="6011" extrusionOk="0">
                  <a:moveTo>
                    <a:pt x="202" y="1"/>
                  </a:moveTo>
                  <a:cubicBezTo>
                    <a:pt x="169" y="1"/>
                    <a:pt x="140" y="1"/>
                    <a:pt x="101" y="6"/>
                  </a:cubicBezTo>
                  <a:lnTo>
                    <a:pt x="0" y="155"/>
                  </a:lnTo>
                  <a:cubicBezTo>
                    <a:pt x="563" y="563"/>
                    <a:pt x="971" y="1697"/>
                    <a:pt x="961" y="3008"/>
                  </a:cubicBezTo>
                  <a:cubicBezTo>
                    <a:pt x="961" y="3517"/>
                    <a:pt x="894" y="4027"/>
                    <a:pt x="769" y="4522"/>
                  </a:cubicBezTo>
                  <a:lnTo>
                    <a:pt x="486" y="5266"/>
                  </a:lnTo>
                  <a:cubicBezTo>
                    <a:pt x="370" y="5497"/>
                    <a:pt x="207" y="5698"/>
                    <a:pt x="5" y="5857"/>
                  </a:cubicBezTo>
                  <a:lnTo>
                    <a:pt x="106" y="6006"/>
                  </a:lnTo>
                  <a:cubicBezTo>
                    <a:pt x="140" y="6011"/>
                    <a:pt x="173" y="6011"/>
                    <a:pt x="207" y="6011"/>
                  </a:cubicBezTo>
                  <a:cubicBezTo>
                    <a:pt x="563" y="6011"/>
                    <a:pt x="884" y="5732"/>
                    <a:pt x="1134" y="5266"/>
                  </a:cubicBezTo>
                  <a:lnTo>
                    <a:pt x="1129" y="5266"/>
                  </a:lnTo>
                  <a:lnTo>
                    <a:pt x="1422" y="4522"/>
                  </a:lnTo>
                  <a:cubicBezTo>
                    <a:pt x="1547" y="4027"/>
                    <a:pt x="1610" y="3517"/>
                    <a:pt x="1610" y="3008"/>
                  </a:cubicBezTo>
                  <a:cubicBezTo>
                    <a:pt x="1615" y="1375"/>
                    <a:pt x="980" y="11"/>
                    <a:pt x="202" y="1"/>
                  </a:cubicBezTo>
                  <a:close/>
                </a:path>
              </a:pathLst>
            </a:custGeom>
            <a:solidFill>
              <a:srgbClr val="526A7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43" name="Google Shape;9043;p69"/>
            <p:cNvSpPr/>
            <p:nvPr/>
          </p:nvSpPr>
          <p:spPr>
            <a:xfrm>
              <a:off x="4881062" y="2128486"/>
              <a:ext cx="36364" cy="69822"/>
            </a:xfrm>
            <a:custGeom>
              <a:avLst/>
              <a:gdLst/>
              <a:ahLst/>
              <a:cxnLst/>
              <a:rect l="l" t="t" r="r" b="b"/>
              <a:pathLst>
                <a:path w="1389" h="2667" extrusionOk="0">
                  <a:moveTo>
                    <a:pt x="692" y="1"/>
                  </a:moveTo>
                  <a:cubicBezTo>
                    <a:pt x="308" y="1"/>
                    <a:pt x="0" y="596"/>
                    <a:pt x="0" y="1336"/>
                  </a:cubicBezTo>
                  <a:cubicBezTo>
                    <a:pt x="0" y="2071"/>
                    <a:pt x="308" y="2667"/>
                    <a:pt x="692" y="2667"/>
                  </a:cubicBezTo>
                  <a:cubicBezTo>
                    <a:pt x="1076" y="2667"/>
                    <a:pt x="1389" y="2066"/>
                    <a:pt x="1389" y="1336"/>
                  </a:cubicBezTo>
                  <a:cubicBezTo>
                    <a:pt x="1389" y="601"/>
                    <a:pt x="1076" y="1"/>
                    <a:pt x="692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44" name="Google Shape;9044;p69"/>
            <p:cNvSpPr/>
            <p:nvPr/>
          </p:nvSpPr>
          <p:spPr>
            <a:xfrm>
              <a:off x="4865589" y="2022430"/>
              <a:ext cx="375788" cy="281828"/>
            </a:xfrm>
            <a:custGeom>
              <a:avLst/>
              <a:gdLst/>
              <a:ahLst/>
              <a:cxnLst/>
              <a:rect l="l" t="t" r="r" b="b"/>
              <a:pathLst>
                <a:path w="14354" h="10765" extrusionOk="0">
                  <a:moveTo>
                    <a:pt x="5941" y="1"/>
                  </a:moveTo>
                  <a:cubicBezTo>
                    <a:pt x="5805" y="1"/>
                    <a:pt x="5668" y="6"/>
                    <a:pt x="5530" y="16"/>
                  </a:cubicBezTo>
                  <a:cubicBezTo>
                    <a:pt x="5262" y="35"/>
                    <a:pt x="5284" y="430"/>
                    <a:pt x="5545" y="430"/>
                  </a:cubicBezTo>
                  <a:cubicBezTo>
                    <a:pt x="5551" y="430"/>
                    <a:pt x="5557" y="430"/>
                    <a:pt x="5563" y="430"/>
                  </a:cubicBezTo>
                  <a:cubicBezTo>
                    <a:pt x="5694" y="419"/>
                    <a:pt x="5824" y="414"/>
                    <a:pt x="5953" y="414"/>
                  </a:cubicBezTo>
                  <a:cubicBezTo>
                    <a:pt x="8196" y="414"/>
                    <a:pt x="10123" y="1930"/>
                    <a:pt x="10718" y="4052"/>
                  </a:cubicBezTo>
                  <a:cubicBezTo>
                    <a:pt x="10651" y="4148"/>
                    <a:pt x="10564" y="4234"/>
                    <a:pt x="10473" y="4306"/>
                  </a:cubicBezTo>
                  <a:cubicBezTo>
                    <a:pt x="10313" y="4419"/>
                    <a:pt x="10145" y="4465"/>
                    <a:pt x="9974" y="4465"/>
                  </a:cubicBezTo>
                  <a:cubicBezTo>
                    <a:pt x="9678" y="4465"/>
                    <a:pt x="9371" y="4326"/>
                    <a:pt x="9075" y="4153"/>
                  </a:cubicBezTo>
                  <a:cubicBezTo>
                    <a:pt x="8816" y="3567"/>
                    <a:pt x="9138" y="3211"/>
                    <a:pt x="9157" y="3197"/>
                  </a:cubicBezTo>
                  <a:cubicBezTo>
                    <a:pt x="9234" y="3115"/>
                    <a:pt x="9234" y="2990"/>
                    <a:pt x="9157" y="2908"/>
                  </a:cubicBezTo>
                  <a:cubicBezTo>
                    <a:pt x="9115" y="2866"/>
                    <a:pt x="9060" y="2845"/>
                    <a:pt x="9006" y="2845"/>
                  </a:cubicBezTo>
                  <a:cubicBezTo>
                    <a:pt x="8954" y="2845"/>
                    <a:pt x="8903" y="2864"/>
                    <a:pt x="8864" y="2904"/>
                  </a:cubicBezTo>
                  <a:cubicBezTo>
                    <a:pt x="8638" y="3153"/>
                    <a:pt x="8532" y="3490"/>
                    <a:pt x="8566" y="3826"/>
                  </a:cubicBezTo>
                  <a:cubicBezTo>
                    <a:pt x="8320" y="3678"/>
                    <a:pt x="8042" y="3566"/>
                    <a:pt x="7548" y="3566"/>
                  </a:cubicBezTo>
                  <a:cubicBezTo>
                    <a:pt x="7464" y="3566"/>
                    <a:pt x="7372" y="3569"/>
                    <a:pt x="7274" y="3576"/>
                  </a:cubicBezTo>
                  <a:cubicBezTo>
                    <a:pt x="7006" y="3590"/>
                    <a:pt x="7027" y="3985"/>
                    <a:pt x="7284" y="3985"/>
                  </a:cubicBezTo>
                  <a:cubicBezTo>
                    <a:pt x="7290" y="3985"/>
                    <a:pt x="7296" y="3985"/>
                    <a:pt x="7302" y="3984"/>
                  </a:cubicBezTo>
                  <a:cubicBezTo>
                    <a:pt x="7387" y="3979"/>
                    <a:pt x="7465" y="3977"/>
                    <a:pt x="7537" y="3977"/>
                  </a:cubicBezTo>
                  <a:cubicBezTo>
                    <a:pt x="8231" y="3977"/>
                    <a:pt x="8349" y="4218"/>
                    <a:pt x="8811" y="4479"/>
                  </a:cubicBezTo>
                  <a:cubicBezTo>
                    <a:pt x="9202" y="4719"/>
                    <a:pt x="9600" y="4885"/>
                    <a:pt x="9983" y="4885"/>
                  </a:cubicBezTo>
                  <a:cubicBezTo>
                    <a:pt x="10283" y="4885"/>
                    <a:pt x="10573" y="4784"/>
                    <a:pt x="10843" y="4537"/>
                  </a:cubicBezTo>
                  <a:cubicBezTo>
                    <a:pt x="10987" y="5368"/>
                    <a:pt x="10915" y="5632"/>
                    <a:pt x="10862" y="6050"/>
                  </a:cubicBezTo>
                  <a:cubicBezTo>
                    <a:pt x="10454" y="6113"/>
                    <a:pt x="10050" y="6218"/>
                    <a:pt x="9661" y="6372"/>
                  </a:cubicBezTo>
                  <a:cubicBezTo>
                    <a:pt x="9118" y="6583"/>
                    <a:pt x="8614" y="6886"/>
                    <a:pt x="8172" y="7275"/>
                  </a:cubicBezTo>
                  <a:cubicBezTo>
                    <a:pt x="7788" y="6968"/>
                    <a:pt x="7860" y="6439"/>
                    <a:pt x="7865" y="6415"/>
                  </a:cubicBezTo>
                  <a:cubicBezTo>
                    <a:pt x="7891" y="6264"/>
                    <a:pt x="7776" y="6177"/>
                    <a:pt x="7662" y="6177"/>
                  </a:cubicBezTo>
                  <a:cubicBezTo>
                    <a:pt x="7573" y="6177"/>
                    <a:pt x="7485" y="6230"/>
                    <a:pt x="7466" y="6348"/>
                  </a:cubicBezTo>
                  <a:cubicBezTo>
                    <a:pt x="7456" y="6382"/>
                    <a:pt x="7346" y="7097"/>
                    <a:pt x="7874" y="7559"/>
                  </a:cubicBezTo>
                  <a:cubicBezTo>
                    <a:pt x="7735" y="7708"/>
                    <a:pt x="7610" y="7861"/>
                    <a:pt x="7495" y="8029"/>
                  </a:cubicBezTo>
                  <a:cubicBezTo>
                    <a:pt x="7386" y="8193"/>
                    <a:pt x="7527" y="8356"/>
                    <a:pt x="7673" y="8356"/>
                  </a:cubicBezTo>
                  <a:cubicBezTo>
                    <a:pt x="7734" y="8356"/>
                    <a:pt x="7795" y="8328"/>
                    <a:pt x="7840" y="8260"/>
                  </a:cubicBezTo>
                  <a:cubicBezTo>
                    <a:pt x="8052" y="7953"/>
                    <a:pt x="8311" y="7679"/>
                    <a:pt x="8609" y="7453"/>
                  </a:cubicBezTo>
                  <a:lnTo>
                    <a:pt x="8609" y="7453"/>
                  </a:lnTo>
                  <a:cubicBezTo>
                    <a:pt x="8547" y="8020"/>
                    <a:pt x="8830" y="8486"/>
                    <a:pt x="8849" y="8515"/>
                  </a:cubicBezTo>
                  <a:cubicBezTo>
                    <a:pt x="8893" y="8580"/>
                    <a:pt x="8954" y="8607"/>
                    <a:pt x="9013" y="8607"/>
                  </a:cubicBezTo>
                  <a:cubicBezTo>
                    <a:pt x="9155" y="8607"/>
                    <a:pt x="9293" y="8453"/>
                    <a:pt x="9195" y="8294"/>
                  </a:cubicBezTo>
                  <a:cubicBezTo>
                    <a:pt x="9176" y="8265"/>
                    <a:pt x="8811" y="7664"/>
                    <a:pt x="9166" y="7073"/>
                  </a:cubicBezTo>
                  <a:cubicBezTo>
                    <a:pt x="9680" y="6785"/>
                    <a:pt x="10233" y="6583"/>
                    <a:pt x="10814" y="6473"/>
                  </a:cubicBezTo>
                  <a:lnTo>
                    <a:pt x="10814" y="6473"/>
                  </a:lnTo>
                  <a:cubicBezTo>
                    <a:pt x="10268" y="8920"/>
                    <a:pt x="8133" y="10366"/>
                    <a:pt x="5945" y="10366"/>
                  </a:cubicBezTo>
                  <a:cubicBezTo>
                    <a:pt x="4572" y="10366"/>
                    <a:pt x="3178" y="9797"/>
                    <a:pt x="2143" y="8548"/>
                  </a:cubicBezTo>
                  <a:cubicBezTo>
                    <a:pt x="2446" y="8438"/>
                    <a:pt x="2719" y="8164"/>
                    <a:pt x="2940" y="7746"/>
                  </a:cubicBezTo>
                  <a:cubicBezTo>
                    <a:pt x="3012" y="7612"/>
                    <a:pt x="2912" y="7448"/>
                    <a:pt x="2763" y="7448"/>
                  </a:cubicBezTo>
                  <a:cubicBezTo>
                    <a:pt x="2676" y="7448"/>
                    <a:pt x="2604" y="7496"/>
                    <a:pt x="2570" y="7573"/>
                  </a:cubicBezTo>
                  <a:cubicBezTo>
                    <a:pt x="2359" y="7962"/>
                    <a:pt x="2109" y="8183"/>
                    <a:pt x="1855" y="8193"/>
                  </a:cubicBezTo>
                  <a:cubicBezTo>
                    <a:pt x="1514" y="7693"/>
                    <a:pt x="1345" y="7275"/>
                    <a:pt x="1187" y="6704"/>
                  </a:cubicBezTo>
                  <a:lnTo>
                    <a:pt x="1187" y="6704"/>
                  </a:lnTo>
                  <a:cubicBezTo>
                    <a:pt x="1225" y="6713"/>
                    <a:pt x="1264" y="6723"/>
                    <a:pt x="1302" y="6723"/>
                  </a:cubicBezTo>
                  <a:cubicBezTo>
                    <a:pt x="1682" y="6723"/>
                    <a:pt x="1994" y="6127"/>
                    <a:pt x="1994" y="5392"/>
                  </a:cubicBezTo>
                  <a:cubicBezTo>
                    <a:pt x="1994" y="4657"/>
                    <a:pt x="1686" y="4061"/>
                    <a:pt x="1302" y="4061"/>
                  </a:cubicBezTo>
                  <a:cubicBezTo>
                    <a:pt x="1264" y="4061"/>
                    <a:pt x="1221" y="4071"/>
                    <a:pt x="1182" y="4081"/>
                  </a:cubicBezTo>
                  <a:cubicBezTo>
                    <a:pt x="1317" y="3547"/>
                    <a:pt x="1552" y="3043"/>
                    <a:pt x="1869" y="2591"/>
                  </a:cubicBezTo>
                  <a:cubicBezTo>
                    <a:pt x="2436" y="2649"/>
                    <a:pt x="3046" y="3783"/>
                    <a:pt x="3041" y="5387"/>
                  </a:cubicBezTo>
                  <a:cubicBezTo>
                    <a:pt x="3041" y="5839"/>
                    <a:pt x="2988" y="6286"/>
                    <a:pt x="2888" y="6723"/>
                  </a:cubicBezTo>
                  <a:cubicBezTo>
                    <a:pt x="2842" y="6881"/>
                    <a:pt x="2969" y="6983"/>
                    <a:pt x="3092" y="6983"/>
                  </a:cubicBezTo>
                  <a:cubicBezTo>
                    <a:pt x="3178" y="6983"/>
                    <a:pt x="3263" y="6933"/>
                    <a:pt x="3286" y="6819"/>
                  </a:cubicBezTo>
                  <a:cubicBezTo>
                    <a:pt x="3397" y="6353"/>
                    <a:pt x="3454" y="5872"/>
                    <a:pt x="3454" y="5392"/>
                  </a:cubicBezTo>
                  <a:cubicBezTo>
                    <a:pt x="3454" y="4575"/>
                    <a:pt x="3305" y="3792"/>
                    <a:pt x="3027" y="3197"/>
                  </a:cubicBezTo>
                  <a:cubicBezTo>
                    <a:pt x="2791" y="2687"/>
                    <a:pt x="2479" y="2361"/>
                    <a:pt x="2133" y="2241"/>
                  </a:cubicBezTo>
                  <a:cubicBezTo>
                    <a:pt x="2787" y="1438"/>
                    <a:pt x="3671" y="862"/>
                    <a:pt x="4665" y="588"/>
                  </a:cubicBezTo>
                  <a:cubicBezTo>
                    <a:pt x="4907" y="522"/>
                    <a:pt x="4838" y="181"/>
                    <a:pt x="4621" y="181"/>
                  </a:cubicBezTo>
                  <a:cubicBezTo>
                    <a:pt x="4602" y="181"/>
                    <a:pt x="4581" y="183"/>
                    <a:pt x="4559" y="189"/>
                  </a:cubicBezTo>
                  <a:cubicBezTo>
                    <a:pt x="3363" y="521"/>
                    <a:pt x="2321" y="1246"/>
                    <a:pt x="1600" y="2255"/>
                  </a:cubicBezTo>
                  <a:cubicBezTo>
                    <a:pt x="1595" y="2265"/>
                    <a:pt x="1581" y="2265"/>
                    <a:pt x="1571" y="2274"/>
                  </a:cubicBezTo>
                  <a:cubicBezTo>
                    <a:pt x="1490" y="2394"/>
                    <a:pt x="1422" y="2529"/>
                    <a:pt x="1345" y="2654"/>
                  </a:cubicBezTo>
                  <a:cubicBezTo>
                    <a:pt x="1245" y="2822"/>
                    <a:pt x="1163" y="2899"/>
                    <a:pt x="951" y="3466"/>
                  </a:cubicBezTo>
                  <a:cubicBezTo>
                    <a:pt x="942" y="3490"/>
                    <a:pt x="927" y="3514"/>
                    <a:pt x="918" y="3533"/>
                  </a:cubicBezTo>
                  <a:cubicBezTo>
                    <a:pt x="0" y="4229"/>
                    <a:pt x="0" y="6540"/>
                    <a:pt x="918" y="7242"/>
                  </a:cubicBezTo>
                  <a:cubicBezTo>
                    <a:pt x="1662" y="9264"/>
                    <a:pt x="3541" y="10648"/>
                    <a:pt x="5698" y="10758"/>
                  </a:cubicBezTo>
                  <a:cubicBezTo>
                    <a:pt x="5787" y="10762"/>
                    <a:pt x="5875" y="10765"/>
                    <a:pt x="5963" y="10765"/>
                  </a:cubicBezTo>
                  <a:cubicBezTo>
                    <a:pt x="8018" y="10765"/>
                    <a:pt x="9902" y="9593"/>
                    <a:pt x="10805" y="7732"/>
                  </a:cubicBezTo>
                  <a:cubicBezTo>
                    <a:pt x="10824" y="7727"/>
                    <a:pt x="10843" y="7717"/>
                    <a:pt x="10857" y="7708"/>
                  </a:cubicBezTo>
                  <a:cubicBezTo>
                    <a:pt x="10874" y="7691"/>
                    <a:pt x="12199" y="6462"/>
                    <a:pt x="13411" y="6462"/>
                  </a:cubicBezTo>
                  <a:cubicBezTo>
                    <a:pt x="13607" y="6462"/>
                    <a:pt x="13801" y="6494"/>
                    <a:pt x="13985" y="6569"/>
                  </a:cubicBezTo>
                  <a:cubicBezTo>
                    <a:pt x="14010" y="6579"/>
                    <a:pt x="14036" y="6584"/>
                    <a:pt x="14061" y="6584"/>
                  </a:cubicBezTo>
                  <a:cubicBezTo>
                    <a:pt x="14143" y="6584"/>
                    <a:pt x="14221" y="6534"/>
                    <a:pt x="14254" y="6454"/>
                  </a:cubicBezTo>
                  <a:cubicBezTo>
                    <a:pt x="14288" y="6343"/>
                    <a:pt x="14230" y="6228"/>
                    <a:pt x="14124" y="6180"/>
                  </a:cubicBezTo>
                  <a:cubicBezTo>
                    <a:pt x="13889" y="6084"/>
                    <a:pt x="13646" y="6043"/>
                    <a:pt x="13402" y="6043"/>
                  </a:cubicBezTo>
                  <a:cubicBezTo>
                    <a:pt x="12523" y="6043"/>
                    <a:pt x="11634" y="6574"/>
                    <a:pt x="11093" y="6973"/>
                  </a:cubicBezTo>
                  <a:cubicBezTo>
                    <a:pt x="11415" y="5935"/>
                    <a:pt x="11415" y="4830"/>
                    <a:pt x="11093" y="3797"/>
                  </a:cubicBezTo>
                  <a:lnTo>
                    <a:pt x="11093" y="3797"/>
                  </a:lnTo>
                  <a:cubicBezTo>
                    <a:pt x="11755" y="4283"/>
                    <a:pt x="12600" y="4726"/>
                    <a:pt x="13406" y="4726"/>
                  </a:cubicBezTo>
                  <a:cubicBezTo>
                    <a:pt x="13653" y="4726"/>
                    <a:pt x="13896" y="4684"/>
                    <a:pt x="14129" y="4590"/>
                  </a:cubicBezTo>
                  <a:cubicBezTo>
                    <a:pt x="14353" y="4501"/>
                    <a:pt x="14261" y="4192"/>
                    <a:pt x="14061" y="4192"/>
                  </a:cubicBezTo>
                  <a:cubicBezTo>
                    <a:pt x="14034" y="4192"/>
                    <a:pt x="14006" y="4198"/>
                    <a:pt x="13975" y="4210"/>
                  </a:cubicBezTo>
                  <a:cubicBezTo>
                    <a:pt x="13793" y="4284"/>
                    <a:pt x="13602" y="4316"/>
                    <a:pt x="13408" y="4316"/>
                  </a:cubicBezTo>
                  <a:cubicBezTo>
                    <a:pt x="12198" y="4316"/>
                    <a:pt x="10864" y="3079"/>
                    <a:pt x="10848" y="3067"/>
                  </a:cubicBezTo>
                  <a:cubicBezTo>
                    <a:pt x="10833" y="3057"/>
                    <a:pt x="10814" y="3052"/>
                    <a:pt x="10795" y="3052"/>
                  </a:cubicBezTo>
                  <a:cubicBezTo>
                    <a:pt x="9894" y="1174"/>
                    <a:pt x="8000" y="1"/>
                    <a:pt x="5941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45" name="Google Shape;9045;p69"/>
            <p:cNvSpPr/>
            <p:nvPr/>
          </p:nvSpPr>
          <p:spPr>
            <a:xfrm>
              <a:off x="5066442" y="2151341"/>
              <a:ext cx="45161" cy="20316"/>
            </a:xfrm>
            <a:custGeom>
              <a:avLst/>
              <a:gdLst/>
              <a:ahLst/>
              <a:cxnLst/>
              <a:rect l="l" t="t" r="r" b="b"/>
              <a:pathLst>
                <a:path w="1725" h="776" extrusionOk="0">
                  <a:moveTo>
                    <a:pt x="656" y="1"/>
                  </a:moveTo>
                  <a:cubicBezTo>
                    <a:pt x="478" y="1"/>
                    <a:pt x="293" y="50"/>
                    <a:pt x="116" y="175"/>
                  </a:cubicBezTo>
                  <a:cubicBezTo>
                    <a:pt x="24" y="242"/>
                    <a:pt x="0" y="367"/>
                    <a:pt x="63" y="463"/>
                  </a:cubicBezTo>
                  <a:cubicBezTo>
                    <a:pt x="104" y="519"/>
                    <a:pt x="168" y="550"/>
                    <a:pt x="233" y="550"/>
                  </a:cubicBezTo>
                  <a:cubicBezTo>
                    <a:pt x="274" y="550"/>
                    <a:pt x="316" y="537"/>
                    <a:pt x="351" y="511"/>
                  </a:cubicBezTo>
                  <a:cubicBezTo>
                    <a:pt x="453" y="439"/>
                    <a:pt x="559" y="412"/>
                    <a:pt x="662" y="412"/>
                  </a:cubicBezTo>
                  <a:cubicBezTo>
                    <a:pt x="991" y="412"/>
                    <a:pt x="1288" y="696"/>
                    <a:pt x="1302" y="718"/>
                  </a:cubicBezTo>
                  <a:cubicBezTo>
                    <a:pt x="1341" y="756"/>
                    <a:pt x="1394" y="776"/>
                    <a:pt x="1446" y="776"/>
                  </a:cubicBezTo>
                  <a:cubicBezTo>
                    <a:pt x="1629" y="776"/>
                    <a:pt x="1725" y="555"/>
                    <a:pt x="1595" y="425"/>
                  </a:cubicBezTo>
                  <a:cubicBezTo>
                    <a:pt x="1416" y="243"/>
                    <a:pt x="1052" y="1"/>
                    <a:pt x="656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46" name="Google Shape;9046;p69"/>
            <p:cNvSpPr/>
            <p:nvPr/>
          </p:nvSpPr>
          <p:spPr>
            <a:xfrm>
              <a:off x="5040760" y="2049186"/>
              <a:ext cx="76236" cy="43642"/>
            </a:xfrm>
            <a:custGeom>
              <a:avLst/>
              <a:gdLst/>
              <a:ahLst/>
              <a:cxnLst/>
              <a:rect l="l" t="t" r="r" b="b"/>
              <a:pathLst>
                <a:path w="2912" h="1667" extrusionOk="0">
                  <a:moveTo>
                    <a:pt x="279" y="1"/>
                  </a:moveTo>
                  <a:cubicBezTo>
                    <a:pt x="139" y="1"/>
                    <a:pt x="1" y="147"/>
                    <a:pt x="93" y="311"/>
                  </a:cubicBezTo>
                  <a:cubicBezTo>
                    <a:pt x="376" y="762"/>
                    <a:pt x="856" y="1050"/>
                    <a:pt x="1390" y="1089"/>
                  </a:cubicBezTo>
                  <a:cubicBezTo>
                    <a:pt x="1793" y="1113"/>
                    <a:pt x="2173" y="1291"/>
                    <a:pt x="2451" y="1584"/>
                  </a:cubicBezTo>
                  <a:cubicBezTo>
                    <a:pt x="2497" y="1642"/>
                    <a:pt x="2554" y="1666"/>
                    <a:pt x="2610" y="1666"/>
                  </a:cubicBezTo>
                  <a:cubicBezTo>
                    <a:pt x="2765" y="1666"/>
                    <a:pt x="2911" y="1479"/>
                    <a:pt x="2773" y="1320"/>
                  </a:cubicBezTo>
                  <a:cubicBezTo>
                    <a:pt x="2418" y="940"/>
                    <a:pt x="1933" y="709"/>
                    <a:pt x="1419" y="681"/>
                  </a:cubicBezTo>
                  <a:cubicBezTo>
                    <a:pt x="1025" y="652"/>
                    <a:pt x="664" y="440"/>
                    <a:pt x="453" y="109"/>
                  </a:cubicBezTo>
                  <a:cubicBezTo>
                    <a:pt x="410" y="33"/>
                    <a:pt x="345" y="1"/>
                    <a:pt x="279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47" name="Google Shape;9047;p69"/>
            <p:cNvSpPr/>
            <p:nvPr/>
          </p:nvSpPr>
          <p:spPr>
            <a:xfrm>
              <a:off x="5019397" y="2249725"/>
              <a:ext cx="59743" cy="30604"/>
            </a:xfrm>
            <a:custGeom>
              <a:avLst/>
              <a:gdLst/>
              <a:ahLst/>
              <a:cxnLst/>
              <a:rect l="l" t="t" r="r" b="b"/>
              <a:pathLst>
                <a:path w="2282" h="1169" extrusionOk="0">
                  <a:moveTo>
                    <a:pt x="2021" y="1"/>
                  </a:moveTo>
                  <a:cubicBezTo>
                    <a:pt x="1948" y="1"/>
                    <a:pt x="1875" y="38"/>
                    <a:pt x="1836" y="126"/>
                  </a:cubicBezTo>
                  <a:cubicBezTo>
                    <a:pt x="1827" y="153"/>
                    <a:pt x="1557" y="757"/>
                    <a:pt x="438" y="757"/>
                  </a:cubicBezTo>
                  <a:cubicBezTo>
                    <a:pt x="371" y="757"/>
                    <a:pt x="300" y="755"/>
                    <a:pt x="226" y="750"/>
                  </a:cubicBezTo>
                  <a:cubicBezTo>
                    <a:pt x="221" y="750"/>
                    <a:pt x="215" y="750"/>
                    <a:pt x="209" y="750"/>
                  </a:cubicBezTo>
                  <a:cubicBezTo>
                    <a:pt x="101" y="750"/>
                    <a:pt x="10" y="833"/>
                    <a:pt x="5" y="942"/>
                  </a:cubicBezTo>
                  <a:cubicBezTo>
                    <a:pt x="1" y="1058"/>
                    <a:pt x="82" y="1154"/>
                    <a:pt x="198" y="1163"/>
                  </a:cubicBezTo>
                  <a:cubicBezTo>
                    <a:pt x="274" y="1168"/>
                    <a:pt x="356" y="1168"/>
                    <a:pt x="433" y="1168"/>
                  </a:cubicBezTo>
                  <a:cubicBezTo>
                    <a:pt x="1850" y="1168"/>
                    <a:pt x="2206" y="323"/>
                    <a:pt x="2220" y="284"/>
                  </a:cubicBezTo>
                  <a:cubicBezTo>
                    <a:pt x="2282" y="121"/>
                    <a:pt x="2151" y="1"/>
                    <a:pt x="2021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9048" name="Google Shape;9048;p69"/>
          <p:cNvGrpSpPr/>
          <p:nvPr/>
        </p:nvGrpSpPr>
        <p:grpSpPr>
          <a:xfrm>
            <a:off x="5330302" y="3163129"/>
            <a:ext cx="220364" cy="276009"/>
            <a:chOff x="7107069" y="3360255"/>
            <a:chExt cx="293818" cy="368012"/>
          </a:xfrm>
        </p:grpSpPr>
        <p:sp>
          <p:nvSpPr>
            <p:cNvPr id="9049" name="Google Shape;9049;p69"/>
            <p:cNvSpPr/>
            <p:nvPr/>
          </p:nvSpPr>
          <p:spPr>
            <a:xfrm>
              <a:off x="7127699" y="3365805"/>
              <a:ext cx="257585" cy="357069"/>
            </a:xfrm>
            <a:custGeom>
              <a:avLst/>
              <a:gdLst/>
              <a:ahLst/>
              <a:cxnLst/>
              <a:rect l="l" t="t" r="r" b="b"/>
              <a:pathLst>
                <a:path w="9839" h="13639" extrusionOk="0">
                  <a:moveTo>
                    <a:pt x="4905" y="1"/>
                  </a:moveTo>
                  <a:cubicBezTo>
                    <a:pt x="3891" y="1"/>
                    <a:pt x="3046" y="784"/>
                    <a:pt x="2930" y="1793"/>
                  </a:cubicBezTo>
                  <a:lnTo>
                    <a:pt x="2306" y="7293"/>
                  </a:lnTo>
                  <a:cubicBezTo>
                    <a:pt x="2277" y="7562"/>
                    <a:pt x="2099" y="7798"/>
                    <a:pt x="1845" y="7898"/>
                  </a:cubicBezTo>
                  <a:cubicBezTo>
                    <a:pt x="1287" y="8115"/>
                    <a:pt x="817" y="8513"/>
                    <a:pt x="509" y="9032"/>
                  </a:cubicBezTo>
                  <a:cubicBezTo>
                    <a:pt x="38" y="9801"/>
                    <a:pt x="0" y="10771"/>
                    <a:pt x="456" y="11554"/>
                  </a:cubicBezTo>
                  <a:cubicBezTo>
                    <a:pt x="841" y="12203"/>
                    <a:pt x="1460" y="12549"/>
                    <a:pt x="2268" y="12640"/>
                  </a:cubicBezTo>
                  <a:cubicBezTo>
                    <a:pt x="2493" y="12664"/>
                    <a:pt x="2709" y="12775"/>
                    <a:pt x="2868" y="12943"/>
                  </a:cubicBezTo>
                  <a:cubicBezTo>
                    <a:pt x="3296" y="13406"/>
                    <a:pt x="4106" y="13638"/>
                    <a:pt x="4918" y="13638"/>
                  </a:cubicBezTo>
                  <a:cubicBezTo>
                    <a:pt x="5729" y="13638"/>
                    <a:pt x="6541" y="13406"/>
                    <a:pt x="6971" y="12943"/>
                  </a:cubicBezTo>
                  <a:cubicBezTo>
                    <a:pt x="7129" y="12775"/>
                    <a:pt x="7341" y="12669"/>
                    <a:pt x="7571" y="12640"/>
                  </a:cubicBezTo>
                  <a:cubicBezTo>
                    <a:pt x="8373" y="12549"/>
                    <a:pt x="8988" y="12203"/>
                    <a:pt x="9378" y="11554"/>
                  </a:cubicBezTo>
                  <a:cubicBezTo>
                    <a:pt x="9839" y="10771"/>
                    <a:pt x="9795" y="9801"/>
                    <a:pt x="9325" y="9032"/>
                  </a:cubicBezTo>
                  <a:cubicBezTo>
                    <a:pt x="9022" y="8513"/>
                    <a:pt x="8551" y="8115"/>
                    <a:pt x="7989" y="7898"/>
                  </a:cubicBezTo>
                  <a:cubicBezTo>
                    <a:pt x="7735" y="7798"/>
                    <a:pt x="7557" y="7562"/>
                    <a:pt x="7528" y="7293"/>
                  </a:cubicBezTo>
                  <a:lnTo>
                    <a:pt x="6903" y="1793"/>
                  </a:lnTo>
                  <a:cubicBezTo>
                    <a:pt x="6793" y="813"/>
                    <a:pt x="5981" y="39"/>
                    <a:pt x="4996" y="1"/>
                  </a:cubicBezTo>
                  <a:close/>
                </a:path>
              </a:pathLst>
            </a:custGeom>
            <a:solidFill>
              <a:srgbClr val="E4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50" name="Google Shape;9050;p69"/>
            <p:cNvSpPr/>
            <p:nvPr/>
          </p:nvSpPr>
          <p:spPr>
            <a:xfrm>
              <a:off x="7214590" y="3365674"/>
              <a:ext cx="170694" cy="325784"/>
            </a:xfrm>
            <a:custGeom>
              <a:avLst/>
              <a:gdLst/>
              <a:ahLst/>
              <a:cxnLst/>
              <a:rect l="l" t="t" r="r" b="b"/>
              <a:pathLst>
                <a:path w="6520" h="12444" extrusionOk="0">
                  <a:moveTo>
                    <a:pt x="1591" y="1"/>
                  </a:moveTo>
                  <a:cubicBezTo>
                    <a:pt x="961" y="6"/>
                    <a:pt x="371" y="308"/>
                    <a:pt x="1" y="813"/>
                  </a:cubicBezTo>
                  <a:cubicBezTo>
                    <a:pt x="226" y="726"/>
                    <a:pt x="467" y="678"/>
                    <a:pt x="707" y="678"/>
                  </a:cubicBezTo>
                  <a:cubicBezTo>
                    <a:pt x="716" y="677"/>
                    <a:pt x="726" y="676"/>
                    <a:pt x="736" y="676"/>
                  </a:cubicBezTo>
                  <a:cubicBezTo>
                    <a:pt x="755" y="676"/>
                    <a:pt x="774" y="678"/>
                    <a:pt x="793" y="678"/>
                  </a:cubicBezTo>
                  <a:cubicBezTo>
                    <a:pt x="1783" y="712"/>
                    <a:pt x="2590" y="1485"/>
                    <a:pt x="2705" y="2470"/>
                  </a:cubicBezTo>
                  <a:lnTo>
                    <a:pt x="3330" y="7966"/>
                  </a:lnTo>
                  <a:cubicBezTo>
                    <a:pt x="3359" y="8240"/>
                    <a:pt x="3536" y="8470"/>
                    <a:pt x="3791" y="8571"/>
                  </a:cubicBezTo>
                  <a:cubicBezTo>
                    <a:pt x="4348" y="8787"/>
                    <a:pt x="4819" y="9191"/>
                    <a:pt x="5127" y="9705"/>
                  </a:cubicBezTo>
                  <a:cubicBezTo>
                    <a:pt x="5597" y="10478"/>
                    <a:pt x="5636" y="11449"/>
                    <a:pt x="5179" y="12227"/>
                  </a:cubicBezTo>
                  <a:cubicBezTo>
                    <a:pt x="5131" y="12304"/>
                    <a:pt x="5083" y="12376"/>
                    <a:pt x="5035" y="12443"/>
                  </a:cubicBezTo>
                  <a:cubicBezTo>
                    <a:pt x="5463" y="12270"/>
                    <a:pt x="5823" y="11953"/>
                    <a:pt x="6054" y="11550"/>
                  </a:cubicBezTo>
                  <a:cubicBezTo>
                    <a:pt x="6520" y="10776"/>
                    <a:pt x="6476" y="9806"/>
                    <a:pt x="6010" y="9032"/>
                  </a:cubicBezTo>
                  <a:cubicBezTo>
                    <a:pt x="5703" y="8514"/>
                    <a:pt x="5232" y="8115"/>
                    <a:pt x="4670" y="7899"/>
                  </a:cubicBezTo>
                  <a:cubicBezTo>
                    <a:pt x="4416" y="7798"/>
                    <a:pt x="4238" y="7562"/>
                    <a:pt x="4209" y="7293"/>
                  </a:cubicBezTo>
                  <a:lnTo>
                    <a:pt x="3584" y="1798"/>
                  </a:lnTo>
                  <a:cubicBezTo>
                    <a:pt x="3474" y="813"/>
                    <a:pt x="2667" y="39"/>
                    <a:pt x="1677" y="6"/>
                  </a:cubicBezTo>
                  <a:cubicBezTo>
                    <a:pt x="1648" y="6"/>
                    <a:pt x="1615" y="1"/>
                    <a:pt x="1591" y="1"/>
                  </a:cubicBezTo>
                  <a:close/>
                </a:path>
              </a:pathLst>
            </a:custGeom>
            <a:solidFill>
              <a:srgbClr val="DCE3E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51" name="Google Shape;9051;p69"/>
            <p:cNvSpPr/>
            <p:nvPr/>
          </p:nvSpPr>
          <p:spPr>
            <a:xfrm>
              <a:off x="7283522" y="3667267"/>
              <a:ext cx="84797" cy="52098"/>
            </a:xfrm>
            <a:custGeom>
              <a:avLst/>
              <a:gdLst/>
              <a:ahLst/>
              <a:cxnLst/>
              <a:rect l="l" t="t" r="r" b="b"/>
              <a:pathLst>
                <a:path w="3239" h="1990" extrusionOk="0">
                  <a:moveTo>
                    <a:pt x="1928" y="0"/>
                  </a:moveTo>
                  <a:cubicBezTo>
                    <a:pt x="1451" y="0"/>
                    <a:pt x="749" y="174"/>
                    <a:pt x="264" y="1058"/>
                  </a:cubicBezTo>
                  <a:lnTo>
                    <a:pt x="0" y="1990"/>
                  </a:lnTo>
                  <a:cubicBezTo>
                    <a:pt x="413" y="1874"/>
                    <a:pt x="778" y="1692"/>
                    <a:pt x="1014" y="1428"/>
                  </a:cubicBezTo>
                  <a:cubicBezTo>
                    <a:pt x="1172" y="1260"/>
                    <a:pt x="1389" y="1154"/>
                    <a:pt x="1614" y="1130"/>
                  </a:cubicBezTo>
                  <a:cubicBezTo>
                    <a:pt x="2301" y="1048"/>
                    <a:pt x="2854" y="784"/>
                    <a:pt x="3238" y="304"/>
                  </a:cubicBezTo>
                  <a:lnTo>
                    <a:pt x="2450" y="73"/>
                  </a:lnTo>
                  <a:cubicBezTo>
                    <a:pt x="2450" y="73"/>
                    <a:pt x="2236" y="0"/>
                    <a:pt x="1928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52" name="Google Shape;9052;p69"/>
            <p:cNvSpPr/>
            <p:nvPr/>
          </p:nvSpPr>
          <p:spPr>
            <a:xfrm>
              <a:off x="7143276" y="3667267"/>
              <a:ext cx="84797" cy="52098"/>
            </a:xfrm>
            <a:custGeom>
              <a:avLst/>
              <a:gdLst/>
              <a:ahLst/>
              <a:cxnLst/>
              <a:rect l="l" t="t" r="r" b="b"/>
              <a:pathLst>
                <a:path w="3239" h="1990" extrusionOk="0">
                  <a:moveTo>
                    <a:pt x="1315" y="0"/>
                  </a:moveTo>
                  <a:cubicBezTo>
                    <a:pt x="1007" y="0"/>
                    <a:pt x="793" y="73"/>
                    <a:pt x="793" y="73"/>
                  </a:cubicBezTo>
                  <a:lnTo>
                    <a:pt x="1" y="304"/>
                  </a:lnTo>
                  <a:cubicBezTo>
                    <a:pt x="385" y="784"/>
                    <a:pt x="933" y="1048"/>
                    <a:pt x="1624" y="1130"/>
                  </a:cubicBezTo>
                  <a:cubicBezTo>
                    <a:pt x="1855" y="1154"/>
                    <a:pt x="2066" y="1260"/>
                    <a:pt x="2225" y="1428"/>
                  </a:cubicBezTo>
                  <a:cubicBezTo>
                    <a:pt x="2465" y="1692"/>
                    <a:pt x="2825" y="1874"/>
                    <a:pt x="3239" y="1990"/>
                  </a:cubicBezTo>
                  <a:lnTo>
                    <a:pt x="2979" y="1058"/>
                  </a:lnTo>
                  <a:cubicBezTo>
                    <a:pt x="2492" y="174"/>
                    <a:pt x="1791" y="0"/>
                    <a:pt x="1315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53" name="Google Shape;9053;p69"/>
            <p:cNvSpPr/>
            <p:nvPr/>
          </p:nvSpPr>
          <p:spPr>
            <a:xfrm>
              <a:off x="7157282" y="3661796"/>
              <a:ext cx="71183" cy="38537"/>
            </a:xfrm>
            <a:custGeom>
              <a:avLst/>
              <a:gdLst/>
              <a:ahLst/>
              <a:cxnLst/>
              <a:rect l="l" t="t" r="r" b="b"/>
              <a:pathLst>
                <a:path w="2719" h="1472" extrusionOk="0">
                  <a:moveTo>
                    <a:pt x="813" y="0"/>
                  </a:moveTo>
                  <a:cubicBezTo>
                    <a:pt x="617" y="0"/>
                    <a:pt x="423" y="27"/>
                    <a:pt x="234" y="80"/>
                  </a:cubicBezTo>
                  <a:cubicBezTo>
                    <a:pt x="1" y="162"/>
                    <a:pt x="83" y="487"/>
                    <a:pt x="295" y="487"/>
                  </a:cubicBezTo>
                  <a:cubicBezTo>
                    <a:pt x="318" y="487"/>
                    <a:pt x="343" y="483"/>
                    <a:pt x="369" y="474"/>
                  </a:cubicBezTo>
                  <a:cubicBezTo>
                    <a:pt x="387" y="467"/>
                    <a:pt x="568" y="409"/>
                    <a:pt x="825" y="409"/>
                  </a:cubicBezTo>
                  <a:cubicBezTo>
                    <a:pt x="1246" y="409"/>
                    <a:pt x="1869" y="566"/>
                    <a:pt x="2305" y="1363"/>
                  </a:cubicBezTo>
                  <a:cubicBezTo>
                    <a:pt x="2341" y="1432"/>
                    <a:pt x="2413" y="1471"/>
                    <a:pt x="2485" y="1471"/>
                  </a:cubicBezTo>
                  <a:cubicBezTo>
                    <a:pt x="2519" y="1471"/>
                    <a:pt x="2553" y="1463"/>
                    <a:pt x="2584" y="1445"/>
                  </a:cubicBezTo>
                  <a:cubicBezTo>
                    <a:pt x="2684" y="1387"/>
                    <a:pt x="2718" y="1262"/>
                    <a:pt x="2665" y="1161"/>
                  </a:cubicBezTo>
                  <a:cubicBezTo>
                    <a:pt x="2214" y="340"/>
                    <a:pt x="1575" y="90"/>
                    <a:pt x="1123" y="23"/>
                  </a:cubicBezTo>
                  <a:cubicBezTo>
                    <a:pt x="1020" y="8"/>
                    <a:pt x="916" y="0"/>
                    <a:pt x="813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54" name="Google Shape;9054;p69"/>
            <p:cNvSpPr/>
            <p:nvPr/>
          </p:nvSpPr>
          <p:spPr>
            <a:xfrm>
              <a:off x="7284281" y="3661796"/>
              <a:ext cx="71157" cy="38485"/>
            </a:xfrm>
            <a:custGeom>
              <a:avLst/>
              <a:gdLst/>
              <a:ahLst/>
              <a:cxnLst/>
              <a:rect l="l" t="t" r="r" b="b"/>
              <a:pathLst>
                <a:path w="2718" h="1470" extrusionOk="0">
                  <a:moveTo>
                    <a:pt x="1901" y="0"/>
                  </a:moveTo>
                  <a:cubicBezTo>
                    <a:pt x="1799" y="0"/>
                    <a:pt x="1697" y="8"/>
                    <a:pt x="1595" y="23"/>
                  </a:cubicBezTo>
                  <a:cubicBezTo>
                    <a:pt x="1143" y="85"/>
                    <a:pt x="509" y="335"/>
                    <a:pt x="53" y="1166"/>
                  </a:cubicBezTo>
                  <a:cubicBezTo>
                    <a:pt x="0" y="1267"/>
                    <a:pt x="34" y="1392"/>
                    <a:pt x="135" y="1445"/>
                  </a:cubicBezTo>
                  <a:cubicBezTo>
                    <a:pt x="167" y="1461"/>
                    <a:pt x="202" y="1469"/>
                    <a:pt x="236" y="1469"/>
                  </a:cubicBezTo>
                  <a:cubicBezTo>
                    <a:pt x="308" y="1469"/>
                    <a:pt x="377" y="1433"/>
                    <a:pt x="413" y="1368"/>
                  </a:cubicBezTo>
                  <a:cubicBezTo>
                    <a:pt x="854" y="567"/>
                    <a:pt x="1479" y="412"/>
                    <a:pt x="1901" y="412"/>
                  </a:cubicBezTo>
                  <a:cubicBezTo>
                    <a:pt x="2155" y="412"/>
                    <a:pt x="2334" y="469"/>
                    <a:pt x="2354" y="474"/>
                  </a:cubicBezTo>
                  <a:cubicBezTo>
                    <a:pt x="2380" y="483"/>
                    <a:pt x="2404" y="487"/>
                    <a:pt x="2427" y="487"/>
                  </a:cubicBezTo>
                  <a:cubicBezTo>
                    <a:pt x="2635" y="487"/>
                    <a:pt x="2718" y="163"/>
                    <a:pt x="2484" y="85"/>
                  </a:cubicBezTo>
                  <a:cubicBezTo>
                    <a:pt x="2294" y="28"/>
                    <a:pt x="2098" y="0"/>
                    <a:pt x="1901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55" name="Google Shape;9055;p69"/>
            <p:cNvSpPr/>
            <p:nvPr/>
          </p:nvSpPr>
          <p:spPr>
            <a:xfrm>
              <a:off x="7107069" y="3360255"/>
              <a:ext cx="293818" cy="368012"/>
            </a:xfrm>
            <a:custGeom>
              <a:avLst/>
              <a:gdLst/>
              <a:ahLst/>
              <a:cxnLst/>
              <a:rect l="l" t="t" r="r" b="b"/>
              <a:pathLst>
                <a:path w="11223" h="14057" extrusionOk="0">
                  <a:moveTo>
                    <a:pt x="5714" y="0"/>
                  </a:moveTo>
                  <a:cubicBezTo>
                    <a:pt x="4584" y="0"/>
                    <a:pt x="3634" y="848"/>
                    <a:pt x="3512" y="1976"/>
                  </a:cubicBezTo>
                  <a:lnTo>
                    <a:pt x="3161" y="5046"/>
                  </a:lnTo>
                  <a:cubicBezTo>
                    <a:pt x="3146" y="5194"/>
                    <a:pt x="3259" y="5276"/>
                    <a:pt x="3371" y="5276"/>
                  </a:cubicBezTo>
                  <a:cubicBezTo>
                    <a:pt x="3466" y="5276"/>
                    <a:pt x="3559" y="5219"/>
                    <a:pt x="3574" y="5094"/>
                  </a:cubicBezTo>
                  <a:lnTo>
                    <a:pt x="3925" y="2024"/>
                  </a:lnTo>
                  <a:cubicBezTo>
                    <a:pt x="4016" y="1111"/>
                    <a:pt x="4785" y="414"/>
                    <a:pt x="5703" y="414"/>
                  </a:cubicBezTo>
                  <a:cubicBezTo>
                    <a:pt x="6620" y="414"/>
                    <a:pt x="7394" y="1111"/>
                    <a:pt x="7485" y="2024"/>
                  </a:cubicBezTo>
                  <a:lnTo>
                    <a:pt x="8109" y="7520"/>
                  </a:lnTo>
                  <a:cubicBezTo>
                    <a:pt x="8148" y="7870"/>
                    <a:pt x="8374" y="8163"/>
                    <a:pt x="8700" y="8293"/>
                  </a:cubicBezTo>
                  <a:cubicBezTo>
                    <a:pt x="10036" y="8807"/>
                    <a:pt x="10718" y="10412"/>
                    <a:pt x="9988" y="11651"/>
                  </a:cubicBezTo>
                  <a:cubicBezTo>
                    <a:pt x="9647" y="12228"/>
                    <a:pt x="9109" y="12549"/>
                    <a:pt x="8335" y="12641"/>
                  </a:cubicBezTo>
                  <a:cubicBezTo>
                    <a:pt x="8052" y="12669"/>
                    <a:pt x="7792" y="12799"/>
                    <a:pt x="7605" y="13001"/>
                  </a:cubicBezTo>
                  <a:cubicBezTo>
                    <a:pt x="7216" y="13421"/>
                    <a:pt x="6460" y="13631"/>
                    <a:pt x="5704" y="13631"/>
                  </a:cubicBezTo>
                  <a:cubicBezTo>
                    <a:pt x="4948" y="13631"/>
                    <a:pt x="4192" y="13421"/>
                    <a:pt x="3800" y="13001"/>
                  </a:cubicBezTo>
                  <a:cubicBezTo>
                    <a:pt x="3608" y="12799"/>
                    <a:pt x="3349" y="12674"/>
                    <a:pt x="3070" y="12641"/>
                  </a:cubicBezTo>
                  <a:cubicBezTo>
                    <a:pt x="2296" y="12549"/>
                    <a:pt x="1754" y="12228"/>
                    <a:pt x="1417" y="11651"/>
                  </a:cubicBezTo>
                  <a:cubicBezTo>
                    <a:pt x="692" y="10416"/>
                    <a:pt x="1369" y="8812"/>
                    <a:pt x="2705" y="8293"/>
                  </a:cubicBezTo>
                  <a:cubicBezTo>
                    <a:pt x="3031" y="8168"/>
                    <a:pt x="3262" y="7870"/>
                    <a:pt x="3296" y="7520"/>
                  </a:cubicBezTo>
                  <a:lnTo>
                    <a:pt x="3454" y="6150"/>
                  </a:lnTo>
                  <a:cubicBezTo>
                    <a:pt x="3472" y="6002"/>
                    <a:pt x="3358" y="5920"/>
                    <a:pt x="3245" y="5920"/>
                  </a:cubicBezTo>
                  <a:cubicBezTo>
                    <a:pt x="3150" y="5920"/>
                    <a:pt x="3054" y="5979"/>
                    <a:pt x="3041" y="6107"/>
                  </a:cubicBezTo>
                  <a:lnTo>
                    <a:pt x="2887" y="7476"/>
                  </a:lnTo>
                  <a:cubicBezTo>
                    <a:pt x="2868" y="7673"/>
                    <a:pt x="2738" y="7841"/>
                    <a:pt x="2561" y="7914"/>
                  </a:cubicBezTo>
                  <a:cubicBezTo>
                    <a:pt x="0" y="8908"/>
                    <a:pt x="63" y="12703"/>
                    <a:pt x="3027" y="13054"/>
                  </a:cubicBezTo>
                  <a:cubicBezTo>
                    <a:pt x="3204" y="13073"/>
                    <a:pt x="3377" y="13159"/>
                    <a:pt x="3502" y="13289"/>
                  </a:cubicBezTo>
                  <a:cubicBezTo>
                    <a:pt x="3973" y="13800"/>
                    <a:pt x="4837" y="14056"/>
                    <a:pt x="5702" y="14056"/>
                  </a:cubicBezTo>
                  <a:cubicBezTo>
                    <a:pt x="6569" y="14056"/>
                    <a:pt x="7436" y="13799"/>
                    <a:pt x="7908" y="13284"/>
                  </a:cubicBezTo>
                  <a:cubicBezTo>
                    <a:pt x="8033" y="13155"/>
                    <a:pt x="8201" y="13068"/>
                    <a:pt x="8383" y="13049"/>
                  </a:cubicBezTo>
                  <a:cubicBezTo>
                    <a:pt x="10535" y="12794"/>
                    <a:pt x="11222" y="10647"/>
                    <a:pt x="10290" y="9124"/>
                  </a:cubicBezTo>
                  <a:cubicBezTo>
                    <a:pt x="9959" y="8567"/>
                    <a:pt x="9450" y="8139"/>
                    <a:pt x="8849" y="7909"/>
                  </a:cubicBezTo>
                  <a:cubicBezTo>
                    <a:pt x="8667" y="7837"/>
                    <a:pt x="8537" y="7668"/>
                    <a:pt x="8518" y="7476"/>
                  </a:cubicBezTo>
                  <a:lnTo>
                    <a:pt x="7893" y="1976"/>
                  </a:lnTo>
                  <a:cubicBezTo>
                    <a:pt x="7768" y="885"/>
                    <a:pt x="6865" y="40"/>
                    <a:pt x="5789" y="1"/>
                  </a:cubicBezTo>
                  <a:cubicBezTo>
                    <a:pt x="5764" y="0"/>
                    <a:pt x="5739" y="0"/>
                    <a:pt x="5714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9056" name="Google Shape;9056;p69"/>
          <p:cNvGrpSpPr/>
          <p:nvPr/>
        </p:nvGrpSpPr>
        <p:grpSpPr>
          <a:xfrm>
            <a:off x="5683948" y="3163188"/>
            <a:ext cx="175714" cy="275891"/>
            <a:chOff x="7578597" y="3360333"/>
            <a:chExt cx="234285" cy="367855"/>
          </a:xfrm>
        </p:grpSpPr>
        <p:sp>
          <p:nvSpPr>
            <p:cNvPr id="9057" name="Google Shape;9057;p69"/>
            <p:cNvSpPr/>
            <p:nvPr/>
          </p:nvSpPr>
          <p:spPr>
            <a:xfrm>
              <a:off x="7658315" y="3578988"/>
              <a:ext cx="18378" cy="123543"/>
            </a:xfrm>
            <a:custGeom>
              <a:avLst/>
              <a:gdLst/>
              <a:ahLst/>
              <a:cxnLst/>
              <a:rect l="l" t="t" r="r" b="b"/>
              <a:pathLst>
                <a:path w="702" h="4719" extrusionOk="0">
                  <a:moveTo>
                    <a:pt x="0" y="0"/>
                  </a:moveTo>
                  <a:lnTo>
                    <a:pt x="0" y="4718"/>
                  </a:lnTo>
                  <a:lnTo>
                    <a:pt x="702" y="4718"/>
                  </a:lnTo>
                  <a:lnTo>
                    <a:pt x="702" y="0"/>
                  </a:lnTo>
                  <a:cubicBezTo>
                    <a:pt x="586" y="24"/>
                    <a:pt x="469" y="37"/>
                    <a:pt x="351" y="37"/>
                  </a:cubicBezTo>
                  <a:cubicBezTo>
                    <a:pt x="233" y="37"/>
                    <a:pt x="116" y="24"/>
                    <a:pt x="0" y="0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58" name="Google Shape;9058;p69"/>
            <p:cNvSpPr/>
            <p:nvPr/>
          </p:nvSpPr>
          <p:spPr>
            <a:xfrm>
              <a:off x="7645853" y="3702506"/>
              <a:ext cx="43171" cy="20132"/>
            </a:xfrm>
            <a:custGeom>
              <a:avLst/>
              <a:gdLst/>
              <a:ahLst/>
              <a:cxnLst/>
              <a:rect l="l" t="t" r="r" b="b"/>
              <a:pathLst>
                <a:path w="1649" h="769" extrusionOk="0">
                  <a:moveTo>
                    <a:pt x="270" y="0"/>
                  </a:moveTo>
                  <a:lnTo>
                    <a:pt x="1" y="769"/>
                  </a:lnTo>
                  <a:lnTo>
                    <a:pt x="1649" y="769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87A0B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59" name="Google Shape;9059;p69"/>
            <p:cNvSpPr/>
            <p:nvPr/>
          </p:nvSpPr>
          <p:spPr>
            <a:xfrm>
              <a:off x="7702585" y="3702506"/>
              <a:ext cx="43171" cy="20132"/>
            </a:xfrm>
            <a:custGeom>
              <a:avLst/>
              <a:gdLst/>
              <a:ahLst/>
              <a:cxnLst/>
              <a:rect l="l" t="t" r="r" b="b"/>
              <a:pathLst>
                <a:path w="1649" h="769" extrusionOk="0">
                  <a:moveTo>
                    <a:pt x="265" y="0"/>
                  </a:moveTo>
                  <a:lnTo>
                    <a:pt x="0" y="769"/>
                  </a:lnTo>
                  <a:lnTo>
                    <a:pt x="1648" y="769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87A0B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60" name="Google Shape;9060;p69"/>
            <p:cNvSpPr/>
            <p:nvPr/>
          </p:nvSpPr>
          <p:spPr>
            <a:xfrm>
              <a:off x="7587367" y="3365595"/>
              <a:ext cx="160143" cy="31049"/>
            </a:xfrm>
            <a:custGeom>
              <a:avLst/>
              <a:gdLst/>
              <a:ahLst/>
              <a:cxnLst/>
              <a:rect l="l" t="t" r="r" b="b"/>
              <a:pathLst>
                <a:path w="6117" h="1186" extrusionOk="0">
                  <a:moveTo>
                    <a:pt x="524" y="1"/>
                  </a:moveTo>
                  <a:cubicBezTo>
                    <a:pt x="296" y="1"/>
                    <a:pt x="90" y="162"/>
                    <a:pt x="49" y="398"/>
                  </a:cubicBezTo>
                  <a:cubicBezTo>
                    <a:pt x="1" y="672"/>
                    <a:pt x="198" y="931"/>
                    <a:pt x="472" y="960"/>
                  </a:cubicBezTo>
                  <a:cubicBezTo>
                    <a:pt x="1327" y="1109"/>
                    <a:pt x="2191" y="1181"/>
                    <a:pt x="3061" y="1186"/>
                  </a:cubicBezTo>
                  <a:cubicBezTo>
                    <a:pt x="3926" y="1181"/>
                    <a:pt x="4790" y="1109"/>
                    <a:pt x="5646" y="960"/>
                  </a:cubicBezTo>
                  <a:cubicBezTo>
                    <a:pt x="5924" y="931"/>
                    <a:pt x="6116" y="672"/>
                    <a:pt x="6068" y="398"/>
                  </a:cubicBezTo>
                  <a:cubicBezTo>
                    <a:pt x="6027" y="162"/>
                    <a:pt x="5821" y="1"/>
                    <a:pt x="5593" y="1"/>
                  </a:cubicBezTo>
                  <a:cubicBezTo>
                    <a:pt x="5557" y="1"/>
                    <a:pt x="5519" y="5"/>
                    <a:pt x="5482" y="13"/>
                  </a:cubicBezTo>
                  <a:cubicBezTo>
                    <a:pt x="4680" y="155"/>
                    <a:pt x="3869" y="226"/>
                    <a:pt x="3059" y="226"/>
                  </a:cubicBezTo>
                  <a:cubicBezTo>
                    <a:pt x="2248" y="226"/>
                    <a:pt x="1437" y="155"/>
                    <a:pt x="635" y="13"/>
                  </a:cubicBezTo>
                  <a:cubicBezTo>
                    <a:pt x="598" y="5"/>
                    <a:pt x="561" y="1"/>
                    <a:pt x="524" y="1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61" name="Google Shape;9061;p69"/>
            <p:cNvSpPr/>
            <p:nvPr/>
          </p:nvSpPr>
          <p:spPr>
            <a:xfrm>
              <a:off x="7589645" y="3366067"/>
              <a:ext cx="156975" cy="30447"/>
            </a:xfrm>
            <a:custGeom>
              <a:avLst/>
              <a:gdLst/>
              <a:ahLst/>
              <a:cxnLst/>
              <a:rect l="l" t="t" r="r" b="b"/>
              <a:pathLst>
                <a:path w="5996" h="1163" extrusionOk="0">
                  <a:moveTo>
                    <a:pt x="5592" y="0"/>
                  </a:moveTo>
                  <a:lnTo>
                    <a:pt x="5592" y="0"/>
                  </a:lnTo>
                  <a:cubicBezTo>
                    <a:pt x="5597" y="10"/>
                    <a:pt x="5597" y="19"/>
                    <a:pt x="5597" y="29"/>
                  </a:cubicBezTo>
                  <a:cubicBezTo>
                    <a:pt x="5640" y="293"/>
                    <a:pt x="5467" y="538"/>
                    <a:pt x="5208" y="586"/>
                  </a:cubicBezTo>
                  <a:cubicBezTo>
                    <a:pt x="4353" y="735"/>
                    <a:pt x="3488" y="807"/>
                    <a:pt x="2619" y="807"/>
                  </a:cubicBezTo>
                  <a:cubicBezTo>
                    <a:pt x="1754" y="807"/>
                    <a:pt x="884" y="735"/>
                    <a:pt x="29" y="586"/>
                  </a:cubicBezTo>
                  <a:cubicBezTo>
                    <a:pt x="20" y="582"/>
                    <a:pt x="10" y="582"/>
                    <a:pt x="0" y="582"/>
                  </a:cubicBezTo>
                  <a:cubicBezTo>
                    <a:pt x="44" y="764"/>
                    <a:pt x="197" y="908"/>
                    <a:pt x="385" y="942"/>
                  </a:cubicBezTo>
                  <a:cubicBezTo>
                    <a:pt x="1240" y="1091"/>
                    <a:pt x="2104" y="1163"/>
                    <a:pt x="2974" y="1163"/>
                  </a:cubicBezTo>
                  <a:cubicBezTo>
                    <a:pt x="3839" y="1163"/>
                    <a:pt x="4703" y="1086"/>
                    <a:pt x="5559" y="942"/>
                  </a:cubicBezTo>
                  <a:cubicBezTo>
                    <a:pt x="5823" y="894"/>
                    <a:pt x="5996" y="644"/>
                    <a:pt x="5953" y="385"/>
                  </a:cubicBezTo>
                  <a:cubicBezTo>
                    <a:pt x="5919" y="197"/>
                    <a:pt x="5775" y="44"/>
                    <a:pt x="5592" y="0"/>
                  </a:cubicBezTo>
                  <a:close/>
                </a:path>
              </a:pathLst>
            </a:custGeom>
            <a:solidFill>
              <a:srgbClr val="49627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62" name="Google Shape;9062;p69"/>
            <p:cNvSpPr/>
            <p:nvPr/>
          </p:nvSpPr>
          <p:spPr>
            <a:xfrm>
              <a:off x="7695778" y="3365726"/>
              <a:ext cx="107443" cy="30788"/>
            </a:xfrm>
            <a:custGeom>
              <a:avLst/>
              <a:gdLst/>
              <a:ahLst/>
              <a:cxnLst/>
              <a:rect l="l" t="t" r="r" b="b"/>
              <a:pathLst>
                <a:path w="4104" h="1176" extrusionOk="0">
                  <a:moveTo>
                    <a:pt x="3593" y="1"/>
                  </a:moveTo>
                  <a:cubicBezTo>
                    <a:pt x="3565" y="1"/>
                    <a:pt x="3536" y="3"/>
                    <a:pt x="3508" y="8"/>
                  </a:cubicBezTo>
                  <a:cubicBezTo>
                    <a:pt x="2946" y="105"/>
                    <a:pt x="2384" y="167"/>
                    <a:pt x="1817" y="201"/>
                  </a:cubicBezTo>
                  <a:cubicBezTo>
                    <a:pt x="1860" y="258"/>
                    <a:pt x="1889" y="326"/>
                    <a:pt x="1903" y="398"/>
                  </a:cubicBezTo>
                  <a:cubicBezTo>
                    <a:pt x="1947" y="657"/>
                    <a:pt x="1769" y="907"/>
                    <a:pt x="1509" y="950"/>
                  </a:cubicBezTo>
                  <a:cubicBezTo>
                    <a:pt x="1010" y="1041"/>
                    <a:pt x="510" y="1104"/>
                    <a:pt x="1" y="1137"/>
                  </a:cubicBezTo>
                  <a:cubicBezTo>
                    <a:pt x="361" y="1161"/>
                    <a:pt x="722" y="1176"/>
                    <a:pt x="1082" y="1176"/>
                  </a:cubicBezTo>
                  <a:cubicBezTo>
                    <a:pt x="1951" y="1176"/>
                    <a:pt x="2816" y="1099"/>
                    <a:pt x="3671" y="950"/>
                  </a:cubicBezTo>
                  <a:cubicBezTo>
                    <a:pt x="3931" y="907"/>
                    <a:pt x="4104" y="657"/>
                    <a:pt x="4060" y="398"/>
                  </a:cubicBezTo>
                  <a:cubicBezTo>
                    <a:pt x="4022" y="167"/>
                    <a:pt x="3820" y="1"/>
                    <a:pt x="3593" y="1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63" name="Google Shape;9063;p69"/>
            <p:cNvSpPr/>
            <p:nvPr/>
          </p:nvSpPr>
          <p:spPr>
            <a:xfrm>
              <a:off x="7695909" y="3369836"/>
              <a:ext cx="66576" cy="26180"/>
            </a:xfrm>
            <a:custGeom>
              <a:avLst/>
              <a:gdLst/>
              <a:ahLst/>
              <a:cxnLst/>
              <a:rect l="l" t="t" r="r" b="b"/>
              <a:pathLst>
                <a:path w="2543" h="1000" extrusionOk="0">
                  <a:moveTo>
                    <a:pt x="2384" y="0"/>
                  </a:moveTo>
                  <a:cubicBezTo>
                    <a:pt x="2191" y="20"/>
                    <a:pt x="2004" y="29"/>
                    <a:pt x="1812" y="39"/>
                  </a:cubicBezTo>
                  <a:cubicBezTo>
                    <a:pt x="1855" y="101"/>
                    <a:pt x="1884" y="169"/>
                    <a:pt x="1898" y="241"/>
                  </a:cubicBezTo>
                  <a:cubicBezTo>
                    <a:pt x="1942" y="500"/>
                    <a:pt x="1769" y="745"/>
                    <a:pt x="1509" y="793"/>
                  </a:cubicBezTo>
                  <a:cubicBezTo>
                    <a:pt x="1010" y="880"/>
                    <a:pt x="505" y="942"/>
                    <a:pt x="1" y="980"/>
                  </a:cubicBezTo>
                  <a:lnTo>
                    <a:pt x="303" y="1000"/>
                  </a:lnTo>
                  <a:cubicBezTo>
                    <a:pt x="909" y="966"/>
                    <a:pt x="1514" y="899"/>
                    <a:pt x="2115" y="793"/>
                  </a:cubicBezTo>
                  <a:cubicBezTo>
                    <a:pt x="2369" y="745"/>
                    <a:pt x="2542" y="500"/>
                    <a:pt x="2499" y="241"/>
                  </a:cubicBezTo>
                  <a:cubicBezTo>
                    <a:pt x="2484" y="149"/>
                    <a:pt x="2441" y="68"/>
                    <a:pt x="2384" y="0"/>
                  </a:cubicBezTo>
                  <a:close/>
                </a:path>
              </a:pathLst>
            </a:custGeom>
            <a:solidFill>
              <a:srgbClr val="49627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64" name="Google Shape;9064;p69"/>
            <p:cNvSpPr/>
            <p:nvPr/>
          </p:nvSpPr>
          <p:spPr>
            <a:xfrm>
              <a:off x="7714916" y="3578988"/>
              <a:ext cx="18378" cy="123543"/>
            </a:xfrm>
            <a:custGeom>
              <a:avLst/>
              <a:gdLst/>
              <a:ahLst/>
              <a:cxnLst/>
              <a:rect l="l" t="t" r="r" b="b"/>
              <a:pathLst>
                <a:path w="702" h="4719" extrusionOk="0">
                  <a:moveTo>
                    <a:pt x="0" y="0"/>
                  </a:moveTo>
                  <a:lnTo>
                    <a:pt x="0" y="4718"/>
                  </a:lnTo>
                  <a:lnTo>
                    <a:pt x="702" y="4718"/>
                  </a:lnTo>
                  <a:lnTo>
                    <a:pt x="702" y="0"/>
                  </a:lnTo>
                  <a:cubicBezTo>
                    <a:pt x="586" y="24"/>
                    <a:pt x="469" y="37"/>
                    <a:pt x="351" y="37"/>
                  </a:cubicBezTo>
                  <a:cubicBezTo>
                    <a:pt x="233" y="37"/>
                    <a:pt x="115" y="24"/>
                    <a:pt x="0" y="0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65" name="Google Shape;9065;p69"/>
            <p:cNvSpPr/>
            <p:nvPr/>
          </p:nvSpPr>
          <p:spPr>
            <a:xfrm>
              <a:off x="7578597" y="3360333"/>
              <a:ext cx="234285" cy="367855"/>
            </a:xfrm>
            <a:custGeom>
              <a:avLst/>
              <a:gdLst/>
              <a:ahLst/>
              <a:cxnLst/>
              <a:rect l="l" t="t" r="r" b="b"/>
              <a:pathLst>
                <a:path w="8949" h="14051" extrusionOk="0">
                  <a:moveTo>
                    <a:pt x="8063" y="413"/>
                  </a:moveTo>
                  <a:cubicBezTo>
                    <a:pt x="8194" y="413"/>
                    <a:pt x="8309" y="504"/>
                    <a:pt x="8335" y="637"/>
                  </a:cubicBezTo>
                  <a:cubicBezTo>
                    <a:pt x="8363" y="786"/>
                    <a:pt x="8263" y="930"/>
                    <a:pt x="8114" y="954"/>
                  </a:cubicBezTo>
                  <a:lnTo>
                    <a:pt x="8114" y="959"/>
                  </a:lnTo>
                  <a:cubicBezTo>
                    <a:pt x="7556" y="1046"/>
                    <a:pt x="6994" y="1103"/>
                    <a:pt x="6427" y="1132"/>
                  </a:cubicBezTo>
                  <a:cubicBezTo>
                    <a:pt x="6499" y="1050"/>
                    <a:pt x="6547" y="949"/>
                    <a:pt x="6571" y="844"/>
                  </a:cubicBezTo>
                  <a:cubicBezTo>
                    <a:pt x="6576" y="815"/>
                    <a:pt x="6576" y="786"/>
                    <a:pt x="6576" y="757"/>
                  </a:cubicBezTo>
                  <a:cubicBezTo>
                    <a:pt x="6586" y="704"/>
                    <a:pt x="6586" y="652"/>
                    <a:pt x="6581" y="594"/>
                  </a:cubicBezTo>
                  <a:cubicBezTo>
                    <a:pt x="7062" y="560"/>
                    <a:pt x="7542" y="498"/>
                    <a:pt x="8018" y="416"/>
                  </a:cubicBezTo>
                  <a:cubicBezTo>
                    <a:pt x="8033" y="414"/>
                    <a:pt x="8048" y="413"/>
                    <a:pt x="8063" y="413"/>
                  </a:cubicBezTo>
                  <a:close/>
                  <a:moveTo>
                    <a:pt x="893" y="411"/>
                  </a:moveTo>
                  <a:cubicBezTo>
                    <a:pt x="1012" y="411"/>
                    <a:pt x="1952" y="633"/>
                    <a:pt x="3391" y="633"/>
                  </a:cubicBezTo>
                  <a:cubicBezTo>
                    <a:pt x="4103" y="633"/>
                    <a:pt x="4938" y="579"/>
                    <a:pt x="5856" y="416"/>
                  </a:cubicBezTo>
                  <a:cubicBezTo>
                    <a:pt x="5867" y="415"/>
                    <a:pt x="5878" y="415"/>
                    <a:pt x="5889" y="415"/>
                  </a:cubicBezTo>
                  <a:cubicBezTo>
                    <a:pt x="6202" y="415"/>
                    <a:pt x="6272" y="875"/>
                    <a:pt x="5952" y="954"/>
                  </a:cubicBezTo>
                  <a:cubicBezTo>
                    <a:pt x="5106" y="1089"/>
                    <a:pt x="4256" y="1161"/>
                    <a:pt x="3396" y="1180"/>
                  </a:cubicBezTo>
                  <a:cubicBezTo>
                    <a:pt x="2541" y="1166"/>
                    <a:pt x="1691" y="1094"/>
                    <a:pt x="845" y="954"/>
                  </a:cubicBezTo>
                  <a:cubicBezTo>
                    <a:pt x="696" y="930"/>
                    <a:pt x="595" y="791"/>
                    <a:pt x="619" y="642"/>
                  </a:cubicBezTo>
                  <a:cubicBezTo>
                    <a:pt x="643" y="508"/>
                    <a:pt x="759" y="411"/>
                    <a:pt x="893" y="411"/>
                  </a:cubicBezTo>
                  <a:close/>
                  <a:moveTo>
                    <a:pt x="1878" y="1512"/>
                  </a:moveTo>
                  <a:cubicBezTo>
                    <a:pt x="2468" y="1571"/>
                    <a:pt x="2960" y="1589"/>
                    <a:pt x="3353" y="1589"/>
                  </a:cubicBezTo>
                  <a:cubicBezTo>
                    <a:pt x="3964" y="1589"/>
                    <a:pt x="4333" y="1545"/>
                    <a:pt x="4452" y="1545"/>
                  </a:cubicBezTo>
                  <a:cubicBezTo>
                    <a:pt x="4456" y="1545"/>
                    <a:pt x="4459" y="1545"/>
                    <a:pt x="4463" y="1545"/>
                  </a:cubicBezTo>
                  <a:lnTo>
                    <a:pt x="4463" y="1550"/>
                  </a:lnTo>
                  <a:cubicBezTo>
                    <a:pt x="4616" y="1564"/>
                    <a:pt x="4765" y="1560"/>
                    <a:pt x="4919" y="1564"/>
                  </a:cubicBezTo>
                  <a:lnTo>
                    <a:pt x="4919" y="2837"/>
                  </a:lnTo>
                  <a:lnTo>
                    <a:pt x="1878" y="2837"/>
                  </a:lnTo>
                  <a:lnTo>
                    <a:pt x="1878" y="1512"/>
                  </a:lnTo>
                  <a:close/>
                  <a:moveTo>
                    <a:pt x="7081" y="1512"/>
                  </a:moveTo>
                  <a:lnTo>
                    <a:pt x="7086" y="1516"/>
                  </a:lnTo>
                  <a:lnTo>
                    <a:pt x="7086" y="2842"/>
                  </a:lnTo>
                  <a:lnTo>
                    <a:pt x="5332" y="2842"/>
                  </a:lnTo>
                  <a:lnTo>
                    <a:pt x="5332" y="1588"/>
                  </a:lnTo>
                  <a:cubicBezTo>
                    <a:pt x="5369" y="1589"/>
                    <a:pt x="5406" y="1589"/>
                    <a:pt x="5443" y="1589"/>
                  </a:cubicBezTo>
                  <a:cubicBezTo>
                    <a:pt x="5993" y="1589"/>
                    <a:pt x="6640" y="1557"/>
                    <a:pt x="7081" y="1512"/>
                  </a:cubicBezTo>
                  <a:close/>
                  <a:moveTo>
                    <a:pt x="7081" y="3246"/>
                  </a:moveTo>
                  <a:lnTo>
                    <a:pt x="7081" y="3933"/>
                  </a:lnTo>
                  <a:lnTo>
                    <a:pt x="5332" y="3933"/>
                  </a:lnTo>
                  <a:lnTo>
                    <a:pt x="5332" y="3246"/>
                  </a:lnTo>
                  <a:close/>
                  <a:moveTo>
                    <a:pt x="4919" y="3255"/>
                  </a:moveTo>
                  <a:lnTo>
                    <a:pt x="4919" y="3938"/>
                  </a:lnTo>
                  <a:lnTo>
                    <a:pt x="1878" y="3938"/>
                  </a:lnTo>
                  <a:lnTo>
                    <a:pt x="1878" y="3255"/>
                  </a:lnTo>
                  <a:close/>
                  <a:moveTo>
                    <a:pt x="7081" y="4351"/>
                  </a:moveTo>
                  <a:lnTo>
                    <a:pt x="7081" y="6666"/>
                  </a:lnTo>
                  <a:cubicBezTo>
                    <a:pt x="7081" y="7566"/>
                    <a:pt x="6341" y="8181"/>
                    <a:pt x="5554" y="8181"/>
                  </a:cubicBezTo>
                  <a:cubicBezTo>
                    <a:pt x="5303" y="8181"/>
                    <a:pt x="5049" y="8119"/>
                    <a:pt x="4811" y="7984"/>
                  </a:cubicBezTo>
                  <a:lnTo>
                    <a:pt x="4811" y="7984"/>
                  </a:lnTo>
                  <a:cubicBezTo>
                    <a:pt x="5136" y="7620"/>
                    <a:pt x="5318" y="7150"/>
                    <a:pt x="5332" y="6666"/>
                  </a:cubicBezTo>
                  <a:lnTo>
                    <a:pt x="5332" y="4351"/>
                  </a:lnTo>
                  <a:close/>
                  <a:moveTo>
                    <a:pt x="3540" y="8588"/>
                  </a:moveTo>
                  <a:lnTo>
                    <a:pt x="3540" y="12863"/>
                  </a:lnTo>
                  <a:lnTo>
                    <a:pt x="3252" y="12863"/>
                  </a:lnTo>
                  <a:lnTo>
                    <a:pt x="3252" y="8588"/>
                  </a:lnTo>
                  <a:close/>
                  <a:moveTo>
                    <a:pt x="5971" y="13272"/>
                  </a:moveTo>
                  <a:lnTo>
                    <a:pt x="6096" y="13632"/>
                  </a:lnTo>
                  <a:lnTo>
                    <a:pt x="5025" y="13632"/>
                  </a:lnTo>
                  <a:lnTo>
                    <a:pt x="5154" y="13272"/>
                  </a:lnTo>
                  <a:close/>
                  <a:moveTo>
                    <a:pt x="3809" y="13277"/>
                  </a:moveTo>
                  <a:lnTo>
                    <a:pt x="3934" y="13637"/>
                  </a:lnTo>
                  <a:lnTo>
                    <a:pt x="2858" y="13637"/>
                  </a:lnTo>
                  <a:lnTo>
                    <a:pt x="2988" y="13277"/>
                  </a:lnTo>
                  <a:close/>
                  <a:moveTo>
                    <a:pt x="8075" y="1"/>
                  </a:moveTo>
                  <a:cubicBezTo>
                    <a:pt x="8033" y="1"/>
                    <a:pt x="7990" y="5"/>
                    <a:pt x="7945" y="13"/>
                  </a:cubicBezTo>
                  <a:cubicBezTo>
                    <a:pt x="7422" y="99"/>
                    <a:pt x="6889" y="162"/>
                    <a:pt x="6355" y="190"/>
                  </a:cubicBezTo>
                  <a:cubicBezTo>
                    <a:pt x="6233" y="68"/>
                    <a:pt x="6064" y="4"/>
                    <a:pt x="5891" y="4"/>
                  </a:cubicBezTo>
                  <a:cubicBezTo>
                    <a:pt x="5854" y="4"/>
                    <a:pt x="5816" y="7"/>
                    <a:pt x="5779" y="13"/>
                  </a:cubicBezTo>
                  <a:cubicBezTo>
                    <a:pt x="4991" y="150"/>
                    <a:pt x="4193" y="218"/>
                    <a:pt x="3395" y="218"/>
                  </a:cubicBezTo>
                  <a:cubicBezTo>
                    <a:pt x="2597" y="218"/>
                    <a:pt x="1799" y="150"/>
                    <a:pt x="1008" y="13"/>
                  </a:cubicBezTo>
                  <a:cubicBezTo>
                    <a:pt x="966" y="5"/>
                    <a:pt x="924" y="2"/>
                    <a:pt x="883" y="2"/>
                  </a:cubicBezTo>
                  <a:cubicBezTo>
                    <a:pt x="350" y="2"/>
                    <a:pt x="0" y="615"/>
                    <a:pt x="326" y="1084"/>
                  </a:cubicBezTo>
                  <a:cubicBezTo>
                    <a:pt x="552" y="1401"/>
                    <a:pt x="850" y="1377"/>
                    <a:pt x="1460" y="1454"/>
                  </a:cubicBezTo>
                  <a:lnTo>
                    <a:pt x="1460" y="5134"/>
                  </a:lnTo>
                  <a:cubicBezTo>
                    <a:pt x="1460" y="5271"/>
                    <a:pt x="1562" y="5339"/>
                    <a:pt x="1664" y="5339"/>
                  </a:cubicBezTo>
                  <a:cubicBezTo>
                    <a:pt x="1766" y="5339"/>
                    <a:pt x="1868" y="5271"/>
                    <a:pt x="1868" y="5134"/>
                  </a:cubicBezTo>
                  <a:lnTo>
                    <a:pt x="1868" y="4351"/>
                  </a:lnTo>
                  <a:lnTo>
                    <a:pt x="4914" y="4351"/>
                  </a:lnTo>
                  <a:cubicBezTo>
                    <a:pt x="4900" y="6945"/>
                    <a:pt x="4957" y="6719"/>
                    <a:pt x="4837" y="7113"/>
                  </a:cubicBezTo>
                  <a:cubicBezTo>
                    <a:pt x="4607" y="7847"/>
                    <a:pt x="4014" y="8179"/>
                    <a:pt x="3419" y="8179"/>
                  </a:cubicBezTo>
                  <a:cubicBezTo>
                    <a:pt x="2646" y="8179"/>
                    <a:pt x="1868" y="7622"/>
                    <a:pt x="1868" y="6661"/>
                  </a:cubicBezTo>
                  <a:lnTo>
                    <a:pt x="1868" y="6244"/>
                  </a:lnTo>
                  <a:cubicBezTo>
                    <a:pt x="1871" y="6107"/>
                    <a:pt x="1769" y="6038"/>
                    <a:pt x="1666" y="6038"/>
                  </a:cubicBezTo>
                  <a:cubicBezTo>
                    <a:pt x="1563" y="6038"/>
                    <a:pt x="1460" y="6107"/>
                    <a:pt x="1460" y="6244"/>
                  </a:cubicBezTo>
                  <a:lnTo>
                    <a:pt x="1460" y="6661"/>
                  </a:lnTo>
                  <a:cubicBezTo>
                    <a:pt x="1465" y="7517"/>
                    <a:pt x="2022" y="8271"/>
                    <a:pt x="2844" y="8516"/>
                  </a:cubicBezTo>
                  <a:lnTo>
                    <a:pt x="2844" y="12868"/>
                  </a:lnTo>
                  <a:lnTo>
                    <a:pt x="2839" y="12868"/>
                  </a:lnTo>
                  <a:cubicBezTo>
                    <a:pt x="2747" y="12868"/>
                    <a:pt x="2671" y="12921"/>
                    <a:pt x="2642" y="13008"/>
                  </a:cubicBezTo>
                  <a:lnTo>
                    <a:pt x="2378" y="13776"/>
                  </a:lnTo>
                  <a:cubicBezTo>
                    <a:pt x="2334" y="13911"/>
                    <a:pt x="2430" y="14050"/>
                    <a:pt x="2575" y="14050"/>
                  </a:cubicBezTo>
                  <a:lnTo>
                    <a:pt x="4218" y="14050"/>
                  </a:lnTo>
                  <a:cubicBezTo>
                    <a:pt x="4357" y="14050"/>
                    <a:pt x="4458" y="13911"/>
                    <a:pt x="4414" y="13776"/>
                  </a:cubicBezTo>
                  <a:lnTo>
                    <a:pt x="4150" y="13008"/>
                  </a:lnTo>
                  <a:cubicBezTo>
                    <a:pt x="4121" y="12921"/>
                    <a:pt x="4040" y="12868"/>
                    <a:pt x="3953" y="12868"/>
                  </a:cubicBezTo>
                  <a:lnTo>
                    <a:pt x="3948" y="12868"/>
                  </a:lnTo>
                  <a:lnTo>
                    <a:pt x="3948" y="8516"/>
                  </a:lnTo>
                  <a:cubicBezTo>
                    <a:pt x="4136" y="8458"/>
                    <a:pt x="4314" y="8376"/>
                    <a:pt x="4477" y="8266"/>
                  </a:cubicBezTo>
                  <a:cubicBezTo>
                    <a:pt x="4640" y="8372"/>
                    <a:pt x="4818" y="8458"/>
                    <a:pt x="5001" y="8516"/>
                  </a:cubicBezTo>
                  <a:lnTo>
                    <a:pt x="5001" y="12868"/>
                  </a:lnTo>
                  <a:cubicBezTo>
                    <a:pt x="4909" y="12868"/>
                    <a:pt x="4832" y="12921"/>
                    <a:pt x="4804" y="13008"/>
                  </a:cubicBezTo>
                  <a:lnTo>
                    <a:pt x="4539" y="13776"/>
                  </a:lnTo>
                  <a:cubicBezTo>
                    <a:pt x="4491" y="13911"/>
                    <a:pt x="4592" y="14050"/>
                    <a:pt x="4736" y="14050"/>
                  </a:cubicBezTo>
                  <a:lnTo>
                    <a:pt x="6379" y="14050"/>
                  </a:lnTo>
                  <a:cubicBezTo>
                    <a:pt x="6523" y="14050"/>
                    <a:pt x="6620" y="13911"/>
                    <a:pt x="6576" y="13776"/>
                  </a:cubicBezTo>
                  <a:lnTo>
                    <a:pt x="6312" y="13008"/>
                  </a:lnTo>
                  <a:cubicBezTo>
                    <a:pt x="6283" y="12921"/>
                    <a:pt x="6206" y="12868"/>
                    <a:pt x="6115" y="12868"/>
                  </a:cubicBezTo>
                  <a:lnTo>
                    <a:pt x="6115" y="10740"/>
                  </a:lnTo>
                  <a:cubicBezTo>
                    <a:pt x="6115" y="10603"/>
                    <a:pt x="6013" y="10535"/>
                    <a:pt x="5911" y="10535"/>
                  </a:cubicBezTo>
                  <a:cubicBezTo>
                    <a:pt x="5809" y="10535"/>
                    <a:pt x="5707" y="10603"/>
                    <a:pt x="5707" y="10740"/>
                  </a:cubicBezTo>
                  <a:lnTo>
                    <a:pt x="5707" y="12868"/>
                  </a:lnTo>
                  <a:lnTo>
                    <a:pt x="5419" y="12868"/>
                  </a:lnTo>
                  <a:lnTo>
                    <a:pt x="5419" y="8593"/>
                  </a:lnTo>
                  <a:lnTo>
                    <a:pt x="5707" y="8593"/>
                  </a:lnTo>
                  <a:lnTo>
                    <a:pt x="5707" y="9746"/>
                  </a:lnTo>
                  <a:cubicBezTo>
                    <a:pt x="5707" y="9883"/>
                    <a:pt x="5809" y="9951"/>
                    <a:pt x="5911" y="9951"/>
                  </a:cubicBezTo>
                  <a:cubicBezTo>
                    <a:pt x="6013" y="9951"/>
                    <a:pt x="6115" y="9883"/>
                    <a:pt x="6115" y="9746"/>
                  </a:cubicBezTo>
                  <a:lnTo>
                    <a:pt x="6115" y="8516"/>
                  </a:lnTo>
                  <a:cubicBezTo>
                    <a:pt x="6937" y="8271"/>
                    <a:pt x="7499" y="7517"/>
                    <a:pt x="7499" y="6661"/>
                  </a:cubicBezTo>
                  <a:lnTo>
                    <a:pt x="7499" y="1454"/>
                  </a:lnTo>
                  <a:cubicBezTo>
                    <a:pt x="8099" y="1377"/>
                    <a:pt x="8407" y="1406"/>
                    <a:pt x="8632" y="1084"/>
                  </a:cubicBezTo>
                  <a:cubicBezTo>
                    <a:pt x="8949" y="621"/>
                    <a:pt x="8608" y="1"/>
                    <a:pt x="8075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9066" name="Google Shape;9066;p69"/>
          <p:cNvGrpSpPr/>
          <p:nvPr/>
        </p:nvGrpSpPr>
        <p:grpSpPr>
          <a:xfrm>
            <a:off x="5023014" y="3859975"/>
            <a:ext cx="201848" cy="265898"/>
            <a:chOff x="6697352" y="4289383"/>
            <a:chExt cx="269130" cy="354530"/>
          </a:xfrm>
        </p:grpSpPr>
        <p:sp>
          <p:nvSpPr>
            <p:cNvPr id="9067" name="Google Shape;9067;p69"/>
            <p:cNvSpPr/>
            <p:nvPr/>
          </p:nvSpPr>
          <p:spPr>
            <a:xfrm>
              <a:off x="6770499" y="4374363"/>
              <a:ext cx="189308" cy="186166"/>
            </a:xfrm>
            <a:custGeom>
              <a:avLst/>
              <a:gdLst/>
              <a:ahLst/>
              <a:cxnLst/>
              <a:rect l="l" t="t" r="r" b="b"/>
              <a:pathLst>
                <a:path w="7231" h="7111" extrusionOk="0">
                  <a:moveTo>
                    <a:pt x="750" y="0"/>
                  </a:moveTo>
                  <a:cubicBezTo>
                    <a:pt x="327" y="0"/>
                    <a:pt x="0" y="360"/>
                    <a:pt x="44" y="778"/>
                  </a:cubicBezTo>
                  <a:lnTo>
                    <a:pt x="577" y="6159"/>
                  </a:lnTo>
                  <a:cubicBezTo>
                    <a:pt x="649" y="6894"/>
                    <a:pt x="1269" y="7110"/>
                    <a:pt x="2004" y="7110"/>
                  </a:cubicBezTo>
                  <a:lnTo>
                    <a:pt x="5232" y="7110"/>
                  </a:lnTo>
                  <a:cubicBezTo>
                    <a:pt x="5967" y="7110"/>
                    <a:pt x="6582" y="6894"/>
                    <a:pt x="6659" y="6159"/>
                  </a:cubicBezTo>
                  <a:lnTo>
                    <a:pt x="7187" y="778"/>
                  </a:lnTo>
                  <a:cubicBezTo>
                    <a:pt x="7231" y="360"/>
                    <a:pt x="6904" y="0"/>
                    <a:pt x="6486" y="0"/>
                  </a:cubicBez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68" name="Google Shape;9068;p69"/>
            <p:cNvSpPr/>
            <p:nvPr/>
          </p:nvSpPr>
          <p:spPr>
            <a:xfrm>
              <a:off x="6871868" y="4374363"/>
              <a:ext cx="87939" cy="186166"/>
            </a:xfrm>
            <a:custGeom>
              <a:avLst/>
              <a:gdLst/>
              <a:ahLst/>
              <a:cxnLst/>
              <a:rect l="l" t="t" r="r" b="b"/>
              <a:pathLst>
                <a:path w="3359" h="7111" extrusionOk="0">
                  <a:moveTo>
                    <a:pt x="1254" y="0"/>
                  </a:moveTo>
                  <a:cubicBezTo>
                    <a:pt x="1672" y="0"/>
                    <a:pt x="1999" y="360"/>
                    <a:pt x="1956" y="778"/>
                  </a:cubicBezTo>
                  <a:lnTo>
                    <a:pt x="1427" y="6159"/>
                  </a:lnTo>
                  <a:cubicBezTo>
                    <a:pt x="1355" y="6894"/>
                    <a:pt x="736" y="7110"/>
                    <a:pt x="1" y="7110"/>
                  </a:cubicBezTo>
                  <a:lnTo>
                    <a:pt x="1360" y="7110"/>
                  </a:lnTo>
                  <a:cubicBezTo>
                    <a:pt x="2095" y="7110"/>
                    <a:pt x="2715" y="6894"/>
                    <a:pt x="2787" y="6159"/>
                  </a:cubicBezTo>
                  <a:lnTo>
                    <a:pt x="3315" y="778"/>
                  </a:lnTo>
                  <a:cubicBezTo>
                    <a:pt x="3359" y="365"/>
                    <a:pt x="3032" y="0"/>
                    <a:pt x="2614" y="0"/>
                  </a:cubicBezTo>
                  <a:close/>
                </a:path>
              </a:pathLst>
            </a:custGeom>
            <a:solidFill>
              <a:srgbClr val="F0F3F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69" name="Google Shape;9069;p69"/>
            <p:cNvSpPr/>
            <p:nvPr/>
          </p:nvSpPr>
          <p:spPr>
            <a:xfrm>
              <a:off x="6775656" y="4436096"/>
              <a:ext cx="178862" cy="124434"/>
            </a:xfrm>
            <a:custGeom>
              <a:avLst/>
              <a:gdLst/>
              <a:ahLst/>
              <a:cxnLst/>
              <a:rect l="l" t="t" r="r" b="b"/>
              <a:pathLst>
                <a:path w="6832" h="4753" extrusionOk="0">
                  <a:moveTo>
                    <a:pt x="0" y="1"/>
                  </a:moveTo>
                  <a:lnTo>
                    <a:pt x="380" y="3801"/>
                  </a:lnTo>
                  <a:cubicBezTo>
                    <a:pt x="452" y="4536"/>
                    <a:pt x="1067" y="4752"/>
                    <a:pt x="1802" y="4752"/>
                  </a:cubicBezTo>
                  <a:lnTo>
                    <a:pt x="5030" y="4752"/>
                  </a:lnTo>
                  <a:cubicBezTo>
                    <a:pt x="5765" y="4752"/>
                    <a:pt x="6385" y="4536"/>
                    <a:pt x="6457" y="3801"/>
                  </a:cubicBezTo>
                  <a:lnTo>
                    <a:pt x="6832" y="15"/>
                  </a:lnTo>
                  <a:lnTo>
                    <a:pt x="6827" y="1"/>
                  </a:ln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70" name="Google Shape;9070;p69"/>
            <p:cNvSpPr/>
            <p:nvPr/>
          </p:nvSpPr>
          <p:spPr>
            <a:xfrm>
              <a:off x="6871868" y="4436096"/>
              <a:ext cx="82781" cy="124434"/>
            </a:xfrm>
            <a:custGeom>
              <a:avLst/>
              <a:gdLst/>
              <a:ahLst/>
              <a:cxnLst/>
              <a:rect l="l" t="t" r="r" b="b"/>
              <a:pathLst>
                <a:path w="3162" h="4753" extrusionOk="0">
                  <a:moveTo>
                    <a:pt x="1802" y="1"/>
                  </a:moveTo>
                  <a:lnTo>
                    <a:pt x="1427" y="3801"/>
                  </a:lnTo>
                  <a:cubicBezTo>
                    <a:pt x="1355" y="4536"/>
                    <a:pt x="736" y="4752"/>
                    <a:pt x="1" y="4752"/>
                  </a:cubicBezTo>
                  <a:lnTo>
                    <a:pt x="1360" y="4752"/>
                  </a:lnTo>
                  <a:cubicBezTo>
                    <a:pt x="2095" y="4752"/>
                    <a:pt x="2715" y="4536"/>
                    <a:pt x="2787" y="3801"/>
                  </a:cubicBezTo>
                  <a:lnTo>
                    <a:pt x="3162" y="15"/>
                  </a:lnTo>
                  <a:lnTo>
                    <a:pt x="3152" y="1"/>
                  </a:lnTo>
                  <a:close/>
                </a:path>
              </a:pathLst>
            </a:custGeom>
            <a:solidFill>
              <a:srgbClr val="5A6E8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71" name="Google Shape;9071;p69"/>
            <p:cNvSpPr/>
            <p:nvPr/>
          </p:nvSpPr>
          <p:spPr>
            <a:xfrm>
              <a:off x="6821445" y="4560503"/>
              <a:ext cx="87546" cy="28693"/>
            </a:xfrm>
            <a:custGeom>
              <a:avLst/>
              <a:gdLst/>
              <a:ahLst/>
              <a:cxnLst/>
              <a:rect l="l" t="t" r="r" b="b"/>
              <a:pathLst>
                <a:path w="3344" h="1096" extrusionOk="0">
                  <a:moveTo>
                    <a:pt x="0" y="0"/>
                  </a:moveTo>
                  <a:lnTo>
                    <a:pt x="0" y="524"/>
                  </a:lnTo>
                  <a:cubicBezTo>
                    <a:pt x="0" y="841"/>
                    <a:pt x="255" y="1095"/>
                    <a:pt x="572" y="1095"/>
                  </a:cubicBezTo>
                  <a:lnTo>
                    <a:pt x="2772" y="1095"/>
                  </a:lnTo>
                  <a:cubicBezTo>
                    <a:pt x="3084" y="1095"/>
                    <a:pt x="3344" y="841"/>
                    <a:pt x="3339" y="524"/>
                  </a:cubicBezTo>
                  <a:lnTo>
                    <a:pt x="3339" y="0"/>
                  </a:ln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72" name="Google Shape;9072;p69"/>
            <p:cNvSpPr/>
            <p:nvPr/>
          </p:nvSpPr>
          <p:spPr>
            <a:xfrm>
              <a:off x="6866082" y="4560372"/>
              <a:ext cx="42909" cy="28693"/>
            </a:xfrm>
            <a:custGeom>
              <a:avLst/>
              <a:gdLst/>
              <a:ahLst/>
              <a:cxnLst/>
              <a:rect l="l" t="t" r="r" b="b"/>
              <a:pathLst>
                <a:path w="1639" h="1096" extrusionOk="0">
                  <a:moveTo>
                    <a:pt x="572" y="0"/>
                  </a:moveTo>
                  <a:lnTo>
                    <a:pt x="572" y="524"/>
                  </a:lnTo>
                  <a:cubicBezTo>
                    <a:pt x="572" y="841"/>
                    <a:pt x="318" y="1096"/>
                    <a:pt x="1" y="1096"/>
                  </a:cubicBezTo>
                  <a:lnTo>
                    <a:pt x="1067" y="1096"/>
                  </a:lnTo>
                  <a:cubicBezTo>
                    <a:pt x="1379" y="1096"/>
                    <a:pt x="1639" y="841"/>
                    <a:pt x="1639" y="524"/>
                  </a:cubicBezTo>
                  <a:lnTo>
                    <a:pt x="1639" y="0"/>
                  </a:lnTo>
                  <a:close/>
                </a:path>
              </a:pathLst>
            </a:custGeom>
            <a:solidFill>
              <a:srgbClr val="5A6E8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73" name="Google Shape;9073;p69"/>
            <p:cNvSpPr/>
            <p:nvPr/>
          </p:nvSpPr>
          <p:spPr>
            <a:xfrm>
              <a:off x="6703844" y="4307656"/>
              <a:ext cx="196350" cy="329214"/>
            </a:xfrm>
            <a:custGeom>
              <a:avLst/>
              <a:gdLst/>
              <a:ahLst/>
              <a:cxnLst/>
              <a:rect l="l" t="t" r="r" b="b"/>
              <a:pathLst>
                <a:path w="7500" h="12575" extrusionOk="0">
                  <a:moveTo>
                    <a:pt x="6163" y="0"/>
                  </a:moveTo>
                  <a:cubicBezTo>
                    <a:pt x="5597" y="0"/>
                    <a:pt x="5080" y="362"/>
                    <a:pt x="4900" y="915"/>
                  </a:cubicBezTo>
                  <a:lnTo>
                    <a:pt x="1821" y="915"/>
                  </a:lnTo>
                  <a:cubicBezTo>
                    <a:pt x="812" y="915"/>
                    <a:pt x="0" y="1731"/>
                    <a:pt x="0" y="2735"/>
                  </a:cubicBezTo>
                  <a:lnTo>
                    <a:pt x="0" y="12574"/>
                  </a:lnTo>
                  <a:lnTo>
                    <a:pt x="875" y="12574"/>
                  </a:lnTo>
                  <a:lnTo>
                    <a:pt x="875" y="2735"/>
                  </a:lnTo>
                  <a:cubicBezTo>
                    <a:pt x="875" y="2212"/>
                    <a:pt x="1297" y="1789"/>
                    <a:pt x="1821" y="1789"/>
                  </a:cubicBezTo>
                  <a:lnTo>
                    <a:pt x="5270" y="1789"/>
                  </a:lnTo>
                  <a:cubicBezTo>
                    <a:pt x="5511" y="1789"/>
                    <a:pt x="5708" y="1592"/>
                    <a:pt x="5708" y="1352"/>
                  </a:cubicBezTo>
                  <a:lnTo>
                    <a:pt x="5708" y="1323"/>
                  </a:lnTo>
                  <a:cubicBezTo>
                    <a:pt x="5708" y="1073"/>
                    <a:pt x="5914" y="871"/>
                    <a:pt x="6164" y="871"/>
                  </a:cubicBezTo>
                  <a:cubicBezTo>
                    <a:pt x="6419" y="876"/>
                    <a:pt x="6620" y="1078"/>
                    <a:pt x="6620" y="1333"/>
                  </a:cubicBezTo>
                  <a:cubicBezTo>
                    <a:pt x="6611" y="1582"/>
                    <a:pt x="6808" y="1784"/>
                    <a:pt x="7057" y="1784"/>
                  </a:cubicBezTo>
                  <a:cubicBezTo>
                    <a:pt x="7303" y="1784"/>
                    <a:pt x="7499" y="1578"/>
                    <a:pt x="7490" y="1333"/>
                  </a:cubicBezTo>
                  <a:lnTo>
                    <a:pt x="7490" y="1328"/>
                  </a:lnTo>
                  <a:cubicBezTo>
                    <a:pt x="7490" y="675"/>
                    <a:pt x="7014" y="117"/>
                    <a:pt x="6371" y="16"/>
                  </a:cubicBezTo>
                  <a:cubicBezTo>
                    <a:pt x="6301" y="5"/>
                    <a:pt x="6232" y="0"/>
                    <a:pt x="6163" y="0"/>
                  </a:cubicBezTo>
                  <a:close/>
                </a:path>
              </a:pathLst>
            </a:custGeom>
            <a:solidFill>
              <a:srgbClr val="EBF0F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74" name="Google Shape;9074;p69"/>
            <p:cNvSpPr/>
            <p:nvPr/>
          </p:nvSpPr>
          <p:spPr>
            <a:xfrm>
              <a:off x="6764451" y="4351011"/>
              <a:ext cx="202031" cy="292614"/>
            </a:xfrm>
            <a:custGeom>
              <a:avLst/>
              <a:gdLst/>
              <a:ahLst/>
              <a:cxnLst/>
              <a:rect l="l" t="t" r="r" b="b"/>
              <a:pathLst>
                <a:path w="7717" h="11177" extrusionOk="0">
                  <a:moveTo>
                    <a:pt x="6760" y="1051"/>
                  </a:moveTo>
                  <a:cubicBezTo>
                    <a:pt x="7063" y="1051"/>
                    <a:pt x="7303" y="1315"/>
                    <a:pt x="7274" y="1617"/>
                  </a:cubicBezTo>
                  <a:lnTo>
                    <a:pt x="7226" y="2103"/>
                  </a:lnTo>
                  <a:lnTo>
                    <a:pt x="6458" y="2103"/>
                  </a:lnTo>
                  <a:cubicBezTo>
                    <a:pt x="6453" y="2102"/>
                    <a:pt x="6448" y="2102"/>
                    <a:pt x="6444" y="2102"/>
                  </a:cubicBezTo>
                  <a:cubicBezTo>
                    <a:pt x="6188" y="2102"/>
                    <a:pt x="6188" y="2497"/>
                    <a:pt x="6444" y="2497"/>
                  </a:cubicBezTo>
                  <a:cubicBezTo>
                    <a:pt x="6448" y="2497"/>
                    <a:pt x="6453" y="2497"/>
                    <a:pt x="6458" y="2497"/>
                  </a:cubicBezTo>
                  <a:lnTo>
                    <a:pt x="7183" y="2497"/>
                  </a:lnTo>
                  <a:lnTo>
                    <a:pt x="7135" y="3039"/>
                  </a:lnTo>
                  <a:lnTo>
                    <a:pt x="592" y="3039"/>
                  </a:lnTo>
                  <a:lnTo>
                    <a:pt x="452" y="1617"/>
                  </a:lnTo>
                  <a:cubicBezTo>
                    <a:pt x="419" y="1315"/>
                    <a:pt x="659" y="1051"/>
                    <a:pt x="967" y="1051"/>
                  </a:cubicBezTo>
                  <a:close/>
                  <a:moveTo>
                    <a:pt x="5353" y="8233"/>
                  </a:moveTo>
                  <a:lnTo>
                    <a:pt x="5353" y="8569"/>
                  </a:lnTo>
                  <a:cubicBezTo>
                    <a:pt x="5353" y="8775"/>
                    <a:pt x="5184" y="8944"/>
                    <a:pt x="4978" y="8944"/>
                  </a:cubicBezTo>
                  <a:lnTo>
                    <a:pt x="2744" y="8944"/>
                  </a:lnTo>
                  <a:cubicBezTo>
                    <a:pt x="2537" y="8944"/>
                    <a:pt x="2374" y="8775"/>
                    <a:pt x="2374" y="8569"/>
                  </a:cubicBezTo>
                  <a:lnTo>
                    <a:pt x="2374" y="8233"/>
                  </a:lnTo>
                  <a:close/>
                  <a:moveTo>
                    <a:pt x="3859" y="1"/>
                  </a:moveTo>
                  <a:cubicBezTo>
                    <a:pt x="3756" y="1"/>
                    <a:pt x="3654" y="71"/>
                    <a:pt x="3662" y="210"/>
                  </a:cubicBezTo>
                  <a:lnTo>
                    <a:pt x="3662" y="657"/>
                  </a:lnTo>
                  <a:lnTo>
                    <a:pt x="962" y="657"/>
                  </a:lnTo>
                  <a:cubicBezTo>
                    <a:pt x="424" y="657"/>
                    <a:pt x="1" y="1123"/>
                    <a:pt x="54" y="1661"/>
                  </a:cubicBezTo>
                  <a:cubicBezTo>
                    <a:pt x="73" y="1867"/>
                    <a:pt x="260" y="3774"/>
                    <a:pt x="294" y="4106"/>
                  </a:cubicBezTo>
                  <a:cubicBezTo>
                    <a:pt x="307" y="4225"/>
                    <a:pt x="397" y="4281"/>
                    <a:pt x="488" y="4281"/>
                  </a:cubicBezTo>
                  <a:cubicBezTo>
                    <a:pt x="590" y="4281"/>
                    <a:pt x="693" y="4208"/>
                    <a:pt x="683" y="4072"/>
                  </a:cubicBezTo>
                  <a:lnTo>
                    <a:pt x="625" y="3438"/>
                  </a:lnTo>
                  <a:lnTo>
                    <a:pt x="7087" y="3438"/>
                  </a:lnTo>
                  <a:lnTo>
                    <a:pt x="7039" y="3981"/>
                  </a:lnTo>
                  <a:lnTo>
                    <a:pt x="5650" y="3981"/>
                  </a:lnTo>
                  <a:cubicBezTo>
                    <a:pt x="5401" y="3995"/>
                    <a:pt x="5401" y="4361"/>
                    <a:pt x="5650" y="4375"/>
                  </a:cubicBezTo>
                  <a:lnTo>
                    <a:pt x="6996" y="4375"/>
                  </a:lnTo>
                  <a:lnTo>
                    <a:pt x="6948" y="4913"/>
                  </a:lnTo>
                  <a:lnTo>
                    <a:pt x="6458" y="4913"/>
                  </a:lnTo>
                  <a:cubicBezTo>
                    <a:pt x="6453" y="4913"/>
                    <a:pt x="6448" y="4913"/>
                    <a:pt x="6444" y="4913"/>
                  </a:cubicBezTo>
                  <a:cubicBezTo>
                    <a:pt x="6184" y="4913"/>
                    <a:pt x="6184" y="5307"/>
                    <a:pt x="6444" y="5307"/>
                  </a:cubicBezTo>
                  <a:cubicBezTo>
                    <a:pt x="6448" y="5307"/>
                    <a:pt x="6453" y="5307"/>
                    <a:pt x="6458" y="5307"/>
                  </a:cubicBezTo>
                  <a:lnTo>
                    <a:pt x="6904" y="5307"/>
                  </a:lnTo>
                  <a:lnTo>
                    <a:pt x="6856" y="5850"/>
                  </a:lnTo>
                  <a:lnTo>
                    <a:pt x="5655" y="5850"/>
                  </a:lnTo>
                  <a:cubicBezTo>
                    <a:pt x="5649" y="5849"/>
                    <a:pt x="5643" y="5849"/>
                    <a:pt x="5637" y="5849"/>
                  </a:cubicBezTo>
                  <a:cubicBezTo>
                    <a:pt x="5383" y="5849"/>
                    <a:pt x="5383" y="6240"/>
                    <a:pt x="5637" y="6240"/>
                  </a:cubicBezTo>
                  <a:cubicBezTo>
                    <a:pt x="5643" y="6240"/>
                    <a:pt x="5649" y="6239"/>
                    <a:pt x="5655" y="6239"/>
                  </a:cubicBezTo>
                  <a:lnTo>
                    <a:pt x="6813" y="6239"/>
                  </a:lnTo>
                  <a:lnTo>
                    <a:pt x="6731" y="7051"/>
                  </a:lnTo>
                  <a:cubicBezTo>
                    <a:pt x="6703" y="7387"/>
                    <a:pt x="6534" y="7834"/>
                    <a:pt x="5492" y="7834"/>
                  </a:cubicBezTo>
                  <a:lnTo>
                    <a:pt x="2230" y="7834"/>
                  </a:lnTo>
                  <a:cubicBezTo>
                    <a:pt x="1183" y="7834"/>
                    <a:pt x="1019" y="7387"/>
                    <a:pt x="986" y="7051"/>
                  </a:cubicBezTo>
                  <a:lnTo>
                    <a:pt x="765" y="4817"/>
                  </a:lnTo>
                  <a:cubicBezTo>
                    <a:pt x="749" y="4699"/>
                    <a:pt x="660" y="4644"/>
                    <a:pt x="570" y="4644"/>
                  </a:cubicBezTo>
                  <a:cubicBezTo>
                    <a:pt x="465" y="4644"/>
                    <a:pt x="360" y="4719"/>
                    <a:pt x="371" y="4855"/>
                  </a:cubicBezTo>
                  <a:lnTo>
                    <a:pt x="592" y="7089"/>
                  </a:lnTo>
                  <a:cubicBezTo>
                    <a:pt x="640" y="7570"/>
                    <a:pt x="923" y="8137"/>
                    <a:pt x="1971" y="8218"/>
                  </a:cubicBezTo>
                  <a:lnTo>
                    <a:pt x="1971" y="8559"/>
                  </a:lnTo>
                  <a:cubicBezTo>
                    <a:pt x="1971" y="8982"/>
                    <a:pt x="2316" y="9323"/>
                    <a:pt x="2739" y="9328"/>
                  </a:cubicBezTo>
                  <a:lnTo>
                    <a:pt x="3662" y="9328"/>
                  </a:lnTo>
                  <a:lnTo>
                    <a:pt x="3662" y="10971"/>
                  </a:lnTo>
                  <a:cubicBezTo>
                    <a:pt x="3654" y="11108"/>
                    <a:pt x="3756" y="11176"/>
                    <a:pt x="3859" y="11176"/>
                  </a:cubicBezTo>
                  <a:cubicBezTo>
                    <a:pt x="3961" y="11176"/>
                    <a:pt x="4063" y="11108"/>
                    <a:pt x="4056" y="10971"/>
                  </a:cubicBezTo>
                  <a:lnTo>
                    <a:pt x="4056" y="9328"/>
                  </a:lnTo>
                  <a:lnTo>
                    <a:pt x="4973" y="9328"/>
                  </a:lnTo>
                  <a:cubicBezTo>
                    <a:pt x="5396" y="9323"/>
                    <a:pt x="5742" y="8982"/>
                    <a:pt x="5742" y="8559"/>
                  </a:cubicBezTo>
                  <a:lnTo>
                    <a:pt x="5742" y="8213"/>
                  </a:lnTo>
                  <a:cubicBezTo>
                    <a:pt x="6794" y="8132"/>
                    <a:pt x="7077" y="7565"/>
                    <a:pt x="7125" y="7084"/>
                  </a:cubicBezTo>
                  <a:cubicBezTo>
                    <a:pt x="7433" y="4034"/>
                    <a:pt x="7346" y="4875"/>
                    <a:pt x="7663" y="1666"/>
                  </a:cubicBezTo>
                  <a:cubicBezTo>
                    <a:pt x="7716" y="1127"/>
                    <a:pt x="7293" y="661"/>
                    <a:pt x="6755" y="657"/>
                  </a:cubicBezTo>
                  <a:lnTo>
                    <a:pt x="4056" y="657"/>
                  </a:lnTo>
                  <a:lnTo>
                    <a:pt x="4056" y="210"/>
                  </a:lnTo>
                  <a:cubicBezTo>
                    <a:pt x="4063" y="71"/>
                    <a:pt x="3961" y="1"/>
                    <a:pt x="3859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75" name="Google Shape;9075;p69"/>
            <p:cNvSpPr/>
            <p:nvPr/>
          </p:nvSpPr>
          <p:spPr>
            <a:xfrm>
              <a:off x="6697352" y="4289383"/>
              <a:ext cx="208628" cy="354530"/>
            </a:xfrm>
            <a:custGeom>
              <a:avLst/>
              <a:gdLst/>
              <a:ahLst/>
              <a:cxnLst/>
              <a:rect l="l" t="t" r="r" b="b"/>
              <a:pathLst>
                <a:path w="7969" h="13542" extrusionOk="0">
                  <a:moveTo>
                    <a:pt x="6431" y="1"/>
                  </a:moveTo>
                  <a:cubicBezTo>
                    <a:pt x="6329" y="1"/>
                    <a:pt x="6227" y="71"/>
                    <a:pt x="6234" y="210"/>
                  </a:cubicBezTo>
                  <a:lnTo>
                    <a:pt x="6234" y="455"/>
                  </a:lnTo>
                  <a:cubicBezTo>
                    <a:pt x="5696" y="522"/>
                    <a:pt x="5235" y="873"/>
                    <a:pt x="5019" y="1368"/>
                  </a:cubicBezTo>
                  <a:lnTo>
                    <a:pt x="2045" y="1368"/>
                  </a:lnTo>
                  <a:cubicBezTo>
                    <a:pt x="921" y="1373"/>
                    <a:pt x="13" y="2280"/>
                    <a:pt x="8" y="3405"/>
                  </a:cubicBezTo>
                  <a:lnTo>
                    <a:pt x="8" y="5970"/>
                  </a:lnTo>
                  <a:cubicBezTo>
                    <a:pt x="1" y="6109"/>
                    <a:pt x="103" y="6179"/>
                    <a:pt x="205" y="6179"/>
                  </a:cubicBezTo>
                  <a:cubicBezTo>
                    <a:pt x="307" y="6179"/>
                    <a:pt x="409" y="6109"/>
                    <a:pt x="402" y="5970"/>
                  </a:cubicBezTo>
                  <a:lnTo>
                    <a:pt x="402" y="3405"/>
                  </a:lnTo>
                  <a:cubicBezTo>
                    <a:pt x="402" y="2501"/>
                    <a:pt x="1137" y="1766"/>
                    <a:pt x="2045" y="1766"/>
                  </a:cubicBezTo>
                  <a:lnTo>
                    <a:pt x="5153" y="1766"/>
                  </a:lnTo>
                  <a:cubicBezTo>
                    <a:pt x="5235" y="1766"/>
                    <a:pt x="5312" y="1709"/>
                    <a:pt x="5341" y="1627"/>
                  </a:cubicBezTo>
                  <a:cubicBezTo>
                    <a:pt x="5495" y="1151"/>
                    <a:pt x="5941" y="835"/>
                    <a:pt x="6429" y="835"/>
                  </a:cubicBezTo>
                  <a:cubicBezTo>
                    <a:pt x="6487" y="835"/>
                    <a:pt x="6545" y="840"/>
                    <a:pt x="6604" y="849"/>
                  </a:cubicBezTo>
                  <a:cubicBezTo>
                    <a:pt x="7161" y="940"/>
                    <a:pt x="7570" y="1421"/>
                    <a:pt x="7570" y="1983"/>
                  </a:cubicBezTo>
                  <a:lnTo>
                    <a:pt x="7570" y="1987"/>
                  </a:lnTo>
                  <a:cubicBezTo>
                    <a:pt x="7570" y="2148"/>
                    <a:pt x="7450" y="2229"/>
                    <a:pt x="7330" y="2229"/>
                  </a:cubicBezTo>
                  <a:cubicBezTo>
                    <a:pt x="7209" y="2229"/>
                    <a:pt x="7089" y="2148"/>
                    <a:pt x="7089" y="1987"/>
                  </a:cubicBezTo>
                  <a:cubicBezTo>
                    <a:pt x="7089" y="1593"/>
                    <a:pt x="6768" y="1324"/>
                    <a:pt x="6426" y="1324"/>
                  </a:cubicBezTo>
                  <a:cubicBezTo>
                    <a:pt x="6285" y="1324"/>
                    <a:pt x="6140" y="1371"/>
                    <a:pt x="6013" y="1473"/>
                  </a:cubicBezTo>
                  <a:cubicBezTo>
                    <a:pt x="5855" y="1603"/>
                    <a:pt x="5768" y="1800"/>
                    <a:pt x="5773" y="2007"/>
                  </a:cubicBezTo>
                  <a:cubicBezTo>
                    <a:pt x="5773" y="2141"/>
                    <a:pt x="5667" y="2247"/>
                    <a:pt x="5533" y="2247"/>
                  </a:cubicBezTo>
                  <a:lnTo>
                    <a:pt x="2050" y="2247"/>
                  </a:lnTo>
                  <a:cubicBezTo>
                    <a:pt x="2047" y="2247"/>
                    <a:pt x="2044" y="2247"/>
                    <a:pt x="2041" y="2247"/>
                  </a:cubicBezTo>
                  <a:cubicBezTo>
                    <a:pt x="1406" y="2247"/>
                    <a:pt x="887" y="2769"/>
                    <a:pt x="887" y="3405"/>
                  </a:cubicBezTo>
                  <a:lnTo>
                    <a:pt x="887" y="13142"/>
                  </a:lnTo>
                  <a:lnTo>
                    <a:pt x="407" y="13142"/>
                  </a:lnTo>
                  <a:lnTo>
                    <a:pt x="407" y="6710"/>
                  </a:lnTo>
                  <a:cubicBezTo>
                    <a:pt x="414" y="6570"/>
                    <a:pt x="312" y="6501"/>
                    <a:pt x="210" y="6501"/>
                  </a:cubicBezTo>
                  <a:cubicBezTo>
                    <a:pt x="108" y="6501"/>
                    <a:pt x="6" y="6570"/>
                    <a:pt x="13" y="6710"/>
                  </a:cubicBezTo>
                  <a:lnTo>
                    <a:pt x="13" y="13344"/>
                  </a:lnTo>
                  <a:cubicBezTo>
                    <a:pt x="13" y="13450"/>
                    <a:pt x="99" y="13541"/>
                    <a:pt x="210" y="13541"/>
                  </a:cubicBezTo>
                  <a:lnTo>
                    <a:pt x="1089" y="13541"/>
                  </a:lnTo>
                  <a:cubicBezTo>
                    <a:pt x="1200" y="13541"/>
                    <a:pt x="1286" y="13450"/>
                    <a:pt x="1286" y="13344"/>
                  </a:cubicBezTo>
                  <a:lnTo>
                    <a:pt x="1286" y="3409"/>
                  </a:lnTo>
                  <a:cubicBezTo>
                    <a:pt x="1286" y="2991"/>
                    <a:pt x="1627" y="2650"/>
                    <a:pt x="2050" y="2650"/>
                  </a:cubicBezTo>
                  <a:lnTo>
                    <a:pt x="5533" y="2650"/>
                  </a:lnTo>
                  <a:cubicBezTo>
                    <a:pt x="5879" y="2641"/>
                    <a:pt x="6162" y="2357"/>
                    <a:pt x="6162" y="2007"/>
                  </a:cubicBezTo>
                  <a:lnTo>
                    <a:pt x="6162" y="1978"/>
                  </a:lnTo>
                  <a:cubicBezTo>
                    <a:pt x="6162" y="1830"/>
                    <a:pt x="6280" y="1716"/>
                    <a:pt x="6423" y="1716"/>
                  </a:cubicBezTo>
                  <a:cubicBezTo>
                    <a:pt x="6443" y="1716"/>
                    <a:pt x="6463" y="1718"/>
                    <a:pt x="6484" y="1723"/>
                  </a:cubicBezTo>
                  <a:cubicBezTo>
                    <a:pt x="6604" y="1752"/>
                    <a:pt x="6691" y="1863"/>
                    <a:pt x="6686" y="1987"/>
                  </a:cubicBezTo>
                  <a:cubicBezTo>
                    <a:pt x="6691" y="2338"/>
                    <a:pt x="6974" y="2626"/>
                    <a:pt x="7330" y="2626"/>
                  </a:cubicBezTo>
                  <a:cubicBezTo>
                    <a:pt x="7685" y="2626"/>
                    <a:pt x="7968" y="2338"/>
                    <a:pt x="7968" y="1983"/>
                  </a:cubicBezTo>
                  <a:cubicBezTo>
                    <a:pt x="7968" y="1209"/>
                    <a:pt x="7392" y="556"/>
                    <a:pt x="6628" y="455"/>
                  </a:cubicBezTo>
                  <a:lnTo>
                    <a:pt x="6628" y="210"/>
                  </a:lnTo>
                  <a:cubicBezTo>
                    <a:pt x="6635" y="71"/>
                    <a:pt x="6533" y="1"/>
                    <a:pt x="6431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9076" name="Google Shape;9076;p69"/>
          <p:cNvGrpSpPr/>
          <p:nvPr/>
        </p:nvGrpSpPr>
        <p:grpSpPr>
          <a:xfrm>
            <a:off x="4326462" y="2824601"/>
            <a:ext cx="251112" cy="276402"/>
            <a:chOff x="5768616" y="2908885"/>
            <a:chExt cx="334816" cy="368536"/>
          </a:xfrm>
        </p:grpSpPr>
        <p:sp>
          <p:nvSpPr>
            <p:cNvPr id="9077" name="Google Shape;9077;p69"/>
            <p:cNvSpPr/>
            <p:nvPr/>
          </p:nvSpPr>
          <p:spPr>
            <a:xfrm>
              <a:off x="5776025" y="2916059"/>
              <a:ext cx="196978" cy="193706"/>
            </a:xfrm>
            <a:custGeom>
              <a:avLst/>
              <a:gdLst/>
              <a:ahLst/>
              <a:cxnLst/>
              <a:rect l="l" t="t" r="r" b="b"/>
              <a:pathLst>
                <a:path w="7524" h="7399" extrusionOk="0">
                  <a:moveTo>
                    <a:pt x="779" y="0"/>
                  </a:moveTo>
                  <a:cubicBezTo>
                    <a:pt x="342" y="0"/>
                    <a:pt x="1" y="375"/>
                    <a:pt x="44" y="812"/>
                  </a:cubicBezTo>
                  <a:lnTo>
                    <a:pt x="597" y="6409"/>
                  </a:lnTo>
                  <a:cubicBezTo>
                    <a:pt x="673" y="7173"/>
                    <a:pt x="1317" y="7399"/>
                    <a:pt x="2081" y="7399"/>
                  </a:cubicBezTo>
                  <a:lnTo>
                    <a:pt x="5444" y="7399"/>
                  </a:lnTo>
                  <a:cubicBezTo>
                    <a:pt x="6203" y="7399"/>
                    <a:pt x="6851" y="7173"/>
                    <a:pt x="6923" y="6409"/>
                  </a:cubicBezTo>
                  <a:lnTo>
                    <a:pt x="7481" y="812"/>
                  </a:lnTo>
                  <a:cubicBezTo>
                    <a:pt x="7524" y="375"/>
                    <a:pt x="7183" y="0"/>
                    <a:pt x="6746" y="0"/>
                  </a:cubicBez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78" name="Google Shape;9078;p69"/>
            <p:cNvSpPr/>
            <p:nvPr/>
          </p:nvSpPr>
          <p:spPr>
            <a:xfrm>
              <a:off x="5872996" y="2916059"/>
              <a:ext cx="99903" cy="193706"/>
            </a:xfrm>
            <a:custGeom>
              <a:avLst/>
              <a:gdLst/>
              <a:ahLst/>
              <a:cxnLst/>
              <a:rect l="l" t="t" r="r" b="b"/>
              <a:pathLst>
                <a:path w="3816" h="7399" extrusionOk="0">
                  <a:moveTo>
                    <a:pt x="1303" y="0"/>
                  </a:moveTo>
                  <a:cubicBezTo>
                    <a:pt x="1740" y="0"/>
                    <a:pt x="2081" y="375"/>
                    <a:pt x="2038" y="812"/>
                  </a:cubicBezTo>
                  <a:lnTo>
                    <a:pt x="1485" y="6409"/>
                  </a:lnTo>
                  <a:cubicBezTo>
                    <a:pt x="1408" y="7173"/>
                    <a:pt x="765" y="7399"/>
                    <a:pt x="1" y="7399"/>
                  </a:cubicBezTo>
                  <a:lnTo>
                    <a:pt x="1740" y="7399"/>
                  </a:lnTo>
                  <a:cubicBezTo>
                    <a:pt x="2504" y="7399"/>
                    <a:pt x="3147" y="7173"/>
                    <a:pt x="3219" y="6409"/>
                  </a:cubicBezTo>
                  <a:lnTo>
                    <a:pt x="3777" y="812"/>
                  </a:lnTo>
                  <a:cubicBezTo>
                    <a:pt x="3815" y="380"/>
                    <a:pt x="3474" y="5"/>
                    <a:pt x="3042" y="0"/>
                  </a:cubicBezTo>
                  <a:close/>
                </a:path>
              </a:pathLst>
            </a:custGeom>
            <a:solidFill>
              <a:srgbClr val="F0F3F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79" name="Google Shape;9079;p69"/>
            <p:cNvSpPr/>
            <p:nvPr/>
          </p:nvSpPr>
          <p:spPr>
            <a:xfrm>
              <a:off x="5778931" y="2955041"/>
              <a:ext cx="191062" cy="154724"/>
            </a:xfrm>
            <a:custGeom>
              <a:avLst/>
              <a:gdLst/>
              <a:ahLst/>
              <a:cxnLst/>
              <a:rect l="l" t="t" r="r" b="b"/>
              <a:pathLst>
                <a:path w="7298" h="5910" extrusionOk="0">
                  <a:moveTo>
                    <a:pt x="15" y="1"/>
                  </a:moveTo>
                  <a:lnTo>
                    <a:pt x="0" y="25"/>
                  </a:lnTo>
                  <a:lnTo>
                    <a:pt x="481" y="4920"/>
                  </a:lnTo>
                  <a:cubicBezTo>
                    <a:pt x="558" y="5684"/>
                    <a:pt x="1201" y="5910"/>
                    <a:pt x="1965" y="5910"/>
                  </a:cubicBezTo>
                  <a:lnTo>
                    <a:pt x="5328" y="5910"/>
                  </a:lnTo>
                  <a:cubicBezTo>
                    <a:pt x="6092" y="5910"/>
                    <a:pt x="6740" y="5684"/>
                    <a:pt x="6812" y="4920"/>
                  </a:cubicBezTo>
                  <a:lnTo>
                    <a:pt x="7298" y="1"/>
                  </a:lnTo>
                  <a:close/>
                </a:path>
              </a:pathLst>
            </a:custGeom>
            <a:solidFill>
              <a:srgbClr val="8195A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80" name="Google Shape;9080;p69"/>
            <p:cNvSpPr/>
            <p:nvPr/>
          </p:nvSpPr>
          <p:spPr>
            <a:xfrm>
              <a:off x="5872996" y="2955171"/>
              <a:ext cx="96997" cy="154724"/>
            </a:xfrm>
            <a:custGeom>
              <a:avLst/>
              <a:gdLst/>
              <a:ahLst/>
              <a:cxnLst/>
              <a:rect l="l" t="t" r="r" b="b"/>
              <a:pathLst>
                <a:path w="3705" h="5910" extrusionOk="0">
                  <a:moveTo>
                    <a:pt x="1966" y="1"/>
                  </a:moveTo>
                  <a:lnTo>
                    <a:pt x="1485" y="4920"/>
                  </a:lnTo>
                  <a:cubicBezTo>
                    <a:pt x="1408" y="5679"/>
                    <a:pt x="765" y="5909"/>
                    <a:pt x="1" y="5909"/>
                  </a:cubicBezTo>
                  <a:lnTo>
                    <a:pt x="1740" y="5909"/>
                  </a:lnTo>
                  <a:cubicBezTo>
                    <a:pt x="2504" y="5909"/>
                    <a:pt x="3147" y="5684"/>
                    <a:pt x="3219" y="4920"/>
                  </a:cubicBezTo>
                  <a:lnTo>
                    <a:pt x="3705" y="1"/>
                  </a:lnTo>
                  <a:close/>
                </a:path>
              </a:pathLst>
            </a:custGeom>
            <a:solidFill>
              <a:srgbClr val="6E869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81" name="Google Shape;9081;p69"/>
            <p:cNvSpPr/>
            <p:nvPr/>
          </p:nvSpPr>
          <p:spPr>
            <a:xfrm>
              <a:off x="5828987" y="3109738"/>
              <a:ext cx="91080" cy="29845"/>
            </a:xfrm>
            <a:custGeom>
              <a:avLst/>
              <a:gdLst/>
              <a:ahLst/>
              <a:cxnLst/>
              <a:rect l="l" t="t" r="r" b="b"/>
              <a:pathLst>
                <a:path w="3479" h="1140" extrusionOk="0">
                  <a:moveTo>
                    <a:pt x="0" y="1"/>
                  </a:moveTo>
                  <a:lnTo>
                    <a:pt x="0" y="544"/>
                  </a:lnTo>
                  <a:cubicBezTo>
                    <a:pt x="0" y="875"/>
                    <a:pt x="265" y="1139"/>
                    <a:pt x="596" y="1139"/>
                  </a:cubicBezTo>
                  <a:lnTo>
                    <a:pt x="2883" y="1139"/>
                  </a:lnTo>
                  <a:cubicBezTo>
                    <a:pt x="3214" y="1139"/>
                    <a:pt x="3478" y="870"/>
                    <a:pt x="3474" y="544"/>
                  </a:cubicBezTo>
                  <a:lnTo>
                    <a:pt x="3474" y="1"/>
                  </a:lnTo>
                  <a:close/>
                </a:path>
              </a:pathLst>
            </a:custGeom>
            <a:solidFill>
              <a:srgbClr val="8195A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82" name="Google Shape;9082;p69"/>
            <p:cNvSpPr/>
            <p:nvPr/>
          </p:nvSpPr>
          <p:spPr>
            <a:xfrm>
              <a:off x="5872368" y="3109738"/>
              <a:ext cx="47700" cy="29845"/>
            </a:xfrm>
            <a:custGeom>
              <a:avLst/>
              <a:gdLst/>
              <a:ahLst/>
              <a:cxnLst/>
              <a:rect l="l" t="t" r="r" b="b"/>
              <a:pathLst>
                <a:path w="1822" h="1140" extrusionOk="0">
                  <a:moveTo>
                    <a:pt x="596" y="1"/>
                  </a:moveTo>
                  <a:lnTo>
                    <a:pt x="596" y="544"/>
                  </a:lnTo>
                  <a:cubicBezTo>
                    <a:pt x="596" y="870"/>
                    <a:pt x="332" y="1139"/>
                    <a:pt x="1" y="1139"/>
                  </a:cubicBezTo>
                  <a:lnTo>
                    <a:pt x="1226" y="1139"/>
                  </a:lnTo>
                  <a:cubicBezTo>
                    <a:pt x="1557" y="1139"/>
                    <a:pt x="1821" y="870"/>
                    <a:pt x="1821" y="544"/>
                  </a:cubicBezTo>
                  <a:lnTo>
                    <a:pt x="1821" y="1"/>
                  </a:lnTo>
                  <a:close/>
                </a:path>
              </a:pathLst>
            </a:custGeom>
            <a:solidFill>
              <a:srgbClr val="6E869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83" name="Google Shape;9083;p69"/>
            <p:cNvSpPr/>
            <p:nvPr/>
          </p:nvSpPr>
          <p:spPr>
            <a:xfrm>
              <a:off x="6051727" y="2995541"/>
              <a:ext cx="44794" cy="94850"/>
            </a:xfrm>
            <a:custGeom>
              <a:avLst/>
              <a:gdLst/>
              <a:ahLst/>
              <a:cxnLst/>
              <a:rect l="l" t="t" r="r" b="b"/>
              <a:pathLst>
                <a:path w="1711" h="3623" extrusionOk="0">
                  <a:moveTo>
                    <a:pt x="370" y="1"/>
                  </a:moveTo>
                  <a:cubicBezTo>
                    <a:pt x="168" y="1"/>
                    <a:pt x="5" y="164"/>
                    <a:pt x="5" y="366"/>
                  </a:cubicBezTo>
                  <a:lnTo>
                    <a:pt x="0" y="2052"/>
                  </a:lnTo>
                  <a:lnTo>
                    <a:pt x="0" y="2057"/>
                  </a:lnTo>
                  <a:lnTo>
                    <a:pt x="0" y="3258"/>
                  </a:lnTo>
                  <a:cubicBezTo>
                    <a:pt x="0" y="3460"/>
                    <a:pt x="168" y="3623"/>
                    <a:pt x="370" y="3623"/>
                  </a:cubicBezTo>
                  <a:lnTo>
                    <a:pt x="1341" y="3623"/>
                  </a:lnTo>
                  <a:cubicBezTo>
                    <a:pt x="1542" y="3623"/>
                    <a:pt x="1711" y="3460"/>
                    <a:pt x="1706" y="3258"/>
                  </a:cubicBezTo>
                  <a:lnTo>
                    <a:pt x="1706" y="366"/>
                  </a:lnTo>
                  <a:cubicBezTo>
                    <a:pt x="1711" y="164"/>
                    <a:pt x="1542" y="1"/>
                    <a:pt x="1341" y="1"/>
                  </a:cubicBezTo>
                  <a:close/>
                </a:path>
              </a:pathLst>
            </a:custGeom>
            <a:solidFill>
              <a:srgbClr val="EBF0F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84" name="Google Shape;9084;p69"/>
            <p:cNvSpPr/>
            <p:nvPr/>
          </p:nvSpPr>
          <p:spPr>
            <a:xfrm>
              <a:off x="6064424" y="2995541"/>
              <a:ext cx="31966" cy="94850"/>
            </a:xfrm>
            <a:custGeom>
              <a:avLst/>
              <a:gdLst/>
              <a:ahLst/>
              <a:cxnLst/>
              <a:rect l="l" t="t" r="r" b="b"/>
              <a:pathLst>
                <a:path w="1221" h="3623" extrusionOk="0">
                  <a:moveTo>
                    <a:pt x="1" y="1"/>
                  </a:moveTo>
                  <a:cubicBezTo>
                    <a:pt x="202" y="1"/>
                    <a:pt x="366" y="164"/>
                    <a:pt x="366" y="366"/>
                  </a:cubicBezTo>
                  <a:lnTo>
                    <a:pt x="366" y="3253"/>
                  </a:lnTo>
                  <a:cubicBezTo>
                    <a:pt x="366" y="3455"/>
                    <a:pt x="202" y="3623"/>
                    <a:pt x="1" y="3623"/>
                  </a:cubicBezTo>
                  <a:lnTo>
                    <a:pt x="856" y="3623"/>
                  </a:lnTo>
                  <a:cubicBezTo>
                    <a:pt x="1057" y="3623"/>
                    <a:pt x="1221" y="3455"/>
                    <a:pt x="1221" y="3253"/>
                  </a:cubicBezTo>
                  <a:lnTo>
                    <a:pt x="1221" y="366"/>
                  </a:lnTo>
                  <a:cubicBezTo>
                    <a:pt x="1221" y="164"/>
                    <a:pt x="1057" y="1"/>
                    <a:pt x="856" y="1"/>
                  </a:cubicBezTo>
                  <a:close/>
                </a:path>
              </a:pathLst>
            </a:custGeom>
            <a:solidFill>
              <a:srgbClr val="B2C1C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85" name="Google Shape;9085;p69"/>
            <p:cNvSpPr/>
            <p:nvPr/>
          </p:nvSpPr>
          <p:spPr>
            <a:xfrm>
              <a:off x="5768616" y="2908885"/>
              <a:ext cx="334816" cy="368536"/>
            </a:xfrm>
            <a:custGeom>
              <a:avLst/>
              <a:gdLst/>
              <a:ahLst/>
              <a:cxnLst/>
              <a:rect l="l" t="t" r="r" b="b"/>
              <a:pathLst>
                <a:path w="12789" h="14077" extrusionOk="0">
                  <a:moveTo>
                    <a:pt x="7038" y="409"/>
                  </a:moveTo>
                  <a:cubicBezTo>
                    <a:pt x="7355" y="409"/>
                    <a:pt x="7605" y="688"/>
                    <a:pt x="7572" y="1005"/>
                  </a:cubicBezTo>
                  <a:lnTo>
                    <a:pt x="7524" y="1509"/>
                  </a:lnTo>
                  <a:lnTo>
                    <a:pt x="3137" y="1509"/>
                  </a:lnTo>
                  <a:cubicBezTo>
                    <a:pt x="2864" y="1509"/>
                    <a:pt x="2864" y="1917"/>
                    <a:pt x="3137" y="1917"/>
                  </a:cubicBezTo>
                  <a:lnTo>
                    <a:pt x="7480" y="1917"/>
                  </a:lnTo>
                  <a:lnTo>
                    <a:pt x="7427" y="2480"/>
                  </a:lnTo>
                  <a:lnTo>
                    <a:pt x="6702" y="2480"/>
                  </a:lnTo>
                  <a:cubicBezTo>
                    <a:pt x="6428" y="2480"/>
                    <a:pt x="6428" y="2888"/>
                    <a:pt x="6702" y="2888"/>
                  </a:cubicBezTo>
                  <a:lnTo>
                    <a:pt x="7384" y="2888"/>
                  </a:lnTo>
                  <a:lnTo>
                    <a:pt x="7331" y="3445"/>
                  </a:lnTo>
                  <a:lnTo>
                    <a:pt x="5890" y="3445"/>
                  </a:lnTo>
                  <a:cubicBezTo>
                    <a:pt x="5621" y="3445"/>
                    <a:pt x="5621" y="3858"/>
                    <a:pt x="5890" y="3858"/>
                  </a:cubicBezTo>
                  <a:lnTo>
                    <a:pt x="7293" y="3858"/>
                  </a:lnTo>
                  <a:lnTo>
                    <a:pt x="7240" y="4416"/>
                  </a:lnTo>
                  <a:lnTo>
                    <a:pt x="6731" y="4416"/>
                  </a:lnTo>
                  <a:cubicBezTo>
                    <a:pt x="6462" y="4416"/>
                    <a:pt x="6462" y="4829"/>
                    <a:pt x="6731" y="4829"/>
                  </a:cubicBezTo>
                  <a:lnTo>
                    <a:pt x="7197" y="4829"/>
                  </a:lnTo>
                  <a:lnTo>
                    <a:pt x="7144" y="5386"/>
                  </a:lnTo>
                  <a:lnTo>
                    <a:pt x="5895" y="5386"/>
                  </a:lnTo>
                  <a:cubicBezTo>
                    <a:pt x="5621" y="5386"/>
                    <a:pt x="5621" y="5794"/>
                    <a:pt x="5895" y="5794"/>
                  </a:cubicBezTo>
                  <a:lnTo>
                    <a:pt x="7106" y="5794"/>
                  </a:lnTo>
                  <a:lnTo>
                    <a:pt x="7019" y="6640"/>
                  </a:lnTo>
                  <a:cubicBezTo>
                    <a:pt x="6985" y="6991"/>
                    <a:pt x="6813" y="7452"/>
                    <a:pt x="5727" y="7452"/>
                  </a:cubicBezTo>
                  <a:lnTo>
                    <a:pt x="2330" y="7452"/>
                  </a:lnTo>
                  <a:cubicBezTo>
                    <a:pt x="2303" y="7452"/>
                    <a:pt x="2276" y="7453"/>
                    <a:pt x="2250" y="7453"/>
                  </a:cubicBezTo>
                  <a:cubicBezTo>
                    <a:pt x="1227" y="7453"/>
                    <a:pt x="1066" y="7001"/>
                    <a:pt x="1028" y="6664"/>
                  </a:cubicBezTo>
                  <a:lnTo>
                    <a:pt x="562" y="1917"/>
                  </a:lnTo>
                  <a:lnTo>
                    <a:pt x="1975" y="1917"/>
                  </a:lnTo>
                  <a:cubicBezTo>
                    <a:pt x="2249" y="1917"/>
                    <a:pt x="2249" y="1509"/>
                    <a:pt x="1975" y="1509"/>
                  </a:cubicBezTo>
                  <a:lnTo>
                    <a:pt x="529" y="1509"/>
                  </a:lnTo>
                  <a:lnTo>
                    <a:pt x="476" y="1005"/>
                  </a:lnTo>
                  <a:cubicBezTo>
                    <a:pt x="462" y="851"/>
                    <a:pt x="510" y="702"/>
                    <a:pt x="611" y="587"/>
                  </a:cubicBezTo>
                  <a:cubicBezTo>
                    <a:pt x="711" y="476"/>
                    <a:pt x="860" y="409"/>
                    <a:pt x="1009" y="409"/>
                  </a:cubicBezTo>
                  <a:close/>
                  <a:moveTo>
                    <a:pt x="5568" y="7884"/>
                  </a:moveTo>
                  <a:lnTo>
                    <a:pt x="5568" y="8235"/>
                  </a:lnTo>
                  <a:cubicBezTo>
                    <a:pt x="5568" y="8451"/>
                    <a:pt x="5395" y="8624"/>
                    <a:pt x="5184" y="8624"/>
                  </a:cubicBezTo>
                  <a:lnTo>
                    <a:pt x="2854" y="8624"/>
                  </a:lnTo>
                  <a:cubicBezTo>
                    <a:pt x="2643" y="8619"/>
                    <a:pt x="2470" y="8446"/>
                    <a:pt x="2470" y="8235"/>
                  </a:cubicBezTo>
                  <a:lnTo>
                    <a:pt x="2470" y="7884"/>
                  </a:lnTo>
                  <a:close/>
                  <a:moveTo>
                    <a:pt x="1004" y="1"/>
                  </a:moveTo>
                  <a:cubicBezTo>
                    <a:pt x="442" y="1"/>
                    <a:pt x="0" y="486"/>
                    <a:pt x="58" y="1043"/>
                  </a:cubicBezTo>
                  <a:lnTo>
                    <a:pt x="615" y="6697"/>
                  </a:lnTo>
                  <a:cubicBezTo>
                    <a:pt x="663" y="7202"/>
                    <a:pt x="961" y="7793"/>
                    <a:pt x="2057" y="7874"/>
                  </a:cubicBezTo>
                  <a:lnTo>
                    <a:pt x="2057" y="8235"/>
                  </a:lnTo>
                  <a:cubicBezTo>
                    <a:pt x="2057" y="8672"/>
                    <a:pt x="2412" y="9032"/>
                    <a:pt x="2854" y="9032"/>
                  </a:cubicBezTo>
                  <a:lnTo>
                    <a:pt x="3810" y="9032"/>
                  </a:lnTo>
                  <a:lnTo>
                    <a:pt x="3810" y="11300"/>
                  </a:lnTo>
                  <a:cubicBezTo>
                    <a:pt x="3815" y="12832"/>
                    <a:pt x="5054" y="14076"/>
                    <a:pt x="6587" y="14076"/>
                  </a:cubicBezTo>
                  <a:lnTo>
                    <a:pt x="9104" y="14076"/>
                  </a:lnTo>
                  <a:cubicBezTo>
                    <a:pt x="10637" y="14076"/>
                    <a:pt x="11881" y="12832"/>
                    <a:pt x="11881" y="11300"/>
                  </a:cubicBezTo>
                  <a:lnTo>
                    <a:pt x="11881" y="7135"/>
                  </a:lnTo>
                  <a:lnTo>
                    <a:pt x="12212" y="7135"/>
                  </a:lnTo>
                  <a:cubicBezTo>
                    <a:pt x="12529" y="7135"/>
                    <a:pt x="12789" y="6875"/>
                    <a:pt x="12789" y="6558"/>
                  </a:cubicBezTo>
                  <a:lnTo>
                    <a:pt x="12789" y="3642"/>
                  </a:lnTo>
                  <a:cubicBezTo>
                    <a:pt x="12789" y="3325"/>
                    <a:pt x="12529" y="3066"/>
                    <a:pt x="12212" y="3066"/>
                  </a:cubicBezTo>
                  <a:lnTo>
                    <a:pt x="11929" y="3066"/>
                  </a:lnTo>
                  <a:lnTo>
                    <a:pt x="11929" y="2196"/>
                  </a:lnTo>
                  <a:cubicBezTo>
                    <a:pt x="11929" y="2059"/>
                    <a:pt x="11827" y="1991"/>
                    <a:pt x="11725" y="1991"/>
                  </a:cubicBezTo>
                  <a:cubicBezTo>
                    <a:pt x="11623" y="1991"/>
                    <a:pt x="11521" y="2059"/>
                    <a:pt x="11521" y="2196"/>
                  </a:cubicBezTo>
                  <a:lnTo>
                    <a:pt x="11521" y="3066"/>
                  </a:lnTo>
                  <a:lnTo>
                    <a:pt x="11237" y="3066"/>
                  </a:lnTo>
                  <a:cubicBezTo>
                    <a:pt x="10915" y="3066"/>
                    <a:pt x="10661" y="3325"/>
                    <a:pt x="10661" y="3642"/>
                  </a:cubicBezTo>
                  <a:lnTo>
                    <a:pt x="10661" y="4459"/>
                  </a:lnTo>
                  <a:cubicBezTo>
                    <a:pt x="10661" y="4596"/>
                    <a:pt x="10763" y="4664"/>
                    <a:pt x="10865" y="4664"/>
                  </a:cubicBezTo>
                  <a:cubicBezTo>
                    <a:pt x="10967" y="4664"/>
                    <a:pt x="11069" y="4596"/>
                    <a:pt x="11069" y="4459"/>
                  </a:cubicBezTo>
                  <a:lnTo>
                    <a:pt x="11069" y="3642"/>
                  </a:lnTo>
                  <a:cubicBezTo>
                    <a:pt x="11069" y="3551"/>
                    <a:pt x="11141" y="3479"/>
                    <a:pt x="11232" y="3479"/>
                  </a:cubicBezTo>
                  <a:lnTo>
                    <a:pt x="12212" y="3479"/>
                  </a:lnTo>
                  <a:cubicBezTo>
                    <a:pt x="12304" y="3479"/>
                    <a:pt x="12376" y="3551"/>
                    <a:pt x="12380" y="3642"/>
                  </a:cubicBezTo>
                  <a:lnTo>
                    <a:pt x="12380" y="6558"/>
                  </a:lnTo>
                  <a:cubicBezTo>
                    <a:pt x="12376" y="6649"/>
                    <a:pt x="12304" y="6721"/>
                    <a:pt x="12212" y="6721"/>
                  </a:cubicBezTo>
                  <a:lnTo>
                    <a:pt x="11232" y="6721"/>
                  </a:lnTo>
                  <a:cubicBezTo>
                    <a:pt x="11141" y="6721"/>
                    <a:pt x="11069" y="6649"/>
                    <a:pt x="11069" y="6558"/>
                  </a:cubicBezTo>
                  <a:lnTo>
                    <a:pt x="11069" y="5348"/>
                  </a:lnTo>
                  <a:cubicBezTo>
                    <a:pt x="11069" y="5211"/>
                    <a:pt x="10967" y="5142"/>
                    <a:pt x="10865" y="5142"/>
                  </a:cubicBezTo>
                  <a:cubicBezTo>
                    <a:pt x="10763" y="5142"/>
                    <a:pt x="10661" y="5211"/>
                    <a:pt x="10661" y="5348"/>
                  </a:cubicBezTo>
                  <a:lnTo>
                    <a:pt x="10661" y="6558"/>
                  </a:lnTo>
                  <a:cubicBezTo>
                    <a:pt x="10661" y="6875"/>
                    <a:pt x="10915" y="7135"/>
                    <a:pt x="11237" y="7135"/>
                  </a:cubicBezTo>
                  <a:lnTo>
                    <a:pt x="11477" y="7135"/>
                  </a:lnTo>
                  <a:lnTo>
                    <a:pt x="11477" y="11300"/>
                  </a:lnTo>
                  <a:cubicBezTo>
                    <a:pt x="11472" y="12606"/>
                    <a:pt x="10416" y="13663"/>
                    <a:pt x="9109" y="13663"/>
                  </a:cubicBezTo>
                  <a:lnTo>
                    <a:pt x="6592" y="13663"/>
                  </a:lnTo>
                  <a:cubicBezTo>
                    <a:pt x="5285" y="13663"/>
                    <a:pt x="4228" y="12606"/>
                    <a:pt x="4228" y="11300"/>
                  </a:cubicBezTo>
                  <a:lnTo>
                    <a:pt x="4228" y="9032"/>
                  </a:lnTo>
                  <a:lnTo>
                    <a:pt x="5184" y="9032"/>
                  </a:lnTo>
                  <a:cubicBezTo>
                    <a:pt x="5626" y="9032"/>
                    <a:pt x="5981" y="8672"/>
                    <a:pt x="5981" y="8235"/>
                  </a:cubicBezTo>
                  <a:lnTo>
                    <a:pt x="5981" y="7874"/>
                  </a:lnTo>
                  <a:cubicBezTo>
                    <a:pt x="7077" y="7793"/>
                    <a:pt x="7370" y="7197"/>
                    <a:pt x="7423" y="6697"/>
                  </a:cubicBezTo>
                  <a:lnTo>
                    <a:pt x="7533" y="5626"/>
                  </a:lnTo>
                  <a:lnTo>
                    <a:pt x="7624" y="4651"/>
                  </a:lnTo>
                  <a:lnTo>
                    <a:pt x="7721" y="3681"/>
                  </a:lnTo>
                  <a:lnTo>
                    <a:pt x="7913" y="1735"/>
                  </a:lnTo>
                  <a:lnTo>
                    <a:pt x="7980" y="1043"/>
                  </a:lnTo>
                  <a:cubicBezTo>
                    <a:pt x="8038" y="486"/>
                    <a:pt x="7596" y="1"/>
                    <a:pt x="7034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9086" name="Google Shape;9086;p69"/>
          <p:cNvGrpSpPr/>
          <p:nvPr/>
        </p:nvGrpSpPr>
        <p:grpSpPr>
          <a:xfrm>
            <a:off x="4992796" y="2824602"/>
            <a:ext cx="242336" cy="276500"/>
            <a:chOff x="6657061" y="2908885"/>
            <a:chExt cx="323114" cy="368667"/>
          </a:xfrm>
        </p:grpSpPr>
        <p:sp>
          <p:nvSpPr>
            <p:cNvPr id="9087" name="Google Shape;9087;p69"/>
            <p:cNvSpPr/>
            <p:nvPr/>
          </p:nvSpPr>
          <p:spPr>
            <a:xfrm>
              <a:off x="6662454" y="2914174"/>
              <a:ext cx="312066" cy="357828"/>
            </a:xfrm>
            <a:custGeom>
              <a:avLst/>
              <a:gdLst/>
              <a:ahLst/>
              <a:cxnLst/>
              <a:rect l="l" t="t" r="r" b="b"/>
              <a:pathLst>
                <a:path w="11920" h="13668" extrusionOk="0">
                  <a:moveTo>
                    <a:pt x="3868" y="0"/>
                  </a:moveTo>
                  <a:cubicBezTo>
                    <a:pt x="3296" y="0"/>
                    <a:pt x="2758" y="245"/>
                    <a:pt x="2384" y="678"/>
                  </a:cubicBezTo>
                  <a:lnTo>
                    <a:pt x="1994" y="1125"/>
                  </a:lnTo>
                  <a:lnTo>
                    <a:pt x="827" y="1125"/>
                  </a:lnTo>
                  <a:cubicBezTo>
                    <a:pt x="371" y="1129"/>
                    <a:pt x="1" y="1499"/>
                    <a:pt x="1" y="1960"/>
                  </a:cubicBezTo>
                  <a:lnTo>
                    <a:pt x="1" y="12837"/>
                  </a:lnTo>
                  <a:cubicBezTo>
                    <a:pt x="1" y="13298"/>
                    <a:pt x="371" y="13668"/>
                    <a:pt x="832" y="13668"/>
                  </a:cubicBezTo>
                  <a:lnTo>
                    <a:pt x="11084" y="13668"/>
                  </a:lnTo>
                  <a:cubicBezTo>
                    <a:pt x="11545" y="13668"/>
                    <a:pt x="11920" y="13298"/>
                    <a:pt x="11920" y="12837"/>
                  </a:cubicBezTo>
                  <a:lnTo>
                    <a:pt x="11920" y="1960"/>
                  </a:lnTo>
                  <a:cubicBezTo>
                    <a:pt x="11920" y="1499"/>
                    <a:pt x="11545" y="1125"/>
                    <a:pt x="11084" y="1125"/>
                  </a:cubicBezTo>
                  <a:lnTo>
                    <a:pt x="9916" y="1125"/>
                  </a:lnTo>
                  <a:lnTo>
                    <a:pt x="9527" y="678"/>
                  </a:lnTo>
                  <a:cubicBezTo>
                    <a:pt x="9153" y="250"/>
                    <a:pt x="8610" y="0"/>
                    <a:pt x="8043" y="0"/>
                  </a:cubicBezTo>
                  <a:close/>
                </a:path>
              </a:pathLst>
            </a:custGeom>
            <a:solidFill>
              <a:srgbClr val="51667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88" name="Google Shape;9088;p69"/>
            <p:cNvSpPr/>
            <p:nvPr/>
          </p:nvSpPr>
          <p:spPr>
            <a:xfrm>
              <a:off x="6662349" y="2943862"/>
              <a:ext cx="312039" cy="328271"/>
            </a:xfrm>
            <a:custGeom>
              <a:avLst/>
              <a:gdLst/>
              <a:ahLst/>
              <a:cxnLst/>
              <a:rect l="l" t="t" r="r" b="b"/>
              <a:pathLst>
                <a:path w="11919" h="12539" extrusionOk="0">
                  <a:moveTo>
                    <a:pt x="11096" y="0"/>
                  </a:moveTo>
                  <a:cubicBezTo>
                    <a:pt x="11094" y="0"/>
                    <a:pt x="11091" y="0"/>
                    <a:pt x="11088" y="0"/>
                  </a:cubicBezTo>
                  <a:lnTo>
                    <a:pt x="10891" y="0"/>
                  </a:lnTo>
                  <a:lnTo>
                    <a:pt x="10891" y="10675"/>
                  </a:lnTo>
                  <a:cubicBezTo>
                    <a:pt x="10891" y="11136"/>
                    <a:pt x="10516" y="11506"/>
                    <a:pt x="10060" y="11511"/>
                  </a:cubicBezTo>
                  <a:lnTo>
                    <a:pt x="0" y="11511"/>
                  </a:lnTo>
                  <a:lnTo>
                    <a:pt x="0" y="11703"/>
                  </a:lnTo>
                  <a:cubicBezTo>
                    <a:pt x="0" y="12164"/>
                    <a:pt x="370" y="12539"/>
                    <a:pt x="831" y="12539"/>
                  </a:cubicBezTo>
                  <a:lnTo>
                    <a:pt x="11083" y="12539"/>
                  </a:lnTo>
                  <a:cubicBezTo>
                    <a:pt x="11544" y="12539"/>
                    <a:pt x="11919" y="12164"/>
                    <a:pt x="11919" y="11703"/>
                  </a:cubicBezTo>
                  <a:lnTo>
                    <a:pt x="11919" y="831"/>
                  </a:lnTo>
                  <a:cubicBezTo>
                    <a:pt x="11919" y="373"/>
                    <a:pt x="11549" y="0"/>
                    <a:pt x="11096" y="0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89" name="Google Shape;9089;p69"/>
            <p:cNvSpPr/>
            <p:nvPr/>
          </p:nvSpPr>
          <p:spPr>
            <a:xfrm>
              <a:off x="6746099" y="2951035"/>
              <a:ext cx="144671" cy="55109"/>
            </a:xfrm>
            <a:custGeom>
              <a:avLst/>
              <a:gdLst/>
              <a:ahLst/>
              <a:cxnLst/>
              <a:rect l="l" t="t" r="r" b="b"/>
              <a:pathLst>
                <a:path w="5526" h="2105" extrusionOk="0">
                  <a:moveTo>
                    <a:pt x="510" y="0"/>
                  </a:moveTo>
                  <a:cubicBezTo>
                    <a:pt x="231" y="0"/>
                    <a:pt x="1" y="226"/>
                    <a:pt x="1" y="509"/>
                  </a:cubicBezTo>
                  <a:lnTo>
                    <a:pt x="1" y="1590"/>
                  </a:lnTo>
                  <a:cubicBezTo>
                    <a:pt x="1" y="1874"/>
                    <a:pt x="231" y="2099"/>
                    <a:pt x="510" y="2104"/>
                  </a:cubicBezTo>
                  <a:lnTo>
                    <a:pt x="5016" y="2104"/>
                  </a:lnTo>
                  <a:cubicBezTo>
                    <a:pt x="5295" y="2104"/>
                    <a:pt x="5520" y="1874"/>
                    <a:pt x="5525" y="1595"/>
                  </a:cubicBezTo>
                  <a:lnTo>
                    <a:pt x="5525" y="509"/>
                  </a:lnTo>
                  <a:cubicBezTo>
                    <a:pt x="5520" y="226"/>
                    <a:pt x="5295" y="0"/>
                    <a:pt x="5016" y="0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90" name="Google Shape;9090;p69"/>
            <p:cNvSpPr/>
            <p:nvPr/>
          </p:nvSpPr>
          <p:spPr>
            <a:xfrm>
              <a:off x="6838802" y="2951035"/>
              <a:ext cx="51967" cy="55109"/>
            </a:xfrm>
            <a:custGeom>
              <a:avLst/>
              <a:gdLst/>
              <a:ahLst/>
              <a:cxnLst/>
              <a:rect l="l" t="t" r="r" b="b"/>
              <a:pathLst>
                <a:path w="1985" h="2105" extrusionOk="0">
                  <a:moveTo>
                    <a:pt x="0" y="0"/>
                  </a:moveTo>
                  <a:cubicBezTo>
                    <a:pt x="279" y="0"/>
                    <a:pt x="509" y="231"/>
                    <a:pt x="509" y="509"/>
                  </a:cubicBezTo>
                  <a:lnTo>
                    <a:pt x="509" y="1595"/>
                  </a:lnTo>
                  <a:cubicBezTo>
                    <a:pt x="509" y="1878"/>
                    <a:pt x="279" y="2104"/>
                    <a:pt x="0" y="2104"/>
                  </a:cubicBezTo>
                  <a:lnTo>
                    <a:pt x="1475" y="2104"/>
                  </a:lnTo>
                  <a:cubicBezTo>
                    <a:pt x="1758" y="2104"/>
                    <a:pt x="1984" y="1878"/>
                    <a:pt x="1984" y="1595"/>
                  </a:cubicBezTo>
                  <a:lnTo>
                    <a:pt x="1984" y="509"/>
                  </a:lnTo>
                  <a:cubicBezTo>
                    <a:pt x="1984" y="226"/>
                    <a:pt x="1758" y="0"/>
                    <a:pt x="1475" y="0"/>
                  </a:cubicBezTo>
                  <a:close/>
                </a:path>
              </a:pathLst>
            </a:custGeom>
            <a:solidFill>
              <a:srgbClr val="E2E8E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91" name="Google Shape;9091;p69"/>
            <p:cNvSpPr/>
            <p:nvPr/>
          </p:nvSpPr>
          <p:spPr>
            <a:xfrm>
              <a:off x="6813015" y="3057064"/>
              <a:ext cx="10839" cy="160745"/>
            </a:xfrm>
            <a:custGeom>
              <a:avLst/>
              <a:gdLst/>
              <a:ahLst/>
              <a:cxnLst/>
              <a:rect l="l" t="t" r="r" b="b"/>
              <a:pathLst>
                <a:path w="414" h="6140" extrusionOk="0">
                  <a:moveTo>
                    <a:pt x="207" y="1"/>
                  </a:moveTo>
                  <a:cubicBezTo>
                    <a:pt x="104" y="1"/>
                    <a:pt x="0" y="69"/>
                    <a:pt x="0" y="206"/>
                  </a:cubicBezTo>
                  <a:lnTo>
                    <a:pt x="0" y="5938"/>
                  </a:lnTo>
                  <a:cubicBezTo>
                    <a:pt x="0" y="6072"/>
                    <a:pt x="104" y="6139"/>
                    <a:pt x="207" y="6139"/>
                  </a:cubicBezTo>
                  <a:cubicBezTo>
                    <a:pt x="310" y="6139"/>
                    <a:pt x="413" y="6072"/>
                    <a:pt x="413" y="5938"/>
                  </a:cubicBezTo>
                  <a:lnTo>
                    <a:pt x="413" y="206"/>
                  </a:lnTo>
                  <a:cubicBezTo>
                    <a:pt x="413" y="69"/>
                    <a:pt x="310" y="1"/>
                    <a:pt x="207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92" name="Google Shape;9092;p69"/>
            <p:cNvSpPr/>
            <p:nvPr/>
          </p:nvSpPr>
          <p:spPr>
            <a:xfrm>
              <a:off x="6740811" y="2945485"/>
              <a:ext cx="155352" cy="65921"/>
            </a:xfrm>
            <a:custGeom>
              <a:avLst/>
              <a:gdLst/>
              <a:ahLst/>
              <a:cxnLst/>
              <a:rect l="l" t="t" r="r" b="b"/>
              <a:pathLst>
                <a:path w="5934" h="2518" extrusionOk="0">
                  <a:moveTo>
                    <a:pt x="717" y="1"/>
                  </a:moveTo>
                  <a:cubicBezTo>
                    <a:pt x="323" y="1"/>
                    <a:pt x="1" y="323"/>
                    <a:pt x="1" y="716"/>
                  </a:cubicBezTo>
                  <a:lnTo>
                    <a:pt x="1" y="1802"/>
                  </a:lnTo>
                  <a:cubicBezTo>
                    <a:pt x="1" y="2196"/>
                    <a:pt x="323" y="2518"/>
                    <a:pt x="717" y="2518"/>
                  </a:cubicBezTo>
                  <a:lnTo>
                    <a:pt x="3378" y="2518"/>
                  </a:lnTo>
                  <a:cubicBezTo>
                    <a:pt x="3652" y="2518"/>
                    <a:pt x="3652" y="2110"/>
                    <a:pt x="3378" y="2110"/>
                  </a:cubicBezTo>
                  <a:lnTo>
                    <a:pt x="717" y="2110"/>
                  </a:lnTo>
                  <a:cubicBezTo>
                    <a:pt x="548" y="2110"/>
                    <a:pt x="414" y="1975"/>
                    <a:pt x="414" y="1807"/>
                  </a:cubicBezTo>
                  <a:lnTo>
                    <a:pt x="414" y="721"/>
                  </a:lnTo>
                  <a:cubicBezTo>
                    <a:pt x="414" y="553"/>
                    <a:pt x="548" y="419"/>
                    <a:pt x="717" y="419"/>
                  </a:cubicBezTo>
                  <a:lnTo>
                    <a:pt x="5218" y="419"/>
                  </a:lnTo>
                  <a:cubicBezTo>
                    <a:pt x="5386" y="419"/>
                    <a:pt x="5521" y="553"/>
                    <a:pt x="5521" y="721"/>
                  </a:cubicBezTo>
                  <a:lnTo>
                    <a:pt x="5521" y="1807"/>
                  </a:lnTo>
                  <a:cubicBezTo>
                    <a:pt x="5521" y="1975"/>
                    <a:pt x="5386" y="2110"/>
                    <a:pt x="5218" y="2110"/>
                  </a:cubicBezTo>
                  <a:lnTo>
                    <a:pt x="4420" y="2110"/>
                  </a:lnTo>
                  <a:cubicBezTo>
                    <a:pt x="4147" y="2110"/>
                    <a:pt x="4147" y="2518"/>
                    <a:pt x="4420" y="2518"/>
                  </a:cubicBezTo>
                  <a:lnTo>
                    <a:pt x="5218" y="2518"/>
                  </a:lnTo>
                  <a:cubicBezTo>
                    <a:pt x="5612" y="2518"/>
                    <a:pt x="5934" y="2196"/>
                    <a:pt x="5934" y="1802"/>
                  </a:cubicBezTo>
                  <a:lnTo>
                    <a:pt x="5934" y="716"/>
                  </a:lnTo>
                  <a:cubicBezTo>
                    <a:pt x="5934" y="323"/>
                    <a:pt x="5612" y="1"/>
                    <a:pt x="5218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93" name="Google Shape;9093;p69"/>
            <p:cNvSpPr/>
            <p:nvPr/>
          </p:nvSpPr>
          <p:spPr>
            <a:xfrm>
              <a:off x="6657061" y="2908885"/>
              <a:ext cx="323114" cy="368667"/>
            </a:xfrm>
            <a:custGeom>
              <a:avLst/>
              <a:gdLst/>
              <a:ahLst/>
              <a:cxnLst/>
              <a:rect l="l" t="t" r="r" b="b"/>
              <a:pathLst>
                <a:path w="12342" h="14082" extrusionOk="0">
                  <a:moveTo>
                    <a:pt x="4074" y="1"/>
                  </a:moveTo>
                  <a:cubicBezTo>
                    <a:pt x="2811" y="1"/>
                    <a:pt x="2282" y="976"/>
                    <a:pt x="2104" y="1125"/>
                  </a:cubicBezTo>
                  <a:lnTo>
                    <a:pt x="1038" y="1125"/>
                  </a:lnTo>
                  <a:cubicBezTo>
                    <a:pt x="466" y="1125"/>
                    <a:pt x="0" y="1591"/>
                    <a:pt x="0" y="2167"/>
                  </a:cubicBezTo>
                  <a:lnTo>
                    <a:pt x="0" y="5420"/>
                  </a:lnTo>
                  <a:cubicBezTo>
                    <a:pt x="0" y="5554"/>
                    <a:pt x="102" y="5621"/>
                    <a:pt x="204" y="5621"/>
                  </a:cubicBezTo>
                  <a:cubicBezTo>
                    <a:pt x="306" y="5621"/>
                    <a:pt x="409" y="5554"/>
                    <a:pt x="409" y="5420"/>
                  </a:cubicBezTo>
                  <a:lnTo>
                    <a:pt x="409" y="2167"/>
                  </a:lnTo>
                  <a:cubicBezTo>
                    <a:pt x="409" y="1817"/>
                    <a:pt x="687" y="1538"/>
                    <a:pt x="1033" y="1538"/>
                  </a:cubicBezTo>
                  <a:lnTo>
                    <a:pt x="2200" y="1538"/>
                  </a:lnTo>
                  <a:cubicBezTo>
                    <a:pt x="2263" y="1538"/>
                    <a:pt x="2321" y="1514"/>
                    <a:pt x="2359" y="1471"/>
                  </a:cubicBezTo>
                  <a:lnTo>
                    <a:pt x="2748" y="1024"/>
                  </a:lnTo>
                  <a:cubicBezTo>
                    <a:pt x="3084" y="640"/>
                    <a:pt x="3570" y="419"/>
                    <a:pt x="4079" y="419"/>
                  </a:cubicBezTo>
                  <a:lnTo>
                    <a:pt x="8249" y="419"/>
                  </a:lnTo>
                  <a:cubicBezTo>
                    <a:pt x="8758" y="419"/>
                    <a:pt x="9243" y="640"/>
                    <a:pt x="9575" y="1024"/>
                  </a:cubicBezTo>
                  <a:lnTo>
                    <a:pt x="9969" y="1471"/>
                  </a:lnTo>
                  <a:cubicBezTo>
                    <a:pt x="10007" y="1514"/>
                    <a:pt x="10065" y="1538"/>
                    <a:pt x="10122" y="1538"/>
                  </a:cubicBezTo>
                  <a:lnTo>
                    <a:pt x="11290" y="1538"/>
                  </a:lnTo>
                  <a:cubicBezTo>
                    <a:pt x="11640" y="1538"/>
                    <a:pt x="11919" y="1817"/>
                    <a:pt x="11919" y="2167"/>
                  </a:cubicBezTo>
                  <a:lnTo>
                    <a:pt x="11919" y="13039"/>
                  </a:lnTo>
                  <a:cubicBezTo>
                    <a:pt x="11919" y="13385"/>
                    <a:pt x="11640" y="13668"/>
                    <a:pt x="11290" y="13668"/>
                  </a:cubicBezTo>
                  <a:lnTo>
                    <a:pt x="9647" y="13668"/>
                  </a:lnTo>
                  <a:lnTo>
                    <a:pt x="9647" y="12409"/>
                  </a:lnTo>
                  <a:cubicBezTo>
                    <a:pt x="9647" y="12273"/>
                    <a:pt x="9545" y="12204"/>
                    <a:pt x="9442" y="12204"/>
                  </a:cubicBezTo>
                  <a:cubicBezTo>
                    <a:pt x="9339" y="12204"/>
                    <a:pt x="9236" y="12273"/>
                    <a:pt x="9234" y="12409"/>
                  </a:cubicBezTo>
                  <a:lnTo>
                    <a:pt x="9234" y="13668"/>
                  </a:lnTo>
                  <a:lnTo>
                    <a:pt x="3104" y="13668"/>
                  </a:lnTo>
                  <a:lnTo>
                    <a:pt x="3104" y="12409"/>
                  </a:lnTo>
                  <a:cubicBezTo>
                    <a:pt x="3104" y="12273"/>
                    <a:pt x="3002" y="12204"/>
                    <a:pt x="2899" y="12204"/>
                  </a:cubicBezTo>
                  <a:cubicBezTo>
                    <a:pt x="2797" y="12204"/>
                    <a:pt x="2695" y="12273"/>
                    <a:pt x="2695" y="12409"/>
                  </a:cubicBezTo>
                  <a:lnTo>
                    <a:pt x="2695" y="13668"/>
                  </a:lnTo>
                  <a:lnTo>
                    <a:pt x="1048" y="13668"/>
                  </a:lnTo>
                  <a:cubicBezTo>
                    <a:pt x="702" y="13668"/>
                    <a:pt x="423" y="13385"/>
                    <a:pt x="423" y="13039"/>
                  </a:cubicBezTo>
                  <a:lnTo>
                    <a:pt x="423" y="6597"/>
                  </a:lnTo>
                  <a:cubicBezTo>
                    <a:pt x="423" y="6460"/>
                    <a:pt x="321" y="6391"/>
                    <a:pt x="219" y="6391"/>
                  </a:cubicBezTo>
                  <a:cubicBezTo>
                    <a:pt x="117" y="6391"/>
                    <a:pt x="15" y="6460"/>
                    <a:pt x="15" y="6597"/>
                  </a:cubicBezTo>
                  <a:lnTo>
                    <a:pt x="15" y="13044"/>
                  </a:lnTo>
                  <a:cubicBezTo>
                    <a:pt x="15" y="13615"/>
                    <a:pt x="481" y="14081"/>
                    <a:pt x="1052" y="14081"/>
                  </a:cubicBezTo>
                  <a:lnTo>
                    <a:pt x="11304" y="14081"/>
                  </a:lnTo>
                  <a:cubicBezTo>
                    <a:pt x="11876" y="14081"/>
                    <a:pt x="12342" y="13615"/>
                    <a:pt x="12342" y="13044"/>
                  </a:cubicBezTo>
                  <a:lnTo>
                    <a:pt x="12342" y="2167"/>
                  </a:lnTo>
                  <a:cubicBezTo>
                    <a:pt x="12327" y="1591"/>
                    <a:pt x="11861" y="1130"/>
                    <a:pt x="11290" y="1125"/>
                  </a:cubicBezTo>
                  <a:lnTo>
                    <a:pt x="10214" y="1125"/>
                  </a:lnTo>
                  <a:cubicBezTo>
                    <a:pt x="10041" y="981"/>
                    <a:pt x="9503" y="1"/>
                    <a:pt x="8249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9094" name="Google Shape;9094;p69"/>
          <p:cNvGrpSpPr/>
          <p:nvPr/>
        </p:nvGrpSpPr>
        <p:grpSpPr>
          <a:xfrm>
            <a:off x="4658314" y="2824818"/>
            <a:ext cx="248186" cy="276343"/>
            <a:chOff x="6211084" y="2909173"/>
            <a:chExt cx="330915" cy="368457"/>
          </a:xfrm>
        </p:grpSpPr>
        <p:sp>
          <p:nvSpPr>
            <p:cNvPr id="9095" name="Google Shape;9095;p69"/>
            <p:cNvSpPr/>
            <p:nvPr/>
          </p:nvSpPr>
          <p:spPr>
            <a:xfrm>
              <a:off x="6217603" y="2926635"/>
              <a:ext cx="314972" cy="345367"/>
            </a:xfrm>
            <a:custGeom>
              <a:avLst/>
              <a:gdLst/>
              <a:ahLst/>
              <a:cxnLst/>
              <a:rect l="l" t="t" r="r" b="b"/>
              <a:pathLst>
                <a:path w="12031" h="13192" extrusionOk="0">
                  <a:moveTo>
                    <a:pt x="6155" y="1"/>
                  </a:moveTo>
                  <a:cubicBezTo>
                    <a:pt x="4409" y="1"/>
                    <a:pt x="2697" y="862"/>
                    <a:pt x="1682" y="2450"/>
                  </a:cubicBezTo>
                  <a:lnTo>
                    <a:pt x="1380" y="2998"/>
                  </a:lnTo>
                  <a:cubicBezTo>
                    <a:pt x="1034" y="3714"/>
                    <a:pt x="851" y="4501"/>
                    <a:pt x="856" y="5299"/>
                  </a:cubicBezTo>
                  <a:cubicBezTo>
                    <a:pt x="856" y="5645"/>
                    <a:pt x="957" y="6317"/>
                    <a:pt x="957" y="6317"/>
                  </a:cubicBezTo>
                  <a:lnTo>
                    <a:pt x="174" y="7701"/>
                  </a:lnTo>
                  <a:cubicBezTo>
                    <a:pt x="1" y="8008"/>
                    <a:pt x="135" y="8402"/>
                    <a:pt x="467" y="8537"/>
                  </a:cubicBezTo>
                  <a:lnTo>
                    <a:pt x="1408" y="8926"/>
                  </a:lnTo>
                  <a:lnTo>
                    <a:pt x="1408" y="10506"/>
                  </a:lnTo>
                  <a:cubicBezTo>
                    <a:pt x="1408" y="11059"/>
                    <a:pt x="1855" y="11506"/>
                    <a:pt x="2408" y="11506"/>
                  </a:cubicBezTo>
                  <a:lnTo>
                    <a:pt x="3710" y="11506"/>
                  </a:lnTo>
                  <a:lnTo>
                    <a:pt x="3710" y="13182"/>
                  </a:lnTo>
                  <a:lnTo>
                    <a:pt x="8903" y="13192"/>
                  </a:lnTo>
                  <a:lnTo>
                    <a:pt x="8903" y="13192"/>
                  </a:lnTo>
                  <a:lnTo>
                    <a:pt x="8903" y="10694"/>
                  </a:lnTo>
                  <a:cubicBezTo>
                    <a:pt x="8903" y="10194"/>
                    <a:pt x="9124" y="9719"/>
                    <a:pt x="9508" y="9401"/>
                  </a:cubicBezTo>
                  <a:cubicBezTo>
                    <a:pt x="11502" y="7763"/>
                    <a:pt x="12030" y="4929"/>
                    <a:pt x="10757" y="2685"/>
                  </a:cubicBezTo>
                  <a:lnTo>
                    <a:pt x="10757" y="2685"/>
                  </a:lnTo>
                  <a:lnTo>
                    <a:pt x="8105" y="3569"/>
                  </a:lnTo>
                  <a:lnTo>
                    <a:pt x="8105" y="3569"/>
                  </a:lnTo>
                  <a:lnTo>
                    <a:pt x="10056" y="1864"/>
                  </a:lnTo>
                  <a:lnTo>
                    <a:pt x="8840" y="1081"/>
                  </a:lnTo>
                  <a:lnTo>
                    <a:pt x="9148" y="932"/>
                  </a:lnTo>
                  <a:cubicBezTo>
                    <a:pt x="8230" y="302"/>
                    <a:pt x="7187" y="1"/>
                    <a:pt x="6155" y="1"/>
                  </a:cubicBezTo>
                  <a:close/>
                  <a:moveTo>
                    <a:pt x="8903" y="13192"/>
                  </a:moveTo>
                  <a:lnTo>
                    <a:pt x="8903" y="13192"/>
                  </a:lnTo>
                  <a:lnTo>
                    <a:pt x="8908" y="13192"/>
                  </a:lnTo>
                  <a:lnTo>
                    <a:pt x="8903" y="13192"/>
                  </a:lnTo>
                  <a:close/>
                </a:path>
              </a:pathLst>
            </a:custGeom>
            <a:solidFill>
              <a:srgbClr val="E4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96" name="Google Shape;9096;p69"/>
            <p:cNvSpPr/>
            <p:nvPr/>
          </p:nvSpPr>
          <p:spPr>
            <a:xfrm>
              <a:off x="6299102" y="2926897"/>
              <a:ext cx="181637" cy="69796"/>
            </a:xfrm>
            <a:custGeom>
              <a:avLst/>
              <a:gdLst/>
              <a:ahLst/>
              <a:cxnLst/>
              <a:rect l="l" t="t" r="r" b="b"/>
              <a:pathLst>
                <a:path w="6938" h="2666" extrusionOk="0">
                  <a:moveTo>
                    <a:pt x="3032" y="1"/>
                  </a:moveTo>
                  <a:cubicBezTo>
                    <a:pt x="1972" y="1"/>
                    <a:pt x="912" y="318"/>
                    <a:pt x="1" y="951"/>
                  </a:cubicBezTo>
                  <a:cubicBezTo>
                    <a:pt x="496" y="831"/>
                    <a:pt x="1000" y="773"/>
                    <a:pt x="1509" y="773"/>
                  </a:cubicBezTo>
                  <a:cubicBezTo>
                    <a:pt x="1515" y="773"/>
                    <a:pt x="1521" y="773"/>
                    <a:pt x="1527" y="773"/>
                  </a:cubicBezTo>
                  <a:cubicBezTo>
                    <a:pt x="3217" y="773"/>
                    <a:pt x="4833" y="1455"/>
                    <a:pt x="6016" y="2666"/>
                  </a:cubicBezTo>
                  <a:lnTo>
                    <a:pt x="6938" y="1864"/>
                  </a:lnTo>
                  <a:lnTo>
                    <a:pt x="5723" y="1081"/>
                  </a:lnTo>
                  <a:lnTo>
                    <a:pt x="6030" y="932"/>
                  </a:lnTo>
                  <a:cubicBezTo>
                    <a:pt x="5127" y="311"/>
                    <a:pt x="4080" y="1"/>
                    <a:pt x="3032" y="1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97" name="Google Shape;9097;p69"/>
            <p:cNvSpPr/>
            <p:nvPr/>
          </p:nvSpPr>
          <p:spPr>
            <a:xfrm>
              <a:off x="6466889" y="2996929"/>
              <a:ext cx="56496" cy="129565"/>
            </a:xfrm>
            <a:custGeom>
              <a:avLst/>
              <a:gdLst/>
              <a:ahLst/>
              <a:cxnLst/>
              <a:rect l="l" t="t" r="r" b="b"/>
              <a:pathLst>
                <a:path w="2158" h="4949" extrusionOk="0">
                  <a:moveTo>
                    <a:pt x="1240" y="0"/>
                  </a:moveTo>
                  <a:lnTo>
                    <a:pt x="0" y="418"/>
                  </a:lnTo>
                  <a:cubicBezTo>
                    <a:pt x="913" y="1543"/>
                    <a:pt x="1413" y="2950"/>
                    <a:pt x="1413" y="4406"/>
                  </a:cubicBezTo>
                  <a:cubicBezTo>
                    <a:pt x="1413" y="4584"/>
                    <a:pt x="1408" y="4766"/>
                    <a:pt x="1394" y="4949"/>
                  </a:cubicBezTo>
                  <a:cubicBezTo>
                    <a:pt x="2158" y="3373"/>
                    <a:pt x="2105" y="1523"/>
                    <a:pt x="1240" y="0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98" name="Google Shape;9098;p69"/>
            <p:cNvSpPr/>
            <p:nvPr/>
          </p:nvSpPr>
          <p:spPr>
            <a:xfrm>
              <a:off x="6429792" y="2914174"/>
              <a:ext cx="105532" cy="106055"/>
            </a:xfrm>
            <a:custGeom>
              <a:avLst/>
              <a:gdLst/>
              <a:ahLst/>
              <a:cxnLst/>
              <a:rect l="l" t="t" r="r" b="b"/>
              <a:pathLst>
                <a:path w="4031" h="4051" extrusionOk="0">
                  <a:moveTo>
                    <a:pt x="3935" y="0"/>
                  </a:moveTo>
                  <a:lnTo>
                    <a:pt x="735" y="1562"/>
                  </a:lnTo>
                  <a:lnTo>
                    <a:pt x="1951" y="2345"/>
                  </a:lnTo>
                  <a:lnTo>
                    <a:pt x="0" y="4050"/>
                  </a:lnTo>
                  <a:lnTo>
                    <a:pt x="4031" y="2705"/>
                  </a:lnTo>
                  <a:lnTo>
                    <a:pt x="3651" y="2431"/>
                  </a:lnTo>
                  <a:lnTo>
                    <a:pt x="3027" y="1975"/>
                  </a:lnTo>
                  <a:lnTo>
                    <a:pt x="2657" y="1701"/>
                  </a:lnTo>
                  <a:lnTo>
                    <a:pt x="3935" y="0"/>
                  </a:ln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99" name="Google Shape;9099;p69"/>
            <p:cNvSpPr/>
            <p:nvPr/>
          </p:nvSpPr>
          <p:spPr>
            <a:xfrm>
              <a:off x="6429792" y="2914435"/>
              <a:ext cx="105532" cy="105793"/>
            </a:xfrm>
            <a:custGeom>
              <a:avLst/>
              <a:gdLst/>
              <a:ahLst/>
              <a:cxnLst/>
              <a:rect l="l" t="t" r="r" b="b"/>
              <a:pathLst>
                <a:path w="4031" h="4041" extrusionOk="0">
                  <a:moveTo>
                    <a:pt x="3935" y="0"/>
                  </a:moveTo>
                  <a:lnTo>
                    <a:pt x="2926" y="490"/>
                  </a:lnTo>
                  <a:lnTo>
                    <a:pt x="2181" y="1480"/>
                  </a:lnTo>
                  <a:cubicBezTo>
                    <a:pt x="2032" y="1681"/>
                    <a:pt x="2076" y="1965"/>
                    <a:pt x="2277" y="2114"/>
                  </a:cubicBezTo>
                  <a:lnTo>
                    <a:pt x="2902" y="2565"/>
                  </a:lnTo>
                  <a:lnTo>
                    <a:pt x="3277" y="2839"/>
                  </a:lnTo>
                  <a:lnTo>
                    <a:pt x="188" y="3872"/>
                  </a:lnTo>
                  <a:lnTo>
                    <a:pt x="0" y="4040"/>
                  </a:lnTo>
                  <a:lnTo>
                    <a:pt x="4031" y="2695"/>
                  </a:lnTo>
                  <a:lnTo>
                    <a:pt x="3651" y="2421"/>
                  </a:lnTo>
                  <a:lnTo>
                    <a:pt x="3032" y="1970"/>
                  </a:lnTo>
                  <a:lnTo>
                    <a:pt x="2657" y="1701"/>
                  </a:lnTo>
                  <a:lnTo>
                    <a:pt x="3935" y="0"/>
                  </a:lnTo>
                  <a:close/>
                </a:path>
              </a:pathLst>
            </a:custGeom>
            <a:solidFill>
              <a:srgbClr val="D2DBE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00" name="Google Shape;9100;p69"/>
            <p:cNvSpPr/>
            <p:nvPr/>
          </p:nvSpPr>
          <p:spPr>
            <a:xfrm>
              <a:off x="6211084" y="2999547"/>
              <a:ext cx="145666" cy="277744"/>
            </a:xfrm>
            <a:custGeom>
              <a:avLst/>
              <a:gdLst/>
              <a:ahLst/>
              <a:cxnLst/>
              <a:rect l="l" t="t" r="r" b="b"/>
              <a:pathLst>
                <a:path w="5564" h="10609" extrusionOk="0">
                  <a:moveTo>
                    <a:pt x="1623" y="0"/>
                  </a:moveTo>
                  <a:cubicBezTo>
                    <a:pt x="1548" y="0"/>
                    <a:pt x="1475" y="40"/>
                    <a:pt x="1436" y="136"/>
                  </a:cubicBezTo>
                  <a:cubicBezTo>
                    <a:pt x="1076" y="880"/>
                    <a:pt x="894" y="1697"/>
                    <a:pt x="894" y="2523"/>
                  </a:cubicBezTo>
                  <a:cubicBezTo>
                    <a:pt x="908" y="2850"/>
                    <a:pt x="937" y="3182"/>
                    <a:pt x="985" y="3503"/>
                  </a:cubicBezTo>
                  <a:lnTo>
                    <a:pt x="240" y="4825"/>
                  </a:lnTo>
                  <a:cubicBezTo>
                    <a:pt x="0" y="5243"/>
                    <a:pt x="187" y="5771"/>
                    <a:pt x="629" y="5954"/>
                  </a:cubicBezTo>
                  <a:lnTo>
                    <a:pt x="1446" y="6290"/>
                  </a:lnTo>
                  <a:lnTo>
                    <a:pt x="1446" y="7731"/>
                  </a:lnTo>
                  <a:cubicBezTo>
                    <a:pt x="1451" y="8394"/>
                    <a:pt x="1984" y="8932"/>
                    <a:pt x="2647" y="8932"/>
                  </a:cubicBezTo>
                  <a:lnTo>
                    <a:pt x="3747" y="8932"/>
                  </a:lnTo>
                  <a:lnTo>
                    <a:pt x="3747" y="10407"/>
                  </a:lnTo>
                  <a:cubicBezTo>
                    <a:pt x="3747" y="10541"/>
                    <a:pt x="3849" y="10609"/>
                    <a:pt x="3951" y="10609"/>
                  </a:cubicBezTo>
                  <a:cubicBezTo>
                    <a:pt x="4053" y="10609"/>
                    <a:pt x="4156" y="10541"/>
                    <a:pt x="4156" y="10407"/>
                  </a:cubicBezTo>
                  <a:lnTo>
                    <a:pt x="4156" y="8922"/>
                  </a:lnTo>
                  <a:cubicBezTo>
                    <a:pt x="4468" y="8894"/>
                    <a:pt x="5054" y="8793"/>
                    <a:pt x="5472" y="8432"/>
                  </a:cubicBezTo>
                  <a:cubicBezTo>
                    <a:pt x="5558" y="8356"/>
                    <a:pt x="5563" y="8226"/>
                    <a:pt x="5491" y="8139"/>
                  </a:cubicBezTo>
                  <a:cubicBezTo>
                    <a:pt x="5448" y="8098"/>
                    <a:pt x="5393" y="8078"/>
                    <a:pt x="5339" y="8078"/>
                  </a:cubicBezTo>
                  <a:cubicBezTo>
                    <a:pt x="5291" y="8078"/>
                    <a:pt x="5243" y="8094"/>
                    <a:pt x="5203" y="8125"/>
                  </a:cubicBezTo>
                  <a:cubicBezTo>
                    <a:pt x="4756" y="8519"/>
                    <a:pt x="3963" y="8528"/>
                    <a:pt x="3954" y="8528"/>
                  </a:cubicBezTo>
                  <a:lnTo>
                    <a:pt x="2652" y="8528"/>
                  </a:lnTo>
                  <a:cubicBezTo>
                    <a:pt x="2215" y="8524"/>
                    <a:pt x="1864" y="8173"/>
                    <a:pt x="1864" y="7736"/>
                  </a:cubicBezTo>
                  <a:lnTo>
                    <a:pt x="1864" y="6151"/>
                  </a:lnTo>
                  <a:cubicBezTo>
                    <a:pt x="1859" y="6069"/>
                    <a:pt x="1811" y="5992"/>
                    <a:pt x="1734" y="5958"/>
                  </a:cubicBezTo>
                  <a:lnTo>
                    <a:pt x="793" y="5574"/>
                  </a:lnTo>
                  <a:cubicBezTo>
                    <a:pt x="577" y="5483"/>
                    <a:pt x="490" y="5228"/>
                    <a:pt x="601" y="5026"/>
                  </a:cubicBezTo>
                  <a:cubicBezTo>
                    <a:pt x="1403" y="3580"/>
                    <a:pt x="1422" y="3638"/>
                    <a:pt x="1403" y="3518"/>
                  </a:cubicBezTo>
                  <a:cubicBezTo>
                    <a:pt x="1403" y="3508"/>
                    <a:pt x="1307" y="2855"/>
                    <a:pt x="1307" y="2523"/>
                  </a:cubicBezTo>
                  <a:cubicBezTo>
                    <a:pt x="1307" y="1760"/>
                    <a:pt x="1475" y="1001"/>
                    <a:pt x="1811" y="314"/>
                  </a:cubicBezTo>
                  <a:cubicBezTo>
                    <a:pt x="1909" y="144"/>
                    <a:pt x="1765" y="0"/>
                    <a:pt x="1623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01" name="Google Shape;9101;p69"/>
            <p:cNvSpPr/>
            <p:nvPr/>
          </p:nvSpPr>
          <p:spPr>
            <a:xfrm>
              <a:off x="6259805" y="2909173"/>
              <a:ext cx="282194" cy="368457"/>
            </a:xfrm>
            <a:custGeom>
              <a:avLst/>
              <a:gdLst/>
              <a:ahLst/>
              <a:cxnLst/>
              <a:rect l="l" t="t" r="r" b="b"/>
              <a:pathLst>
                <a:path w="10779" h="14074" extrusionOk="0">
                  <a:moveTo>
                    <a:pt x="10426" y="1"/>
                  </a:moveTo>
                  <a:cubicBezTo>
                    <a:pt x="10396" y="1"/>
                    <a:pt x="10364" y="8"/>
                    <a:pt x="10332" y="23"/>
                  </a:cubicBezTo>
                  <a:lnTo>
                    <a:pt x="7541" y="1383"/>
                  </a:lnTo>
                  <a:cubicBezTo>
                    <a:pt x="6614" y="773"/>
                    <a:pt x="5566" y="479"/>
                    <a:pt x="4529" y="479"/>
                  </a:cubicBezTo>
                  <a:cubicBezTo>
                    <a:pt x="2847" y="479"/>
                    <a:pt x="1191" y="1252"/>
                    <a:pt x="118" y="2699"/>
                  </a:cubicBezTo>
                  <a:cubicBezTo>
                    <a:pt x="0" y="2859"/>
                    <a:pt x="141" y="3031"/>
                    <a:pt x="289" y="3031"/>
                  </a:cubicBezTo>
                  <a:cubicBezTo>
                    <a:pt x="346" y="3031"/>
                    <a:pt x="404" y="3005"/>
                    <a:pt x="450" y="2944"/>
                  </a:cubicBezTo>
                  <a:cubicBezTo>
                    <a:pt x="1484" y="1560"/>
                    <a:pt x="3014" y="890"/>
                    <a:pt x="4531" y="890"/>
                  </a:cubicBezTo>
                  <a:cubicBezTo>
                    <a:pt x="5431" y="890"/>
                    <a:pt x="6328" y="1126"/>
                    <a:pt x="7113" y="1589"/>
                  </a:cubicBezTo>
                  <a:cubicBezTo>
                    <a:pt x="7113" y="1594"/>
                    <a:pt x="7113" y="1599"/>
                    <a:pt x="7108" y="1604"/>
                  </a:cubicBezTo>
                  <a:cubicBezTo>
                    <a:pt x="7060" y="1637"/>
                    <a:pt x="7027" y="1690"/>
                    <a:pt x="7022" y="1753"/>
                  </a:cubicBezTo>
                  <a:cubicBezTo>
                    <a:pt x="7017" y="1825"/>
                    <a:pt x="7051" y="1897"/>
                    <a:pt x="7113" y="1935"/>
                  </a:cubicBezTo>
                  <a:lnTo>
                    <a:pt x="8103" y="2569"/>
                  </a:lnTo>
                  <a:lnTo>
                    <a:pt x="6359" y="4092"/>
                  </a:lnTo>
                  <a:cubicBezTo>
                    <a:pt x="6243" y="4188"/>
                    <a:pt x="6272" y="4376"/>
                    <a:pt x="6412" y="4429"/>
                  </a:cubicBezTo>
                  <a:cubicBezTo>
                    <a:pt x="6438" y="4441"/>
                    <a:pt x="6454" y="4450"/>
                    <a:pt x="6483" y="4450"/>
                  </a:cubicBezTo>
                  <a:cubicBezTo>
                    <a:pt x="6602" y="4450"/>
                    <a:pt x="6933" y="4299"/>
                    <a:pt x="9054" y="3612"/>
                  </a:cubicBezTo>
                  <a:lnTo>
                    <a:pt x="9054" y="3612"/>
                  </a:lnTo>
                  <a:cubicBezTo>
                    <a:pt x="10178" y="5750"/>
                    <a:pt x="9645" y="8382"/>
                    <a:pt x="7776" y="9920"/>
                  </a:cubicBezTo>
                  <a:cubicBezTo>
                    <a:pt x="7344" y="10275"/>
                    <a:pt x="7089" y="10808"/>
                    <a:pt x="7094" y="11370"/>
                  </a:cubicBezTo>
                  <a:lnTo>
                    <a:pt x="7094" y="13868"/>
                  </a:lnTo>
                  <a:cubicBezTo>
                    <a:pt x="7094" y="14005"/>
                    <a:pt x="7196" y="14074"/>
                    <a:pt x="7298" y="14074"/>
                  </a:cubicBezTo>
                  <a:cubicBezTo>
                    <a:pt x="7400" y="14074"/>
                    <a:pt x="7502" y="14005"/>
                    <a:pt x="7502" y="13868"/>
                  </a:cubicBezTo>
                  <a:lnTo>
                    <a:pt x="7502" y="11370"/>
                  </a:lnTo>
                  <a:cubicBezTo>
                    <a:pt x="7497" y="10928"/>
                    <a:pt x="7694" y="10510"/>
                    <a:pt x="8035" y="10237"/>
                  </a:cubicBezTo>
                  <a:cubicBezTo>
                    <a:pt x="10039" y="8598"/>
                    <a:pt x="10625" y="5779"/>
                    <a:pt x="9433" y="3482"/>
                  </a:cubicBezTo>
                  <a:lnTo>
                    <a:pt x="10586" y="3098"/>
                  </a:lnTo>
                  <a:cubicBezTo>
                    <a:pt x="10745" y="3040"/>
                    <a:pt x="10779" y="2829"/>
                    <a:pt x="10644" y="2733"/>
                  </a:cubicBezTo>
                  <a:lnTo>
                    <a:pt x="10264" y="2459"/>
                  </a:lnTo>
                  <a:cubicBezTo>
                    <a:pt x="10221" y="2422"/>
                    <a:pt x="10175" y="2406"/>
                    <a:pt x="10132" y="2406"/>
                  </a:cubicBezTo>
                  <a:cubicBezTo>
                    <a:pt x="9959" y="2406"/>
                    <a:pt x="9828" y="2662"/>
                    <a:pt x="10024" y="2786"/>
                  </a:cubicBezTo>
                  <a:lnTo>
                    <a:pt x="10077" y="2824"/>
                  </a:lnTo>
                  <a:lnTo>
                    <a:pt x="9078" y="3160"/>
                  </a:lnTo>
                  <a:lnTo>
                    <a:pt x="7396" y="3722"/>
                  </a:lnTo>
                  <a:lnTo>
                    <a:pt x="8573" y="2690"/>
                  </a:lnTo>
                  <a:cubicBezTo>
                    <a:pt x="8679" y="2603"/>
                    <a:pt x="8665" y="2440"/>
                    <a:pt x="8554" y="2363"/>
                  </a:cubicBezTo>
                  <a:lnTo>
                    <a:pt x="7646" y="1782"/>
                  </a:lnTo>
                  <a:lnTo>
                    <a:pt x="9746" y="758"/>
                  </a:lnTo>
                  <a:lnTo>
                    <a:pt x="9746" y="758"/>
                  </a:lnTo>
                  <a:cubicBezTo>
                    <a:pt x="8991" y="1801"/>
                    <a:pt x="8919" y="1782"/>
                    <a:pt x="8943" y="1935"/>
                  </a:cubicBezTo>
                  <a:cubicBezTo>
                    <a:pt x="8963" y="2070"/>
                    <a:pt x="9078" y="2094"/>
                    <a:pt x="9270" y="2248"/>
                  </a:cubicBezTo>
                  <a:cubicBezTo>
                    <a:pt x="9308" y="2272"/>
                    <a:pt x="9347" y="2283"/>
                    <a:pt x="9383" y="2283"/>
                  </a:cubicBezTo>
                  <a:cubicBezTo>
                    <a:pt x="9553" y="2283"/>
                    <a:pt x="9676" y="2051"/>
                    <a:pt x="9510" y="1921"/>
                  </a:cubicBezTo>
                  <a:lnTo>
                    <a:pt x="9438" y="1863"/>
                  </a:lnTo>
                  <a:lnTo>
                    <a:pt x="10586" y="331"/>
                  </a:lnTo>
                  <a:cubicBezTo>
                    <a:pt x="10695" y="186"/>
                    <a:pt x="10581" y="1"/>
                    <a:pt x="10426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02" name="Google Shape;9102;p69"/>
            <p:cNvSpPr/>
            <p:nvPr/>
          </p:nvSpPr>
          <p:spPr>
            <a:xfrm>
              <a:off x="6406518" y="3004835"/>
              <a:ext cx="34662" cy="38301"/>
            </a:xfrm>
            <a:custGeom>
              <a:avLst/>
              <a:gdLst/>
              <a:ahLst/>
              <a:cxnLst/>
              <a:rect l="l" t="t" r="r" b="b"/>
              <a:pathLst>
                <a:path w="1324" h="1463" extrusionOk="0">
                  <a:moveTo>
                    <a:pt x="234" y="0"/>
                  </a:moveTo>
                  <a:cubicBezTo>
                    <a:pt x="131" y="0"/>
                    <a:pt x="29" y="68"/>
                    <a:pt x="29" y="208"/>
                  </a:cubicBezTo>
                  <a:cubicBezTo>
                    <a:pt x="1" y="962"/>
                    <a:pt x="356" y="1409"/>
                    <a:pt x="1024" y="1462"/>
                  </a:cubicBezTo>
                  <a:cubicBezTo>
                    <a:pt x="1032" y="1462"/>
                    <a:pt x="1039" y="1463"/>
                    <a:pt x="1047" y="1463"/>
                  </a:cubicBezTo>
                  <a:cubicBezTo>
                    <a:pt x="1299" y="1463"/>
                    <a:pt x="1323" y="1077"/>
                    <a:pt x="1057" y="1053"/>
                  </a:cubicBezTo>
                  <a:cubicBezTo>
                    <a:pt x="760" y="1024"/>
                    <a:pt x="419" y="909"/>
                    <a:pt x="443" y="222"/>
                  </a:cubicBezTo>
                  <a:cubicBezTo>
                    <a:pt x="452" y="76"/>
                    <a:pt x="343" y="0"/>
                    <a:pt x="234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9103" name="Google Shape;9103;p69"/>
          <p:cNvGrpSpPr/>
          <p:nvPr/>
        </p:nvGrpSpPr>
        <p:grpSpPr>
          <a:xfrm>
            <a:off x="5657323" y="2824503"/>
            <a:ext cx="236209" cy="276225"/>
            <a:chOff x="7543097" y="2908754"/>
            <a:chExt cx="314945" cy="368300"/>
          </a:xfrm>
        </p:grpSpPr>
        <p:sp>
          <p:nvSpPr>
            <p:cNvPr id="9104" name="Google Shape;9104;p69"/>
            <p:cNvSpPr/>
            <p:nvPr/>
          </p:nvSpPr>
          <p:spPr>
            <a:xfrm>
              <a:off x="7593284" y="2914409"/>
              <a:ext cx="214833" cy="204387"/>
            </a:xfrm>
            <a:custGeom>
              <a:avLst/>
              <a:gdLst/>
              <a:ahLst/>
              <a:cxnLst/>
              <a:rect l="l" t="t" r="r" b="b"/>
              <a:pathLst>
                <a:path w="8206" h="7807" extrusionOk="0">
                  <a:moveTo>
                    <a:pt x="1708" y="0"/>
                  </a:moveTo>
                  <a:cubicBezTo>
                    <a:pt x="1350" y="0"/>
                    <a:pt x="1001" y="190"/>
                    <a:pt x="813" y="529"/>
                  </a:cubicBezTo>
                  <a:lnTo>
                    <a:pt x="270" y="1519"/>
                  </a:lnTo>
                  <a:cubicBezTo>
                    <a:pt x="1" y="2014"/>
                    <a:pt x="183" y="2629"/>
                    <a:pt x="673" y="2903"/>
                  </a:cubicBezTo>
                  <a:lnTo>
                    <a:pt x="1903" y="3570"/>
                  </a:lnTo>
                  <a:cubicBezTo>
                    <a:pt x="2259" y="3767"/>
                    <a:pt x="2480" y="4142"/>
                    <a:pt x="2480" y="4550"/>
                  </a:cubicBezTo>
                  <a:lnTo>
                    <a:pt x="2480" y="6895"/>
                  </a:lnTo>
                  <a:cubicBezTo>
                    <a:pt x="3020" y="7503"/>
                    <a:pt x="3560" y="7806"/>
                    <a:pt x="4101" y="7806"/>
                  </a:cubicBezTo>
                  <a:cubicBezTo>
                    <a:pt x="4641" y="7806"/>
                    <a:pt x="5182" y="7503"/>
                    <a:pt x="5722" y="6895"/>
                  </a:cubicBezTo>
                  <a:lnTo>
                    <a:pt x="5722" y="4546"/>
                  </a:lnTo>
                  <a:cubicBezTo>
                    <a:pt x="5722" y="4137"/>
                    <a:pt x="5943" y="3763"/>
                    <a:pt x="6304" y="3566"/>
                  </a:cubicBezTo>
                  <a:lnTo>
                    <a:pt x="7529" y="2898"/>
                  </a:lnTo>
                  <a:cubicBezTo>
                    <a:pt x="8023" y="2629"/>
                    <a:pt x="8206" y="2009"/>
                    <a:pt x="7932" y="1514"/>
                  </a:cubicBezTo>
                  <a:lnTo>
                    <a:pt x="7855" y="1370"/>
                  </a:lnTo>
                  <a:lnTo>
                    <a:pt x="7461" y="674"/>
                  </a:lnTo>
                  <a:lnTo>
                    <a:pt x="7384" y="529"/>
                  </a:lnTo>
                  <a:cubicBezTo>
                    <a:pt x="7199" y="190"/>
                    <a:pt x="6851" y="0"/>
                    <a:pt x="6492" y="0"/>
                  </a:cubicBezTo>
                  <a:cubicBezTo>
                    <a:pt x="6303" y="0"/>
                    <a:pt x="6111" y="53"/>
                    <a:pt x="5938" y="164"/>
                  </a:cubicBezTo>
                  <a:lnTo>
                    <a:pt x="5698" y="318"/>
                  </a:lnTo>
                  <a:cubicBezTo>
                    <a:pt x="5213" y="633"/>
                    <a:pt x="4657" y="790"/>
                    <a:pt x="4100" y="790"/>
                  </a:cubicBezTo>
                  <a:cubicBezTo>
                    <a:pt x="3544" y="790"/>
                    <a:pt x="2986" y="633"/>
                    <a:pt x="2499" y="318"/>
                  </a:cubicBezTo>
                  <a:lnTo>
                    <a:pt x="2259" y="164"/>
                  </a:lnTo>
                  <a:cubicBezTo>
                    <a:pt x="2088" y="53"/>
                    <a:pt x="1897" y="0"/>
                    <a:pt x="1708" y="0"/>
                  </a:cubicBezTo>
                  <a:close/>
                </a:path>
              </a:pathLst>
            </a:custGeom>
            <a:solidFill>
              <a:srgbClr val="FCFDF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05" name="Google Shape;9105;p69"/>
            <p:cNvSpPr/>
            <p:nvPr/>
          </p:nvSpPr>
          <p:spPr>
            <a:xfrm>
              <a:off x="7658315" y="3210112"/>
              <a:ext cx="84928" cy="61890"/>
            </a:xfrm>
            <a:custGeom>
              <a:avLst/>
              <a:gdLst/>
              <a:ahLst/>
              <a:cxnLst/>
              <a:rect l="l" t="t" r="r" b="b"/>
              <a:pathLst>
                <a:path w="3244" h="2364" extrusionOk="0">
                  <a:moveTo>
                    <a:pt x="1618" y="0"/>
                  </a:moveTo>
                  <a:cubicBezTo>
                    <a:pt x="1078" y="0"/>
                    <a:pt x="538" y="197"/>
                    <a:pt x="0" y="591"/>
                  </a:cubicBezTo>
                  <a:lnTo>
                    <a:pt x="0" y="1528"/>
                  </a:lnTo>
                  <a:cubicBezTo>
                    <a:pt x="0" y="1989"/>
                    <a:pt x="370" y="2364"/>
                    <a:pt x="831" y="2364"/>
                  </a:cubicBezTo>
                  <a:lnTo>
                    <a:pt x="2407" y="2364"/>
                  </a:lnTo>
                  <a:cubicBezTo>
                    <a:pt x="2868" y="2364"/>
                    <a:pt x="3243" y="1989"/>
                    <a:pt x="3243" y="1528"/>
                  </a:cubicBezTo>
                  <a:lnTo>
                    <a:pt x="3243" y="591"/>
                  </a:lnTo>
                  <a:cubicBezTo>
                    <a:pt x="2700" y="197"/>
                    <a:pt x="2159" y="0"/>
                    <a:pt x="1618" y="0"/>
                  </a:cubicBezTo>
                  <a:close/>
                </a:path>
              </a:pathLst>
            </a:custGeom>
            <a:solidFill>
              <a:srgbClr val="FCFDF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06" name="Google Shape;9106;p69"/>
            <p:cNvSpPr/>
            <p:nvPr/>
          </p:nvSpPr>
          <p:spPr>
            <a:xfrm>
              <a:off x="7625223" y="2914252"/>
              <a:ext cx="62675" cy="20787"/>
            </a:xfrm>
            <a:custGeom>
              <a:avLst/>
              <a:gdLst/>
              <a:ahLst/>
              <a:cxnLst/>
              <a:rect l="l" t="t" r="r" b="b"/>
              <a:pathLst>
                <a:path w="2394" h="794" extrusionOk="0">
                  <a:moveTo>
                    <a:pt x="495" y="0"/>
                  </a:moveTo>
                  <a:cubicBezTo>
                    <a:pt x="325" y="0"/>
                    <a:pt x="154" y="44"/>
                    <a:pt x="1" y="132"/>
                  </a:cubicBezTo>
                  <a:cubicBezTo>
                    <a:pt x="15" y="146"/>
                    <a:pt x="34" y="156"/>
                    <a:pt x="59" y="166"/>
                  </a:cubicBezTo>
                  <a:lnTo>
                    <a:pt x="299" y="319"/>
                  </a:lnTo>
                  <a:cubicBezTo>
                    <a:pt x="778" y="631"/>
                    <a:pt x="1335" y="794"/>
                    <a:pt x="1898" y="794"/>
                  </a:cubicBezTo>
                  <a:cubicBezTo>
                    <a:pt x="2063" y="794"/>
                    <a:pt x="2229" y="780"/>
                    <a:pt x="2393" y="752"/>
                  </a:cubicBezTo>
                  <a:cubicBezTo>
                    <a:pt x="1999" y="684"/>
                    <a:pt x="1625" y="535"/>
                    <a:pt x="1288" y="319"/>
                  </a:cubicBezTo>
                  <a:lnTo>
                    <a:pt x="1048" y="166"/>
                  </a:lnTo>
                  <a:cubicBezTo>
                    <a:pt x="880" y="56"/>
                    <a:pt x="687" y="0"/>
                    <a:pt x="495" y="0"/>
                  </a:cubicBez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07" name="Google Shape;9107;p69"/>
            <p:cNvSpPr/>
            <p:nvPr/>
          </p:nvSpPr>
          <p:spPr>
            <a:xfrm>
              <a:off x="7687741" y="2914357"/>
              <a:ext cx="120271" cy="204571"/>
            </a:xfrm>
            <a:custGeom>
              <a:avLst/>
              <a:gdLst/>
              <a:ahLst/>
              <a:cxnLst/>
              <a:rect l="l" t="t" r="r" b="b"/>
              <a:pathLst>
                <a:path w="4594" h="7814" extrusionOk="0">
                  <a:moveTo>
                    <a:pt x="2887" y="1"/>
                  </a:moveTo>
                  <a:cubicBezTo>
                    <a:pt x="2721" y="1"/>
                    <a:pt x="2552" y="41"/>
                    <a:pt x="2398" y="128"/>
                  </a:cubicBezTo>
                  <a:cubicBezTo>
                    <a:pt x="2566" y="224"/>
                    <a:pt x="2700" y="363"/>
                    <a:pt x="2796" y="531"/>
                  </a:cubicBezTo>
                  <a:lnTo>
                    <a:pt x="2873" y="676"/>
                  </a:lnTo>
                  <a:lnTo>
                    <a:pt x="3258" y="1377"/>
                  </a:lnTo>
                  <a:lnTo>
                    <a:pt x="3339" y="1521"/>
                  </a:lnTo>
                  <a:cubicBezTo>
                    <a:pt x="3608" y="2016"/>
                    <a:pt x="3426" y="2636"/>
                    <a:pt x="2931" y="2905"/>
                  </a:cubicBezTo>
                  <a:lnTo>
                    <a:pt x="1706" y="3572"/>
                  </a:lnTo>
                  <a:cubicBezTo>
                    <a:pt x="1346" y="3769"/>
                    <a:pt x="1125" y="4144"/>
                    <a:pt x="1125" y="4552"/>
                  </a:cubicBezTo>
                  <a:lnTo>
                    <a:pt x="1125" y="6902"/>
                  </a:lnTo>
                  <a:cubicBezTo>
                    <a:pt x="750" y="7324"/>
                    <a:pt x="375" y="7598"/>
                    <a:pt x="0" y="7728"/>
                  </a:cubicBezTo>
                  <a:cubicBezTo>
                    <a:pt x="166" y="7785"/>
                    <a:pt x="331" y="7814"/>
                    <a:pt x="497" y="7814"/>
                  </a:cubicBezTo>
                  <a:cubicBezTo>
                    <a:pt x="1036" y="7814"/>
                    <a:pt x="1574" y="7508"/>
                    <a:pt x="2114" y="6902"/>
                  </a:cubicBezTo>
                  <a:lnTo>
                    <a:pt x="2114" y="4552"/>
                  </a:lnTo>
                  <a:cubicBezTo>
                    <a:pt x="2114" y="4144"/>
                    <a:pt x="2335" y="3769"/>
                    <a:pt x="2696" y="3572"/>
                  </a:cubicBezTo>
                  <a:lnTo>
                    <a:pt x="3921" y="2900"/>
                  </a:lnTo>
                  <a:cubicBezTo>
                    <a:pt x="4411" y="2631"/>
                    <a:pt x="4593" y="2016"/>
                    <a:pt x="4324" y="1521"/>
                  </a:cubicBezTo>
                  <a:lnTo>
                    <a:pt x="4247" y="1377"/>
                  </a:lnTo>
                  <a:lnTo>
                    <a:pt x="3863" y="676"/>
                  </a:lnTo>
                  <a:lnTo>
                    <a:pt x="3786" y="531"/>
                  </a:lnTo>
                  <a:cubicBezTo>
                    <a:pt x="3599" y="193"/>
                    <a:pt x="3247" y="1"/>
                    <a:pt x="2887" y="1"/>
                  </a:cubicBez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08" name="Google Shape;9108;p69"/>
            <p:cNvSpPr/>
            <p:nvPr/>
          </p:nvSpPr>
          <p:spPr>
            <a:xfrm>
              <a:off x="7687741" y="3210165"/>
              <a:ext cx="55502" cy="61968"/>
            </a:xfrm>
            <a:custGeom>
              <a:avLst/>
              <a:gdLst/>
              <a:ahLst/>
              <a:cxnLst/>
              <a:rect l="l" t="t" r="r" b="b"/>
              <a:pathLst>
                <a:path w="2120" h="2367" extrusionOk="0">
                  <a:moveTo>
                    <a:pt x="498" y="0"/>
                  </a:moveTo>
                  <a:cubicBezTo>
                    <a:pt x="332" y="0"/>
                    <a:pt x="166" y="19"/>
                    <a:pt x="0" y="56"/>
                  </a:cubicBezTo>
                  <a:cubicBezTo>
                    <a:pt x="414" y="157"/>
                    <a:pt x="793" y="339"/>
                    <a:pt x="1129" y="599"/>
                  </a:cubicBezTo>
                  <a:lnTo>
                    <a:pt x="1129" y="1531"/>
                  </a:lnTo>
                  <a:cubicBezTo>
                    <a:pt x="1129" y="1992"/>
                    <a:pt x="755" y="2367"/>
                    <a:pt x="294" y="2367"/>
                  </a:cubicBezTo>
                  <a:lnTo>
                    <a:pt x="1283" y="2367"/>
                  </a:lnTo>
                  <a:cubicBezTo>
                    <a:pt x="1744" y="2367"/>
                    <a:pt x="2119" y="1992"/>
                    <a:pt x="2119" y="1531"/>
                  </a:cubicBezTo>
                  <a:lnTo>
                    <a:pt x="2119" y="599"/>
                  </a:lnTo>
                  <a:cubicBezTo>
                    <a:pt x="1579" y="198"/>
                    <a:pt x="1038" y="0"/>
                    <a:pt x="498" y="0"/>
                  </a:cubicBez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09" name="Google Shape;9109;p69"/>
            <p:cNvSpPr/>
            <p:nvPr/>
          </p:nvSpPr>
          <p:spPr>
            <a:xfrm>
              <a:off x="7658315" y="3210112"/>
              <a:ext cx="84928" cy="27803"/>
            </a:xfrm>
            <a:custGeom>
              <a:avLst/>
              <a:gdLst/>
              <a:ahLst/>
              <a:cxnLst/>
              <a:rect l="l" t="t" r="r" b="b"/>
              <a:pathLst>
                <a:path w="3244" h="1062" extrusionOk="0">
                  <a:moveTo>
                    <a:pt x="1618" y="0"/>
                  </a:moveTo>
                  <a:cubicBezTo>
                    <a:pt x="1078" y="0"/>
                    <a:pt x="538" y="197"/>
                    <a:pt x="0" y="591"/>
                  </a:cubicBezTo>
                  <a:lnTo>
                    <a:pt x="0" y="1062"/>
                  </a:lnTo>
                  <a:cubicBezTo>
                    <a:pt x="541" y="668"/>
                    <a:pt x="1081" y="471"/>
                    <a:pt x="1622" y="471"/>
                  </a:cubicBezTo>
                  <a:cubicBezTo>
                    <a:pt x="2162" y="471"/>
                    <a:pt x="2703" y="668"/>
                    <a:pt x="3243" y="1062"/>
                  </a:cubicBezTo>
                  <a:lnTo>
                    <a:pt x="3243" y="591"/>
                  </a:lnTo>
                  <a:cubicBezTo>
                    <a:pt x="2700" y="197"/>
                    <a:pt x="2159" y="0"/>
                    <a:pt x="1618" y="0"/>
                  </a:cubicBez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10" name="Google Shape;9110;p69"/>
            <p:cNvSpPr/>
            <p:nvPr/>
          </p:nvSpPr>
          <p:spPr>
            <a:xfrm>
              <a:off x="7650749" y="3240586"/>
              <a:ext cx="99772" cy="17096"/>
            </a:xfrm>
            <a:custGeom>
              <a:avLst/>
              <a:gdLst/>
              <a:ahLst/>
              <a:cxnLst/>
              <a:rect l="l" t="t" r="r" b="b"/>
              <a:pathLst>
                <a:path w="3811" h="653" extrusionOk="0">
                  <a:moveTo>
                    <a:pt x="1908" y="0"/>
                  </a:moveTo>
                  <a:cubicBezTo>
                    <a:pt x="1341" y="0"/>
                    <a:pt x="775" y="83"/>
                    <a:pt x="227" y="249"/>
                  </a:cubicBezTo>
                  <a:cubicBezTo>
                    <a:pt x="1" y="328"/>
                    <a:pt x="77" y="650"/>
                    <a:pt x="287" y="650"/>
                  </a:cubicBezTo>
                  <a:cubicBezTo>
                    <a:pt x="304" y="650"/>
                    <a:pt x="323" y="647"/>
                    <a:pt x="342" y="643"/>
                  </a:cubicBezTo>
                  <a:cubicBezTo>
                    <a:pt x="854" y="489"/>
                    <a:pt x="1381" y="412"/>
                    <a:pt x="1908" y="412"/>
                  </a:cubicBezTo>
                  <a:cubicBezTo>
                    <a:pt x="2434" y="412"/>
                    <a:pt x="2960" y="489"/>
                    <a:pt x="3470" y="643"/>
                  </a:cubicBezTo>
                  <a:cubicBezTo>
                    <a:pt x="3489" y="647"/>
                    <a:pt x="3513" y="647"/>
                    <a:pt x="3532" y="652"/>
                  </a:cubicBezTo>
                  <a:cubicBezTo>
                    <a:pt x="3767" y="647"/>
                    <a:pt x="3811" y="316"/>
                    <a:pt x="3590" y="249"/>
                  </a:cubicBezTo>
                  <a:cubicBezTo>
                    <a:pt x="3042" y="83"/>
                    <a:pt x="2475" y="0"/>
                    <a:pt x="1908" y="0"/>
                  </a:cubicBez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11" name="Google Shape;9111;p69"/>
            <p:cNvSpPr/>
            <p:nvPr/>
          </p:nvSpPr>
          <p:spPr>
            <a:xfrm>
              <a:off x="7650120" y="3034602"/>
              <a:ext cx="100400" cy="17305"/>
            </a:xfrm>
            <a:custGeom>
              <a:avLst/>
              <a:gdLst/>
              <a:ahLst/>
              <a:cxnLst/>
              <a:rect l="l" t="t" r="r" b="b"/>
              <a:pathLst>
                <a:path w="3835" h="661" extrusionOk="0">
                  <a:moveTo>
                    <a:pt x="1932" y="0"/>
                  </a:moveTo>
                  <a:cubicBezTo>
                    <a:pt x="1365" y="0"/>
                    <a:pt x="799" y="84"/>
                    <a:pt x="251" y="252"/>
                  </a:cubicBezTo>
                  <a:cubicBezTo>
                    <a:pt x="0" y="313"/>
                    <a:pt x="76" y="661"/>
                    <a:pt x="289" y="661"/>
                  </a:cubicBezTo>
                  <a:cubicBezTo>
                    <a:pt x="313" y="661"/>
                    <a:pt x="339" y="656"/>
                    <a:pt x="366" y="646"/>
                  </a:cubicBezTo>
                  <a:cubicBezTo>
                    <a:pt x="878" y="493"/>
                    <a:pt x="1405" y="416"/>
                    <a:pt x="1932" y="416"/>
                  </a:cubicBezTo>
                  <a:cubicBezTo>
                    <a:pt x="2458" y="416"/>
                    <a:pt x="2984" y="493"/>
                    <a:pt x="3494" y="646"/>
                  </a:cubicBezTo>
                  <a:cubicBezTo>
                    <a:pt x="3513" y="646"/>
                    <a:pt x="3537" y="651"/>
                    <a:pt x="3556" y="651"/>
                  </a:cubicBezTo>
                  <a:cubicBezTo>
                    <a:pt x="3791" y="651"/>
                    <a:pt x="3835" y="320"/>
                    <a:pt x="3614" y="252"/>
                  </a:cubicBezTo>
                  <a:cubicBezTo>
                    <a:pt x="3066" y="84"/>
                    <a:pt x="2499" y="0"/>
                    <a:pt x="1932" y="0"/>
                  </a:cubicBez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12" name="Google Shape;9112;p69"/>
            <p:cNvSpPr/>
            <p:nvPr/>
          </p:nvSpPr>
          <p:spPr>
            <a:xfrm>
              <a:off x="7650120" y="3062379"/>
              <a:ext cx="99013" cy="17200"/>
            </a:xfrm>
            <a:custGeom>
              <a:avLst/>
              <a:gdLst/>
              <a:ahLst/>
              <a:cxnLst/>
              <a:rect l="l" t="t" r="r" b="b"/>
              <a:pathLst>
                <a:path w="3782" h="657" extrusionOk="0">
                  <a:moveTo>
                    <a:pt x="1932" y="1"/>
                  </a:moveTo>
                  <a:cubicBezTo>
                    <a:pt x="1365" y="1"/>
                    <a:pt x="799" y="85"/>
                    <a:pt x="251" y="253"/>
                  </a:cubicBezTo>
                  <a:cubicBezTo>
                    <a:pt x="1" y="314"/>
                    <a:pt x="76" y="657"/>
                    <a:pt x="288" y="657"/>
                  </a:cubicBezTo>
                  <a:cubicBezTo>
                    <a:pt x="313" y="657"/>
                    <a:pt x="339" y="652"/>
                    <a:pt x="366" y="642"/>
                  </a:cubicBezTo>
                  <a:cubicBezTo>
                    <a:pt x="878" y="489"/>
                    <a:pt x="1405" y="412"/>
                    <a:pt x="1932" y="412"/>
                  </a:cubicBezTo>
                  <a:cubicBezTo>
                    <a:pt x="2458" y="412"/>
                    <a:pt x="2984" y="489"/>
                    <a:pt x="3494" y="642"/>
                  </a:cubicBezTo>
                  <a:cubicBezTo>
                    <a:pt x="3513" y="647"/>
                    <a:pt x="3537" y="652"/>
                    <a:pt x="3556" y="652"/>
                  </a:cubicBezTo>
                  <a:cubicBezTo>
                    <a:pt x="3643" y="652"/>
                    <a:pt x="3724" y="589"/>
                    <a:pt x="3748" y="508"/>
                  </a:cubicBezTo>
                  <a:cubicBezTo>
                    <a:pt x="3782" y="397"/>
                    <a:pt x="3719" y="282"/>
                    <a:pt x="3614" y="253"/>
                  </a:cubicBezTo>
                  <a:cubicBezTo>
                    <a:pt x="3066" y="85"/>
                    <a:pt x="2499" y="1"/>
                    <a:pt x="1932" y="1"/>
                  </a:cubicBez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13" name="Google Shape;9113;p69"/>
            <p:cNvSpPr/>
            <p:nvPr/>
          </p:nvSpPr>
          <p:spPr>
            <a:xfrm>
              <a:off x="7650120" y="3087668"/>
              <a:ext cx="99013" cy="17305"/>
            </a:xfrm>
            <a:custGeom>
              <a:avLst/>
              <a:gdLst/>
              <a:ahLst/>
              <a:cxnLst/>
              <a:rect l="l" t="t" r="r" b="b"/>
              <a:pathLst>
                <a:path w="3782" h="661" extrusionOk="0">
                  <a:moveTo>
                    <a:pt x="1932" y="1"/>
                  </a:moveTo>
                  <a:cubicBezTo>
                    <a:pt x="1365" y="1"/>
                    <a:pt x="799" y="85"/>
                    <a:pt x="251" y="253"/>
                  </a:cubicBezTo>
                  <a:cubicBezTo>
                    <a:pt x="0" y="313"/>
                    <a:pt x="76" y="661"/>
                    <a:pt x="289" y="661"/>
                  </a:cubicBezTo>
                  <a:cubicBezTo>
                    <a:pt x="313" y="661"/>
                    <a:pt x="339" y="656"/>
                    <a:pt x="366" y="647"/>
                  </a:cubicBezTo>
                  <a:cubicBezTo>
                    <a:pt x="878" y="491"/>
                    <a:pt x="1405" y="413"/>
                    <a:pt x="1932" y="413"/>
                  </a:cubicBezTo>
                  <a:cubicBezTo>
                    <a:pt x="2458" y="413"/>
                    <a:pt x="2984" y="491"/>
                    <a:pt x="3494" y="647"/>
                  </a:cubicBezTo>
                  <a:cubicBezTo>
                    <a:pt x="3513" y="647"/>
                    <a:pt x="3537" y="652"/>
                    <a:pt x="3556" y="652"/>
                  </a:cubicBezTo>
                  <a:cubicBezTo>
                    <a:pt x="3643" y="652"/>
                    <a:pt x="3724" y="594"/>
                    <a:pt x="3748" y="507"/>
                  </a:cubicBezTo>
                  <a:cubicBezTo>
                    <a:pt x="3782" y="397"/>
                    <a:pt x="3719" y="282"/>
                    <a:pt x="3614" y="253"/>
                  </a:cubicBezTo>
                  <a:cubicBezTo>
                    <a:pt x="3066" y="85"/>
                    <a:pt x="2499" y="1"/>
                    <a:pt x="1932" y="1"/>
                  </a:cubicBez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14" name="Google Shape;9114;p69"/>
            <p:cNvSpPr/>
            <p:nvPr/>
          </p:nvSpPr>
          <p:spPr>
            <a:xfrm>
              <a:off x="7548856" y="3016511"/>
              <a:ext cx="303636" cy="223708"/>
            </a:xfrm>
            <a:custGeom>
              <a:avLst/>
              <a:gdLst/>
              <a:ahLst/>
              <a:cxnLst/>
              <a:rect l="l" t="t" r="r" b="b"/>
              <a:pathLst>
                <a:path w="11598" h="8545" extrusionOk="0">
                  <a:moveTo>
                    <a:pt x="10077" y="0"/>
                  </a:moveTo>
                  <a:cubicBezTo>
                    <a:pt x="9569" y="0"/>
                    <a:pt x="9058" y="255"/>
                    <a:pt x="8784" y="823"/>
                  </a:cubicBezTo>
                  <a:cubicBezTo>
                    <a:pt x="7789" y="2883"/>
                    <a:pt x="6794" y="3912"/>
                    <a:pt x="5799" y="3912"/>
                  </a:cubicBezTo>
                  <a:cubicBezTo>
                    <a:pt x="4804" y="3912"/>
                    <a:pt x="3809" y="2884"/>
                    <a:pt x="2812" y="828"/>
                  </a:cubicBezTo>
                  <a:cubicBezTo>
                    <a:pt x="2539" y="260"/>
                    <a:pt x="2027" y="5"/>
                    <a:pt x="1518" y="5"/>
                  </a:cubicBezTo>
                  <a:cubicBezTo>
                    <a:pt x="757" y="5"/>
                    <a:pt x="1" y="574"/>
                    <a:pt x="50" y="1515"/>
                  </a:cubicBezTo>
                  <a:cubicBezTo>
                    <a:pt x="55" y="1558"/>
                    <a:pt x="55" y="1602"/>
                    <a:pt x="64" y="1650"/>
                  </a:cubicBezTo>
                  <a:cubicBezTo>
                    <a:pt x="141" y="2337"/>
                    <a:pt x="256" y="3120"/>
                    <a:pt x="396" y="3912"/>
                  </a:cubicBezTo>
                  <a:lnTo>
                    <a:pt x="549" y="4667"/>
                  </a:lnTo>
                  <a:cubicBezTo>
                    <a:pt x="775" y="5748"/>
                    <a:pt x="1063" y="6790"/>
                    <a:pt x="1419" y="7549"/>
                  </a:cubicBezTo>
                  <a:cubicBezTo>
                    <a:pt x="1438" y="7587"/>
                    <a:pt x="1453" y="7626"/>
                    <a:pt x="1472" y="7660"/>
                  </a:cubicBezTo>
                  <a:cubicBezTo>
                    <a:pt x="1786" y="8241"/>
                    <a:pt x="2321" y="8545"/>
                    <a:pt x="2883" y="8545"/>
                  </a:cubicBezTo>
                  <a:cubicBezTo>
                    <a:pt x="3259" y="8545"/>
                    <a:pt x="3647" y="8409"/>
                    <a:pt x="3989" y="8130"/>
                  </a:cubicBezTo>
                  <a:cubicBezTo>
                    <a:pt x="4594" y="7638"/>
                    <a:pt x="5198" y="7392"/>
                    <a:pt x="5801" y="7392"/>
                  </a:cubicBezTo>
                  <a:cubicBezTo>
                    <a:pt x="6409" y="7392"/>
                    <a:pt x="7018" y="7643"/>
                    <a:pt x="7626" y="8145"/>
                  </a:cubicBezTo>
                  <a:cubicBezTo>
                    <a:pt x="7937" y="8400"/>
                    <a:pt x="8309" y="8521"/>
                    <a:pt x="8676" y="8521"/>
                  </a:cubicBezTo>
                  <a:cubicBezTo>
                    <a:pt x="9256" y="8521"/>
                    <a:pt x="9826" y="8218"/>
                    <a:pt x="10129" y="7660"/>
                  </a:cubicBezTo>
                  <a:cubicBezTo>
                    <a:pt x="10148" y="7626"/>
                    <a:pt x="10167" y="7587"/>
                    <a:pt x="10182" y="7549"/>
                  </a:cubicBezTo>
                  <a:cubicBezTo>
                    <a:pt x="10878" y="6045"/>
                    <a:pt x="11315" y="3509"/>
                    <a:pt x="11532" y="1645"/>
                  </a:cubicBezTo>
                  <a:cubicBezTo>
                    <a:pt x="11536" y="1602"/>
                    <a:pt x="11536" y="1558"/>
                    <a:pt x="11546" y="1520"/>
                  </a:cubicBezTo>
                  <a:cubicBezTo>
                    <a:pt x="11598" y="574"/>
                    <a:pt x="10840" y="0"/>
                    <a:pt x="10077" y="0"/>
                  </a:cubicBezTo>
                  <a:close/>
                </a:path>
              </a:pathLst>
            </a:custGeom>
            <a:solidFill>
              <a:srgbClr val="8599A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15" name="Google Shape;9115;p69"/>
            <p:cNvSpPr/>
            <p:nvPr/>
          </p:nvSpPr>
          <p:spPr>
            <a:xfrm>
              <a:off x="7550139" y="3041330"/>
              <a:ext cx="301384" cy="199020"/>
            </a:xfrm>
            <a:custGeom>
              <a:avLst/>
              <a:gdLst/>
              <a:ahLst/>
              <a:cxnLst/>
              <a:rect l="l" t="t" r="r" b="b"/>
              <a:pathLst>
                <a:path w="11512" h="7602" extrusionOk="0">
                  <a:moveTo>
                    <a:pt x="87" y="0"/>
                  </a:moveTo>
                  <a:cubicBezTo>
                    <a:pt x="25" y="183"/>
                    <a:pt x="1" y="380"/>
                    <a:pt x="15" y="572"/>
                  </a:cubicBezTo>
                  <a:cubicBezTo>
                    <a:pt x="15" y="615"/>
                    <a:pt x="20" y="658"/>
                    <a:pt x="25" y="702"/>
                  </a:cubicBezTo>
                  <a:cubicBezTo>
                    <a:pt x="107" y="1393"/>
                    <a:pt x="217" y="2177"/>
                    <a:pt x="361" y="2969"/>
                  </a:cubicBezTo>
                  <a:lnTo>
                    <a:pt x="505" y="3723"/>
                  </a:lnTo>
                  <a:cubicBezTo>
                    <a:pt x="731" y="4804"/>
                    <a:pt x="1019" y="5847"/>
                    <a:pt x="1375" y="6606"/>
                  </a:cubicBezTo>
                  <a:cubicBezTo>
                    <a:pt x="1394" y="6644"/>
                    <a:pt x="1413" y="6683"/>
                    <a:pt x="1428" y="6716"/>
                  </a:cubicBezTo>
                  <a:cubicBezTo>
                    <a:pt x="1742" y="7298"/>
                    <a:pt x="2278" y="7602"/>
                    <a:pt x="2841" y="7602"/>
                  </a:cubicBezTo>
                  <a:cubicBezTo>
                    <a:pt x="3217" y="7602"/>
                    <a:pt x="3604" y="7466"/>
                    <a:pt x="3945" y="7187"/>
                  </a:cubicBezTo>
                  <a:cubicBezTo>
                    <a:pt x="4550" y="6695"/>
                    <a:pt x="5155" y="6448"/>
                    <a:pt x="5759" y="6448"/>
                  </a:cubicBezTo>
                  <a:cubicBezTo>
                    <a:pt x="6369" y="6448"/>
                    <a:pt x="6978" y="6699"/>
                    <a:pt x="7586" y="7202"/>
                  </a:cubicBezTo>
                  <a:cubicBezTo>
                    <a:pt x="7897" y="7456"/>
                    <a:pt x="8267" y="7577"/>
                    <a:pt x="8633" y="7577"/>
                  </a:cubicBezTo>
                  <a:cubicBezTo>
                    <a:pt x="9213" y="7577"/>
                    <a:pt x="9783" y="7273"/>
                    <a:pt x="10089" y="6716"/>
                  </a:cubicBezTo>
                  <a:cubicBezTo>
                    <a:pt x="10109" y="6678"/>
                    <a:pt x="10128" y="6644"/>
                    <a:pt x="10142" y="6606"/>
                  </a:cubicBezTo>
                  <a:cubicBezTo>
                    <a:pt x="10839" y="5102"/>
                    <a:pt x="11271" y="2566"/>
                    <a:pt x="11487" y="702"/>
                  </a:cubicBezTo>
                  <a:cubicBezTo>
                    <a:pt x="11497" y="658"/>
                    <a:pt x="11497" y="615"/>
                    <a:pt x="11502" y="577"/>
                  </a:cubicBezTo>
                  <a:cubicBezTo>
                    <a:pt x="11511" y="380"/>
                    <a:pt x="11487" y="183"/>
                    <a:pt x="11425" y="0"/>
                  </a:cubicBezTo>
                  <a:cubicBezTo>
                    <a:pt x="11185" y="1792"/>
                    <a:pt x="10772" y="4016"/>
                    <a:pt x="10137" y="5371"/>
                  </a:cubicBezTo>
                  <a:cubicBezTo>
                    <a:pt x="10118" y="5410"/>
                    <a:pt x="10104" y="5448"/>
                    <a:pt x="10085" y="5482"/>
                  </a:cubicBezTo>
                  <a:cubicBezTo>
                    <a:pt x="9779" y="6041"/>
                    <a:pt x="9210" y="6344"/>
                    <a:pt x="8631" y="6344"/>
                  </a:cubicBezTo>
                  <a:cubicBezTo>
                    <a:pt x="8264" y="6344"/>
                    <a:pt x="7893" y="6222"/>
                    <a:pt x="7582" y="5967"/>
                  </a:cubicBezTo>
                  <a:cubicBezTo>
                    <a:pt x="6971" y="5465"/>
                    <a:pt x="6362" y="5214"/>
                    <a:pt x="5753" y="5214"/>
                  </a:cubicBezTo>
                  <a:cubicBezTo>
                    <a:pt x="5150" y="5214"/>
                    <a:pt x="4547" y="5460"/>
                    <a:pt x="3945" y="5952"/>
                  </a:cubicBezTo>
                  <a:cubicBezTo>
                    <a:pt x="3603" y="6233"/>
                    <a:pt x="3215" y="6369"/>
                    <a:pt x="2840" y="6369"/>
                  </a:cubicBezTo>
                  <a:cubicBezTo>
                    <a:pt x="2277" y="6369"/>
                    <a:pt x="1742" y="6064"/>
                    <a:pt x="1428" y="5482"/>
                  </a:cubicBezTo>
                  <a:cubicBezTo>
                    <a:pt x="1408" y="5443"/>
                    <a:pt x="1389" y="5410"/>
                    <a:pt x="1375" y="5371"/>
                  </a:cubicBezTo>
                  <a:cubicBezTo>
                    <a:pt x="1019" y="4607"/>
                    <a:pt x="731" y="3570"/>
                    <a:pt x="505" y="2489"/>
                  </a:cubicBezTo>
                  <a:lnTo>
                    <a:pt x="356" y="1735"/>
                  </a:lnTo>
                  <a:cubicBezTo>
                    <a:pt x="251" y="1139"/>
                    <a:pt x="159" y="548"/>
                    <a:pt x="87" y="0"/>
                  </a:cubicBezTo>
                  <a:close/>
                </a:path>
              </a:pathLst>
            </a:custGeom>
            <a:solidFill>
              <a:srgbClr val="738A9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16" name="Google Shape;9116;p69"/>
            <p:cNvSpPr/>
            <p:nvPr/>
          </p:nvSpPr>
          <p:spPr>
            <a:xfrm>
              <a:off x="7543097" y="2908754"/>
              <a:ext cx="314945" cy="368300"/>
            </a:xfrm>
            <a:custGeom>
              <a:avLst/>
              <a:gdLst/>
              <a:ahLst/>
              <a:cxnLst/>
              <a:rect l="l" t="t" r="r" b="b"/>
              <a:pathLst>
                <a:path w="12030" h="14068" extrusionOk="0">
                  <a:moveTo>
                    <a:pt x="6023" y="4912"/>
                  </a:moveTo>
                  <a:cubicBezTo>
                    <a:pt x="6498" y="4912"/>
                    <a:pt x="6974" y="4975"/>
                    <a:pt x="7437" y="5103"/>
                  </a:cubicBezTo>
                  <a:lnTo>
                    <a:pt x="7442" y="5103"/>
                  </a:lnTo>
                  <a:lnTo>
                    <a:pt x="7442" y="5742"/>
                  </a:lnTo>
                  <a:cubicBezTo>
                    <a:pt x="6976" y="5624"/>
                    <a:pt x="6501" y="5565"/>
                    <a:pt x="6025" y="5565"/>
                  </a:cubicBezTo>
                  <a:cubicBezTo>
                    <a:pt x="5549" y="5565"/>
                    <a:pt x="5074" y="5624"/>
                    <a:pt x="4608" y="5742"/>
                  </a:cubicBezTo>
                  <a:lnTo>
                    <a:pt x="4608" y="5103"/>
                  </a:lnTo>
                  <a:cubicBezTo>
                    <a:pt x="5071" y="4975"/>
                    <a:pt x="5547" y="4912"/>
                    <a:pt x="6023" y="4912"/>
                  </a:cubicBezTo>
                  <a:close/>
                  <a:moveTo>
                    <a:pt x="6023" y="5973"/>
                  </a:moveTo>
                  <a:cubicBezTo>
                    <a:pt x="6498" y="5973"/>
                    <a:pt x="6974" y="6037"/>
                    <a:pt x="7437" y="6164"/>
                  </a:cubicBezTo>
                  <a:lnTo>
                    <a:pt x="7437" y="6707"/>
                  </a:lnTo>
                  <a:cubicBezTo>
                    <a:pt x="6974" y="6590"/>
                    <a:pt x="6498" y="6531"/>
                    <a:pt x="6023" y="6531"/>
                  </a:cubicBezTo>
                  <a:cubicBezTo>
                    <a:pt x="5547" y="6531"/>
                    <a:pt x="5071" y="6590"/>
                    <a:pt x="4608" y="6707"/>
                  </a:cubicBezTo>
                  <a:lnTo>
                    <a:pt x="4608" y="6164"/>
                  </a:lnTo>
                  <a:cubicBezTo>
                    <a:pt x="5071" y="6037"/>
                    <a:pt x="5547" y="5973"/>
                    <a:pt x="6023" y="5973"/>
                  </a:cubicBezTo>
                  <a:close/>
                  <a:moveTo>
                    <a:pt x="6024" y="6941"/>
                  </a:moveTo>
                  <a:cubicBezTo>
                    <a:pt x="6474" y="6941"/>
                    <a:pt x="6923" y="6998"/>
                    <a:pt x="7361" y="7111"/>
                  </a:cubicBezTo>
                  <a:cubicBezTo>
                    <a:pt x="7269" y="7202"/>
                    <a:pt x="7183" y="7289"/>
                    <a:pt x="7096" y="7365"/>
                  </a:cubicBezTo>
                  <a:cubicBezTo>
                    <a:pt x="7087" y="7370"/>
                    <a:pt x="7082" y="7375"/>
                    <a:pt x="7077" y="7380"/>
                  </a:cubicBezTo>
                  <a:cubicBezTo>
                    <a:pt x="6717" y="7673"/>
                    <a:pt x="6366" y="7822"/>
                    <a:pt x="6025" y="7822"/>
                  </a:cubicBezTo>
                  <a:cubicBezTo>
                    <a:pt x="5679" y="7822"/>
                    <a:pt x="5324" y="7673"/>
                    <a:pt x="4968" y="7380"/>
                  </a:cubicBezTo>
                  <a:cubicBezTo>
                    <a:pt x="4963" y="7380"/>
                    <a:pt x="4959" y="7370"/>
                    <a:pt x="4954" y="7365"/>
                  </a:cubicBezTo>
                  <a:cubicBezTo>
                    <a:pt x="4867" y="7289"/>
                    <a:pt x="4776" y="7202"/>
                    <a:pt x="4685" y="7111"/>
                  </a:cubicBezTo>
                  <a:cubicBezTo>
                    <a:pt x="5124" y="6998"/>
                    <a:pt x="5575" y="6941"/>
                    <a:pt x="6024" y="6941"/>
                  </a:cubicBezTo>
                  <a:close/>
                  <a:moveTo>
                    <a:pt x="6028" y="11721"/>
                  </a:moveTo>
                  <a:cubicBezTo>
                    <a:pt x="6498" y="11721"/>
                    <a:pt x="6963" y="11891"/>
                    <a:pt x="7442" y="12222"/>
                  </a:cubicBezTo>
                  <a:lnTo>
                    <a:pt x="7442" y="12496"/>
                  </a:lnTo>
                  <a:cubicBezTo>
                    <a:pt x="6976" y="12376"/>
                    <a:pt x="6501" y="12316"/>
                    <a:pt x="6025" y="12316"/>
                  </a:cubicBezTo>
                  <a:cubicBezTo>
                    <a:pt x="5549" y="12316"/>
                    <a:pt x="5074" y="12376"/>
                    <a:pt x="4608" y="12496"/>
                  </a:cubicBezTo>
                  <a:lnTo>
                    <a:pt x="4608" y="12222"/>
                  </a:lnTo>
                  <a:cubicBezTo>
                    <a:pt x="5097" y="11886"/>
                    <a:pt x="5564" y="11721"/>
                    <a:pt x="6028" y="11721"/>
                  </a:cubicBezTo>
                  <a:close/>
                  <a:moveTo>
                    <a:pt x="6023" y="12727"/>
                  </a:moveTo>
                  <a:cubicBezTo>
                    <a:pt x="6498" y="12727"/>
                    <a:pt x="6974" y="12789"/>
                    <a:pt x="7437" y="12914"/>
                  </a:cubicBezTo>
                  <a:lnTo>
                    <a:pt x="7437" y="13044"/>
                  </a:lnTo>
                  <a:cubicBezTo>
                    <a:pt x="7437" y="13390"/>
                    <a:pt x="7159" y="13673"/>
                    <a:pt x="6808" y="13673"/>
                  </a:cubicBezTo>
                  <a:lnTo>
                    <a:pt x="5237" y="13673"/>
                  </a:lnTo>
                  <a:cubicBezTo>
                    <a:pt x="4887" y="13673"/>
                    <a:pt x="4608" y="13390"/>
                    <a:pt x="4608" y="13044"/>
                  </a:cubicBezTo>
                  <a:lnTo>
                    <a:pt x="4608" y="12914"/>
                  </a:lnTo>
                  <a:cubicBezTo>
                    <a:pt x="5071" y="12789"/>
                    <a:pt x="5547" y="12727"/>
                    <a:pt x="6023" y="12727"/>
                  </a:cubicBezTo>
                  <a:close/>
                  <a:moveTo>
                    <a:pt x="8399" y="0"/>
                  </a:moveTo>
                  <a:cubicBezTo>
                    <a:pt x="7914" y="0"/>
                    <a:pt x="7604" y="303"/>
                    <a:pt x="7500" y="352"/>
                  </a:cubicBezTo>
                  <a:cubicBezTo>
                    <a:pt x="7046" y="645"/>
                    <a:pt x="6528" y="791"/>
                    <a:pt x="6011" y="791"/>
                  </a:cubicBezTo>
                  <a:cubicBezTo>
                    <a:pt x="5493" y="791"/>
                    <a:pt x="4975" y="645"/>
                    <a:pt x="4521" y="352"/>
                  </a:cubicBezTo>
                  <a:lnTo>
                    <a:pt x="4281" y="198"/>
                  </a:lnTo>
                  <a:cubicBezTo>
                    <a:pt x="4076" y="65"/>
                    <a:pt x="3846" y="3"/>
                    <a:pt x="3620" y="3"/>
                  </a:cubicBezTo>
                  <a:cubicBezTo>
                    <a:pt x="3188" y="3"/>
                    <a:pt x="2766" y="230"/>
                    <a:pt x="2542" y="640"/>
                  </a:cubicBezTo>
                  <a:lnTo>
                    <a:pt x="1999" y="1629"/>
                  </a:lnTo>
                  <a:cubicBezTo>
                    <a:pt x="1673" y="2220"/>
                    <a:pt x="1889" y="2965"/>
                    <a:pt x="2480" y="3292"/>
                  </a:cubicBezTo>
                  <a:lnTo>
                    <a:pt x="3705" y="3959"/>
                  </a:lnTo>
                  <a:cubicBezTo>
                    <a:pt x="3998" y="4118"/>
                    <a:pt x="4180" y="4425"/>
                    <a:pt x="4180" y="4762"/>
                  </a:cubicBezTo>
                  <a:lnTo>
                    <a:pt x="4180" y="6515"/>
                  </a:lnTo>
                  <a:cubicBezTo>
                    <a:pt x="3810" y="5991"/>
                    <a:pt x="3484" y="5429"/>
                    <a:pt x="3210" y="4848"/>
                  </a:cubicBezTo>
                  <a:cubicBezTo>
                    <a:pt x="2897" y="4201"/>
                    <a:pt x="2316" y="3912"/>
                    <a:pt x="1736" y="3912"/>
                  </a:cubicBezTo>
                  <a:cubicBezTo>
                    <a:pt x="866" y="3912"/>
                    <a:pt x="1" y="4565"/>
                    <a:pt x="58" y="5641"/>
                  </a:cubicBezTo>
                  <a:cubicBezTo>
                    <a:pt x="58" y="5689"/>
                    <a:pt x="63" y="5737"/>
                    <a:pt x="68" y="5785"/>
                  </a:cubicBezTo>
                  <a:cubicBezTo>
                    <a:pt x="159" y="6558"/>
                    <a:pt x="279" y="7346"/>
                    <a:pt x="409" y="8062"/>
                  </a:cubicBezTo>
                  <a:cubicBezTo>
                    <a:pt x="424" y="8187"/>
                    <a:pt x="515" y="8244"/>
                    <a:pt x="607" y="8244"/>
                  </a:cubicBezTo>
                  <a:cubicBezTo>
                    <a:pt x="727" y="8244"/>
                    <a:pt x="851" y="8148"/>
                    <a:pt x="813" y="7985"/>
                  </a:cubicBezTo>
                  <a:cubicBezTo>
                    <a:pt x="688" y="7284"/>
                    <a:pt x="572" y="6505"/>
                    <a:pt x="481" y="5737"/>
                  </a:cubicBezTo>
                  <a:cubicBezTo>
                    <a:pt x="476" y="5698"/>
                    <a:pt x="472" y="5655"/>
                    <a:pt x="472" y="5617"/>
                  </a:cubicBezTo>
                  <a:cubicBezTo>
                    <a:pt x="426" y="4810"/>
                    <a:pt x="1076" y="4321"/>
                    <a:pt x="1730" y="4321"/>
                  </a:cubicBezTo>
                  <a:cubicBezTo>
                    <a:pt x="2167" y="4321"/>
                    <a:pt x="2605" y="4539"/>
                    <a:pt x="2840" y="5026"/>
                  </a:cubicBezTo>
                  <a:cubicBezTo>
                    <a:pt x="3871" y="7157"/>
                    <a:pt x="4940" y="8225"/>
                    <a:pt x="6009" y="8225"/>
                  </a:cubicBezTo>
                  <a:cubicBezTo>
                    <a:pt x="7078" y="8225"/>
                    <a:pt x="8146" y="7158"/>
                    <a:pt x="9177" y="5021"/>
                  </a:cubicBezTo>
                  <a:cubicBezTo>
                    <a:pt x="9411" y="4536"/>
                    <a:pt x="9855" y="4315"/>
                    <a:pt x="10295" y="4315"/>
                  </a:cubicBezTo>
                  <a:cubicBezTo>
                    <a:pt x="10971" y="4315"/>
                    <a:pt x="11640" y="4837"/>
                    <a:pt x="11535" y="5727"/>
                  </a:cubicBezTo>
                  <a:cubicBezTo>
                    <a:pt x="11358" y="7245"/>
                    <a:pt x="10877" y="10329"/>
                    <a:pt x="10157" y="11670"/>
                  </a:cubicBezTo>
                  <a:cubicBezTo>
                    <a:pt x="9889" y="12154"/>
                    <a:pt x="9392" y="12418"/>
                    <a:pt x="8886" y="12418"/>
                  </a:cubicBezTo>
                  <a:cubicBezTo>
                    <a:pt x="8564" y="12418"/>
                    <a:pt x="8238" y="12312"/>
                    <a:pt x="7966" y="12088"/>
                  </a:cubicBezTo>
                  <a:cubicBezTo>
                    <a:pt x="7903" y="12035"/>
                    <a:pt x="7476" y="11742"/>
                    <a:pt x="7409" y="11703"/>
                  </a:cubicBezTo>
                  <a:cubicBezTo>
                    <a:pt x="6946" y="11432"/>
                    <a:pt x="6483" y="11292"/>
                    <a:pt x="6013" y="11292"/>
                  </a:cubicBezTo>
                  <a:cubicBezTo>
                    <a:pt x="5492" y="11292"/>
                    <a:pt x="4964" y="11465"/>
                    <a:pt x="4421" y="11824"/>
                  </a:cubicBezTo>
                  <a:lnTo>
                    <a:pt x="4060" y="12078"/>
                  </a:lnTo>
                  <a:cubicBezTo>
                    <a:pt x="3762" y="12323"/>
                    <a:pt x="3424" y="12449"/>
                    <a:pt x="3085" y="12449"/>
                  </a:cubicBezTo>
                  <a:cubicBezTo>
                    <a:pt x="2999" y="12449"/>
                    <a:pt x="2912" y="12441"/>
                    <a:pt x="2826" y="12424"/>
                  </a:cubicBezTo>
                  <a:cubicBezTo>
                    <a:pt x="2417" y="12342"/>
                    <a:pt x="2076" y="12073"/>
                    <a:pt x="1860" y="11670"/>
                  </a:cubicBezTo>
                  <a:cubicBezTo>
                    <a:pt x="1841" y="11636"/>
                    <a:pt x="1822" y="11603"/>
                    <a:pt x="1807" y="11569"/>
                  </a:cubicBezTo>
                  <a:cubicBezTo>
                    <a:pt x="1519" y="10949"/>
                    <a:pt x="1255" y="10094"/>
                    <a:pt x="1019" y="9018"/>
                  </a:cubicBezTo>
                  <a:cubicBezTo>
                    <a:pt x="999" y="8897"/>
                    <a:pt x="910" y="8844"/>
                    <a:pt x="820" y="8844"/>
                  </a:cubicBezTo>
                  <a:cubicBezTo>
                    <a:pt x="695" y="8844"/>
                    <a:pt x="568" y="8945"/>
                    <a:pt x="616" y="9109"/>
                  </a:cubicBezTo>
                  <a:cubicBezTo>
                    <a:pt x="856" y="10209"/>
                    <a:pt x="1135" y="11093"/>
                    <a:pt x="1432" y="11737"/>
                  </a:cubicBezTo>
                  <a:cubicBezTo>
                    <a:pt x="1452" y="11780"/>
                    <a:pt x="1471" y="11819"/>
                    <a:pt x="1495" y="11857"/>
                  </a:cubicBezTo>
                  <a:cubicBezTo>
                    <a:pt x="1769" y="12371"/>
                    <a:pt x="2215" y="12717"/>
                    <a:pt x="2744" y="12818"/>
                  </a:cubicBezTo>
                  <a:cubicBezTo>
                    <a:pt x="2859" y="12842"/>
                    <a:pt x="2970" y="12856"/>
                    <a:pt x="3085" y="12856"/>
                  </a:cubicBezTo>
                  <a:cubicBezTo>
                    <a:pt x="3479" y="12847"/>
                    <a:pt x="3858" y="12722"/>
                    <a:pt x="4180" y="12496"/>
                  </a:cubicBezTo>
                  <a:lnTo>
                    <a:pt x="4180" y="13025"/>
                  </a:lnTo>
                  <a:cubicBezTo>
                    <a:pt x="4180" y="13601"/>
                    <a:pt x="4642" y="14067"/>
                    <a:pt x="5218" y="14067"/>
                  </a:cubicBezTo>
                  <a:lnTo>
                    <a:pt x="6794" y="14067"/>
                  </a:lnTo>
                  <a:cubicBezTo>
                    <a:pt x="7370" y="14067"/>
                    <a:pt x="7836" y="13601"/>
                    <a:pt x="7836" y="13025"/>
                  </a:cubicBezTo>
                  <a:lnTo>
                    <a:pt x="7836" y="12491"/>
                  </a:lnTo>
                  <a:cubicBezTo>
                    <a:pt x="8160" y="12720"/>
                    <a:pt x="8529" y="12828"/>
                    <a:pt x="8892" y="12828"/>
                  </a:cubicBezTo>
                  <a:cubicBezTo>
                    <a:pt x="9589" y="12828"/>
                    <a:pt x="10267" y="12432"/>
                    <a:pt x="10579" y="11737"/>
                  </a:cubicBezTo>
                  <a:cubicBezTo>
                    <a:pt x="11410" y="9960"/>
                    <a:pt x="11920" y="6357"/>
                    <a:pt x="11963" y="5626"/>
                  </a:cubicBezTo>
                  <a:cubicBezTo>
                    <a:pt x="12029" y="4565"/>
                    <a:pt x="11166" y="3915"/>
                    <a:pt x="10297" y="3915"/>
                  </a:cubicBezTo>
                  <a:cubicBezTo>
                    <a:pt x="9717" y="3915"/>
                    <a:pt x="9134" y="4204"/>
                    <a:pt x="8821" y="4853"/>
                  </a:cubicBezTo>
                  <a:cubicBezTo>
                    <a:pt x="8547" y="5439"/>
                    <a:pt x="8221" y="5996"/>
                    <a:pt x="7846" y="6520"/>
                  </a:cubicBezTo>
                  <a:lnTo>
                    <a:pt x="7846" y="4766"/>
                  </a:lnTo>
                  <a:cubicBezTo>
                    <a:pt x="7846" y="4430"/>
                    <a:pt x="8028" y="4128"/>
                    <a:pt x="8321" y="3964"/>
                  </a:cubicBezTo>
                  <a:lnTo>
                    <a:pt x="9546" y="3296"/>
                  </a:lnTo>
                  <a:cubicBezTo>
                    <a:pt x="10137" y="2970"/>
                    <a:pt x="10354" y="2225"/>
                    <a:pt x="10032" y="1634"/>
                  </a:cubicBezTo>
                  <a:lnTo>
                    <a:pt x="9950" y="1485"/>
                  </a:lnTo>
                  <a:cubicBezTo>
                    <a:pt x="9907" y="1421"/>
                    <a:pt x="9846" y="1394"/>
                    <a:pt x="9787" y="1394"/>
                  </a:cubicBezTo>
                  <a:cubicBezTo>
                    <a:pt x="9654" y="1394"/>
                    <a:pt x="9523" y="1528"/>
                    <a:pt x="9590" y="1687"/>
                  </a:cubicBezTo>
                  <a:lnTo>
                    <a:pt x="9671" y="1831"/>
                  </a:lnTo>
                  <a:cubicBezTo>
                    <a:pt x="9883" y="2225"/>
                    <a:pt x="9739" y="2715"/>
                    <a:pt x="9349" y="2931"/>
                  </a:cubicBezTo>
                  <a:lnTo>
                    <a:pt x="8124" y="3604"/>
                  </a:lnTo>
                  <a:cubicBezTo>
                    <a:pt x="7726" y="3820"/>
                    <a:pt x="7471" y="4228"/>
                    <a:pt x="7447" y="4680"/>
                  </a:cubicBezTo>
                  <a:cubicBezTo>
                    <a:pt x="6976" y="4560"/>
                    <a:pt x="6496" y="4500"/>
                    <a:pt x="6016" y="4500"/>
                  </a:cubicBezTo>
                  <a:cubicBezTo>
                    <a:pt x="5536" y="4500"/>
                    <a:pt x="5057" y="4560"/>
                    <a:pt x="4589" y="4680"/>
                  </a:cubicBezTo>
                  <a:cubicBezTo>
                    <a:pt x="4565" y="4228"/>
                    <a:pt x="4310" y="3820"/>
                    <a:pt x="3911" y="3599"/>
                  </a:cubicBezTo>
                  <a:lnTo>
                    <a:pt x="2686" y="2931"/>
                  </a:lnTo>
                  <a:cubicBezTo>
                    <a:pt x="2292" y="2715"/>
                    <a:pt x="2148" y="2220"/>
                    <a:pt x="2364" y="1826"/>
                  </a:cubicBezTo>
                  <a:lnTo>
                    <a:pt x="2912" y="837"/>
                  </a:lnTo>
                  <a:cubicBezTo>
                    <a:pt x="3060" y="566"/>
                    <a:pt x="3339" y="415"/>
                    <a:pt x="3624" y="415"/>
                  </a:cubicBezTo>
                  <a:cubicBezTo>
                    <a:pt x="3773" y="415"/>
                    <a:pt x="3925" y="456"/>
                    <a:pt x="4060" y="544"/>
                  </a:cubicBezTo>
                  <a:cubicBezTo>
                    <a:pt x="4195" y="601"/>
                    <a:pt x="4867" y="1202"/>
                    <a:pt x="6015" y="1202"/>
                  </a:cubicBezTo>
                  <a:cubicBezTo>
                    <a:pt x="7159" y="1202"/>
                    <a:pt x="7836" y="611"/>
                    <a:pt x="7966" y="544"/>
                  </a:cubicBezTo>
                  <a:cubicBezTo>
                    <a:pt x="8104" y="454"/>
                    <a:pt x="8257" y="411"/>
                    <a:pt x="8409" y="411"/>
                  </a:cubicBezTo>
                  <a:cubicBezTo>
                    <a:pt x="8694" y="411"/>
                    <a:pt x="8971" y="563"/>
                    <a:pt x="9119" y="837"/>
                  </a:cubicBezTo>
                  <a:cubicBezTo>
                    <a:pt x="9158" y="928"/>
                    <a:pt x="9229" y="965"/>
                    <a:pt x="9300" y="965"/>
                  </a:cubicBezTo>
                  <a:cubicBezTo>
                    <a:pt x="9447" y="965"/>
                    <a:pt x="9596" y="808"/>
                    <a:pt x="9479" y="640"/>
                  </a:cubicBezTo>
                  <a:cubicBezTo>
                    <a:pt x="9316" y="342"/>
                    <a:pt x="9037" y="121"/>
                    <a:pt x="8706" y="39"/>
                  </a:cubicBezTo>
                  <a:cubicBezTo>
                    <a:pt x="8597" y="12"/>
                    <a:pt x="8495" y="0"/>
                    <a:pt x="8399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9117" name="Google Shape;9117;p69"/>
          <p:cNvGrpSpPr/>
          <p:nvPr/>
        </p:nvGrpSpPr>
        <p:grpSpPr>
          <a:xfrm>
            <a:off x="5317853" y="2824661"/>
            <a:ext cx="248462" cy="276441"/>
            <a:chOff x="7090471" y="2908964"/>
            <a:chExt cx="331282" cy="368588"/>
          </a:xfrm>
        </p:grpSpPr>
        <p:sp>
          <p:nvSpPr>
            <p:cNvPr id="9118" name="Google Shape;9118;p69"/>
            <p:cNvSpPr/>
            <p:nvPr/>
          </p:nvSpPr>
          <p:spPr>
            <a:xfrm>
              <a:off x="7099136" y="2914357"/>
              <a:ext cx="322616" cy="357776"/>
            </a:xfrm>
            <a:custGeom>
              <a:avLst/>
              <a:gdLst/>
              <a:ahLst/>
              <a:cxnLst/>
              <a:rect l="l" t="t" r="r" b="b"/>
              <a:pathLst>
                <a:path w="12323" h="13666" extrusionOk="0">
                  <a:moveTo>
                    <a:pt x="8625" y="0"/>
                  </a:moveTo>
                  <a:cubicBezTo>
                    <a:pt x="7967" y="0"/>
                    <a:pt x="7304" y="190"/>
                    <a:pt x="6721" y="580"/>
                  </a:cubicBezTo>
                  <a:cubicBezTo>
                    <a:pt x="6546" y="697"/>
                    <a:pt x="6344" y="756"/>
                    <a:pt x="6142" y="756"/>
                  </a:cubicBezTo>
                  <a:cubicBezTo>
                    <a:pt x="5941" y="756"/>
                    <a:pt x="5739" y="697"/>
                    <a:pt x="5564" y="580"/>
                  </a:cubicBezTo>
                  <a:cubicBezTo>
                    <a:pt x="4988" y="194"/>
                    <a:pt x="4326" y="2"/>
                    <a:pt x="3663" y="2"/>
                  </a:cubicBezTo>
                  <a:cubicBezTo>
                    <a:pt x="2971" y="2"/>
                    <a:pt x="2279" y="212"/>
                    <a:pt x="1687" y="632"/>
                  </a:cubicBezTo>
                  <a:cubicBezTo>
                    <a:pt x="529" y="1449"/>
                    <a:pt x="0" y="2900"/>
                    <a:pt x="361" y="4274"/>
                  </a:cubicBezTo>
                  <a:cubicBezTo>
                    <a:pt x="423" y="4552"/>
                    <a:pt x="529" y="4821"/>
                    <a:pt x="673" y="5071"/>
                  </a:cubicBezTo>
                  <a:cubicBezTo>
                    <a:pt x="793" y="5273"/>
                    <a:pt x="928" y="5460"/>
                    <a:pt x="1072" y="5643"/>
                  </a:cubicBezTo>
                  <a:cubicBezTo>
                    <a:pt x="1860" y="6537"/>
                    <a:pt x="2297" y="7689"/>
                    <a:pt x="2302" y="8881"/>
                  </a:cubicBezTo>
                  <a:lnTo>
                    <a:pt x="2302" y="11120"/>
                  </a:lnTo>
                  <a:cubicBezTo>
                    <a:pt x="2302" y="12527"/>
                    <a:pt x="3440" y="13666"/>
                    <a:pt x="4843" y="13666"/>
                  </a:cubicBezTo>
                  <a:lnTo>
                    <a:pt x="4843" y="10620"/>
                  </a:lnTo>
                  <a:cubicBezTo>
                    <a:pt x="4843" y="9909"/>
                    <a:pt x="5424" y="9332"/>
                    <a:pt x="6135" y="9332"/>
                  </a:cubicBezTo>
                  <a:cubicBezTo>
                    <a:pt x="6851" y="9332"/>
                    <a:pt x="7428" y="9909"/>
                    <a:pt x="7428" y="10620"/>
                  </a:cubicBezTo>
                  <a:lnTo>
                    <a:pt x="7428" y="13666"/>
                  </a:lnTo>
                  <a:cubicBezTo>
                    <a:pt x="8835" y="13666"/>
                    <a:pt x="9974" y="12527"/>
                    <a:pt x="9974" y="11120"/>
                  </a:cubicBezTo>
                  <a:lnTo>
                    <a:pt x="9974" y="8881"/>
                  </a:lnTo>
                  <a:cubicBezTo>
                    <a:pt x="9979" y="7689"/>
                    <a:pt x="10416" y="6537"/>
                    <a:pt x="11204" y="5643"/>
                  </a:cubicBezTo>
                  <a:cubicBezTo>
                    <a:pt x="12323" y="4351"/>
                    <a:pt x="12313" y="2429"/>
                    <a:pt x="11180" y="1151"/>
                  </a:cubicBezTo>
                  <a:cubicBezTo>
                    <a:pt x="10510" y="394"/>
                    <a:pt x="9573" y="0"/>
                    <a:pt x="8625" y="0"/>
                  </a:cubicBezTo>
                  <a:close/>
                </a:path>
              </a:pathLst>
            </a:custGeom>
            <a:solidFill>
              <a:srgbClr val="FCFDF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19" name="Google Shape;9119;p69"/>
            <p:cNvSpPr/>
            <p:nvPr/>
          </p:nvSpPr>
          <p:spPr>
            <a:xfrm>
              <a:off x="7293444" y="2914304"/>
              <a:ext cx="127052" cy="357697"/>
            </a:xfrm>
            <a:custGeom>
              <a:avLst/>
              <a:gdLst/>
              <a:ahLst/>
              <a:cxnLst/>
              <a:rect l="l" t="t" r="r" b="b"/>
              <a:pathLst>
                <a:path w="4853" h="13663" extrusionOk="0">
                  <a:moveTo>
                    <a:pt x="1255" y="0"/>
                  </a:moveTo>
                  <a:lnTo>
                    <a:pt x="1255" y="5"/>
                  </a:lnTo>
                  <a:cubicBezTo>
                    <a:pt x="1225" y="4"/>
                    <a:pt x="1195" y="4"/>
                    <a:pt x="1165" y="4"/>
                  </a:cubicBezTo>
                  <a:cubicBezTo>
                    <a:pt x="868" y="4"/>
                    <a:pt x="572" y="47"/>
                    <a:pt x="284" y="125"/>
                  </a:cubicBezTo>
                  <a:cubicBezTo>
                    <a:pt x="1764" y="533"/>
                    <a:pt x="2787" y="1879"/>
                    <a:pt x="2797" y="3411"/>
                  </a:cubicBezTo>
                  <a:cubicBezTo>
                    <a:pt x="2797" y="4228"/>
                    <a:pt x="2504" y="5025"/>
                    <a:pt x="1966" y="5640"/>
                  </a:cubicBezTo>
                  <a:cubicBezTo>
                    <a:pt x="1178" y="6539"/>
                    <a:pt x="741" y="7687"/>
                    <a:pt x="736" y="8878"/>
                  </a:cubicBezTo>
                  <a:lnTo>
                    <a:pt x="736" y="11122"/>
                  </a:lnTo>
                  <a:cubicBezTo>
                    <a:pt x="736" y="11789"/>
                    <a:pt x="472" y="12433"/>
                    <a:pt x="1" y="12909"/>
                  </a:cubicBezTo>
                  <a:lnTo>
                    <a:pt x="1" y="13663"/>
                  </a:lnTo>
                  <a:cubicBezTo>
                    <a:pt x="4" y="13663"/>
                    <a:pt x="7" y="13663"/>
                    <a:pt x="10" y="13663"/>
                  </a:cubicBezTo>
                  <a:cubicBezTo>
                    <a:pt x="1408" y="13663"/>
                    <a:pt x="2547" y="12521"/>
                    <a:pt x="2542" y="11122"/>
                  </a:cubicBezTo>
                  <a:lnTo>
                    <a:pt x="2542" y="8883"/>
                  </a:lnTo>
                  <a:cubicBezTo>
                    <a:pt x="2552" y="7691"/>
                    <a:pt x="2989" y="6539"/>
                    <a:pt x="3777" y="5645"/>
                  </a:cubicBezTo>
                  <a:cubicBezTo>
                    <a:pt x="4641" y="4646"/>
                    <a:pt x="4853" y="3229"/>
                    <a:pt x="4310" y="2023"/>
                  </a:cubicBezTo>
                  <a:cubicBezTo>
                    <a:pt x="3772" y="812"/>
                    <a:pt x="2581" y="24"/>
                    <a:pt x="1255" y="0"/>
                  </a:cubicBez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20" name="Google Shape;9120;p69"/>
            <p:cNvSpPr/>
            <p:nvPr/>
          </p:nvSpPr>
          <p:spPr>
            <a:xfrm>
              <a:off x="7090471" y="2908964"/>
              <a:ext cx="328742" cy="368588"/>
            </a:xfrm>
            <a:custGeom>
              <a:avLst/>
              <a:gdLst/>
              <a:ahLst/>
              <a:cxnLst/>
              <a:rect l="l" t="t" r="r" b="b"/>
              <a:pathLst>
                <a:path w="12557" h="14079" extrusionOk="0">
                  <a:moveTo>
                    <a:pt x="8919" y="1"/>
                  </a:moveTo>
                  <a:cubicBezTo>
                    <a:pt x="8247" y="1"/>
                    <a:pt x="7558" y="193"/>
                    <a:pt x="6927" y="617"/>
                  </a:cubicBezTo>
                  <a:cubicBezTo>
                    <a:pt x="6786" y="711"/>
                    <a:pt x="6624" y="758"/>
                    <a:pt x="6461" y="758"/>
                  </a:cubicBezTo>
                  <a:cubicBezTo>
                    <a:pt x="6299" y="758"/>
                    <a:pt x="6137" y="711"/>
                    <a:pt x="5995" y="617"/>
                  </a:cubicBezTo>
                  <a:cubicBezTo>
                    <a:pt x="5400" y="217"/>
                    <a:pt x="4696" y="2"/>
                    <a:pt x="3980" y="2"/>
                  </a:cubicBezTo>
                  <a:cubicBezTo>
                    <a:pt x="3957" y="2"/>
                    <a:pt x="3934" y="2"/>
                    <a:pt x="3911" y="2"/>
                  </a:cubicBezTo>
                  <a:cubicBezTo>
                    <a:pt x="1705" y="41"/>
                    <a:pt x="0" y="2083"/>
                    <a:pt x="428" y="4307"/>
                  </a:cubicBezTo>
                  <a:cubicBezTo>
                    <a:pt x="452" y="4418"/>
                    <a:pt x="539" y="4469"/>
                    <a:pt x="626" y="4469"/>
                  </a:cubicBezTo>
                  <a:cubicBezTo>
                    <a:pt x="741" y="4469"/>
                    <a:pt x="858" y="4381"/>
                    <a:pt x="836" y="4230"/>
                  </a:cubicBezTo>
                  <a:cubicBezTo>
                    <a:pt x="456" y="2270"/>
                    <a:pt x="1960" y="454"/>
                    <a:pt x="3920" y="420"/>
                  </a:cubicBezTo>
                  <a:cubicBezTo>
                    <a:pt x="3944" y="420"/>
                    <a:pt x="3967" y="420"/>
                    <a:pt x="3991" y="420"/>
                  </a:cubicBezTo>
                  <a:cubicBezTo>
                    <a:pt x="4624" y="420"/>
                    <a:pt x="5242" y="607"/>
                    <a:pt x="5770" y="963"/>
                  </a:cubicBezTo>
                  <a:cubicBezTo>
                    <a:pt x="5979" y="1105"/>
                    <a:pt x="6220" y="1176"/>
                    <a:pt x="6462" y="1176"/>
                  </a:cubicBezTo>
                  <a:cubicBezTo>
                    <a:pt x="6704" y="1176"/>
                    <a:pt x="6947" y="1105"/>
                    <a:pt x="7158" y="963"/>
                  </a:cubicBezTo>
                  <a:cubicBezTo>
                    <a:pt x="7716" y="586"/>
                    <a:pt x="8327" y="416"/>
                    <a:pt x="8923" y="416"/>
                  </a:cubicBezTo>
                  <a:cubicBezTo>
                    <a:pt x="10591" y="416"/>
                    <a:pt x="12149" y="1748"/>
                    <a:pt x="12149" y="3620"/>
                  </a:cubicBezTo>
                  <a:cubicBezTo>
                    <a:pt x="12149" y="4389"/>
                    <a:pt x="11871" y="5133"/>
                    <a:pt x="11366" y="5719"/>
                  </a:cubicBezTo>
                  <a:cubicBezTo>
                    <a:pt x="10550" y="6651"/>
                    <a:pt x="10093" y="7847"/>
                    <a:pt x="10089" y="9087"/>
                  </a:cubicBezTo>
                  <a:lnTo>
                    <a:pt x="10089" y="11326"/>
                  </a:lnTo>
                  <a:cubicBezTo>
                    <a:pt x="10089" y="12536"/>
                    <a:pt x="9161" y="13550"/>
                    <a:pt x="7956" y="13655"/>
                  </a:cubicBezTo>
                  <a:lnTo>
                    <a:pt x="7956" y="10826"/>
                  </a:lnTo>
                  <a:cubicBezTo>
                    <a:pt x="8004" y="9966"/>
                    <a:pt x="7321" y="9241"/>
                    <a:pt x="6457" y="9241"/>
                  </a:cubicBezTo>
                  <a:cubicBezTo>
                    <a:pt x="5597" y="9241"/>
                    <a:pt x="4910" y="9966"/>
                    <a:pt x="4958" y="10826"/>
                  </a:cubicBezTo>
                  <a:lnTo>
                    <a:pt x="4958" y="13655"/>
                  </a:lnTo>
                  <a:cubicBezTo>
                    <a:pt x="3752" y="13550"/>
                    <a:pt x="2830" y="12536"/>
                    <a:pt x="2825" y="11326"/>
                  </a:cubicBezTo>
                  <a:lnTo>
                    <a:pt x="2825" y="9087"/>
                  </a:lnTo>
                  <a:cubicBezTo>
                    <a:pt x="2820" y="7847"/>
                    <a:pt x="2364" y="6651"/>
                    <a:pt x="1547" y="5719"/>
                  </a:cubicBezTo>
                  <a:cubicBezTo>
                    <a:pt x="1403" y="5551"/>
                    <a:pt x="1278" y="5369"/>
                    <a:pt x="1172" y="5176"/>
                  </a:cubicBezTo>
                  <a:cubicBezTo>
                    <a:pt x="1129" y="5100"/>
                    <a:pt x="1064" y="5068"/>
                    <a:pt x="999" y="5068"/>
                  </a:cubicBezTo>
                  <a:cubicBezTo>
                    <a:pt x="859" y="5068"/>
                    <a:pt x="720" y="5214"/>
                    <a:pt x="812" y="5378"/>
                  </a:cubicBezTo>
                  <a:cubicBezTo>
                    <a:pt x="932" y="5594"/>
                    <a:pt x="1076" y="5796"/>
                    <a:pt x="1239" y="5983"/>
                  </a:cubicBezTo>
                  <a:cubicBezTo>
                    <a:pt x="1994" y="6843"/>
                    <a:pt x="2412" y="7944"/>
                    <a:pt x="2416" y="9087"/>
                  </a:cubicBezTo>
                  <a:lnTo>
                    <a:pt x="2416" y="11326"/>
                  </a:lnTo>
                  <a:cubicBezTo>
                    <a:pt x="2416" y="12844"/>
                    <a:pt x="3646" y="14073"/>
                    <a:pt x="5164" y="14073"/>
                  </a:cubicBezTo>
                  <a:cubicBezTo>
                    <a:pt x="5280" y="14073"/>
                    <a:pt x="5371" y="13982"/>
                    <a:pt x="5371" y="13872"/>
                  </a:cubicBezTo>
                  <a:lnTo>
                    <a:pt x="5371" y="10826"/>
                  </a:lnTo>
                  <a:cubicBezTo>
                    <a:pt x="5371" y="10230"/>
                    <a:pt x="5856" y="9740"/>
                    <a:pt x="6457" y="9740"/>
                  </a:cubicBezTo>
                  <a:cubicBezTo>
                    <a:pt x="7057" y="9740"/>
                    <a:pt x="7542" y="10230"/>
                    <a:pt x="7542" y="10826"/>
                  </a:cubicBezTo>
                  <a:lnTo>
                    <a:pt x="7542" y="13872"/>
                  </a:lnTo>
                  <a:cubicBezTo>
                    <a:pt x="7542" y="13987"/>
                    <a:pt x="7634" y="14078"/>
                    <a:pt x="7749" y="14078"/>
                  </a:cubicBezTo>
                  <a:cubicBezTo>
                    <a:pt x="9262" y="14073"/>
                    <a:pt x="10492" y="12844"/>
                    <a:pt x="10497" y="11330"/>
                  </a:cubicBezTo>
                  <a:lnTo>
                    <a:pt x="10497" y="9082"/>
                  </a:lnTo>
                  <a:cubicBezTo>
                    <a:pt x="10502" y="7944"/>
                    <a:pt x="10920" y="6843"/>
                    <a:pt x="11674" y="5983"/>
                  </a:cubicBezTo>
                  <a:cubicBezTo>
                    <a:pt x="12241" y="5325"/>
                    <a:pt x="12553" y="4485"/>
                    <a:pt x="12553" y="3615"/>
                  </a:cubicBezTo>
                  <a:cubicBezTo>
                    <a:pt x="12557" y="1505"/>
                    <a:pt x="10802" y="1"/>
                    <a:pt x="8919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9121" name="Google Shape;9121;p69"/>
          <p:cNvGrpSpPr/>
          <p:nvPr/>
        </p:nvGrpSpPr>
        <p:grpSpPr>
          <a:xfrm>
            <a:off x="5369827" y="3512887"/>
            <a:ext cx="146792" cy="254862"/>
            <a:chOff x="7159769" y="3826599"/>
            <a:chExt cx="195722" cy="339816"/>
          </a:xfrm>
        </p:grpSpPr>
        <p:sp>
          <p:nvSpPr>
            <p:cNvPr id="9122" name="Google Shape;9122;p69"/>
            <p:cNvSpPr/>
            <p:nvPr/>
          </p:nvSpPr>
          <p:spPr>
            <a:xfrm>
              <a:off x="7186054" y="3862099"/>
              <a:ext cx="143152" cy="128439"/>
            </a:xfrm>
            <a:custGeom>
              <a:avLst/>
              <a:gdLst/>
              <a:ahLst/>
              <a:cxnLst/>
              <a:rect l="l" t="t" r="r" b="b"/>
              <a:pathLst>
                <a:path w="5468" h="4906" extrusionOk="0">
                  <a:moveTo>
                    <a:pt x="1158" y="0"/>
                  </a:moveTo>
                  <a:cubicBezTo>
                    <a:pt x="447" y="423"/>
                    <a:pt x="5" y="1187"/>
                    <a:pt x="0" y="2018"/>
                  </a:cubicBezTo>
                  <a:cubicBezTo>
                    <a:pt x="0" y="2460"/>
                    <a:pt x="14" y="3406"/>
                    <a:pt x="58" y="3844"/>
                  </a:cubicBezTo>
                  <a:cubicBezTo>
                    <a:pt x="120" y="4444"/>
                    <a:pt x="625" y="4905"/>
                    <a:pt x="1230" y="4905"/>
                  </a:cubicBezTo>
                  <a:lnTo>
                    <a:pt x="4228" y="4905"/>
                  </a:lnTo>
                  <a:cubicBezTo>
                    <a:pt x="4833" y="4905"/>
                    <a:pt x="5337" y="4449"/>
                    <a:pt x="5400" y="3844"/>
                  </a:cubicBezTo>
                  <a:cubicBezTo>
                    <a:pt x="5448" y="3411"/>
                    <a:pt x="5467" y="2465"/>
                    <a:pt x="5462" y="2023"/>
                  </a:cubicBezTo>
                  <a:cubicBezTo>
                    <a:pt x="5453" y="1192"/>
                    <a:pt x="5016" y="423"/>
                    <a:pt x="4295" y="0"/>
                  </a:cubicBezTo>
                  <a:lnTo>
                    <a:pt x="4016" y="726"/>
                  </a:lnTo>
                  <a:cubicBezTo>
                    <a:pt x="3584" y="560"/>
                    <a:pt x="3158" y="477"/>
                    <a:pt x="2730" y="477"/>
                  </a:cubicBezTo>
                  <a:cubicBezTo>
                    <a:pt x="2302" y="477"/>
                    <a:pt x="1874" y="560"/>
                    <a:pt x="1436" y="726"/>
                  </a:cubicBezTo>
                  <a:lnTo>
                    <a:pt x="1158" y="0"/>
                  </a:lnTo>
                  <a:close/>
                </a:path>
              </a:pathLst>
            </a:custGeom>
            <a:solidFill>
              <a:srgbClr val="364F6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23" name="Google Shape;9123;p69"/>
            <p:cNvSpPr/>
            <p:nvPr/>
          </p:nvSpPr>
          <p:spPr>
            <a:xfrm>
              <a:off x="7277736" y="3862099"/>
              <a:ext cx="51470" cy="128439"/>
            </a:xfrm>
            <a:custGeom>
              <a:avLst/>
              <a:gdLst/>
              <a:ahLst/>
              <a:cxnLst/>
              <a:rect l="l" t="t" r="r" b="b"/>
              <a:pathLst>
                <a:path w="1966" h="4906" extrusionOk="0">
                  <a:moveTo>
                    <a:pt x="798" y="0"/>
                  </a:moveTo>
                  <a:lnTo>
                    <a:pt x="625" y="457"/>
                  </a:lnTo>
                  <a:cubicBezTo>
                    <a:pt x="1014" y="884"/>
                    <a:pt x="1230" y="1442"/>
                    <a:pt x="1230" y="2023"/>
                  </a:cubicBezTo>
                  <a:cubicBezTo>
                    <a:pt x="1230" y="2465"/>
                    <a:pt x="1216" y="3406"/>
                    <a:pt x="1172" y="3844"/>
                  </a:cubicBezTo>
                  <a:cubicBezTo>
                    <a:pt x="1110" y="4449"/>
                    <a:pt x="606" y="4905"/>
                    <a:pt x="0" y="4905"/>
                  </a:cubicBezTo>
                  <a:lnTo>
                    <a:pt x="730" y="4905"/>
                  </a:lnTo>
                  <a:cubicBezTo>
                    <a:pt x="1336" y="4905"/>
                    <a:pt x="1840" y="4449"/>
                    <a:pt x="1903" y="3844"/>
                  </a:cubicBezTo>
                  <a:cubicBezTo>
                    <a:pt x="1946" y="3411"/>
                    <a:pt x="1965" y="2465"/>
                    <a:pt x="1965" y="2023"/>
                  </a:cubicBezTo>
                  <a:cubicBezTo>
                    <a:pt x="1955" y="1192"/>
                    <a:pt x="1514" y="423"/>
                    <a:pt x="79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24" name="Google Shape;9124;p69"/>
            <p:cNvSpPr/>
            <p:nvPr/>
          </p:nvSpPr>
          <p:spPr>
            <a:xfrm>
              <a:off x="7208438" y="3831495"/>
              <a:ext cx="98489" cy="49742"/>
            </a:xfrm>
            <a:custGeom>
              <a:avLst/>
              <a:gdLst/>
              <a:ahLst/>
              <a:cxnLst/>
              <a:rect l="l" t="t" r="r" b="b"/>
              <a:pathLst>
                <a:path w="3762" h="1900" extrusionOk="0">
                  <a:moveTo>
                    <a:pt x="1881" y="1"/>
                  </a:moveTo>
                  <a:cubicBezTo>
                    <a:pt x="1243" y="1"/>
                    <a:pt x="606" y="120"/>
                    <a:pt x="0" y="357"/>
                  </a:cubicBezTo>
                  <a:lnTo>
                    <a:pt x="586" y="1900"/>
                  </a:lnTo>
                  <a:cubicBezTo>
                    <a:pt x="1003" y="1731"/>
                    <a:pt x="1443" y="1647"/>
                    <a:pt x="1883" y="1647"/>
                  </a:cubicBezTo>
                  <a:cubicBezTo>
                    <a:pt x="2320" y="1647"/>
                    <a:pt x="2757" y="1730"/>
                    <a:pt x="3171" y="1895"/>
                  </a:cubicBezTo>
                  <a:lnTo>
                    <a:pt x="3762" y="357"/>
                  </a:lnTo>
                  <a:cubicBezTo>
                    <a:pt x="3156" y="120"/>
                    <a:pt x="2519" y="1"/>
                    <a:pt x="18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25" name="Google Shape;9125;p69"/>
            <p:cNvSpPr/>
            <p:nvPr/>
          </p:nvSpPr>
          <p:spPr>
            <a:xfrm>
              <a:off x="7274333" y="3835422"/>
              <a:ext cx="32463" cy="45684"/>
            </a:xfrm>
            <a:custGeom>
              <a:avLst/>
              <a:gdLst/>
              <a:ahLst/>
              <a:cxnLst/>
              <a:rect l="l" t="t" r="r" b="b"/>
              <a:pathLst>
                <a:path w="1240" h="1745" extrusionOk="0">
                  <a:moveTo>
                    <a:pt x="572" y="1"/>
                  </a:moveTo>
                  <a:lnTo>
                    <a:pt x="1" y="1500"/>
                  </a:lnTo>
                  <a:lnTo>
                    <a:pt x="649" y="1745"/>
                  </a:lnTo>
                  <a:lnTo>
                    <a:pt x="1240" y="207"/>
                  </a:lnTo>
                  <a:cubicBezTo>
                    <a:pt x="1024" y="121"/>
                    <a:pt x="798" y="54"/>
                    <a:pt x="572" y="1"/>
                  </a:cubicBez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26" name="Google Shape;9126;p69"/>
            <p:cNvSpPr/>
            <p:nvPr/>
          </p:nvSpPr>
          <p:spPr>
            <a:xfrm>
              <a:off x="7244645" y="3840631"/>
              <a:ext cx="25944" cy="22724"/>
            </a:xfrm>
            <a:custGeom>
              <a:avLst/>
              <a:gdLst/>
              <a:ahLst/>
              <a:cxnLst/>
              <a:rect l="l" t="t" r="r" b="b"/>
              <a:pathLst>
                <a:path w="991" h="868" extrusionOk="0">
                  <a:moveTo>
                    <a:pt x="493" y="0"/>
                  </a:moveTo>
                  <a:cubicBezTo>
                    <a:pt x="398" y="0"/>
                    <a:pt x="303" y="64"/>
                    <a:pt x="303" y="191"/>
                  </a:cubicBezTo>
                  <a:lnTo>
                    <a:pt x="303" y="244"/>
                  </a:lnTo>
                  <a:lnTo>
                    <a:pt x="251" y="244"/>
                  </a:lnTo>
                  <a:cubicBezTo>
                    <a:pt x="1" y="244"/>
                    <a:pt x="1" y="623"/>
                    <a:pt x="251" y="623"/>
                  </a:cubicBezTo>
                  <a:lnTo>
                    <a:pt x="303" y="623"/>
                  </a:lnTo>
                  <a:lnTo>
                    <a:pt x="303" y="676"/>
                  </a:lnTo>
                  <a:cubicBezTo>
                    <a:pt x="303" y="804"/>
                    <a:pt x="398" y="867"/>
                    <a:pt x="493" y="867"/>
                  </a:cubicBezTo>
                  <a:cubicBezTo>
                    <a:pt x="588" y="867"/>
                    <a:pt x="683" y="804"/>
                    <a:pt x="683" y="676"/>
                  </a:cubicBezTo>
                  <a:lnTo>
                    <a:pt x="683" y="623"/>
                  </a:lnTo>
                  <a:lnTo>
                    <a:pt x="741" y="623"/>
                  </a:lnTo>
                  <a:cubicBezTo>
                    <a:pt x="990" y="623"/>
                    <a:pt x="990" y="244"/>
                    <a:pt x="741" y="244"/>
                  </a:cubicBezTo>
                  <a:lnTo>
                    <a:pt x="683" y="244"/>
                  </a:lnTo>
                  <a:lnTo>
                    <a:pt x="683" y="191"/>
                  </a:lnTo>
                  <a:cubicBezTo>
                    <a:pt x="683" y="64"/>
                    <a:pt x="588" y="0"/>
                    <a:pt x="493" y="0"/>
                  </a:cubicBezTo>
                  <a:close/>
                </a:path>
              </a:pathLst>
            </a:custGeom>
            <a:solidFill>
              <a:srgbClr val="8195A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27" name="Google Shape;9127;p69"/>
            <p:cNvSpPr/>
            <p:nvPr/>
          </p:nvSpPr>
          <p:spPr>
            <a:xfrm>
              <a:off x="7165162" y="3986611"/>
              <a:ext cx="184909" cy="174751"/>
            </a:xfrm>
            <a:custGeom>
              <a:avLst/>
              <a:gdLst/>
              <a:ahLst/>
              <a:cxnLst/>
              <a:rect l="l" t="t" r="r" b="b"/>
              <a:pathLst>
                <a:path w="7063" h="6675" extrusionOk="0">
                  <a:moveTo>
                    <a:pt x="2864" y="0"/>
                  </a:moveTo>
                  <a:lnTo>
                    <a:pt x="2864" y="956"/>
                  </a:lnTo>
                  <a:lnTo>
                    <a:pt x="2700" y="956"/>
                  </a:lnTo>
                  <a:cubicBezTo>
                    <a:pt x="1725" y="956"/>
                    <a:pt x="870" y="1624"/>
                    <a:pt x="644" y="2575"/>
                  </a:cubicBezTo>
                  <a:lnTo>
                    <a:pt x="101" y="4780"/>
                  </a:lnTo>
                  <a:cubicBezTo>
                    <a:pt x="1" y="5184"/>
                    <a:pt x="183" y="5607"/>
                    <a:pt x="543" y="5813"/>
                  </a:cubicBezTo>
                  <a:cubicBezTo>
                    <a:pt x="1540" y="6387"/>
                    <a:pt x="2537" y="6674"/>
                    <a:pt x="3534" y="6674"/>
                  </a:cubicBezTo>
                  <a:cubicBezTo>
                    <a:pt x="4531" y="6674"/>
                    <a:pt x="5528" y="6387"/>
                    <a:pt x="6525" y="5813"/>
                  </a:cubicBezTo>
                  <a:cubicBezTo>
                    <a:pt x="6885" y="5607"/>
                    <a:pt x="7063" y="5184"/>
                    <a:pt x="6966" y="4780"/>
                  </a:cubicBezTo>
                  <a:lnTo>
                    <a:pt x="6683" y="3623"/>
                  </a:lnTo>
                  <a:lnTo>
                    <a:pt x="6544" y="3032"/>
                  </a:lnTo>
                  <a:lnTo>
                    <a:pt x="6433" y="2570"/>
                  </a:lnTo>
                  <a:cubicBezTo>
                    <a:pt x="6198" y="1619"/>
                    <a:pt x="5348" y="951"/>
                    <a:pt x="4372" y="951"/>
                  </a:cubicBezTo>
                  <a:lnTo>
                    <a:pt x="4214" y="951"/>
                  </a:lnTo>
                  <a:lnTo>
                    <a:pt x="4214" y="0"/>
                  </a:lnTo>
                  <a:cubicBezTo>
                    <a:pt x="4000" y="108"/>
                    <a:pt x="3768" y="162"/>
                    <a:pt x="3537" y="162"/>
                  </a:cubicBezTo>
                  <a:cubicBezTo>
                    <a:pt x="3306" y="162"/>
                    <a:pt x="3075" y="108"/>
                    <a:pt x="2864" y="0"/>
                  </a:cubicBezTo>
                  <a:close/>
                </a:path>
              </a:pathLst>
            </a:custGeom>
            <a:solidFill>
              <a:srgbClr val="7084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28" name="Google Shape;9128;p69"/>
            <p:cNvSpPr/>
            <p:nvPr/>
          </p:nvSpPr>
          <p:spPr>
            <a:xfrm>
              <a:off x="7240011" y="3986742"/>
              <a:ext cx="5917" cy="3796"/>
            </a:xfrm>
            <a:custGeom>
              <a:avLst/>
              <a:gdLst/>
              <a:ahLst/>
              <a:cxnLst/>
              <a:rect l="l" t="t" r="r" b="b"/>
              <a:pathLst>
                <a:path w="226" h="145" extrusionOk="0">
                  <a:moveTo>
                    <a:pt x="0" y="0"/>
                  </a:moveTo>
                  <a:lnTo>
                    <a:pt x="0" y="144"/>
                  </a:lnTo>
                  <a:cubicBezTo>
                    <a:pt x="77" y="130"/>
                    <a:pt x="154" y="115"/>
                    <a:pt x="226" y="91"/>
                  </a:cubicBezTo>
                  <a:cubicBezTo>
                    <a:pt x="149" y="67"/>
                    <a:pt x="72" y="34"/>
                    <a:pt x="0" y="0"/>
                  </a:cubicBezTo>
                  <a:close/>
                </a:path>
              </a:pathLst>
            </a:custGeom>
            <a:solidFill>
              <a:srgbClr val="566D8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29" name="Google Shape;9129;p69"/>
            <p:cNvSpPr/>
            <p:nvPr/>
          </p:nvSpPr>
          <p:spPr>
            <a:xfrm>
              <a:off x="7245901" y="3986611"/>
              <a:ext cx="104170" cy="174725"/>
            </a:xfrm>
            <a:custGeom>
              <a:avLst/>
              <a:gdLst/>
              <a:ahLst/>
              <a:cxnLst/>
              <a:rect l="l" t="t" r="r" b="b"/>
              <a:pathLst>
                <a:path w="3979" h="6674" extrusionOk="0">
                  <a:moveTo>
                    <a:pt x="1130" y="0"/>
                  </a:moveTo>
                  <a:cubicBezTo>
                    <a:pt x="918" y="111"/>
                    <a:pt x="688" y="168"/>
                    <a:pt x="452" y="168"/>
                  </a:cubicBezTo>
                  <a:cubicBezTo>
                    <a:pt x="380" y="168"/>
                    <a:pt x="303" y="164"/>
                    <a:pt x="231" y="149"/>
                  </a:cubicBezTo>
                  <a:lnTo>
                    <a:pt x="231" y="956"/>
                  </a:lnTo>
                  <a:lnTo>
                    <a:pt x="390" y="956"/>
                  </a:lnTo>
                  <a:cubicBezTo>
                    <a:pt x="1370" y="956"/>
                    <a:pt x="2220" y="1624"/>
                    <a:pt x="2451" y="2575"/>
                  </a:cubicBezTo>
                  <a:lnTo>
                    <a:pt x="2561" y="3032"/>
                  </a:lnTo>
                  <a:lnTo>
                    <a:pt x="2705" y="3623"/>
                  </a:lnTo>
                  <a:lnTo>
                    <a:pt x="2989" y="4780"/>
                  </a:lnTo>
                  <a:cubicBezTo>
                    <a:pt x="3085" y="5189"/>
                    <a:pt x="2902" y="5607"/>
                    <a:pt x="2547" y="5813"/>
                  </a:cubicBezTo>
                  <a:cubicBezTo>
                    <a:pt x="1697" y="6303"/>
                    <a:pt x="851" y="6587"/>
                    <a:pt x="1" y="6654"/>
                  </a:cubicBezTo>
                  <a:cubicBezTo>
                    <a:pt x="153" y="6667"/>
                    <a:pt x="306" y="6674"/>
                    <a:pt x="458" y="6674"/>
                  </a:cubicBezTo>
                  <a:cubicBezTo>
                    <a:pt x="1453" y="6674"/>
                    <a:pt x="2445" y="6388"/>
                    <a:pt x="3441" y="5813"/>
                  </a:cubicBezTo>
                  <a:cubicBezTo>
                    <a:pt x="3801" y="5607"/>
                    <a:pt x="3979" y="5184"/>
                    <a:pt x="3882" y="4780"/>
                  </a:cubicBezTo>
                  <a:lnTo>
                    <a:pt x="3599" y="3623"/>
                  </a:lnTo>
                  <a:lnTo>
                    <a:pt x="3460" y="3032"/>
                  </a:lnTo>
                  <a:lnTo>
                    <a:pt x="3349" y="2575"/>
                  </a:lnTo>
                  <a:cubicBezTo>
                    <a:pt x="3119" y="1624"/>
                    <a:pt x="2264" y="956"/>
                    <a:pt x="1288" y="956"/>
                  </a:cubicBezTo>
                  <a:lnTo>
                    <a:pt x="1130" y="95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rgbClr val="566D8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30" name="Google Shape;9130;p69"/>
            <p:cNvSpPr/>
            <p:nvPr/>
          </p:nvSpPr>
          <p:spPr>
            <a:xfrm>
              <a:off x="7224277" y="3986611"/>
              <a:ext cx="65188" cy="82650"/>
            </a:xfrm>
            <a:custGeom>
              <a:avLst/>
              <a:gdLst/>
              <a:ahLst/>
              <a:cxnLst/>
              <a:rect l="l" t="t" r="r" b="b"/>
              <a:pathLst>
                <a:path w="2490" h="3157" extrusionOk="0">
                  <a:moveTo>
                    <a:pt x="606" y="0"/>
                  </a:moveTo>
                  <a:lnTo>
                    <a:pt x="606" y="956"/>
                  </a:lnTo>
                  <a:lnTo>
                    <a:pt x="442" y="956"/>
                  </a:lnTo>
                  <a:cubicBezTo>
                    <a:pt x="294" y="956"/>
                    <a:pt x="149" y="971"/>
                    <a:pt x="1" y="1004"/>
                  </a:cubicBezTo>
                  <a:lnTo>
                    <a:pt x="58" y="1052"/>
                  </a:lnTo>
                  <a:lnTo>
                    <a:pt x="1274" y="3157"/>
                  </a:lnTo>
                  <a:lnTo>
                    <a:pt x="2489" y="1052"/>
                  </a:lnTo>
                  <a:lnTo>
                    <a:pt x="2489" y="990"/>
                  </a:lnTo>
                  <a:cubicBezTo>
                    <a:pt x="2364" y="966"/>
                    <a:pt x="2239" y="956"/>
                    <a:pt x="2114" y="956"/>
                  </a:cubicBezTo>
                  <a:lnTo>
                    <a:pt x="1956" y="956"/>
                  </a:lnTo>
                  <a:lnTo>
                    <a:pt x="1956" y="0"/>
                  </a:lnTo>
                  <a:cubicBezTo>
                    <a:pt x="1742" y="108"/>
                    <a:pt x="1510" y="162"/>
                    <a:pt x="1279" y="162"/>
                  </a:cubicBezTo>
                  <a:cubicBezTo>
                    <a:pt x="1048" y="162"/>
                    <a:pt x="817" y="108"/>
                    <a:pt x="606" y="0"/>
                  </a:cubicBezTo>
                  <a:close/>
                </a:path>
              </a:pathLst>
            </a:custGeom>
            <a:solidFill>
              <a:srgbClr val="E4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31" name="Google Shape;9131;p69"/>
            <p:cNvSpPr/>
            <p:nvPr/>
          </p:nvSpPr>
          <p:spPr>
            <a:xfrm>
              <a:off x="7239880" y="3986742"/>
              <a:ext cx="35369" cy="17253"/>
            </a:xfrm>
            <a:custGeom>
              <a:avLst/>
              <a:gdLst/>
              <a:ahLst/>
              <a:cxnLst/>
              <a:rect l="l" t="t" r="r" b="b"/>
              <a:pathLst>
                <a:path w="1351" h="659" extrusionOk="0">
                  <a:moveTo>
                    <a:pt x="0" y="0"/>
                  </a:moveTo>
                  <a:lnTo>
                    <a:pt x="0" y="514"/>
                  </a:lnTo>
                  <a:cubicBezTo>
                    <a:pt x="216" y="610"/>
                    <a:pt x="447" y="658"/>
                    <a:pt x="677" y="658"/>
                  </a:cubicBezTo>
                  <a:cubicBezTo>
                    <a:pt x="907" y="658"/>
                    <a:pt x="1136" y="610"/>
                    <a:pt x="1350" y="514"/>
                  </a:cubicBezTo>
                  <a:lnTo>
                    <a:pt x="1350" y="0"/>
                  </a:lnTo>
                  <a:cubicBezTo>
                    <a:pt x="1144" y="106"/>
                    <a:pt x="913" y="163"/>
                    <a:pt x="678" y="163"/>
                  </a:cubicBezTo>
                  <a:cubicBezTo>
                    <a:pt x="442" y="163"/>
                    <a:pt x="212" y="106"/>
                    <a:pt x="0" y="0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32" name="Google Shape;9132;p69"/>
            <p:cNvSpPr/>
            <p:nvPr/>
          </p:nvSpPr>
          <p:spPr>
            <a:xfrm>
              <a:off x="7213962" y="3888515"/>
              <a:ext cx="87441" cy="99379"/>
            </a:xfrm>
            <a:custGeom>
              <a:avLst/>
              <a:gdLst/>
              <a:ahLst/>
              <a:cxnLst/>
              <a:rect l="l" t="t" r="r" b="b"/>
              <a:pathLst>
                <a:path w="3340" h="3796" extrusionOk="0">
                  <a:moveTo>
                    <a:pt x="2292" y="0"/>
                  </a:moveTo>
                  <a:cubicBezTo>
                    <a:pt x="1615" y="457"/>
                    <a:pt x="817" y="706"/>
                    <a:pt x="1" y="716"/>
                  </a:cubicBezTo>
                  <a:lnTo>
                    <a:pt x="1" y="2104"/>
                  </a:lnTo>
                  <a:lnTo>
                    <a:pt x="1" y="2157"/>
                  </a:lnTo>
                  <a:cubicBezTo>
                    <a:pt x="15" y="3065"/>
                    <a:pt x="760" y="3795"/>
                    <a:pt x="1668" y="3795"/>
                  </a:cubicBezTo>
                  <a:cubicBezTo>
                    <a:pt x="2580" y="3795"/>
                    <a:pt x="3320" y="3065"/>
                    <a:pt x="3339" y="2157"/>
                  </a:cubicBezTo>
                  <a:lnTo>
                    <a:pt x="3339" y="716"/>
                  </a:lnTo>
                  <a:cubicBezTo>
                    <a:pt x="2753" y="476"/>
                    <a:pt x="2292" y="0"/>
                    <a:pt x="2292" y="0"/>
                  </a:cubicBezTo>
                  <a:close/>
                </a:path>
              </a:pathLst>
            </a:custGeom>
            <a:solidFill>
              <a:srgbClr val="E4EA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33" name="Google Shape;9133;p69"/>
            <p:cNvSpPr/>
            <p:nvPr/>
          </p:nvSpPr>
          <p:spPr>
            <a:xfrm>
              <a:off x="7260248" y="3888619"/>
              <a:ext cx="41286" cy="99903"/>
            </a:xfrm>
            <a:custGeom>
              <a:avLst/>
              <a:gdLst/>
              <a:ahLst/>
              <a:cxnLst/>
              <a:rect l="l" t="t" r="r" b="b"/>
              <a:pathLst>
                <a:path w="1577" h="3816" extrusionOk="0">
                  <a:moveTo>
                    <a:pt x="524" y="1"/>
                  </a:moveTo>
                  <a:cubicBezTo>
                    <a:pt x="361" y="116"/>
                    <a:pt x="183" y="217"/>
                    <a:pt x="0" y="299"/>
                  </a:cubicBezTo>
                  <a:cubicBezTo>
                    <a:pt x="270" y="544"/>
                    <a:pt x="582" y="741"/>
                    <a:pt x="913" y="885"/>
                  </a:cubicBezTo>
                  <a:lnTo>
                    <a:pt x="913" y="2326"/>
                  </a:lnTo>
                  <a:cubicBezTo>
                    <a:pt x="913" y="2955"/>
                    <a:pt x="563" y="3532"/>
                    <a:pt x="0" y="3815"/>
                  </a:cubicBezTo>
                  <a:cubicBezTo>
                    <a:pt x="884" y="3767"/>
                    <a:pt x="1571" y="3037"/>
                    <a:pt x="1576" y="2153"/>
                  </a:cubicBezTo>
                  <a:lnTo>
                    <a:pt x="1576" y="712"/>
                  </a:lnTo>
                  <a:cubicBezTo>
                    <a:pt x="981" y="472"/>
                    <a:pt x="524" y="1"/>
                    <a:pt x="524" y="1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34" name="Google Shape;9134;p69"/>
            <p:cNvSpPr/>
            <p:nvPr/>
          </p:nvSpPr>
          <p:spPr>
            <a:xfrm>
              <a:off x="7159769" y="3826599"/>
              <a:ext cx="195722" cy="339816"/>
            </a:xfrm>
            <a:custGeom>
              <a:avLst/>
              <a:gdLst/>
              <a:ahLst/>
              <a:cxnLst/>
              <a:rect l="l" t="t" r="r" b="b"/>
              <a:pathLst>
                <a:path w="7476" h="12980" extrusionOk="0">
                  <a:moveTo>
                    <a:pt x="3732" y="378"/>
                  </a:moveTo>
                  <a:cubicBezTo>
                    <a:pt x="4286" y="378"/>
                    <a:pt x="4840" y="472"/>
                    <a:pt x="5369" y="659"/>
                  </a:cubicBezTo>
                  <a:lnTo>
                    <a:pt x="5369" y="659"/>
                  </a:lnTo>
                  <a:lnTo>
                    <a:pt x="5131" y="1289"/>
                  </a:lnTo>
                  <a:lnTo>
                    <a:pt x="4915" y="1842"/>
                  </a:lnTo>
                  <a:cubicBezTo>
                    <a:pt x="4533" y="1709"/>
                    <a:pt x="4134" y="1643"/>
                    <a:pt x="3735" y="1643"/>
                  </a:cubicBezTo>
                  <a:cubicBezTo>
                    <a:pt x="3336" y="1643"/>
                    <a:pt x="2938" y="1709"/>
                    <a:pt x="2556" y="1842"/>
                  </a:cubicBezTo>
                  <a:lnTo>
                    <a:pt x="2104" y="655"/>
                  </a:lnTo>
                  <a:cubicBezTo>
                    <a:pt x="2631" y="471"/>
                    <a:pt x="3182" y="378"/>
                    <a:pt x="3732" y="378"/>
                  </a:cubicBezTo>
                  <a:close/>
                  <a:moveTo>
                    <a:pt x="2075" y="1649"/>
                  </a:moveTo>
                  <a:cubicBezTo>
                    <a:pt x="2282" y="2144"/>
                    <a:pt x="2239" y="2211"/>
                    <a:pt x="2392" y="2259"/>
                  </a:cubicBezTo>
                  <a:cubicBezTo>
                    <a:pt x="2407" y="2269"/>
                    <a:pt x="2426" y="2274"/>
                    <a:pt x="2445" y="2279"/>
                  </a:cubicBezTo>
                  <a:cubicBezTo>
                    <a:pt x="2465" y="2279"/>
                    <a:pt x="2489" y="2274"/>
                    <a:pt x="2508" y="2264"/>
                  </a:cubicBezTo>
                  <a:cubicBezTo>
                    <a:pt x="2902" y="2108"/>
                    <a:pt x="3317" y="2030"/>
                    <a:pt x="3733" y="2030"/>
                  </a:cubicBezTo>
                  <a:cubicBezTo>
                    <a:pt x="4148" y="2030"/>
                    <a:pt x="4564" y="2108"/>
                    <a:pt x="4958" y="2264"/>
                  </a:cubicBezTo>
                  <a:cubicBezTo>
                    <a:pt x="4979" y="2274"/>
                    <a:pt x="5003" y="2279"/>
                    <a:pt x="5028" y="2279"/>
                  </a:cubicBezTo>
                  <a:cubicBezTo>
                    <a:pt x="5053" y="2279"/>
                    <a:pt x="5078" y="2274"/>
                    <a:pt x="5102" y="2264"/>
                  </a:cubicBezTo>
                  <a:cubicBezTo>
                    <a:pt x="5145" y="2245"/>
                    <a:pt x="5184" y="2207"/>
                    <a:pt x="5203" y="2159"/>
                  </a:cubicBezTo>
                  <a:lnTo>
                    <a:pt x="5395" y="1654"/>
                  </a:lnTo>
                  <a:cubicBezTo>
                    <a:pt x="5943" y="2058"/>
                    <a:pt x="6269" y="2701"/>
                    <a:pt x="6269" y="3384"/>
                  </a:cubicBezTo>
                  <a:cubicBezTo>
                    <a:pt x="6269" y="3859"/>
                    <a:pt x="6255" y="4772"/>
                    <a:pt x="6212" y="5185"/>
                  </a:cubicBezTo>
                  <a:cubicBezTo>
                    <a:pt x="6159" y="5686"/>
                    <a:pt x="5741" y="6074"/>
                    <a:pt x="5236" y="6074"/>
                  </a:cubicBezTo>
                  <a:cubicBezTo>
                    <a:pt x="5233" y="6074"/>
                    <a:pt x="5230" y="6074"/>
                    <a:pt x="5227" y="6074"/>
                  </a:cubicBezTo>
                  <a:lnTo>
                    <a:pt x="4756" y="6074"/>
                  </a:lnTo>
                  <a:cubicBezTo>
                    <a:pt x="5280" y="5733"/>
                    <a:pt x="5592" y="5151"/>
                    <a:pt x="5592" y="4527"/>
                  </a:cubicBezTo>
                  <a:lnTo>
                    <a:pt x="5592" y="3086"/>
                  </a:lnTo>
                  <a:cubicBezTo>
                    <a:pt x="5582" y="3047"/>
                    <a:pt x="5568" y="3019"/>
                    <a:pt x="5549" y="2985"/>
                  </a:cubicBezTo>
                  <a:cubicBezTo>
                    <a:pt x="5530" y="2956"/>
                    <a:pt x="5501" y="2932"/>
                    <a:pt x="5477" y="2908"/>
                  </a:cubicBezTo>
                  <a:cubicBezTo>
                    <a:pt x="4934" y="2687"/>
                    <a:pt x="4497" y="2245"/>
                    <a:pt x="4492" y="2235"/>
                  </a:cubicBezTo>
                  <a:cubicBezTo>
                    <a:pt x="4456" y="2199"/>
                    <a:pt x="4408" y="2181"/>
                    <a:pt x="4360" y="2181"/>
                  </a:cubicBezTo>
                  <a:cubicBezTo>
                    <a:pt x="4319" y="2181"/>
                    <a:pt x="4277" y="2194"/>
                    <a:pt x="4242" y="2221"/>
                  </a:cubicBezTo>
                  <a:cubicBezTo>
                    <a:pt x="3598" y="2653"/>
                    <a:pt x="2839" y="2889"/>
                    <a:pt x="2066" y="2894"/>
                  </a:cubicBezTo>
                  <a:cubicBezTo>
                    <a:pt x="2037" y="2894"/>
                    <a:pt x="2023" y="2913"/>
                    <a:pt x="1999" y="2922"/>
                  </a:cubicBezTo>
                  <a:cubicBezTo>
                    <a:pt x="1975" y="2927"/>
                    <a:pt x="1950" y="2937"/>
                    <a:pt x="1931" y="2951"/>
                  </a:cubicBezTo>
                  <a:cubicBezTo>
                    <a:pt x="1917" y="2970"/>
                    <a:pt x="1917" y="2999"/>
                    <a:pt x="1907" y="3019"/>
                  </a:cubicBezTo>
                  <a:cubicBezTo>
                    <a:pt x="1893" y="3038"/>
                    <a:pt x="1883" y="3062"/>
                    <a:pt x="1878" y="3086"/>
                  </a:cubicBezTo>
                  <a:lnTo>
                    <a:pt x="1878" y="3629"/>
                  </a:lnTo>
                  <a:cubicBezTo>
                    <a:pt x="1878" y="3754"/>
                    <a:pt x="1973" y="3816"/>
                    <a:pt x="2068" y="3816"/>
                  </a:cubicBezTo>
                  <a:cubicBezTo>
                    <a:pt x="2163" y="3816"/>
                    <a:pt x="2258" y="3754"/>
                    <a:pt x="2258" y="3629"/>
                  </a:cubicBezTo>
                  <a:lnTo>
                    <a:pt x="2258" y="3259"/>
                  </a:lnTo>
                  <a:cubicBezTo>
                    <a:pt x="2993" y="3220"/>
                    <a:pt x="3709" y="2999"/>
                    <a:pt x="4338" y="2615"/>
                  </a:cubicBezTo>
                  <a:cubicBezTo>
                    <a:pt x="4602" y="2850"/>
                    <a:pt x="4895" y="3047"/>
                    <a:pt x="5217" y="3201"/>
                  </a:cubicBezTo>
                  <a:lnTo>
                    <a:pt x="5217" y="4522"/>
                  </a:lnTo>
                  <a:cubicBezTo>
                    <a:pt x="5217" y="5339"/>
                    <a:pt x="4554" y="6002"/>
                    <a:pt x="3733" y="6002"/>
                  </a:cubicBezTo>
                  <a:cubicBezTo>
                    <a:pt x="2916" y="6002"/>
                    <a:pt x="2253" y="5339"/>
                    <a:pt x="2253" y="4522"/>
                  </a:cubicBezTo>
                  <a:cubicBezTo>
                    <a:pt x="2253" y="4397"/>
                    <a:pt x="2158" y="4335"/>
                    <a:pt x="2063" y="4335"/>
                  </a:cubicBezTo>
                  <a:cubicBezTo>
                    <a:pt x="1969" y="4335"/>
                    <a:pt x="1874" y="4397"/>
                    <a:pt x="1874" y="4522"/>
                  </a:cubicBezTo>
                  <a:cubicBezTo>
                    <a:pt x="1878" y="5147"/>
                    <a:pt x="2191" y="5728"/>
                    <a:pt x="2710" y="6074"/>
                  </a:cubicBezTo>
                  <a:lnTo>
                    <a:pt x="2239" y="6074"/>
                  </a:lnTo>
                  <a:cubicBezTo>
                    <a:pt x="1729" y="6074"/>
                    <a:pt x="1307" y="5685"/>
                    <a:pt x="1259" y="5180"/>
                  </a:cubicBezTo>
                  <a:cubicBezTo>
                    <a:pt x="1215" y="4767"/>
                    <a:pt x="1196" y="3850"/>
                    <a:pt x="1196" y="3379"/>
                  </a:cubicBezTo>
                  <a:cubicBezTo>
                    <a:pt x="1201" y="2697"/>
                    <a:pt x="1523" y="2053"/>
                    <a:pt x="2075" y="1649"/>
                  </a:cubicBezTo>
                  <a:close/>
                  <a:moveTo>
                    <a:pt x="4218" y="6401"/>
                  </a:moveTo>
                  <a:lnTo>
                    <a:pt x="4218" y="7073"/>
                  </a:lnTo>
                  <a:cubicBezTo>
                    <a:pt x="4218" y="7174"/>
                    <a:pt x="4304" y="7260"/>
                    <a:pt x="4410" y="7260"/>
                  </a:cubicBezTo>
                  <a:lnTo>
                    <a:pt x="4569" y="7260"/>
                  </a:lnTo>
                  <a:cubicBezTo>
                    <a:pt x="4602" y="7260"/>
                    <a:pt x="4636" y="7265"/>
                    <a:pt x="4670" y="7270"/>
                  </a:cubicBezTo>
                  <a:lnTo>
                    <a:pt x="3733" y="8889"/>
                  </a:lnTo>
                  <a:lnTo>
                    <a:pt x="2796" y="7270"/>
                  </a:lnTo>
                  <a:cubicBezTo>
                    <a:pt x="2834" y="7265"/>
                    <a:pt x="2868" y="7260"/>
                    <a:pt x="2902" y="7260"/>
                  </a:cubicBezTo>
                  <a:lnTo>
                    <a:pt x="3060" y="7260"/>
                  </a:lnTo>
                  <a:cubicBezTo>
                    <a:pt x="3166" y="7260"/>
                    <a:pt x="3252" y="7174"/>
                    <a:pt x="3252" y="7073"/>
                  </a:cubicBezTo>
                  <a:lnTo>
                    <a:pt x="3252" y="6401"/>
                  </a:lnTo>
                  <a:cubicBezTo>
                    <a:pt x="3409" y="6449"/>
                    <a:pt x="3572" y="6473"/>
                    <a:pt x="3735" y="6473"/>
                  </a:cubicBezTo>
                  <a:cubicBezTo>
                    <a:pt x="3899" y="6473"/>
                    <a:pt x="4062" y="6449"/>
                    <a:pt x="4218" y="6401"/>
                  </a:cubicBezTo>
                  <a:close/>
                  <a:moveTo>
                    <a:pt x="3738" y="0"/>
                  </a:moveTo>
                  <a:cubicBezTo>
                    <a:pt x="3088" y="0"/>
                    <a:pt x="2436" y="124"/>
                    <a:pt x="1787" y="371"/>
                  </a:cubicBezTo>
                  <a:cubicBezTo>
                    <a:pt x="1739" y="391"/>
                    <a:pt x="1705" y="424"/>
                    <a:pt x="1681" y="472"/>
                  </a:cubicBezTo>
                  <a:cubicBezTo>
                    <a:pt x="1662" y="516"/>
                    <a:pt x="1662" y="568"/>
                    <a:pt x="1681" y="616"/>
                  </a:cubicBezTo>
                  <a:lnTo>
                    <a:pt x="1941" y="1299"/>
                  </a:lnTo>
                  <a:cubicBezTo>
                    <a:pt x="1244" y="1765"/>
                    <a:pt x="822" y="2543"/>
                    <a:pt x="817" y="3379"/>
                  </a:cubicBezTo>
                  <a:cubicBezTo>
                    <a:pt x="817" y="3797"/>
                    <a:pt x="836" y="4767"/>
                    <a:pt x="879" y="5224"/>
                  </a:cubicBezTo>
                  <a:cubicBezTo>
                    <a:pt x="951" y="5922"/>
                    <a:pt x="1532" y="6453"/>
                    <a:pt x="2234" y="6453"/>
                  </a:cubicBezTo>
                  <a:cubicBezTo>
                    <a:pt x="2237" y="6453"/>
                    <a:pt x="2240" y="6453"/>
                    <a:pt x="2244" y="6453"/>
                  </a:cubicBezTo>
                  <a:lnTo>
                    <a:pt x="2873" y="6453"/>
                  </a:lnTo>
                  <a:lnTo>
                    <a:pt x="2873" y="6881"/>
                  </a:lnTo>
                  <a:cubicBezTo>
                    <a:pt x="1816" y="6891"/>
                    <a:pt x="903" y="7616"/>
                    <a:pt x="658" y="8644"/>
                  </a:cubicBezTo>
                  <a:lnTo>
                    <a:pt x="115" y="10849"/>
                  </a:lnTo>
                  <a:cubicBezTo>
                    <a:pt x="0" y="11334"/>
                    <a:pt x="216" y="11843"/>
                    <a:pt x="649" y="12093"/>
                  </a:cubicBezTo>
                  <a:cubicBezTo>
                    <a:pt x="1672" y="12684"/>
                    <a:pt x="2704" y="12980"/>
                    <a:pt x="3735" y="12980"/>
                  </a:cubicBezTo>
                  <a:cubicBezTo>
                    <a:pt x="4767" y="12980"/>
                    <a:pt x="5799" y="12684"/>
                    <a:pt x="6822" y="12093"/>
                  </a:cubicBezTo>
                  <a:cubicBezTo>
                    <a:pt x="7259" y="11843"/>
                    <a:pt x="7475" y="11339"/>
                    <a:pt x="7355" y="10849"/>
                  </a:cubicBezTo>
                  <a:lnTo>
                    <a:pt x="7144" y="9984"/>
                  </a:lnTo>
                  <a:cubicBezTo>
                    <a:pt x="7114" y="9892"/>
                    <a:pt x="7040" y="9851"/>
                    <a:pt x="6965" y="9851"/>
                  </a:cubicBezTo>
                  <a:cubicBezTo>
                    <a:pt x="6857" y="9851"/>
                    <a:pt x="6748" y="9936"/>
                    <a:pt x="6774" y="10076"/>
                  </a:cubicBezTo>
                  <a:lnTo>
                    <a:pt x="6985" y="10940"/>
                  </a:lnTo>
                  <a:cubicBezTo>
                    <a:pt x="7062" y="11262"/>
                    <a:pt x="6918" y="11598"/>
                    <a:pt x="6630" y="11762"/>
                  </a:cubicBezTo>
                  <a:cubicBezTo>
                    <a:pt x="5657" y="12324"/>
                    <a:pt x="4696" y="12605"/>
                    <a:pt x="3735" y="12605"/>
                  </a:cubicBezTo>
                  <a:cubicBezTo>
                    <a:pt x="2774" y="12605"/>
                    <a:pt x="1814" y="12324"/>
                    <a:pt x="841" y="11762"/>
                  </a:cubicBezTo>
                  <a:cubicBezTo>
                    <a:pt x="553" y="11598"/>
                    <a:pt x="408" y="11262"/>
                    <a:pt x="485" y="10940"/>
                  </a:cubicBezTo>
                  <a:lnTo>
                    <a:pt x="1023" y="8730"/>
                  </a:lnTo>
                  <a:cubicBezTo>
                    <a:pt x="1191" y="8048"/>
                    <a:pt x="1720" y="7510"/>
                    <a:pt x="2397" y="7333"/>
                  </a:cubicBezTo>
                  <a:lnTo>
                    <a:pt x="3574" y="9365"/>
                  </a:lnTo>
                  <a:cubicBezTo>
                    <a:pt x="3610" y="9427"/>
                    <a:pt x="3674" y="9458"/>
                    <a:pt x="3738" y="9458"/>
                  </a:cubicBezTo>
                  <a:cubicBezTo>
                    <a:pt x="3801" y="9458"/>
                    <a:pt x="3865" y="9427"/>
                    <a:pt x="3901" y="9365"/>
                  </a:cubicBezTo>
                  <a:lnTo>
                    <a:pt x="5078" y="7333"/>
                  </a:lnTo>
                  <a:cubicBezTo>
                    <a:pt x="5755" y="7510"/>
                    <a:pt x="6284" y="8048"/>
                    <a:pt x="6452" y="8730"/>
                  </a:cubicBezTo>
                  <a:lnTo>
                    <a:pt x="6562" y="9192"/>
                  </a:lnTo>
                  <a:cubicBezTo>
                    <a:pt x="6590" y="9286"/>
                    <a:pt x="6664" y="9327"/>
                    <a:pt x="6738" y="9327"/>
                  </a:cubicBezTo>
                  <a:cubicBezTo>
                    <a:pt x="6847" y="9327"/>
                    <a:pt x="6958" y="9240"/>
                    <a:pt x="6932" y="9100"/>
                  </a:cubicBezTo>
                  <a:lnTo>
                    <a:pt x="6822" y="8644"/>
                  </a:lnTo>
                  <a:cubicBezTo>
                    <a:pt x="6572" y="7616"/>
                    <a:pt x="5659" y="6891"/>
                    <a:pt x="4602" y="6881"/>
                  </a:cubicBezTo>
                  <a:lnTo>
                    <a:pt x="4602" y="6453"/>
                  </a:lnTo>
                  <a:lnTo>
                    <a:pt x="5232" y="6453"/>
                  </a:lnTo>
                  <a:cubicBezTo>
                    <a:pt x="5235" y="6453"/>
                    <a:pt x="5238" y="6453"/>
                    <a:pt x="5241" y="6453"/>
                  </a:cubicBezTo>
                  <a:cubicBezTo>
                    <a:pt x="5943" y="6453"/>
                    <a:pt x="6524" y="5922"/>
                    <a:pt x="6596" y="5224"/>
                  </a:cubicBezTo>
                  <a:cubicBezTo>
                    <a:pt x="6639" y="4767"/>
                    <a:pt x="6658" y="3792"/>
                    <a:pt x="6654" y="3379"/>
                  </a:cubicBezTo>
                  <a:cubicBezTo>
                    <a:pt x="6649" y="2543"/>
                    <a:pt x="6226" y="1765"/>
                    <a:pt x="5530" y="1299"/>
                  </a:cubicBezTo>
                  <a:lnTo>
                    <a:pt x="5789" y="616"/>
                  </a:lnTo>
                  <a:cubicBezTo>
                    <a:pt x="5827" y="520"/>
                    <a:pt x="5779" y="410"/>
                    <a:pt x="5678" y="371"/>
                  </a:cubicBezTo>
                  <a:cubicBezTo>
                    <a:pt x="5037" y="124"/>
                    <a:pt x="4389" y="0"/>
                    <a:pt x="3738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9135" name="Google Shape;9135;p69"/>
          <p:cNvGrpSpPr/>
          <p:nvPr/>
        </p:nvGrpSpPr>
        <p:grpSpPr>
          <a:xfrm>
            <a:off x="3719368" y="2824602"/>
            <a:ext cx="143591" cy="277148"/>
            <a:chOff x="4959157" y="2908885"/>
            <a:chExt cx="191454" cy="369531"/>
          </a:xfrm>
        </p:grpSpPr>
        <p:sp>
          <p:nvSpPr>
            <p:cNvPr id="9136" name="Google Shape;9136;p69"/>
            <p:cNvSpPr/>
            <p:nvPr/>
          </p:nvSpPr>
          <p:spPr>
            <a:xfrm>
              <a:off x="4989473" y="2947867"/>
              <a:ext cx="130952" cy="325287"/>
            </a:xfrm>
            <a:custGeom>
              <a:avLst/>
              <a:gdLst/>
              <a:ahLst/>
              <a:cxnLst/>
              <a:rect l="l" t="t" r="r" b="b"/>
              <a:pathLst>
                <a:path w="5002" h="12425" extrusionOk="0">
                  <a:moveTo>
                    <a:pt x="24" y="1"/>
                  </a:moveTo>
                  <a:lnTo>
                    <a:pt x="24" y="9907"/>
                  </a:lnTo>
                  <a:cubicBezTo>
                    <a:pt x="0" y="11290"/>
                    <a:pt x="1120" y="12424"/>
                    <a:pt x="2503" y="12424"/>
                  </a:cubicBezTo>
                  <a:cubicBezTo>
                    <a:pt x="3887" y="12424"/>
                    <a:pt x="5001" y="11290"/>
                    <a:pt x="4982" y="9907"/>
                  </a:cubicBezTo>
                  <a:lnTo>
                    <a:pt x="4982" y="9907"/>
                  </a:lnTo>
                  <a:lnTo>
                    <a:pt x="4982" y="1"/>
                  </a:lnTo>
                  <a:close/>
                </a:path>
              </a:pathLst>
            </a:custGeom>
            <a:solidFill>
              <a:srgbClr val="F3F6F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37" name="Google Shape;9137;p69"/>
            <p:cNvSpPr/>
            <p:nvPr/>
          </p:nvSpPr>
          <p:spPr>
            <a:xfrm>
              <a:off x="5040289" y="2947632"/>
              <a:ext cx="79509" cy="324370"/>
            </a:xfrm>
            <a:custGeom>
              <a:avLst/>
              <a:gdLst/>
              <a:ahLst/>
              <a:cxnLst/>
              <a:rect l="l" t="t" r="r" b="b"/>
              <a:pathLst>
                <a:path w="3037" h="12390" extrusionOk="0">
                  <a:moveTo>
                    <a:pt x="3036" y="0"/>
                  </a:moveTo>
                  <a:lnTo>
                    <a:pt x="1922" y="5"/>
                  </a:lnTo>
                  <a:lnTo>
                    <a:pt x="1922" y="9916"/>
                  </a:lnTo>
                  <a:cubicBezTo>
                    <a:pt x="1922" y="11069"/>
                    <a:pt x="1124" y="12068"/>
                    <a:pt x="0" y="12327"/>
                  </a:cubicBezTo>
                  <a:cubicBezTo>
                    <a:pt x="183" y="12371"/>
                    <a:pt x="370" y="12390"/>
                    <a:pt x="557" y="12390"/>
                  </a:cubicBezTo>
                  <a:cubicBezTo>
                    <a:pt x="1927" y="12390"/>
                    <a:pt x="3036" y="11280"/>
                    <a:pt x="3036" y="9911"/>
                  </a:cubicBezTo>
                  <a:lnTo>
                    <a:pt x="3036" y="0"/>
                  </a:lnTo>
                  <a:close/>
                </a:path>
              </a:pathLst>
            </a:custGeom>
            <a:solidFill>
              <a:srgbClr val="EAEFF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38" name="Google Shape;9138;p69"/>
            <p:cNvSpPr/>
            <p:nvPr/>
          </p:nvSpPr>
          <p:spPr>
            <a:xfrm>
              <a:off x="4989971" y="3065703"/>
              <a:ext cx="129827" cy="206298"/>
            </a:xfrm>
            <a:custGeom>
              <a:avLst/>
              <a:gdLst/>
              <a:ahLst/>
              <a:cxnLst/>
              <a:rect l="l" t="t" r="r" b="b"/>
              <a:pathLst>
                <a:path w="4959" h="7880" extrusionOk="0">
                  <a:moveTo>
                    <a:pt x="1264" y="1"/>
                  </a:moveTo>
                  <a:cubicBezTo>
                    <a:pt x="530" y="1"/>
                    <a:pt x="0" y="342"/>
                    <a:pt x="0" y="342"/>
                  </a:cubicBezTo>
                  <a:lnTo>
                    <a:pt x="0" y="5411"/>
                  </a:lnTo>
                  <a:cubicBezTo>
                    <a:pt x="5" y="6775"/>
                    <a:pt x="1110" y="7880"/>
                    <a:pt x="2479" y="7880"/>
                  </a:cubicBezTo>
                  <a:cubicBezTo>
                    <a:pt x="3849" y="7880"/>
                    <a:pt x="4958" y="6770"/>
                    <a:pt x="4958" y="5406"/>
                  </a:cubicBezTo>
                  <a:lnTo>
                    <a:pt x="4958" y="169"/>
                  </a:lnTo>
                  <a:cubicBezTo>
                    <a:pt x="4958" y="169"/>
                    <a:pt x="4357" y="644"/>
                    <a:pt x="3548" y="644"/>
                  </a:cubicBezTo>
                  <a:cubicBezTo>
                    <a:pt x="3218" y="644"/>
                    <a:pt x="2853" y="565"/>
                    <a:pt x="2479" y="342"/>
                  </a:cubicBezTo>
                  <a:cubicBezTo>
                    <a:pt x="2050" y="86"/>
                    <a:pt x="1632" y="1"/>
                    <a:pt x="1264" y="1"/>
                  </a:cubicBezTo>
                  <a:close/>
                </a:path>
              </a:pathLst>
            </a:custGeom>
            <a:solidFill>
              <a:srgbClr val="7084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39" name="Google Shape;9139;p69"/>
            <p:cNvSpPr/>
            <p:nvPr/>
          </p:nvSpPr>
          <p:spPr>
            <a:xfrm>
              <a:off x="5040289" y="3069997"/>
              <a:ext cx="79378" cy="202005"/>
            </a:xfrm>
            <a:custGeom>
              <a:avLst/>
              <a:gdLst/>
              <a:ahLst/>
              <a:cxnLst/>
              <a:rect l="l" t="t" r="r" b="b"/>
              <a:pathLst>
                <a:path w="3032" h="7716" extrusionOk="0">
                  <a:moveTo>
                    <a:pt x="3031" y="1"/>
                  </a:moveTo>
                  <a:cubicBezTo>
                    <a:pt x="2705" y="241"/>
                    <a:pt x="2320" y="395"/>
                    <a:pt x="1917" y="452"/>
                  </a:cubicBezTo>
                  <a:lnTo>
                    <a:pt x="1917" y="5242"/>
                  </a:lnTo>
                  <a:lnTo>
                    <a:pt x="1922" y="5242"/>
                  </a:lnTo>
                  <a:cubicBezTo>
                    <a:pt x="1922" y="6395"/>
                    <a:pt x="1124" y="7394"/>
                    <a:pt x="0" y="7653"/>
                  </a:cubicBezTo>
                  <a:cubicBezTo>
                    <a:pt x="19" y="7658"/>
                    <a:pt x="39" y="7663"/>
                    <a:pt x="58" y="7668"/>
                  </a:cubicBezTo>
                  <a:cubicBezTo>
                    <a:pt x="63" y="7673"/>
                    <a:pt x="72" y="7673"/>
                    <a:pt x="77" y="7673"/>
                  </a:cubicBezTo>
                  <a:lnTo>
                    <a:pt x="125" y="7682"/>
                  </a:lnTo>
                  <a:lnTo>
                    <a:pt x="149" y="7682"/>
                  </a:lnTo>
                  <a:cubicBezTo>
                    <a:pt x="159" y="7687"/>
                    <a:pt x="173" y="7687"/>
                    <a:pt x="192" y="7692"/>
                  </a:cubicBezTo>
                  <a:lnTo>
                    <a:pt x="216" y="7692"/>
                  </a:lnTo>
                  <a:cubicBezTo>
                    <a:pt x="231" y="7697"/>
                    <a:pt x="245" y="7697"/>
                    <a:pt x="255" y="7697"/>
                  </a:cubicBezTo>
                  <a:cubicBezTo>
                    <a:pt x="269" y="7701"/>
                    <a:pt x="274" y="7701"/>
                    <a:pt x="284" y="7701"/>
                  </a:cubicBezTo>
                  <a:cubicBezTo>
                    <a:pt x="298" y="7706"/>
                    <a:pt x="308" y="7706"/>
                    <a:pt x="322" y="7706"/>
                  </a:cubicBezTo>
                  <a:lnTo>
                    <a:pt x="351" y="7706"/>
                  </a:lnTo>
                  <a:cubicBezTo>
                    <a:pt x="365" y="7711"/>
                    <a:pt x="380" y="7711"/>
                    <a:pt x="394" y="7711"/>
                  </a:cubicBezTo>
                  <a:lnTo>
                    <a:pt x="418" y="7711"/>
                  </a:lnTo>
                  <a:cubicBezTo>
                    <a:pt x="437" y="7711"/>
                    <a:pt x="452" y="7716"/>
                    <a:pt x="466" y="7716"/>
                  </a:cubicBezTo>
                  <a:lnTo>
                    <a:pt x="557" y="7716"/>
                  </a:lnTo>
                  <a:cubicBezTo>
                    <a:pt x="1927" y="7716"/>
                    <a:pt x="3031" y="6606"/>
                    <a:pt x="3031" y="5237"/>
                  </a:cubicBezTo>
                  <a:lnTo>
                    <a:pt x="3031" y="1"/>
                  </a:lnTo>
                  <a:close/>
                </a:path>
              </a:pathLst>
            </a:custGeom>
            <a:solidFill>
              <a:srgbClr val="566D8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40" name="Google Shape;9140;p69"/>
            <p:cNvSpPr/>
            <p:nvPr/>
          </p:nvSpPr>
          <p:spPr>
            <a:xfrm>
              <a:off x="5012852" y="3097172"/>
              <a:ext cx="19164" cy="16389"/>
            </a:xfrm>
            <a:custGeom>
              <a:avLst/>
              <a:gdLst/>
              <a:ahLst/>
              <a:cxnLst/>
              <a:rect l="l" t="t" r="r" b="b"/>
              <a:pathLst>
                <a:path w="732" h="626" extrusionOk="0">
                  <a:moveTo>
                    <a:pt x="419" y="0"/>
                  </a:moveTo>
                  <a:cubicBezTo>
                    <a:pt x="140" y="0"/>
                    <a:pt x="1" y="337"/>
                    <a:pt x="198" y="534"/>
                  </a:cubicBezTo>
                  <a:cubicBezTo>
                    <a:pt x="262" y="597"/>
                    <a:pt x="340" y="626"/>
                    <a:pt x="417" y="626"/>
                  </a:cubicBezTo>
                  <a:cubicBezTo>
                    <a:pt x="577" y="626"/>
                    <a:pt x="731" y="501"/>
                    <a:pt x="731" y="313"/>
                  </a:cubicBezTo>
                  <a:cubicBezTo>
                    <a:pt x="731" y="140"/>
                    <a:pt x="592" y="0"/>
                    <a:pt x="419" y="0"/>
                  </a:cubicBezTo>
                  <a:close/>
                </a:path>
              </a:pathLst>
            </a:custGeom>
            <a:solidFill>
              <a:srgbClr val="3B536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41" name="Google Shape;9141;p69"/>
            <p:cNvSpPr/>
            <p:nvPr/>
          </p:nvSpPr>
          <p:spPr>
            <a:xfrm>
              <a:off x="5078381" y="3120551"/>
              <a:ext cx="16624" cy="14163"/>
            </a:xfrm>
            <a:custGeom>
              <a:avLst/>
              <a:gdLst/>
              <a:ahLst/>
              <a:cxnLst/>
              <a:rect l="l" t="t" r="r" b="b"/>
              <a:pathLst>
                <a:path w="635" h="541" extrusionOk="0">
                  <a:moveTo>
                    <a:pt x="366" y="1"/>
                  </a:moveTo>
                  <a:cubicBezTo>
                    <a:pt x="121" y="1"/>
                    <a:pt x="1" y="289"/>
                    <a:pt x="174" y="462"/>
                  </a:cubicBezTo>
                  <a:cubicBezTo>
                    <a:pt x="228" y="516"/>
                    <a:pt x="295" y="540"/>
                    <a:pt x="361" y="540"/>
                  </a:cubicBezTo>
                  <a:cubicBezTo>
                    <a:pt x="500" y="540"/>
                    <a:pt x="635" y="433"/>
                    <a:pt x="635" y="270"/>
                  </a:cubicBezTo>
                  <a:cubicBezTo>
                    <a:pt x="635" y="121"/>
                    <a:pt x="515" y="1"/>
                    <a:pt x="366" y="1"/>
                  </a:cubicBezTo>
                  <a:close/>
                </a:path>
              </a:pathLst>
            </a:custGeom>
            <a:solidFill>
              <a:srgbClr val="3B536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42" name="Google Shape;9142;p69"/>
            <p:cNvSpPr/>
            <p:nvPr/>
          </p:nvSpPr>
          <p:spPr>
            <a:xfrm>
              <a:off x="5029712" y="3222050"/>
              <a:ext cx="16624" cy="14242"/>
            </a:xfrm>
            <a:custGeom>
              <a:avLst/>
              <a:gdLst/>
              <a:ahLst/>
              <a:cxnLst/>
              <a:rect l="l" t="t" r="r" b="b"/>
              <a:pathLst>
                <a:path w="635" h="544" extrusionOk="0">
                  <a:moveTo>
                    <a:pt x="361" y="1"/>
                  </a:moveTo>
                  <a:cubicBezTo>
                    <a:pt x="121" y="1"/>
                    <a:pt x="1" y="294"/>
                    <a:pt x="169" y="462"/>
                  </a:cubicBezTo>
                  <a:cubicBezTo>
                    <a:pt x="225" y="518"/>
                    <a:pt x="294" y="544"/>
                    <a:pt x="362" y="544"/>
                  </a:cubicBezTo>
                  <a:cubicBezTo>
                    <a:pt x="502" y="544"/>
                    <a:pt x="635" y="436"/>
                    <a:pt x="635" y="274"/>
                  </a:cubicBezTo>
                  <a:cubicBezTo>
                    <a:pt x="635" y="121"/>
                    <a:pt x="510" y="1"/>
                    <a:pt x="361" y="1"/>
                  </a:cubicBezTo>
                  <a:close/>
                </a:path>
              </a:pathLst>
            </a:custGeom>
            <a:solidFill>
              <a:srgbClr val="3B536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43" name="Google Shape;9143;p69"/>
            <p:cNvSpPr/>
            <p:nvPr/>
          </p:nvSpPr>
          <p:spPr>
            <a:xfrm>
              <a:off x="5078381" y="3191498"/>
              <a:ext cx="16624" cy="14242"/>
            </a:xfrm>
            <a:custGeom>
              <a:avLst/>
              <a:gdLst/>
              <a:ahLst/>
              <a:cxnLst/>
              <a:rect l="l" t="t" r="r" b="b"/>
              <a:pathLst>
                <a:path w="635" h="544" extrusionOk="0">
                  <a:moveTo>
                    <a:pt x="366" y="0"/>
                  </a:moveTo>
                  <a:cubicBezTo>
                    <a:pt x="121" y="0"/>
                    <a:pt x="1" y="293"/>
                    <a:pt x="174" y="461"/>
                  </a:cubicBezTo>
                  <a:cubicBezTo>
                    <a:pt x="228" y="518"/>
                    <a:pt x="296" y="543"/>
                    <a:pt x="363" y="543"/>
                  </a:cubicBezTo>
                  <a:cubicBezTo>
                    <a:pt x="502" y="543"/>
                    <a:pt x="635" y="435"/>
                    <a:pt x="635" y="269"/>
                  </a:cubicBezTo>
                  <a:cubicBezTo>
                    <a:pt x="635" y="120"/>
                    <a:pt x="515" y="0"/>
                    <a:pt x="366" y="0"/>
                  </a:cubicBezTo>
                  <a:close/>
                </a:path>
              </a:pathLst>
            </a:custGeom>
            <a:solidFill>
              <a:srgbClr val="3B536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44" name="Google Shape;9144;p69"/>
            <p:cNvSpPr/>
            <p:nvPr/>
          </p:nvSpPr>
          <p:spPr>
            <a:xfrm>
              <a:off x="5022931" y="3152385"/>
              <a:ext cx="20002" cy="17253"/>
            </a:xfrm>
            <a:custGeom>
              <a:avLst/>
              <a:gdLst/>
              <a:ahLst/>
              <a:cxnLst/>
              <a:rect l="l" t="t" r="r" b="b"/>
              <a:pathLst>
                <a:path w="764" h="659" extrusionOk="0">
                  <a:moveTo>
                    <a:pt x="437" y="0"/>
                  </a:moveTo>
                  <a:cubicBezTo>
                    <a:pt x="144" y="0"/>
                    <a:pt x="0" y="356"/>
                    <a:pt x="207" y="562"/>
                  </a:cubicBezTo>
                  <a:cubicBezTo>
                    <a:pt x="273" y="629"/>
                    <a:pt x="355" y="659"/>
                    <a:pt x="435" y="659"/>
                  </a:cubicBezTo>
                  <a:cubicBezTo>
                    <a:pt x="603" y="659"/>
                    <a:pt x="764" y="527"/>
                    <a:pt x="764" y="332"/>
                  </a:cubicBezTo>
                  <a:cubicBezTo>
                    <a:pt x="764" y="149"/>
                    <a:pt x="615" y="0"/>
                    <a:pt x="437" y="0"/>
                  </a:cubicBezTo>
                  <a:close/>
                </a:path>
              </a:pathLst>
            </a:custGeom>
            <a:solidFill>
              <a:srgbClr val="3B536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45" name="Google Shape;9145;p69"/>
            <p:cNvSpPr/>
            <p:nvPr/>
          </p:nvSpPr>
          <p:spPr>
            <a:xfrm>
              <a:off x="4964576" y="2914304"/>
              <a:ext cx="180747" cy="33353"/>
            </a:xfrm>
            <a:custGeom>
              <a:avLst/>
              <a:gdLst/>
              <a:ahLst/>
              <a:cxnLst/>
              <a:rect l="l" t="t" r="r" b="b"/>
              <a:pathLst>
                <a:path w="6904" h="1274" extrusionOk="0">
                  <a:moveTo>
                    <a:pt x="432" y="0"/>
                  </a:moveTo>
                  <a:cubicBezTo>
                    <a:pt x="197" y="0"/>
                    <a:pt x="0" y="192"/>
                    <a:pt x="0" y="433"/>
                  </a:cubicBezTo>
                  <a:lnTo>
                    <a:pt x="0" y="846"/>
                  </a:lnTo>
                  <a:cubicBezTo>
                    <a:pt x="0" y="1081"/>
                    <a:pt x="197" y="1273"/>
                    <a:pt x="432" y="1273"/>
                  </a:cubicBezTo>
                  <a:lnTo>
                    <a:pt x="6471" y="1273"/>
                  </a:lnTo>
                  <a:cubicBezTo>
                    <a:pt x="6707" y="1273"/>
                    <a:pt x="6903" y="1081"/>
                    <a:pt x="6899" y="846"/>
                  </a:cubicBezTo>
                  <a:lnTo>
                    <a:pt x="6899" y="433"/>
                  </a:lnTo>
                  <a:cubicBezTo>
                    <a:pt x="6903" y="192"/>
                    <a:pt x="6707" y="0"/>
                    <a:pt x="6471" y="0"/>
                  </a:cubicBezTo>
                  <a:close/>
                </a:path>
              </a:pathLst>
            </a:custGeom>
            <a:solidFill>
              <a:srgbClr val="A7B3B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46" name="Google Shape;9146;p69"/>
            <p:cNvSpPr/>
            <p:nvPr/>
          </p:nvSpPr>
          <p:spPr>
            <a:xfrm>
              <a:off x="5102649" y="2914304"/>
              <a:ext cx="42543" cy="33353"/>
            </a:xfrm>
            <a:custGeom>
              <a:avLst/>
              <a:gdLst/>
              <a:ahLst/>
              <a:cxnLst/>
              <a:rect l="l" t="t" r="r" b="b"/>
              <a:pathLst>
                <a:path w="1625" h="1274" extrusionOk="0">
                  <a:moveTo>
                    <a:pt x="1" y="0"/>
                  </a:moveTo>
                  <a:cubicBezTo>
                    <a:pt x="241" y="0"/>
                    <a:pt x="433" y="192"/>
                    <a:pt x="433" y="433"/>
                  </a:cubicBezTo>
                  <a:lnTo>
                    <a:pt x="433" y="846"/>
                  </a:lnTo>
                  <a:cubicBezTo>
                    <a:pt x="433" y="1081"/>
                    <a:pt x="241" y="1273"/>
                    <a:pt x="1" y="1273"/>
                  </a:cubicBezTo>
                  <a:lnTo>
                    <a:pt x="1192" y="1273"/>
                  </a:lnTo>
                  <a:cubicBezTo>
                    <a:pt x="1428" y="1273"/>
                    <a:pt x="1625" y="1081"/>
                    <a:pt x="1625" y="846"/>
                  </a:cubicBezTo>
                  <a:lnTo>
                    <a:pt x="1625" y="433"/>
                  </a:lnTo>
                  <a:cubicBezTo>
                    <a:pt x="1625" y="192"/>
                    <a:pt x="1433" y="0"/>
                    <a:pt x="1192" y="0"/>
                  </a:cubicBezTo>
                  <a:close/>
                </a:path>
              </a:pathLst>
            </a:custGeom>
            <a:solidFill>
              <a:srgbClr val="8394A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47" name="Google Shape;9147;p69"/>
            <p:cNvSpPr/>
            <p:nvPr/>
          </p:nvSpPr>
          <p:spPr>
            <a:xfrm>
              <a:off x="4959157" y="2908885"/>
              <a:ext cx="191454" cy="369531"/>
            </a:xfrm>
            <a:custGeom>
              <a:avLst/>
              <a:gdLst/>
              <a:ahLst/>
              <a:cxnLst/>
              <a:rect l="l" t="t" r="r" b="b"/>
              <a:pathLst>
                <a:path w="7313" h="14115" extrusionOk="0">
                  <a:moveTo>
                    <a:pt x="2440" y="6191"/>
                  </a:moveTo>
                  <a:cubicBezTo>
                    <a:pt x="2775" y="6191"/>
                    <a:pt x="3158" y="6269"/>
                    <a:pt x="3551" y="6505"/>
                  </a:cubicBezTo>
                  <a:cubicBezTo>
                    <a:pt x="3926" y="6729"/>
                    <a:pt x="4329" y="6837"/>
                    <a:pt x="4734" y="6837"/>
                  </a:cubicBezTo>
                  <a:cubicBezTo>
                    <a:pt x="5137" y="6837"/>
                    <a:pt x="5543" y="6731"/>
                    <a:pt x="5929" y="6525"/>
                  </a:cubicBezTo>
                  <a:lnTo>
                    <a:pt x="5929" y="11391"/>
                  </a:lnTo>
                  <a:cubicBezTo>
                    <a:pt x="5953" y="12664"/>
                    <a:pt x="4929" y="13702"/>
                    <a:pt x="3656" y="13702"/>
                  </a:cubicBezTo>
                  <a:cubicBezTo>
                    <a:pt x="2388" y="13702"/>
                    <a:pt x="1365" y="12664"/>
                    <a:pt x="1384" y="11391"/>
                  </a:cubicBezTo>
                  <a:lnTo>
                    <a:pt x="1384" y="6452"/>
                  </a:lnTo>
                  <a:cubicBezTo>
                    <a:pt x="1550" y="6364"/>
                    <a:pt x="1943" y="6191"/>
                    <a:pt x="2440" y="6191"/>
                  </a:cubicBezTo>
                  <a:close/>
                  <a:moveTo>
                    <a:pt x="639" y="1"/>
                  </a:moveTo>
                  <a:cubicBezTo>
                    <a:pt x="284" y="1"/>
                    <a:pt x="0" y="289"/>
                    <a:pt x="0" y="640"/>
                  </a:cubicBezTo>
                  <a:lnTo>
                    <a:pt x="0" y="1053"/>
                  </a:lnTo>
                  <a:cubicBezTo>
                    <a:pt x="0" y="1408"/>
                    <a:pt x="284" y="1692"/>
                    <a:pt x="639" y="1692"/>
                  </a:cubicBezTo>
                  <a:lnTo>
                    <a:pt x="966" y="1692"/>
                  </a:lnTo>
                  <a:lnTo>
                    <a:pt x="966" y="11391"/>
                  </a:lnTo>
                  <a:cubicBezTo>
                    <a:pt x="947" y="12890"/>
                    <a:pt x="2153" y="14115"/>
                    <a:pt x="3652" y="14115"/>
                  </a:cubicBezTo>
                  <a:cubicBezTo>
                    <a:pt x="5155" y="14115"/>
                    <a:pt x="6361" y="12890"/>
                    <a:pt x="6342" y="11391"/>
                  </a:cubicBezTo>
                  <a:lnTo>
                    <a:pt x="6342" y="4353"/>
                  </a:lnTo>
                  <a:cubicBezTo>
                    <a:pt x="6339" y="4216"/>
                    <a:pt x="6236" y="4148"/>
                    <a:pt x="6133" y="4148"/>
                  </a:cubicBezTo>
                  <a:cubicBezTo>
                    <a:pt x="6031" y="4148"/>
                    <a:pt x="5929" y="4216"/>
                    <a:pt x="5929" y="4353"/>
                  </a:cubicBezTo>
                  <a:lnTo>
                    <a:pt x="5929" y="6044"/>
                  </a:lnTo>
                  <a:cubicBezTo>
                    <a:pt x="5758" y="6158"/>
                    <a:pt x="5303" y="6420"/>
                    <a:pt x="4731" y="6420"/>
                  </a:cubicBezTo>
                  <a:cubicBezTo>
                    <a:pt x="4432" y="6420"/>
                    <a:pt x="4101" y="6348"/>
                    <a:pt x="3762" y="6145"/>
                  </a:cubicBezTo>
                  <a:cubicBezTo>
                    <a:pt x="3353" y="5897"/>
                    <a:pt x="2890" y="5771"/>
                    <a:pt x="2424" y="5771"/>
                  </a:cubicBezTo>
                  <a:cubicBezTo>
                    <a:pt x="2069" y="5771"/>
                    <a:pt x="1714" y="5844"/>
                    <a:pt x="1379" y="5991"/>
                  </a:cubicBezTo>
                  <a:lnTo>
                    <a:pt x="1379" y="1692"/>
                  </a:lnTo>
                  <a:lnTo>
                    <a:pt x="5929" y="1692"/>
                  </a:lnTo>
                  <a:lnTo>
                    <a:pt x="5929" y="3243"/>
                  </a:lnTo>
                  <a:cubicBezTo>
                    <a:pt x="5929" y="3380"/>
                    <a:pt x="6031" y="3449"/>
                    <a:pt x="6133" y="3449"/>
                  </a:cubicBezTo>
                  <a:cubicBezTo>
                    <a:pt x="6235" y="3449"/>
                    <a:pt x="6337" y="3380"/>
                    <a:pt x="6337" y="3243"/>
                  </a:cubicBezTo>
                  <a:lnTo>
                    <a:pt x="6337" y="1692"/>
                  </a:lnTo>
                  <a:lnTo>
                    <a:pt x="6669" y="1692"/>
                  </a:lnTo>
                  <a:cubicBezTo>
                    <a:pt x="7019" y="1692"/>
                    <a:pt x="7307" y="1403"/>
                    <a:pt x="7307" y="1053"/>
                  </a:cubicBezTo>
                  <a:lnTo>
                    <a:pt x="7307" y="640"/>
                  </a:lnTo>
                  <a:cubicBezTo>
                    <a:pt x="7312" y="284"/>
                    <a:pt x="7024" y="1"/>
                    <a:pt x="6673" y="1"/>
                  </a:cubicBezTo>
                  <a:lnTo>
                    <a:pt x="2287" y="1"/>
                  </a:lnTo>
                  <a:cubicBezTo>
                    <a:pt x="2018" y="1"/>
                    <a:pt x="2018" y="414"/>
                    <a:pt x="2287" y="414"/>
                  </a:cubicBezTo>
                  <a:lnTo>
                    <a:pt x="6673" y="414"/>
                  </a:lnTo>
                  <a:cubicBezTo>
                    <a:pt x="6676" y="414"/>
                    <a:pt x="6679" y="414"/>
                    <a:pt x="6682" y="414"/>
                  </a:cubicBezTo>
                  <a:cubicBezTo>
                    <a:pt x="6803" y="414"/>
                    <a:pt x="6899" y="517"/>
                    <a:pt x="6899" y="640"/>
                  </a:cubicBezTo>
                  <a:lnTo>
                    <a:pt x="6899" y="1053"/>
                  </a:lnTo>
                  <a:cubicBezTo>
                    <a:pt x="6899" y="1178"/>
                    <a:pt x="6798" y="1279"/>
                    <a:pt x="6673" y="1279"/>
                  </a:cubicBezTo>
                  <a:lnTo>
                    <a:pt x="639" y="1279"/>
                  </a:lnTo>
                  <a:cubicBezTo>
                    <a:pt x="510" y="1279"/>
                    <a:pt x="409" y="1178"/>
                    <a:pt x="409" y="1053"/>
                  </a:cubicBezTo>
                  <a:lnTo>
                    <a:pt x="409" y="640"/>
                  </a:lnTo>
                  <a:cubicBezTo>
                    <a:pt x="409" y="517"/>
                    <a:pt x="505" y="414"/>
                    <a:pt x="631" y="414"/>
                  </a:cubicBezTo>
                  <a:cubicBezTo>
                    <a:pt x="634" y="414"/>
                    <a:pt x="637" y="414"/>
                    <a:pt x="639" y="414"/>
                  </a:cubicBezTo>
                  <a:lnTo>
                    <a:pt x="1177" y="414"/>
                  </a:lnTo>
                  <a:cubicBezTo>
                    <a:pt x="1451" y="409"/>
                    <a:pt x="1451" y="1"/>
                    <a:pt x="1177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9148" name="Google Shape;9148;p69"/>
          <p:cNvGrpSpPr/>
          <p:nvPr/>
        </p:nvGrpSpPr>
        <p:grpSpPr>
          <a:xfrm>
            <a:off x="5995673" y="2824621"/>
            <a:ext cx="221797" cy="276284"/>
            <a:chOff x="7994230" y="2908911"/>
            <a:chExt cx="295729" cy="368379"/>
          </a:xfrm>
        </p:grpSpPr>
        <p:sp>
          <p:nvSpPr>
            <p:cNvPr id="9149" name="Google Shape;9149;p69"/>
            <p:cNvSpPr/>
            <p:nvPr/>
          </p:nvSpPr>
          <p:spPr>
            <a:xfrm>
              <a:off x="8065309" y="3160684"/>
              <a:ext cx="162892" cy="81525"/>
            </a:xfrm>
            <a:custGeom>
              <a:avLst/>
              <a:gdLst/>
              <a:ahLst/>
              <a:cxnLst/>
              <a:rect l="l" t="t" r="r" b="b"/>
              <a:pathLst>
                <a:path w="6222" h="3114" extrusionOk="0">
                  <a:moveTo>
                    <a:pt x="3113" y="0"/>
                  </a:moveTo>
                  <a:cubicBezTo>
                    <a:pt x="1393" y="0"/>
                    <a:pt x="0" y="1393"/>
                    <a:pt x="0" y="3113"/>
                  </a:cubicBezTo>
                  <a:lnTo>
                    <a:pt x="6221" y="3113"/>
                  </a:lnTo>
                  <a:cubicBezTo>
                    <a:pt x="6221" y="1393"/>
                    <a:pt x="4828" y="0"/>
                    <a:pt x="3113" y="0"/>
                  </a:cubicBezTo>
                  <a:close/>
                </a:path>
              </a:pathLst>
            </a:custGeom>
            <a:solidFill>
              <a:srgbClr val="F4F6F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50" name="Google Shape;9150;p69"/>
            <p:cNvSpPr/>
            <p:nvPr/>
          </p:nvSpPr>
          <p:spPr>
            <a:xfrm>
              <a:off x="8135105" y="3160684"/>
              <a:ext cx="93096" cy="81525"/>
            </a:xfrm>
            <a:custGeom>
              <a:avLst/>
              <a:gdLst/>
              <a:ahLst/>
              <a:cxnLst/>
              <a:rect l="l" t="t" r="r" b="b"/>
              <a:pathLst>
                <a:path w="3556" h="3114" extrusionOk="0">
                  <a:moveTo>
                    <a:pt x="442" y="0"/>
                  </a:moveTo>
                  <a:cubicBezTo>
                    <a:pt x="294" y="0"/>
                    <a:pt x="149" y="10"/>
                    <a:pt x="0" y="29"/>
                  </a:cubicBezTo>
                  <a:cubicBezTo>
                    <a:pt x="1538" y="250"/>
                    <a:pt x="2676" y="1562"/>
                    <a:pt x="2676" y="3113"/>
                  </a:cubicBezTo>
                  <a:lnTo>
                    <a:pt x="3555" y="3113"/>
                  </a:lnTo>
                  <a:cubicBezTo>
                    <a:pt x="3555" y="1393"/>
                    <a:pt x="2162" y="0"/>
                    <a:pt x="442" y="0"/>
                  </a:cubicBezTo>
                  <a:close/>
                </a:path>
              </a:pathLst>
            </a:custGeom>
            <a:solidFill>
              <a:srgbClr val="EDF1F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51" name="Google Shape;9151;p69"/>
            <p:cNvSpPr/>
            <p:nvPr/>
          </p:nvSpPr>
          <p:spPr>
            <a:xfrm>
              <a:off x="7999283" y="3132384"/>
              <a:ext cx="102023" cy="23929"/>
            </a:xfrm>
            <a:custGeom>
              <a:avLst/>
              <a:gdLst/>
              <a:ahLst/>
              <a:cxnLst/>
              <a:rect l="l" t="t" r="r" b="b"/>
              <a:pathLst>
                <a:path w="3897" h="914" extrusionOk="0">
                  <a:moveTo>
                    <a:pt x="303" y="0"/>
                  </a:moveTo>
                  <a:cubicBezTo>
                    <a:pt x="135" y="0"/>
                    <a:pt x="0" y="135"/>
                    <a:pt x="0" y="303"/>
                  </a:cubicBezTo>
                  <a:lnTo>
                    <a:pt x="0" y="615"/>
                  </a:lnTo>
                  <a:cubicBezTo>
                    <a:pt x="0" y="779"/>
                    <a:pt x="135" y="913"/>
                    <a:pt x="303" y="913"/>
                  </a:cubicBezTo>
                  <a:lnTo>
                    <a:pt x="3598" y="913"/>
                  </a:lnTo>
                  <a:cubicBezTo>
                    <a:pt x="3762" y="913"/>
                    <a:pt x="3896" y="779"/>
                    <a:pt x="3896" y="615"/>
                  </a:cubicBezTo>
                  <a:lnTo>
                    <a:pt x="3896" y="303"/>
                  </a:lnTo>
                  <a:cubicBezTo>
                    <a:pt x="3896" y="135"/>
                    <a:pt x="3762" y="0"/>
                    <a:pt x="3598" y="0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52" name="Google Shape;9152;p69"/>
            <p:cNvSpPr/>
            <p:nvPr/>
          </p:nvSpPr>
          <p:spPr>
            <a:xfrm>
              <a:off x="8070467" y="3132384"/>
              <a:ext cx="30840" cy="23798"/>
            </a:xfrm>
            <a:custGeom>
              <a:avLst/>
              <a:gdLst/>
              <a:ahLst/>
              <a:cxnLst/>
              <a:rect l="l" t="t" r="r" b="b"/>
              <a:pathLst>
                <a:path w="1178" h="909" extrusionOk="0">
                  <a:moveTo>
                    <a:pt x="0" y="0"/>
                  </a:moveTo>
                  <a:cubicBezTo>
                    <a:pt x="164" y="0"/>
                    <a:pt x="298" y="130"/>
                    <a:pt x="298" y="298"/>
                  </a:cubicBezTo>
                  <a:lnTo>
                    <a:pt x="298" y="611"/>
                  </a:lnTo>
                  <a:cubicBezTo>
                    <a:pt x="298" y="774"/>
                    <a:pt x="164" y="908"/>
                    <a:pt x="0" y="908"/>
                  </a:cubicBezTo>
                  <a:lnTo>
                    <a:pt x="879" y="908"/>
                  </a:lnTo>
                  <a:cubicBezTo>
                    <a:pt x="1043" y="908"/>
                    <a:pt x="1177" y="774"/>
                    <a:pt x="1177" y="611"/>
                  </a:cubicBezTo>
                  <a:lnTo>
                    <a:pt x="1177" y="298"/>
                  </a:lnTo>
                  <a:cubicBezTo>
                    <a:pt x="1177" y="130"/>
                    <a:pt x="1043" y="0"/>
                    <a:pt x="879" y="0"/>
                  </a:cubicBezTo>
                  <a:close/>
                </a:path>
              </a:pathLst>
            </a:custGeom>
            <a:solidFill>
              <a:srgbClr val="8A9BA9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53" name="Google Shape;9153;p69"/>
            <p:cNvSpPr/>
            <p:nvPr/>
          </p:nvSpPr>
          <p:spPr>
            <a:xfrm>
              <a:off x="8023159" y="3156286"/>
              <a:ext cx="65947" cy="52098"/>
            </a:xfrm>
            <a:custGeom>
              <a:avLst/>
              <a:gdLst/>
              <a:ahLst/>
              <a:cxnLst/>
              <a:rect l="l" t="t" r="r" b="b"/>
              <a:pathLst>
                <a:path w="2519" h="1990" extrusionOk="0">
                  <a:moveTo>
                    <a:pt x="1" y="0"/>
                  </a:moveTo>
                  <a:cubicBezTo>
                    <a:pt x="10" y="43"/>
                    <a:pt x="30" y="87"/>
                    <a:pt x="49" y="125"/>
                  </a:cubicBezTo>
                  <a:cubicBezTo>
                    <a:pt x="486" y="899"/>
                    <a:pt x="1120" y="1542"/>
                    <a:pt x="1889" y="1989"/>
                  </a:cubicBezTo>
                  <a:cubicBezTo>
                    <a:pt x="2043" y="1653"/>
                    <a:pt x="2254" y="1345"/>
                    <a:pt x="2518" y="1086"/>
                  </a:cubicBezTo>
                  <a:cubicBezTo>
                    <a:pt x="2033" y="817"/>
                    <a:pt x="1615" y="447"/>
                    <a:pt x="1284" y="0"/>
                  </a:cubicBezTo>
                  <a:close/>
                </a:path>
              </a:pathLst>
            </a:custGeom>
            <a:solidFill>
              <a:srgbClr val="E5EB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54" name="Google Shape;9154;p69"/>
            <p:cNvSpPr/>
            <p:nvPr/>
          </p:nvSpPr>
          <p:spPr>
            <a:xfrm>
              <a:off x="8126544" y="3186341"/>
              <a:ext cx="35369" cy="30264"/>
            </a:xfrm>
            <a:custGeom>
              <a:avLst/>
              <a:gdLst/>
              <a:ahLst/>
              <a:cxnLst/>
              <a:rect l="l" t="t" r="r" b="b"/>
              <a:pathLst>
                <a:path w="1351" h="1156" extrusionOk="0">
                  <a:moveTo>
                    <a:pt x="774" y="0"/>
                  </a:moveTo>
                  <a:cubicBezTo>
                    <a:pt x="260" y="0"/>
                    <a:pt x="1" y="625"/>
                    <a:pt x="366" y="985"/>
                  </a:cubicBezTo>
                  <a:cubicBezTo>
                    <a:pt x="482" y="1103"/>
                    <a:pt x="626" y="1156"/>
                    <a:pt x="768" y="1156"/>
                  </a:cubicBezTo>
                  <a:cubicBezTo>
                    <a:pt x="1065" y="1156"/>
                    <a:pt x="1351" y="925"/>
                    <a:pt x="1351" y="577"/>
                  </a:cubicBezTo>
                  <a:cubicBezTo>
                    <a:pt x="1351" y="260"/>
                    <a:pt x="1091" y="0"/>
                    <a:pt x="774" y="0"/>
                  </a:cubicBezTo>
                  <a:close/>
                </a:path>
              </a:pathLst>
            </a:custGeom>
            <a:solidFill>
              <a:srgbClr val="8DA5B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55" name="Google Shape;9155;p69"/>
            <p:cNvSpPr/>
            <p:nvPr/>
          </p:nvSpPr>
          <p:spPr>
            <a:xfrm>
              <a:off x="8198120" y="2986483"/>
              <a:ext cx="72597" cy="214467"/>
            </a:xfrm>
            <a:custGeom>
              <a:avLst/>
              <a:gdLst/>
              <a:ahLst/>
              <a:cxnLst/>
              <a:rect l="l" t="t" r="r" b="b"/>
              <a:pathLst>
                <a:path w="2773" h="8192" extrusionOk="0">
                  <a:moveTo>
                    <a:pt x="553" y="1"/>
                  </a:moveTo>
                  <a:lnTo>
                    <a:pt x="87" y="976"/>
                  </a:lnTo>
                  <a:cubicBezTo>
                    <a:pt x="2244" y="2571"/>
                    <a:pt x="2201" y="5818"/>
                    <a:pt x="0" y="7356"/>
                  </a:cubicBezTo>
                  <a:cubicBezTo>
                    <a:pt x="289" y="7591"/>
                    <a:pt x="534" y="7875"/>
                    <a:pt x="721" y="8192"/>
                  </a:cubicBezTo>
                  <a:cubicBezTo>
                    <a:pt x="1932" y="7303"/>
                    <a:pt x="2686" y="5919"/>
                    <a:pt x="2772" y="4416"/>
                  </a:cubicBezTo>
                  <a:lnTo>
                    <a:pt x="2763" y="3777"/>
                  </a:lnTo>
                  <a:cubicBezTo>
                    <a:pt x="2662" y="2311"/>
                    <a:pt x="1922" y="966"/>
                    <a:pt x="740" y="92"/>
                  </a:cubicBezTo>
                  <a:cubicBezTo>
                    <a:pt x="683" y="49"/>
                    <a:pt x="620" y="20"/>
                    <a:pt x="553" y="1"/>
                  </a:cubicBezTo>
                  <a:close/>
                </a:path>
              </a:pathLst>
            </a:custGeom>
            <a:solidFill>
              <a:srgbClr val="E5EB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56" name="Google Shape;9156;p69"/>
            <p:cNvSpPr/>
            <p:nvPr/>
          </p:nvSpPr>
          <p:spPr>
            <a:xfrm>
              <a:off x="8208933" y="2986352"/>
              <a:ext cx="61785" cy="214467"/>
            </a:xfrm>
            <a:custGeom>
              <a:avLst/>
              <a:gdLst/>
              <a:ahLst/>
              <a:cxnLst/>
              <a:rect l="l" t="t" r="r" b="b"/>
              <a:pathLst>
                <a:path w="2360" h="8192" extrusionOk="0">
                  <a:moveTo>
                    <a:pt x="135" y="1"/>
                  </a:moveTo>
                  <a:lnTo>
                    <a:pt x="0" y="284"/>
                  </a:lnTo>
                  <a:cubicBezTo>
                    <a:pt x="515" y="717"/>
                    <a:pt x="932" y="1240"/>
                    <a:pt x="1240" y="1836"/>
                  </a:cubicBezTo>
                  <a:cubicBezTo>
                    <a:pt x="1552" y="2441"/>
                    <a:pt x="1735" y="3100"/>
                    <a:pt x="1783" y="3777"/>
                  </a:cubicBezTo>
                  <a:lnTo>
                    <a:pt x="1788" y="4416"/>
                  </a:lnTo>
                  <a:cubicBezTo>
                    <a:pt x="1716" y="5751"/>
                    <a:pt x="1110" y="7005"/>
                    <a:pt x="106" y="7894"/>
                  </a:cubicBezTo>
                  <a:cubicBezTo>
                    <a:pt x="178" y="7990"/>
                    <a:pt x="245" y="8091"/>
                    <a:pt x="308" y="8192"/>
                  </a:cubicBezTo>
                  <a:cubicBezTo>
                    <a:pt x="1523" y="7298"/>
                    <a:pt x="2273" y="5915"/>
                    <a:pt x="2359" y="4416"/>
                  </a:cubicBezTo>
                  <a:lnTo>
                    <a:pt x="2350" y="3782"/>
                  </a:lnTo>
                  <a:cubicBezTo>
                    <a:pt x="2249" y="2316"/>
                    <a:pt x="1509" y="967"/>
                    <a:pt x="327" y="92"/>
                  </a:cubicBezTo>
                  <a:cubicBezTo>
                    <a:pt x="270" y="54"/>
                    <a:pt x="202" y="20"/>
                    <a:pt x="135" y="1"/>
                  </a:cubicBezTo>
                  <a:close/>
                </a:path>
              </a:pathLst>
            </a:custGeom>
            <a:solidFill>
              <a:srgbClr val="ACBDC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57" name="Google Shape;9157;p69"/>
            <p:cNvSpPr/>
            <p:nvPr/>
          </p:nvSpPr>
          <p:spPr>
            <a:xfrm>
              <a:off x="8010226" y="3242183"/>
              <a:ext cx="272926" cy="29819"/>
            </a:xfrm>
            <a:custGeom>
              <a:avLst/>
              <a:gdLst/>
              <a:ahLst/>
              <a:cxnLst/>
              <a:rect l="l" t="t" r="r" b="b"/>
              <a:pathLst>
                <a:path w="10425" h="1139" extrusionOk="0">
                  <a:moveTo>
                    <a:pt x="452" y="0"/>
                  </a:moveTo>
                  <a:lnTo>
                    <a:pt x="0" y="1139"/>
                  </a:lnTo>
                  <a:lnTo>
                    <a:pt x="10425" y="1139"/>
                  </a:lnTo>
                  <a:lnTo>
                    <a:pt x="9973" y="0"/>
                  </a:lnTo>
                  <a:close/>
                </a:path>
              </a:pathLst>
            </a:custGeom>
            <a:solidFill>
              <a:srgbClr val="96ABBC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58" name="Google Shape;9158;p69"/>
            <p:cNvSpPr/>
            <p:nvPr/>
          </p:nvSpPr>
          <p:spPr>
            <a:xfrm>
              <a:off x="8250821" y="3242183"/>
              <a:ext cx="32463" cy="29950"/>
            </a:xfrm>
            <a:custGeom>
              <a:avLst/>
              <a:gdLst/>
              <a:ahLst/>
              <a:cxnLst/>
              <a:rect l="l" t="t" r="r" b="b"/>
              <a:pathLst>
                <a:path w="1240" h="1144" extrusionOk="0">
                  <a:moveTo>
                    <a:pt x="0" y="0"/>
                  </a:moveTo>
                  <a:lnTo>
                    <a:pt x="452" y="1144"/>
                  </a:lnTo>
                  <a:lnTo>
                    <a:pt x="1240" y="1144"/>
                  </a:lnTo>
                  <a:lnTo>
                    <a:pt x="788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59" name="Google Shape;9159;p69"/>
            <p:cNvSpPr/>
            <p:nvPr/>
          </p:nvSpPr>
          <p:spPr>
            <a:xfrm>
              <a:off x="8195738" y="2914331"/>
              <a:ext cx="56863" cy="55292"/>
            </a:xfrm>
            <a:custGeom>
              <a:avLst/>
              <a:gdLst/>
              <a:ahLst/>
              <a:cxnLst/>
              <a:rect l="l" t="t" r="r" b="b"/>
              <a:pathLst>
                <a:path w="2172" h="2112" extrusionOk="0">
                  <a:moveTo>
                    <a:pt x="517" y="0"/>
                  </a:moveTo>
                  <a:cubicBezTo>
                    <a:pt x="438" y="0"/>
                    <a:pt x="360" y="30"/>
                    <a:pt x="303" y="91"/>
                  </a:cubicBezTo>
                  <a:lnTo>
                    <a:pt x="120" y="268"/>
                  </a:lnTo>
                  <a:cubicBezTo>
                    <a:pt x="0" y="388"/>
                    <a:pt x="0" y="581"/>
                    <a:pt x="120" y="701"/>
                  </a:cubicBezTo>
                  <a:lnTo>
                    <a:pt x="1441" y="2022"/>
                  </a:lnTo>
                  <a:cubicBezTo>
                    <a:pt x="1501" y="2082"/>
                    <a:pt x="1579" y="2112"/>
                    <a:pt x="1657" y="2112"/>
                  </a:cubicBezTo>
                  <a:cubicBezTo>
                    <a:pt x="1736" y="2112"/>
                    <a:pt x="1814" y="2082"/>
                    <a:pt x="1874" y="2022"/>
                  </a:cubicBezTo>
                  <a:lnTo>
                    <a:pt x="2056" y="1839"/>
                  </a:lnTo>
                  <a:cubicBezTo>
                    <a:pt x="2171" y="1724"/>
                    <a:pt x="2171" y="1527"/>
                    <a:pt x="2056" y="1412"/>
                  </a:cubicBezTo>
                  <a:lnTo>
                    <a:pt x="735" y="91"/>
                  </a:lnTo>
                  <a:cubicBezTo>
                    <a:pt x="675" y="30"/>
                    <a:pt x="596" y="0"/>
                    <a:pt x="517" y="0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60" name="Google Shape;9160;p69"/>
            <p:cNvSpPr/>
            <p:nvPr/>
          </p:nvSpPr>
          <p:spPr>
            <a:xfrm>
              <a:off x="8220504" y="2938207"/>
              <a:ext cx="32228" cy="31416"/>
            </a:xfrm>
            <a:custGeom>
              <a:avLst/>
              <a:gdLst/>
              <a:ahLst/>
              <a:cxnLst/>
              <a:rect l="l" t="t" r="r" b="b"/>
              <a:pathLst>
                <a:path w="1231" h="1200" extrusionOk="0">
                  <a:moveTo>
                    <a:pt x="611" y="0"/>
                  </a:moveTo>
                  <a:cubicBezTo>
                    <a:pt x="731" y="120"/>
                    <a:pt x="731" y="312"/>
                    <a:pt x="611" y="432"/>
                  </a:cubicBezTo>
                  <a:lnTo>
                    <a:pt x="433" y="610"/>
                  </a:lnTo>
                  <a:cubicBezTo>
                    <a:pt x="373" y="670"/>
                    <a:pt x="295" y="700"/>
                    <a:pt x="217" y="700"/>
                  </a:cubicBezTo>
                  <a:cubicBezTo>
                    <a:pt x="139" y="700"/>
                    <a:pt x="61" y="670"/>
                    <a:pt x="1" y="610"/>
                  </a:cubicBezTo>
                  <a:lnTo>
                    <a:pt x="1" y="610"/>
                  </a:lnTo>
                  <a:lnTo>
                    <a:pt x="500" y="1110"/>
                  </a:lnTo>
                  <a:cubicBezTo>
                    <a:pt x="558" y="1170"/>
                    <a:pt x="636" y="1200"/>
                    <a:pt x="714" y="1200"/>
                  </a:cubicBezTo>
                  <a:cubicBezTo>
                    <a:pt x="793" y="1200"/>
                    <a:pt x="872" y="1170"/>
                    <a:pt x="932" y="1110"/>
                  </a:cubicBezTo>
                  <a:lnTo>
                    <a:pt x="1110" y="932"/>
                  </a:lnTo>
                  <a:cubicBezTo>
                    <a:pt x="1230" y="812"/>
                    <a:pt x="1230" y="615"/>
                    <a:pt x="1110" y="500"/>
                  </a:cubicBezTo>
                  <a:lnTo>
                    <a:pt x="611" y="0"/>
                  </a:lnTo>
                  <a:close/>
                </a:path>
              </a:pathLst>
            </a:custGeom>
            <a:solidFill>
              <a:srgbClr val="50687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61" name="Google Shape;9161;p69"/>
            <p:cNvSpPr/>
            <p:nvPr/>
          </p:nvSpPr>
          <p:spPr>
            <a:xfrm>
              <a:off x="8057377" y="3030989"/>
              <a:ext cx="78383" cy="77179"/>
            </a:xfrm>
            <a:custGeom>
              <a:avLst/>
              <a:gdLst/>
              <a:ahLst/>
              <a:cxnLst/>
              <a:rect l="l" t="t" r="r" b="b"/>
              <a:pathLst>
                <a:path w="2994" h="2948" extrusionOk="0">
                  <a:moveTo>
                    <a:pt x="601" y="0"/>
                  </a:moveTo>
                  <a:cubicBezTo>
                    <a:pt x="541" y="0"/>
                    <a:pt x="481" y="23"/>
                    <a:pt x="433" y="69"/>
                  </a:cubicBezTo>
                  <a:lnTo>
                    <a:pt x="92" y="410"/>
                  </a:lnTo>
                  <a:cubicBezTo>
                    <a:pt x="1" y="506"/>
                    <a:pt x="1" y="650"/>
                    <a:pt x="92" y="746"/>
                  </a:cubicBezTo>
                  <a:lnTo>
                    <a:pt x="2225" y="2879"/>
                  </a:lnTo>
                  <a:cubicBezTo>
                    <a:pt x="2271" y="2925"/>
                    <a:pt x="2331" y="2947"/>
                    <a:pt x="2391" y="2947"/>
                  </a:cubicBezTo>
                  <a:cubicBezTo>
                    <a:pt x="2452" y="2947"/>
                    <a:pt x="2513" y="2925"/>
                    <a:pt x="2561" y="2879"/>
                  </a:cubicBezTo>
                  <a:lnTo>
                    <a:pt x="2902" y="2538"/>
                  </a:lnTo>
                  <a:cubicBezTo>
                    <a:pt x="2994" y="2442"/>
                    <a:pt x="2994" y="2293"/>
                    <a:pt x="2902" y="2202"/>
                  </a:cubicBezTo>
                  <a:lnTo>
                    <a:pt x="769" y="69"/>
                  </a:lnTo>
                  <a:cubicBezTo>
                    <a:pt x="721" y="23"/>
                    <a:pt x="661" y="0"/>
                    <a:pt x="601" y="0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62" name="Google Shape;9162;p69"/>
            <p:cNvSpPr/>
            <p:nvPr/>
          </p:nvSpPr>
          <p:spPr>
            <a:xfrm>
              <a:off x="8102668" y="3075652"/>
              <a:ext cx="33092" cy="32516"/>
            </a:xfrm>
            <a:custGeom>
              <a:avLst/>
              <a:gdLst/>
              <a:ahLst/>
              <a:cxnLst/>
              <a:rect l="l" t="t" r="r" b="b"/>
              <a:pathLst>
                <a:path w="1264" h="1242" extrusionOk="0">
                  <a:moveTo>
                    <a:pt x="677" y="1"/>
                  </a:moveTo>
                  <a:cubicBezTo>
                    <a:pt x="764" y="92"/>
                    <a:pt x="764" y="241"/>
                    <a:pt x="677" y="332"/>
                  </a:cubicBezTo>
                  <a:lnTo>
                    <a:pt x="332" y="678"/>
                  </a:lnTo>
                  <a:cubicBezTo>
                    <a:pt x="286" y="721"/>
                    <a:pt x="226" y="743"/>
                    <a:pt x="166" y="743"/>
                  </a:cubicBezTo>
                  <a:cubicBezTo>
                    <a:pt x="106" y="743"/>
                    <a:pt x="46" y="721"/>
                    <a:pt x="0" y="678"/>
                  </a:cubicBezTo>
                  <a:lnTo>
                    <a:pt x="0" y="678"/>
                  </a:lnTo>
                  <a:lnTo>
                    <a:pt x="495" y="1173"/>
                  </a:lnTo>
                  <a:cubicBezTo>
                    <a:pt x="541" y="1219"/>
                    <a:pt x="601" y="1241"/>
                    <a:pt x="661" y="1241"/>
                  </a:cubicBezTo>
                  <a:cubicBezTo>
                    <a:pt x="722" y="1241"/>
                    <a:pt x="783" y="1219"/>
                    <a:pt x="831" y="1173"/>
                  </a:cubicBezTo>
                  <a:lnTo>
                    <a:pt x="1172" y="832"/>
                  </a:lnTo>
                  <a:cubicBezTo>
                    <a:pt x="1264" y="736"/>
                    <a:pt x="1264" y="592"/>
                    <a:pt x="1172" y="496"/>
                  </a:cubicBezTo>
                  <a:lnTo>
                    <a:pt x="677" y="1"/>
                  </a:lnTo>
                  <a:close/>
                </a:path>
              </a:pathLst>
            </a:custGeom>
            <a:solidFill>
              <a:srgbClr val="50687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63" name="Google Shape;9163;p69"/>
            <p:cNvSpPr/>
            <p:nvPr/>
          </p:nvSpPr>
          <p:spPr>
            <a:xfrm>
              <a:off x="8050203" y="3055546"/>
              <a:ext cx="31861" cy="31049"/>
            </a:xfrm>
            <a:custGeom>
              <a:avLst/>
              <a:gdLst/>
              <a:ahLst/>
              <a:cxnLst/>
              <a:rect l="l" t="t" r="r" b="b"/>
              <a:pathLst>
                <a:path w="1217" h="1186" extrusionOk="0">
                  <a:moveTo>
                    <a:pt x="558" y="0"/>
                  </a:moveTo>
                  <a:lnTo>
                    <a:pt x="126" y="437"/>
                  </a:lnTo>
                  <a:cubicBezTo>
                    <a:pt x="1" y="562"/>
                    <a:pt x="1" y="759"/>
                    <a:pt x="126" y="884"/>
                  </a:cubicBezTo>
                  <a:lnTo>
                    <a:pt x="332" y="1095"/>
                  </a:lnTo>
                  <a:cubicBezTo>
                    <a:pt x="395" y="1156"/>
                    <a:pt x="476" y="1186"/>
                    <a:pt x="558" y="1186"/>
                  </a:cubicBezTo>
                  <a:cubicBezTo>
                    <a:pt x="640" y="1186"/>
                    <a:pt x="721" y="1156"/>
                    <a:pt x="784" y="1095"/>
                  </a:cubicBezTo>
                  <a:lnTo>
                    <a:pt x="1216" y="658"/>
                  </a:lnTo>
                  <a:lnTo>
                    <a:pt x="558" y="0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64" name="Google Shape;9164;p69"/>
            <p:cNvSpPr/>
            <p:nvPr/>
          </p:nvSpPr>
          <p:spPr>
            <a:xfrm>
              <a:off x="8078766" y="3084213"/>
              <a:ext cx="31835" cy="31023"/>
            </a:xfrm>
            <a:custGeom>
              <a:avLst/>
              <a:gdLst/>
              <a:ahLst/>
              <a:cxnLst/>
              <a:rect l="l" t="t" r="r" b="b"/>
              <a:pathLst>
                <a:path w="1216" h="1185" extrusionOk="0">
                  <a:moveTo>
                    <a:pt x="558" y="0"/>
                  </a:moveTo>
                  <a:lnTo>
                    <a:pt x="125" y="433"/>
                  </a:lnTo>
                  <a:cubicBezTo>
                    <a:pt x="0" y="558"/>
                    <a:pt x="0" y="755"/>
                    <a:pt x="125" y="880"/>
                  </a:cubicBezTo>
                  <a:lnTo>
                    <a:pt x="337" y="1091"/>
                  </a:lnTo>
                  <a:cubicBezTo>
                    <a:pt x="397" y="1153"/>
                    <a:pt x="477" y="1185"/>
                    <a:pt x="558" y="1185"/>
                  </a:cubicBezTo>
                  <a:cubicBezTo>
                    <a:pt x="639" y="1185"/>
                    <a:pt x="721" y="1153"/>
                    <a:pt x="783" y="1091"/>
                  </a:cubicBezTo>
                  <a:lnTo>
                    <a:pt x="1216" y="659"/>
                  </a:lnTo>
                  <a:lnTo>
                    <a:pt x="558" y="0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65" name="Google Shape;9165;p69"/>
            <p:cNvSpPr/>
            <p:nvPr/>
          </p:nvSpPr>
          <p:spPr>
            <a:xfrm>
              <a:off x="8172333" y="2935798"/>
              <a:ext cx="60266" cy="60162"/>
            </a:xfrm>
            <a:custGeom>
              <a:avLst/>
              <a:gdLst/>
              <a:ahLst/>
              <a:cxnLst/>
              <a:rect l="l" t="t" r="r" b="b"/>
              <a:pathLst>
                <a:path w="2302" h="2298" extrusionOk="0">
                  <a:moveTo>
                    <a:pt x="1125" y="1"/>
                  </a:moveTo>
                  <a:lnTo>
                    <a:pt x="0" y="1125"/>
                  </a:lnTo>
                  <a:lnTo>
                    <a:pt x="1177" y="2297"/>
                  </a:lnTo>
                  <a:lnTo>
                    <a:pt x="2302" y="1173"/>
                  </a:lnTo>
                  <a:lnTo>
                    <a:pt x="1125" y="1"/>
                  </a:lnTo>
                  <a:close/>
                </a:path>
              </a:pathLst>
            </a:custGeom>
            <a:solidFill>
              <a:srgbClr val="E5EBE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66" name="Google Shape;9166;p69"/>
            <p:cNvSpPr/>
            <p:nvPr/>
          </p:nvSpPr>
          <p:spPr>
            <a:xfrm>
              <a:off x="8172333" y="2953417"/>
              <a:ext cx="60266" cy="42412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0" y="447"/>
                  </a:moveTo>
                  <a:lnTo>
                    <a:pt x="678" y="1124"/>
                  </a:lnTo>
                  <a:lnTo>
                    <a:pt x="679" y="1123"/>
                  </a:lnTo>
                  <a:lnTo>
                    <a:pt x="0" y="447"/>
                  </a:lnTo>
                  <a:close/>
                  <a:moveTo>
                    <a:pt x="1802" y="0"/>
                  </a:moveTo>
                  <a:lnTo>
                    <a:pt x="679" y="1123"/>
                  </a:lnTo>
                  <a:lnTo>
                    <a:pt x="1177" y="1619"/>
                  </a:lnTo>
                  <a:lnTo>
                    <a:pt x="2302" y="495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rgbClr val="ACBDC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67" name="Google Shape;9167;p69"/>
            <p:cNvSpPr/>
            <p:nvPr/>
          </p:nvSpPr>
          <p:spPr>
            <a:xfrm>
              <a:off x="8082536" y="2956559"/>
              <a:ext cx="127052" cy="127052"/>
            </a:xfrm>
            <a:custGeom>
              <a:avLst/>
              <a:gdLst/>
              <a:ahLst/>
              <a:cxnLst/>
              <a:rect l="l" t="t" r="r" b="b"/>
              <a:pathLst>
                <a:path w="4853" h="4853" extrusionOk="0">
                  <a:moveTo>
                    <a:pt x="3099" y="0"/>
                  </a:moveTo>
                  <a:lnTo>
                    <a:pt x="0" y="3104"/>
                  </a:lnTo>
                  <a:lnTo>
                    <a:pt x="1749" y="4852"/>
                  </a:lnTo>
                  <a:lnTo>
                    <a:pt x="4852" y="1749"/>
                  </a:lnTo>
                  <a:lnTo>
                    <a:pt x="3099" y="0"/>
                  </a:lnTo>
                  <a:close/>
                </a:path>
              </a:pathLst>
            </a:custGeom>
            <a:solidFill>
              <a:srgbClr val="F4F6F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68" name="Google Shape;9168;p69"/>
            <p:cNvSpPr/>
            <p:nvPr/>
          </p:nvSpPr>
          <p:spPr>
            <a:xfrm>
              <a:off x="8115365" y="2989389"/>
              <a:ext cx="94222" cy="94222"/>
            </a:xfrm>
            <a:custGeom>
              <a:avLst/>
              <a:gdLst/>
              <a:ahLst/>
              <a:cxnLst/>
              <a:rect l="l" t="t" r="r" b="b"/>
              <a:pathLst>
                <a:path w="3599" h="3599" extrusionOk="0">
                  <a:moveTo>
                    <a:pt x="3104" y="0"/>
                  </a:moveTo>
                  <a:lnTo>
                    <a:pt x="0" y="3099"/>
                  </a:lnTo>
                  <a:lnTo>
                    <a:pt x="495" y="3598"/>
                  </a:lnTo>
                  <a:lnTo>
                    <a:pt x="3598" y="495"/>
                  </a:lnTo>
                  <a:lnTo>
                    <a:pt x="3104" y="0"/>
                  </a:lnTo>
                  <a:close/>
                </a:path>
              </a:pathLst>
            </a:custGeom>
            <a:solidFill>
              <a:srgbClr val="EDF1F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69" name="Google Shape;9169;p69"/>
            <p:cNvSpPr/>
            <p:nvPr/>
          </p:nvSpPr>
          <p:spPr>
            <a:xfrm>
              <a:off x="8119266" y="3180922"/>
              <a:ext cx="47936" cy="41181"/>
            </a:xfrm>
            <a:custGeom>
              <a:avLst/>
              <a:gdLst/>
              <a:ahLst/>
              <a:cxnLst/>
              <a:rect l="l" t="t" r="r" b="b"/>
              <a:pathLst>
                <a:path w="1831" h="1573" extrusionOk="0">
                  <a:moveTo>
                    <a:pt x="1047" y="413"/>
                  </a:moveTo>
                  <a:cubicBezTo>
                    <a:pt x="1239" y="413"/>
                    <a:pt x="1422" y="560"/>
                    <a:pt x="1422" y="784"/>
                  </a:cubicBezTo>
                  <a:cubicBezTo>
                    <a:pt x="1417" y="990"/>
                    <a:pt x="1254" y="1159"/>
                    <a:pt x="1047" y="1159"/>
                  </a:cubicBezTo>
                  <a:cubicBezTo>
                    <a:pt x="716" y="1159"/>
                    <a:pt x="553" y="755"/>
                    <a:pt x="783" y="524"/>
                  </a:cubicBezTo>
                  <a:cubicBezTo>
                    <a:pt x="860" y="448"/>
                    <a:pt x="955" y="413"/>
                    <a:pt x="1047" y="413"/>
                  </a:cubicBezTo>
                  <a:close/>
                  <a:moveTo>
                    <a:pt x="1047" y="1"/>
                  </a:moveTo>
                  <a:cubicBezTo>
                    <a:pt x="351" y="1"/>
                    <a:pt x="0" y="846"/>
                    <a:pt x="495" y="1341"/>
                  </a:cubicBezTo>
                  <a:cubicBezTo>
                    <a:pt x="655" y="1501"/>
                    <a:pt x="851" y="1573"/>
                    <a:pt x="1043" y="1573"/>
                  </a:cubicBezTo>
                  <a:cubicBezTo>
                    <a:pt x="1445" y="1573"/>
                    <a:pt x="1831" y="1259"/>
                    <a:pt x="1831" y="784"/>
                  </a:cubicBezTo>
                  <a:cubicBezTo>
                    <a:pt x="1831" y="351"/>
                    <a:pt x="1480" y="1"/>
                    <a:pt x="1047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70" name="Google Shape;9170;p69"/>
            <p:cNvSpPr/>
            <p:nvPr/>
          </p:nvSpPr>
          <p:spPr>
            <a:xfrm>
              <a:off x="7994230" y="2908911"/>
              <a:ext cx="295729" cy="368379"/>
            </a:xfrm>
            <a:custGeom>
              <a:avLst/>
              <a:gdLst/>
              <a:ahLst/>
              <a:cxnLst/>
              <a:rect l="l" t="t" r="r" b="b"/>
              <a:pathLst>
                <a:path w="11296" h="14071" extrusionOk="0">
                  <a:moveTo>
                    <a:pt x="8213" y="416"/>
                  </a:moveTo>
                  <a:cubicBezTo>
                    <a:pt x="8239" y="416"/>
                    <a:pt x="8264" y="425"/>
                    <a:pt x="8283" y="442"/>
                  </a:cubicBezTo>
                  <a:lnTo>
                    <a:pt x="9604" y="1763"/>
                  </a:lnTo>
                  <a:cubicBezTo>
                    <a:pt x="9643" y="1806"/>
                    <a:pt x="9643" y="1868"/>
                    <a:pt x="9604" y="1907"/>
                  </a:cubicBezTo>
                  <a:lnTo>
                    <a:pt x="9427" y="2085"/>
                  </a:lnTo>
                  <a:cubicBezTo>
                    <a:pt x="9405" y="2104"/>
                    <a:pt x="9380" y="2113"/>
                    <a:pt x="9354" y="2113"/>
                  </a:cubicBezTo>
                  <a:cubicBezTo>
                    <a:pt x="9329" y="2113"/>
                    <a:pt x="9304" y="2104"/>
                    <a:pt x="9282" y="2085"/>
                  </a:cubicBezTo>
                  <a:lnTo>
                    <a:pt x="7961" y="764"/>
                  </a:lnTo>
                  <a:cubicBezTo>
                    <a:pt x="7923" y="725"/>
                    <a:pt x="7923" y="663"/>
                    <a:pt x="7961" y="624"/>
                  </a:cubicBezTo>
                  <a:lnTo>
                    <a:pt x="8144" y="442"/>
                  </a:lnTo>
                  <a:cubicBezTo>
                    <a:pt x="8163" y="425"/>
                    <a:pt x="8188" y="416"/>
                    <a:pt x="8213" y="416"/>
                  </a:cubicBezTo>
                  <a:close/>
                  <a:moveTo>
                    <a:pt x="7928" y="1311"/>
                  </a:moveTo>
                  <a:lnTo>
                    <a:pt x="8812" y="2200"/>
                  </a:lnTo>
                  <a:lnTo>
                    <a:pt x="7980" y="3031"/>
                  </a:lnTo>
                  <a:lnTo>
                    <a:pt x="7092" y="2152"/>
                  </a:lnTo>
                  <a:lnTo>
                    <a:pt x="7928" y="1311"/>
                  </a:lnTo>
                  <a:close/>
                  <a:moveTo>
                    <a:pt x="2696" y="5894"/>
                  </a:moveTo>
                  <a:lnTo>
                    <a:pt x="3061" y="6259"/>
                  </a:lnTo>
                  <a:lnTo>
                    <a:pt x="2768" y="6552"/>
                  </a:lnTo>
                  <a:cubicBezTo>
                    <a:pt x="2749" y="6574"/>
                    <a:pt x="2721" y="6585"/>
                    <a:pt x="2693" y="6585"/>
                  </a:cubicBezTo>
                  <a:cubicBezTo>
                    <a:pt x="2665" y="6585"/>
                    <a:pt x="2636" y="6574"/>
                    <a:pt x="2614" y="6552"/>
                  </a:cubicBezTo>
                  <a:lnTo>
                    <a:pt x="2403" y="6341"/>
                  </a:lnTo>
                  <a:cubicBezTo>
                    <a:pt x="2360" y="6298"/>
                    <a:pt x="2360" y="6226"/>
                    <a:pt x="2403" y="6182"/>
                  </a:cubicBezTo>
                  <a:lnTo>
                    <a:pt x="2696" y="5894"/>
                  </a:lnTo>
                  <a:close/>
                  <a:moveTo>
                    <a:pt x="3022" y="4867"/>
                  </a:moveTo>
                  <a:cubicBezTo>
                    <a:pt x="3027" y="4867"/>
                    <a:pt x="3032" y="4871"/>
                    <a:pt x="3037" y="4876"/>
                  </a:cubicBezTo>
                  <a:lnTo>
                    <a:pt x="3229" y="5068"/>
                  </a:lnTo>
                  <a:cubicBezTo>
                    <a:pt x="5281" y="7119"/>
                    <a:pt x="5199" y="7018"/>
                    <a:pt x="5170" y="7052"/>
                  </a:cubicBezTo>
                  <a:lnTo>
                    <a:pt x="4824" y="7398"/>
                  </a:lnTo>
                  <a:cubicBezTo>
                    <a:pt x="4820" y="7403"/>
                    <a:pt x="4818" y="7408"/>
                    <a:pt x="4812" y="7408"/>
                  </a:cubicBezTo>
                  <a:cubicBezTo>
                    <a:pt x="4776" y="7408"/>
                    <a:pt x="4591" y="7186"/>
                    <a:pt x="2653" y="5260"/>
                  </a:cubicBezTo>
                  <a:cubicBezTo>
                    <a:pt x="2638" y="5250"/>
                    <a:pt x="2638" y="5231"/>
                    <a:pt x="2653" y="5222"/>
                  </a:cubicBezTo>
                  <a:cubicBezTo>
                    <a:pt x="2937" y="4937"/>
                    <a:pt x="2994" y="4867"/>
                    <a:pt x="3022" y="4867"/>
                  </a:cubicBezTo>
                  <a:close/>
                  <a:moveTo>
                    <a:pt x="3787" y="6985"/>
                  </a:moveTo>
                  <a:lnTo>
                    <a:pt x="4156" y="7355"/>
                  </a:lnTo>
                  <a:lnTo>
                    <a:pt x="3868" y="7643"/>
                  </a:lnTo>
                  <a:cubicBezTo>
                    <a:pt x="3844" y="7664"/>
                    <a:pt x="3815" y="7675"/>
                    <a:pt x="3787" y="7675"/>
                  </a:cubicBezTo>
                  <a:cubicBezTo>
                    <a:pt x="3759" y="7675"/>
                    <a:pt x="3731" y="7664"/>
                    <a:pt x="3710" y="7643"/>
                  </a:cubicBezTo>
                  <a:lnTo>
                    <a:pt x="3498" y="7431"/>
                  </a:lnTo>
                  <a:cubicBezTo>
                    <a:pt x="3455" y="7388"/>
                    <a:pt x="3455" y="7316"/>
                    <a:pt x="3498" y="7273"/>
                  </a:cubicBezTo>
                  <a:lnTo>
                    <a:pt x="3787" y="6985"/>
                  </a:lnTo>
                  <a:close/>
                  <a:moveTo>
                    <a:pt x="3787" y="8743"/>
                  </a:moveTo>
                  <a:cubicBezTo>
                    <a:pt x="3839" y="8743"/>
                    <a:pt x="3883" y="8781"/>
                    <a:pt x="3883" y="8834"/>
                  </a:cubicBezTo>
                  <a:lnTo>
                    <a:pt x="3883" y="9147"/>
                  </a:lnTo>
                  <a:cubicBezTo>
                    <a:pt x="3883" y="9199"/>
                    <a:pt x="3839" y="9243"/>
                    <a:pt x="3787" y="9243"/>
                  </a:cubicBezTo>
                  <a:lnTo>
                    <a:pt x="491" y="9243"/>
                  </a:lnTo>
                  <a:cubicBezTo>
                    <a:pt x="438" y="9243"/>
                    <a:pt x="395" y="9199"/>
                    <a:pt x="395" y="9147"/>
                  </a:cubicBezTo>
                  <a:lnTo>
                    <a:pt x="395" y="8834"/>
                  </a:lnTo>
                  <a:cubicBezTo>
                    <a:pt x="395" y="8781"/>
                    <a:pt x="438" y="8743"/>
                    <a:pt x="491" y="8743"/>
                  </a:cubicBezTo>
                  <a:close/>
                  <a:moveTo>
                    <a:pt x="2288" y="9656"/>
                  </a:moveTo>
                  <a:cubicBezTo>
                    <a:pt x="2571" y="10016"/>
                    <a:pt x="2917" y="10328"/>
                    <a:pt x="3301" y="10578"/>
                  </a:cubicBezTo>
                  <a:cubicBezTo>
                    <a:pt x="3263" y="10626"/>
                    <a:pt x="3234" y="10684"/>
                    <a:pt x="3196" y="10732"/>
                  </a:cubicBezTo>
                  <a:cubicBezTo>
                    <a:pt x="3128" y="10818"/>
                    <a:pt x="3061" y="10914"/>
                    <a:pt x="3003" y="11010"/>
                  </a:cubicBezTo>
                  <a:cubicBezTo>
                    <a:pt x="2970" y="11054"/>
                    <a:pt x="2941" y="11097"/>
                    <a:pt x="2912" y="11145"/>
                  </a:cubicBezTo>
                  <a:cubicBezTo>
                    <a:pt x="2321" y="10761"/>
                    <a:pt x="1822" y="10251"/>
                    <a:pt x="1447" y="9656"/>
                  </a:cubicBezTo>
                  <a:close/>
                  <a:moveTo>
                    <a:pt x="5823" y="9824"/>
                  </a:moveTo>
                  <a:cubicBezTo>
                    <a:pt x="7394" y="9824"/>
                    <a:pt x="8624" y="11087"/>
                    <a:pt x="8725" y="12524"/>
                  </a:cubicBezTo>
                  <a:lnTo>
                    <a:pt x="2927" y="12524"/>
                  </a:lnTo>
                  <a:cubicBezTo>
                    <a:pt x="3028" y="11049"/>
                    <a:pt x="4286" y="9824"/>
                    <a:pt x="5823" y="9824"/>
                  </a:cubicBezTo>
                  <a:close/>
                  <a:moveTo>
                    <a:pt x="8216" y="1"/>
                  </a:moveTo>
                  <a:cubicBezTo>
                    <a:pt x="8085" y="1"/>
                    <a:pt x="7954" y="50"/>
                    <a:pt x="7856" y="149"/>
                  </a:cubicBezTo>
                  <a:lnTo>
                    <a:pt x="7673" y="331"/>
                  </a:lnTo>
                  <a:cubicBezTo>
                    <a:pt x="7490" y="514"/>
                    <a:pt x="7476" y="812"/>
                    <a:pt x="7649" y="1013"/>
                  </a:cubicBezTo>
                  <a:lnTo>
                    <a:pt x="6808" y="1854"/>
                  </a:lnTo>
                  <a:lnTo>
                    <a:pt x="6626" y="1671"/>
                  </a:lnTo>
                  <a:cubicBezTo>
                    <a:pt x="6585" y="1633"/>
                    <a:pt x="6532" y="1614"/>
                    <a:pt x="6479" y="1614"/>
                  </a:cubicBezTo>
                  <a:cubicBezTo>
                    <a:pt x="6426" y="1614"/>
                    <a:pt x="6374" y="1633"/>
                    <a:pt x="6333" y="1671"/>
                  </a:cubicBezTo>
                  <a:lnTo>
                    <a:pt x="5021" y="2988"/>
                  </a:lnTo>
                  <a:cubicBezTo>
                    <a:pt x="4870" y="3136"/>
                    <a:pt x="5008" y="3344"/>
                    <a:pt x="5170" y="3344"/>
                  </a:cubicBezTo>
                  <a:cubicBezTo>
                    <a:pt x="5219" y="3344"/>
                    <a:pt x="5269" y="3325"/>
                    <a:pt x="5314" y="3281"/>
                  </a:cubicBezTo>
                  <a:lnTo>
                    <a:pt x="6482" y="2109"/>
                  </a:lnTo>
                  <a:lnTo>
                    <a:pt x="7942" y="3574"/>
                  </a:lnTo>
                  <a:lnTo>
                    <a:pt x="5132" y="6379"/>
                  </a:lnTo>
                  <a:lnTo>
                    <a:pt x="3671" y="4914"/>
                  </a:lnTo>
                  <a:lnTo>
                    <a:pt x="4719" y="3867"/>
                  </a:lnTo>
                  <a:cubicBezTo>
                    <a:pt x="4869" y="3716"/>
                    <a:pt x="4733" y="3509"/>
                    <a:pt x="4572" y="3509"/>
                  </a:cubicBezTo>
                  <a:cubicBezTo>
                    <a:pt x="4523" y="3509"/>
                    <a:pt x="4472" y="3528"/>
                    <a:pt x="4425" y="3574"/>
                  </a:cubicBezTo>
                  <a:lnTo>
                    <a:pt x="3378" y="4621"/>
                  </a:lnTo>
                  <a:lnTo>
                    <a:pt x="3335" y="4578"/>
                  </a:lnTo>
                  <a:cubicBezTo>
                    <a:pt x="3248" y="4491"/>
                    <a:pt x="3136" y="4448"/>
                    <a:pt x="3023" y="4448"/>
                  </a:cubicBezTo>
                  <a:cubicBezTo>
                    <a:pt x="2910" y="4448"/>
                    <a:pt x="2797" y="4491"/>
                    <a:pt x="2710" y="4578"/>
                  </a:cubicBezTo>
                  <a:lnTo>
                    <a:pt x="2369" y="4924"/>
                  </a:lnTo>
                  <a:cubicBezTo>
                    <a:pt x="2192" y="5092"/>
                    <a:pt x="2192" y="5375"/>
                    <a:pt x="2369" y="5548"/>
                  </a:cubicBezTo>
                  <a:lnTo>
                    <a:pt x="2413" y="5592"/>
                  </a:lnTo>
                  <a:cubicBezTo>
                    <a:pt x="2220" y="5808"/>
                    <a:pt x="1971" y="5928"/>
                    <a:pt x="1971" y="6250"/>
                  </a:cubicBezTo>
                  <a:cubicBezTo>
                    <a:pt x="1971" y="6389"/>
                    <a:pt x="2023" y="6519"/>
                    <a:pt x="2120" y="6620"/>
                  </a:cubicBezTo>
                  <a:cubicBezTo>
                    <a:pt x="2278" y="6745"/>
                    <a:pt x="2393" y="6985"/>
                    <a:pt x="2701" y="6985"/>
                  </a:cubicBezTo>
                  <a:cubicBezTo>
                    <a:pt x="3023" y="6985"/>
                    <a:pt x="3133" y="6730"/>
                    <a:pt x="3364" y="6543"/>
                  </a:cubicBezTo>
                  <a:lnTo>
                    <a:pt x="3503" y="6687"/>
                  </a:lnTo>
                  <a:cubicBezTo>
                    <a:pt x="3316" y="6903"/>
                    <a:pt x="3061" y="7023"/>
                    <a:pt x="3061" y="7345"/>
                  </a:cubicBezTo>
                  <a:cubicBezTo>
                    <a:pt x="3061" y="7652"/>
                    <a:pt x="3297" y="7773"/>
                    <a:pt x="3426" y="7926"/>
                  </a:cubicBezTo>
                  <a:cubicBezTo>
                    <a:pt x="3527" y="8022"/>
                    <a:pt x="3657" y="8075"/>
                    <a:pt x="3796" y="8075"/>
                  </a:cubicBezTo>
                  <a:cubicBezTo>
                    <a:pt x="4118" y="8075"/>
                    <a:pt x="4229" y="7825"/>
                    <a:pt x="4454" y="7633"/>
                  </a:cubicBezTo>
                  <a:cubicBezTo>
                    <a:pt x="4546" y="7744"/>
                    <a:pt x="4675" y="7806"/>
                    <a:pt x="4815" y="7806"/>
                  </a:cubicBezTo>
                  <a:cubicBezTo>
                    <a:pt x="4935" y="7806"/>
                    <a:pt x="5045" y="7763"/>
                    <a:pt x="5127" y="7681"/>
                  </a:cubicBezTo>
                  <a:lnTo>
                    <a:pt x="5473" y="7335"/>
                  </a:lnTo>
                  <a:cubicBezTo>
                    <a:pt x="5646" y="7162"/>
                    <a:pt x="5646" y="6884"/>
                    <a:pt x="5473" y="6711"/>
                  </a:cubicBezTo>
                  <a:lnTo>
                    <a:pt x="5430" y="6668"/>
                  </a:lnTo>
                  <a:lnTo>
                    <a:pt x="7884" y="4213"/>
                  </a:lnTo>
                  <a:lnTo>
                    <a:pt x="7884" y="4213"/>
                  </a:lnTo>
                  <a:cubicBezTo>
                    <a:pt x="9772" y="5721"/>
                    <a:pt x="9729" y="8608"/>
                    <a:pt x="7788" y="10054"/>
                  </a:cubicBezTo>
                  <a:cubicBezTo>
                    <a:pt x="7206" y="9621"/>
                    <a:pt x="6519" y="9407"/>
                    <a:pt x="5835" y="9407"/>
                  </a:cubicBezTo>
                  <a:cubicBezTo>
                    <a:pt x="5041" y="9407"/>
                    <a:pt x="4250" y="9695"/>
                    <a:pt x="3628" y="10266"/>
                  </a:cubicBezTo>
                  <a:cubicBezTo>
                    <a:pt x="3349" y="10098"/>
                    <a:pt x="3095" y="9886"/>
                    <a:pt x="2874" y="9651"/>
                  </a:cubicBezTo>
                  <a:lnTo>
                    <a:pt x="3806" y="9651"/>
                  </a:lnTo>
                  <a:cubicBezTo>
                    <a:pt x="4084" y="9651"/>
                    <a:pt x="4310" y="9420"/>
                    <a:pt x="4310" y="9142"/>
                  </a:cubicBezTo>
                  <a:lnTo>
                    <a:pt x="4310" y="8829"/>
                  </a:lnTo>
                  <a:cubicBezTo>
                    <a:pt x="4310" y="8551"/>
                    <a:pt x="4084" y="8325"/>
                    <a:pt x="3806" y="8325"/>
                  </a:cubicBezTo>
                  <a:lnTo>
                    <a:pt x="505" y="8325"/>
                  </a:lnTo>
                  <a:cubicBezTo>
                    <a:pt x="227" y="8325"/>
                    <a:pt x="1" y="8551"/>
                    <a:pt x="1" y="8829"/>
                  </a:cubicBezTo>
                  <a:lnTo>
                    <a:pt x="1" y="9142"/>
                  </a:lnTo>
                  <a:cubicBezTo>
                    <a:pt x="1" y="9420"/>
                    <a:pt x="227" y="9651"/>
                    <a:pt x="505" y="9651"/>
                  </a:cubicBezTo>
                  <a:lnTo>
                    <a:pt x="986" y="9651"/>
                  </a:lnTo>
                  <a:cubicBezTo>
                    <a:pt x="1332" y="10299"/>
                    <a:pt x="1961" y="11006"/>
                    <a:pt x="2763" y="11505"/>
                  </a:cubicBezTo>
                  <a:cubicBezTo>
                    <a:pt x="2638" y="11832"/>
                    <a:pt x="2562" y="12168"/>
                    <a:pt x="2547" y="12514"/>
                  </a:cubicBezTo>
                  <a:lnTo>
                    <a:pt x="1072" y="12514"/>
                  </a:lnTo>
                  <a:cubicBezTo>
                    <a:pt x="986" y="12514"/>
                    <a:pt x="909" y="12567"/>
                    <a:pt x="880" y="12649"/>
                  </a:cubicBezTo>
                  <a:lnTo>
                    <a:pt x="429" y="13787"/>
                  </a:lnTo>
                  <a:cubicBezTo>
                    <a:pt x="376" y="13922"/>
                    <a:pt x="477" y="14071"/>
                    <a:pt x="621" y="14071"/>
                  </a:cubicBezTo>
                  <a:lnTo>
                    <a:pt x="1759" y="14071"/>
                  </a:lnTo>
                  <a:cubicBezTo>
                    <a:pt x="2033" y="14071"/>
                    <a:pt x="2033" y="13657"/>
                    <a:pt x="1759" y="13657"/>
                  </a:cubicBezTo>
                  <a:lnTo>
                    <a:pt x="923" y="13657"/>
                  </a:lnTo>
                  <a:lnTo>
                    <a:pt x="1212" y="12932"/>
                  </a:lnTo>
                  <a:lnTo>
                    <a:pt x="10455" y="12932"/>
                  </a:lnTo>
                  <a:lnTo>
                    <a:pt x="10743" y="13657"/>
                  </a:lnTo>
                  <a:lnTo>
                    <a:pt x="2720" y="13657"/>
                  </a:lnTo>
                  <a:cubicBezTo>
                    <a:pt x="2451" y="13657"/>
                    <a:pt x="2451" y="14071"/>
                    <a:pt x="2720" y="14071"/>
                  </a:cubicBezTo>
                  <a:lnTo>
                    <a:pt x="11050" y="14071"/>
                  </a:lnTo>
                  <a:cubicBezTo>
                    <a:pt x="11194" y="14071"/>
                    <a:pt x="11295" y="13922"/>
                    <a:pt x="11242" y="13787"/>
                  </a:cubicBezTo>
                  <a:lnTo>
                    <a:pt x="10781" y="12658"/>
                  </a:lnTo>
                  <a:cubicBezTo>
                    <a:pt x="10748" y="12581"/>
                    <a:pt x="10676" y="12529"/>
                    <a:pt x="10589" y="12529"/>
                  </a:cubicBezTo>
                  <a:lnTo>
                    <a:pt x="9124" y="12529"/>
                  </a:lnTo>
                  <a:cubicBezTo>
                    <a:pt x="9095" y="12067"/>
                    <a:pt x="8975" y="11621"/>
                    <a:pt x="8764" y="11212"/>
                  </a:cubicBezTo>
                  <a:cubicBezTo>
                    <a:pt x="9878" y="10343"/>
                    <a:pt x="10589" y="9055"/>
                    <a:pt x="10748" y="7652"/>
                  </a:cubicBezTo>
                  <a:cubicBezTo>
                    <a:pt x="10766" y="7502"/>
                    <a:pt x="10653" y="7421"/>
                    <a:pt x="10540" y="7421"/>
                  </a:cubicBezTo>
                  <a:cubicBezTo>
                    <a:pt x="10444" y="7421"/>
                    <a:pt x="10348" y="7481"/>
                    <a:pt x="10334" y="7609"/>
                  </a:cubicBezTo>
                  <a:cubicBezTo>
                    <a:pt x="10200" y="8882"/>
                    <a:pt x="9561" y="10050"/>
                    <a:pt x="8562" y="10852"/>
                  </a:cubicBezTo>
                  <a:cubicBezTo>
                    <a:pt x="8519" y="10785"/>
                    <a:pt x="8456" y="10732"/>
                    <a:pt x="8403" y="10665"/>
                  </a:cubicBezTo>
                  <a:cubicBezTo>
                    <a:pt x="8322" y="10559"/>
                    <a:pt x="8240" y="10458"/>
                    <a:pt x="8149" y="10362"/>
                  </a:cubicBezTo>
                  <a:cubicBezTo>
                    <a:pt x="8134" y="10348"/>
                    <a:pt x="8129" y="10338"/>
                    <a:pt x="8120" y="10328"/>
                  </a:cubicBezTo>
                  <a:cubicBezTo>
                    <a:pt x="10171" y="8695"/>
                    <a:pt x="10200" y="5587"/>
                    <a:pt x="8177" y="3920"/>
                  </a:cubicBezTo>
                  <a:lnTo>
                    <a:pt x="8379" y="3718"/>
                  </a:lnTo>
                  <a:cubicBezTo>
                    <a:pt x="8456" y="3636"/>
                    <a:pt x="8456" y="3507"/>
                    <a:pt x="8379" y="3425"/>
                  </a:cubicBezTo>
                  <a:lnTo>
                    <a:pt x="8274" y="3319"/>
                  </a:lnTo>
                  <a:lnTo>
                    <a:pt x="8389" y="3209"/>
                  </a:lnTo>
                  <a:cubicBezTo>
                    <a:pt x="8831" y="3492"/>
                    <a:pt x="9451" y="4150"/>
                    <a:pt x="9830" y="4890"/>
                  </a:cubicBezTo>
                  <a:cubicBezTo>
                    <a:pt x="10123" y="5467"/>
                    <a:pt x="10301" y="6101"/>
                    <a:pt x="10349" y="6749"/>
                  </a:cubicBezTo>
                  <a:cubicBezTo>
                    <a:pt x="10353" y="6859"/>
                    <a:pt x="10445" y="6942"/>
                    <a:pt x="10552" y="6942"/>
                  </a:cubicBezTo>
                  <a:cubicBezTo>
                    <a:pt x="10558" y="6942"/>
                    <a:pt x="10564" y="6942"/>
                    <a:pt x="10570" y="6941"/>
                  </a:cubicBezTo>
                  <a:cubicBezTo>
                    <a:pt x="10680" y="6937"/>
                    <a:pt x="10767" y="6836"/>
                    <a:pt x="10762" y="6720"/>
                  </a:cubicBezTo>
                  <a:cubicBezTo>
                    <a:pt x="10652" y="5212"/>
                    <a:pt x="9897" y="3819"/>
                    <a:pt x="8682" y="2911"/>
                  </a:cubicBezTo>
                  <a:lnTo>
                    <a:pt x="9129" y="2464"/>
                  </a:lnTo>
                  <a:cubicBezTo>
                    <a:pt x="9203" y="2504"/>
                    <a:pt x="9284" y="2523"/>
                    <a:pt x="9364" y="2523"/>
                  </a:cubicBezTo>
                  <a:cubicBezTo>
                    <a:pt x="9495" y="2523"/>
                    <a:pt x="9624" y="2471"/>
                    <a:pt x="9720" y="2373"/>
                  </a:cubicBezTo>
                  <a:lnTo>
                    <a:pt x="9897" y="2195"/>
                  </a:lnTo>
                  <a:cubicBezTo>
                    <a:pt x="10099" y="1993"/>
                    <a:pt x="10099" y="1671"/>
                    <a:pt x="9897" y="1470"/>
                  </a:cubicBezTo>
                  <a:lnTo>
                    <a:pt x="8576" y="149"/>
                  </a:lnTo>
                  <a:cubicBezTo>
                    <a:pt x="8478" y="50"/>
                    <a:pt x="8347" y="1"/>
                    <a:pt x="8216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9171" name="Google Shape;9171;p69"/>
          <p:cNvGrpSpPr/>
          <p:nvPr/>
        </p:nvGrpSpPr>
        <p:grpSpPr>
          <a:xfrm>
            <a:off x="5664018" y="3512534"/>
            <a:ext cx="211410" cy="255550"/>
            <a:chOff x="7552024" y="3826128"/>
            <a:chExt cx="281880" cy="340733"/>
          </a:xfrm>
        </p:grpSpPr>
        <p:sp>
          <p:nvSpPr>
            <p:cNvPr id="9172" name="Google Shape;9172;p69"/>
            <p:cNvSpPr/>
            <p:nvPr/>
          </p:nvSpPr>
          <p:spPr>
            <a:xfrm>
              <a:off x="7644727" y="3831154"/>
              <a:ext cx="110584" cy="28327"/>
            </a:xfrm>
            <a:custGeom>
              <a:avLst/>
              <a:gdLst/>
              <a:ahLst/>
              <a:cxnLst/>
              <a:rect l="l" t="t" r="r" b="b"/>
              <a:pathLst>
                <a:path w="4224" h="1082" extrusionOk="0">
                  <a:moveTo>
                    <a:pt x="322" y="1"/>
                  </a:moveTo>
                  <a:cubicBezTo>
                    <a:pt x="145" y="1"/>
                    <a:pt x="0" y="140"/>
                    <a:pt x="5" y="318"/>
                  </a:cubicBezTo>
                  <a:lnTo>
                    <a:pt x="5" y="764"/>
                  </a:lnTo>
                  <a:cubicBezTo>
                    <a:pt x="0" y="942"/>
                    <a:pt x="145" y="1081"/>
                    <a:pt x="322" y="1081"/>
                  </a:cubicBezTo>
                  <a:lnTo>
                    <a:pt x="3906" y="1081"/>
                  </a:lnTo>
                  <a:cubicBezTo>
                    <a:pt x="4079" y="1081"/>
                    <a:pt x="4218" y="942"/>
                    <a:pt x="4223" y="764"/>
                  </a:cubicBezTo>
                  <a:lnTo>
                    <a:pt x="4223" y="318"/>
                  </a:lnTo>
                  <a:cubicBezTo>
                    <a:pt x="4223" y="140"/>
                    <a:pt x="4084" y="1"/>
                    <a:pt x="3906" y="1"/>
                  </a:cubicBezTo>
                  <a:close/>
                </a:path>
              </a:pathLst>
            </a:custGeom>
            <a:solidFill>
              <a:srgbClr val="A7B3B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73" name="Google Shape;9173;p69"/>
            <p:cNvSpPr/>
            <p:nvPr/>
          </p:nvSpPr>
          <p:spPr>
            <a:xfrm>
              <a:off x="7724079" y="3831154"/>
              <a:ext cx="31233" cy="28327"/>
            </a:xfrm>
            <a:custGeom>
              <a:avLst/>
              <a:gdLst/>
              <a:ahLst/>
              <a:cxnLst/>
              <a:rect l="l" t="t" r="r" b="b"/>
              <a:pathLst>
                <a:path w="1193" h="1082" extrusionOk="0">
                  <a:moveTo>
                    <a:pt x="1" y="1"/>
                  </a:moveTo>
                  <a:cubicBezTo>
                    <a:pt x="179" y="1"/>
                    <a:pt x="318" y="140"/>
                    <a:pt x="318" y="318"/>
                  </a:cubicBezTo>
                  <a:lnTo>
                    <a:pt x="318" y="764"/>
                  </a:lnTo>
                  <a:cubicBezTo>
                    <a:pt x="318" y="942"/>
                    <a:pt x="179" y="1081"/>
                    <a:pt x="1" y="1081"/>
                  </a:cubicBezTo>
                  <a:lnTo>
                    <a:pt x="875" y="1081"/>
                  </a:lnTo>
                  <a:cubicBezTo>
                    <a:pt x="1048" y="1081"/>
                    <a:pt x="1192" y="942"/>
                    <a:pt x="1192" y="764"/>
                  </a:cubicBezTo>
                  <a:lnTo>
                    <a:pt x="1192" y="318"/>
                  </a:lnTo>
                  <a:cubicBezTo>
                    <a:pt x="1187" y="145"/>
                    <a:pt x="1048" y="1"/>
                    <a:pt x="875" y="1"/>
                  </a:cubicBezTo>
                  <a:close/>
                </a:path>
              </a:pathLst>
            </a:custGeom>
            <a:solidFill>
              <a:srgbClr val="8394A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74" name="Google Shape;9174;p69"/>
            <p:cNvSpPr/>
            <p:nvPr/>
          </p:nvSpPr>
          <p:spPr>
            <a:xfrm>
              <a:off x="7557705" y="3859586"/>
              <a:ext cx="260229" cy="302117"/>
            </a:xfrm>
            <a:custGeom>
              <a:avLst/>
              <a:gdLst/>
              <a:ahLst/>
              <a:cxnLst/>
              <a:rect l="l" t="t" r="r" b="b"/>
              <a:pathLst>
                <a:path w="9940" h="11540" extrusionOk="0">
                  <a:moveTo>
                    <a:pt x="4103" y="0"/>
                  </a:moveTo>
                  <a:lnTo>
                    <a:pt x="4103" y="3363"/>
                  </a:lnTo>
                  <a:cubicBezTo>
                    <a:pt x="4103" y="3565"/>
                    <a:pt x="3978" y="3747"/>
                    <a:pt x="3790" y="3824"/>
                  </a:cubicBezTo>
                  <a:cubicBezTo>
                    <a:pt x="812" y="5001"/>
                    <a:pt x="0" y="8835"/>
                    <a:pt x="2239" y="11122"/>
                  </a:cubicBezTo>
                  <a:cubicBezTo>
                    <a:pt x="2503" y="11391"/>
                    <a:pt x="2863" y="11539"/>
                    <a:pt x="3243" y="11539"/>
                  </a:cubicBezTo>
                  <a:lnTo>
                    <a:pt x="7634" y="11539"/>
                  </a:lnTo>
                  <a:cubicBezTo>
                    <a:pt x="8013" y="11539"/>
                    <a:pt x="8374" y="11386"/>
                    <a:pt x="8638" y="11117"/>
                  </a:cubicBezTo>
                  <a:cubicBezTo>
                    <a:pt x="9483" y="10252"/>
                    <a:pt x="9940" y="9089"/>
                    <a:pt x="9916" y="7884"/>
                  </a:cubicBezTo>
                  <a:cubicBezTo>
                    <a:pt x="9868" y="6087"/>
                    <a:pt x="8758" y="4487"/>
                    <a:pt x="7086" y="3824"/>
                  </a:cubicBezTo>
                  <a:cubicBezTo>
                    <a:pt x="6899" y="3747"/>
                    <a:pt x="6774" y="3565"/>
                    <a:pt x="6774" y="3363"/>
                  </a:cubicBezTo>
                  <a:lnTo>
                    <a:pt x="6774" y="0"/>
                  </a:lnTo>
                  <a:close/>
                </a:path>
              </a:pathLst>
            </a:custGeom>
            <a:solidFill>
              <a:srgbClr val="F3F6F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75" name="Google Shape;9175;p69"/>
            <p:cNvSpPr/>
            <p:nvPr/>
          </p:nvSpPr>
          <p:spPr>
            <a:xfrm>
              <a:off x="7665095" y="3859586"/>
              <a:ext cx="159646" cy="300363"/>
            </a:xfrm>
            <a:custGeom>
              <a:avLst/>
              <a:gdLst/>
              <a:ahLst/>
              <a:cxnLst/>
              <a:rect l="l" t="t" r="r" b="b"/>
              <a:pathLst>
                <a:path w="6098" h="11473" extrusionOk="0">
                  <a:moveTo>
                    <a:pt x="1" y="0"/>
                  </a:moveTo>
                  <a:lnTo>
                    <a:pt x="1" y="452"/>
                  </a:lnTo>
                  <a:lnTo>
                    <a:pt x="1380" y="452"/>
                  </a:lnTo>
                  <a:cubicBezTo>
                    <a:pt x="1725" y="452"/>
                    <a:pt x="2009" y="735"/>
                    <a:pt x="2009" y="1081"/>
                  </a:cubicBezTo>
                  <a:lnTo>
                    <a:pt x="2009" y="3815"/>
                  </a:lnTo>
                  <a:cubicBezTo>
                    <a:pt x="2009" y="4021"/>
                    <a:pt x="2134" y="4204"/>
                    <a:pt x="2321" y="4276"/>
                  </a:cubicBezTo>
                  <a:cubicBezTo>
                    <a:pt x="5247" y="5434"/>
                    <a:pt x="6097" y="9162"/>
                    <a:pt x="3969" y="11472"/>
                  </a:cubicBezTo>
                  <a:cubicBezTo>
                    <a:pt x="4180" y="11400"/>
                    <a:pt x="4377" y="11280"/>
                    <a:pt x="4536" y="11117"/>
                  </a:cubicBezTo>
                  <a:cubicBezTo>
                    <a:pt x="5381" y="10257"/>
                    <a:pt x="5842" y="9089"/>
                    <a:pt x="5814" y="7884"/>
                  </a:cubicBezTo>
                  <a:cubicBezTo>
                    <a:pt x="5766" y="6087"/>
                    <a:pt x="4656" y="4487"/>
                    <a:pt x="2984" y="3824"/>
                  </a:cubicBezTo>
                  <a:cubicBezTo>
                    <a:pt x="2797" y="3747"/>
                    <a:pt x="2672" y="3565"/>
                    <a:pt x="2672" y="3363"/>
                  </a:cubicBezTo>
                  <a:lnTo>
                    <a:pt x="2672" y="0"/>
                  </a:lnTo>
                  <a:close/>
                </a:path>
              </a:pathLst>
            </a:custGeom>
            <a:solidFill>
              <a:srgbClr val="EAEFF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76" name="Google Shape;9176;p69"/>
            <p:cNvSpPr/>
            <p:nvPr/>
          </p:nvSpPr>
          <p:spPr>
            <a:xfrm>
              <a:off x="7582733" y="4022425"/>
              <a:ext cx="235332" cy="139278"/>
            </a:xfrm>
            <a:custGeom>
              <a:avLst/>
              <a:gdLst/>
              <a:ahLst/>
              <a:cxnLst/>
              <a:rect l="l" t="t" r="r" b="b"/>
              <a:pathLst>
                <a:path w="8989" h="5320" extrusionOk="0">
                  <a:moveTo>
                    <a:pt x="2375" y="0"/>
                  </a:moveTo>
                  <a:cubicBezTo>
                    <a:pt x="1097" y="0"/>
                    <a:pt x="168" y="568"/>
                    <a:pt x="168" y="568"/>
                  </a:cubicBezTo>
                  <a:cubicBezTo>
                    <a:pt x="58" y="957"/>
                    <a:pt x="0" y="1361"/>
                    <a:pt x="5" y="1769"/>
                  </a:cubicBezTo>
                  <a:cubicBezTo>
                    <a:pt x="0" y="2937"/>
                    <a:pt x="461" y="4066"/>
                    <a:pt x="1283" y="4902"/>
                  </a:cubicBezTo>
                  <a:cubicBezTo>
                    <a:pt x="1547" y="5171"/>
                    <a:pt x="1907" y="5319"/>
                    <a:pt x="2287" y="5319"/>
                  </a:cubicBezTo>
                  <a:lnTo>
                    <a:pt x="6678" y="5319"/>
                  </a:lnTo>
                  <a:cubicBezTo>
                    <a:pt x="7057" y="5319"/>
                    <a:pt x="7418" y="5166"/>
                    <a:pt x="7682" y="4897"/>
                  </a:cubicBezTo>
                  <a:cubicBezTo>
                    <a:pt x="8527" y="4037"/>
                    <a:pt x="8988" y="2869"/>
                    <a:pt x="8960" y="1664"/>
                  </a:cubicBezTo>
                  <a:cubicBezTo>
                    <a:pt x="8945" y="1193"/>
                    <a:pt x="8864" y="727"/>
                    <a:pt x="8705" y="285"/>
                  </a:cubicBezTo>
                  <a:cubicBezTo>
                    <a:pt x="8705" y="285"/>
                    <a:pt x="7696" y="1069"/>
                    <a:pt x="6317" y="1069"/>
                  </a:cubicBezTo>
                  <a:cubicBezTo>
                    <a:pt x="5752" y="1069"/>
                    <a:pt x="5126" y="938"/>
                    <a:pt x="4482" y="568"/>
                  </a:cubicBezTo>
                  <a:cubicBezTo>
                    <a:pt x="3741" y="142"/>
                    <a:pt x="3014" y="0"/>
                    <a:pt x="2375" y="0"/>
                  </a:cubicBezTo>
                  <a:close/>
                </a:path>
              </a:pathLst>
            </a:custGeom>
            <a:solidFill>
              <a:srgbClr val="70849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77" name="Google Shape;9177;p69"/>
            <p:cNvSpPr/>
            <p:nvPr/>
          </p:nvSpPr>
          <p:spPr>
            <a:xfrm>
              <a:off x="7770365" y="4029756"/>
              <a:ext cx="47962" cy="129931"/>
            </a:xfrm>
            <a:custGeom>
              <a:avLst/>
              <a:gdLst/>
              <a:ahLst/>
              <a:cxnLst/>
              <a:rect l="l" t="t" r="r" b="b"/>
              <a:pathLst>
                <a:path w="1832" h="4963" extrusionOk="0">
                  <a:moveTo>
                    <a:pt x="1591" y="0"/>
                  </a:moveTo>
                  <a:cubicBezTo>
                    <a:pt x="1379" y="154"/>
                    <a:pt x="1149" y="284"/>
                    <a:pt x="909" y="389"/>
                  </a:cubicBezTo>
                  <a:cubicBezTo>
                    <a:pt x="1077" y="850"/>
                    <a:pt x="1173" y="1336"/>
                    <a:pt x="1183" y="1830"/>
                  </a:cubicBezTo>
                  <a:cubicBezTo>
                    <a:pt x="1211" y="2988"/>
                    <a:pt x="789" y="4112"/>
                    <a:pt x="1" y="4963"/>
                  </a:cubicBezTo>
                  <a:lnTo>
                    <a:pt x="78" y="4939"/>
                  </a:lnTo>
                  <a:cubicBezTo>
                    <a:pt x="154" y="4905"/>
                    <a:pt x="227" y="4871"/>
                    <a:pt x="299" y="4828"/>
                  </a:cubicBezTo>
                  <a:lnTo>
                    <a:pt x="303" y="4828"/>
                  </a:lnTo>
                  <a:cubicBezTo>
                    <a:pt x="327" y="4814"/>
                    <a:pt x="347" y="4804"/>
                    <a:pt x="366" y="4785"/>
                  </a:cubicBezTo>
                  <a:cubicBezTo>
                    <a:pt x="371" y="4785"/>
                    <a:pt x="375" y="4780"/>
                    <a:pt x="385" y="4775"/>
                  </a:cubicBezTo>
                  <a:cubicBezTo>
                    <a:pt x="399" y="4766"/>
                    <a:pt x="414" y="4751"/>
                    <a:pt x="428" y="4742"/>
                  </a:cubicBezTo>
                  <a:cubicBezTo>
                    <a:pt x="433" y="4732"/>
                    <a:pt x="443" y="4727"/>
                    <a:pt x="448" y="4722"/>
                  </a:cubicBezTo>
                  <a:cubicBezTo>
                    <a:pt x="462" y="4713"/>
                    <a:pt x="476" y="4698"/>
                    <a:pt x="496" y="4689"/>
                  </a:cubicBezTo>
                  <a:lnTo>
                    <a:pt x="510" y="4670"/>
                  </a:lnTo>
                  <a:cubicBezTo>
                    <a:pt x="529" y="4655"/>
                    <a:pt x="548" y="4636"/>
                    <a:pt x="572" y="4617"/>
                  </a:cubicBezTo>
                  <a:cubicBezTo>
                    <a:pt x="1394" y="3742"/>
                    <a:pt x="1831" y="2580"/>
                    <a:pt x="1793" y="1384"/>
                  </a:cubicBezTo>
                  <a:lnTo>
                    <a:pt x="1793" y="1297"/>
                  </a:lnTo>
                  <a:lnTo>
                    <a:pt x="1793" y="1268"/>
                  </a:lnTo>
                  <a:cubicBezTo>
                    <a:pt x="1788" y="1249"/>
                    <a:pt x="1788" y="1230"/>
                    <a:pt x="1793" y="1211"/>
                  </a:cubicBezTo>
                  <a:lnTo>
                    <a:pt x="1793" y="1177"/>
                  </a:lnTo>
                  <a:cubicBezTo>
                    <a:pt x="1788" y="1158"/>
                    <a:pt x="1788" y="1139"/>
                    <a:pt x="1793" y="1119"/>
                  </a:cubicBezTo>
                  <a:lnTo>
                    <a:pt x="1793" y="1086"/>
                  </a:lnTo>
                  <a:cubicBezTo>
                    <a:pt x="1793" y="1076"/>
                    <a:pt x="1793" y="1047"/>
                    <a:pt x="1783" y="1033"/>
                  </a:cubicBezTo>
                  <a:cubicBezTo>
                    <a:pt x="1783" y="1019"/>
                    <a:pt x="1783" y="1009"/>
                    <a:pt x="1783" y="999"/>
                  </a:cubicBezTo>
                  <a:cubicBezTo>
                    <a:pt x="1783" y="980"/>
                    <a:pt x="1783" y="961"/>
                    <a:pt x="1778" y="942"/>
                  </a:cubicBezTo>
                  <a:cubicBezTo>
                    <a:pt x="1778" y="932"/>
                    <a:pt x="1778" y="922"/>
                    <a:pt x="1778" y="913"/>
                  </a:cubicBezTo>
                  <a:cubicBezTo>
                    <a:pt x="1773" y="894"/>
                    <a:pt x="1773" y="874"/>
                    <a:pt x="1773" y="855"/>
                  </a:cubicBezTo>
                  <a:cubicBezTo>
                    <a:pt x="1769" y="846"/>
                    <a:pt x="1769" y="836"/>
                    <a:pt x="1773" y="826"/>
                  </a:cubicBezTo>
                  <a:cubicBezTo>
                    <a:pt x="1773" y="807"/>
                    <a:pt x="1764" y="783"/>
                    <a:pt x="1764" y="764"/>
                  </a:cubicBezTo>
                  <a:cubicBezTo>
                    <a:pt x="1764" y="759"/>
                    <a:pt x="1764" y="750"/>
                    <a:pt x="1764" y="740"/>
                  </a:cubicBezTo>
                  <a:cubicBezTo>
                    <a:pt x="1759" y="721"/>
                    <a:pt x="1759" y="697"/>
                    <a:pt x="1754" y="677"/>
                  </a:cubicBezTo>
                  <a:cubicBezTo>
                    <a:pt x="1749" y="673"/>
                    <a:pt x="1749" y="663"/>
                    <a:pt x="1754" y="653"/>
                  </a:cubicBezTo>
                  <a:cubicBezTo>
                    <a:pt x="1749" y="634"/>
                    <a:pt x="1745" y="610"/>
                    <a:pt x="1740" y="591"/>
                  </a:cubicBezTo>
                  <a:cubicBezTo>
                    <a:pt x="1740" y="586"/>
                    <a:pt x="1740" y="577"/>
                    <a:pt x="1735" y="572"/>
                  </a:cubicBezTo>
                  <a:cubicBezTo>
                    <a:pt x="1730" y="553"/>
                    <a:pt x="1725" y="529"/>
                    <a:pt x="1721" y="509"/>
                  </a:cubicBezTo>
                  <a:cubicBezTo>
                    <a:pt x="1721" y="500"/>
                    <a:pt x="1721" y="495"/>
                    <a:pt x="1721" y="490"/>
                  </a:cubicBezTo>
                  <a:cubicBezTo>
                    <a:pt x="1716" y="466"/>
                    <a:pt x="1711" y="442"/>
                    <a:pt x="1701" y="423"/>
                  </a:cubicBezTo>
                  <a:cubicBezTo>
                    <a:pt x="1701" y="418"/>
                    <a:pt x="1701" y="413"/>
                    <a:pt x="1701" y="408"/>
                  </a:cubicBezTo>
                  <a:lnTo>
                    <a:pt x="1687" y="336"/>
                  </a:lnTo>
                  <a:cubicBezTo>
                    <a:pt x="1682" y="332"/>
                    <a:pt x="1682" y="327"/>
                    <a:pt x="1687" y="322"/>
                  </a:cubicBezTo>
                  <a:cubicBezTo>
                    <a:pt x="1677" y="298"/>
                    <a:pt x="1673" y="274"/>
                    <a:pt x="1663" y="255"/>
                  </a:cubicBezTo>
                  <a:lnTo>
                    <a:pt x="1663" y="240"/>
                  </a:lnTo>
                  <a:cubicBezTo>
                    <a:pt x="1658" y="216"/>
                    <a:pt x="1649" y="192"/>
                    <a:pt x="1644" y="168"/>
                  </a:cubicBezTo>
                  <a:lnTo>
                    <a:pt x="1644" y="159"/>
                  </a:lnTo>
                  <a:cubicBezTo>
                    <a:pt x="1639" y="135"/>
                    <a:pt x="1629" y="111"/>
                    <a:pt x="1620" y="82"/>
                  </a:cubicBezTo>
                  <a:lnTo>
                    <a:pt x="1620" y="77"/>
                  </a:lnTo>
                  <a:cubicBezTo>
                    <a:pt x="1610" y="53"/>
                    <a:pt x="1600" y="24"/>
                    <a:pt x="1591" y="0"/>
                  </a:cubicBezTo>
                  <a:close/>
                </a:path>
              </a:pathLst>
            </a:custGeom>
            <a:solidFill>
              <a:srgbClr val="566D8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78" name="Google Shape;9178;p69"/>
            <p:cNvSpPr/>
            <p:nvPr/>
          </p:nvSpPr>
          <p:spPr>
            <a:xfrm>
              <a:off x="7770627" y="4065963"/>
              <a:ext cx="17750" cy="15106"/>
            </a:xfrm>
            <a:custGeom>
              <a:avLst/>
              <a:gdLst/>
              <a:ahLst/>
              <a:cxnLst/>
              <a:rect l="l" t="t" r="r" b="b"/>
              <a:pathLst>
                <a:path w="678" h="577" extrusionOk="0">
                  <a:moveTo>
                    <a:pt x="385" y="1"/>
                  </a:moveTo>
                  <a:cubicBezTo>
                    <a:pt x="130" y="1"/>
                    <a:pt x="0" y="313"/>
                    <a:pt x="183" y="491"/>
                  </a:cubicBezTo>
                  <a:cubicBezTo>
                    <a:pt x="242" y="550"/>
                    <a:pt x="314" y="576"/>
                    <a:pt x="385" y="576"/>
                  </a:cubicBezTo>
                  <a:cubicBezTo>
                    <a:pt x="532" y="576"/>
                    <a:pt x="673" y="461"/>
                    <a:pt x="673" y="289"/>
                  </a:cubicBezTo>
                  <a:cubicBezTo>
                    <a:pt x="678" y="130"/>
                    <a:pt x="548" y="1"/>
                    <a:pt x="385" y="1"/>
                  </a:cubicBezTo>
                  <a:close/>
                </a:path>
              </a:pathLst>
            </a:custGeom>
            <a:solidFill>
              <a:srgbClr val="3B536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79" name="Google Shape;9179;p69"/>
            <p:cNvSpPr/>
            <p:nvPr/>
          </p:nvSpPr>
          <p:spPr>
            <a:xfrm>
              <a:off x="7734027" y="4121674"/>
              <a:ext cx="15368" cy="13064"/>
            </a:xfrm>
            <a:custGeom>
              <a:avLst/>
              <a:gdLst/>
              <a:ahLst/>
              <a:cxnLst/>
              <a:rect l="l" t="t" r="r" b="b"/>
              <a:pathLst>
                <a:path w="587" h="499" extrusionOk="0">
                  <a:moveTo>
                    <a:pt x="340" y="1"/>
                  </a:moveTo>
                  <a:cubicBezTo>
                    <a:pt x="337" y="1"/>
                    <a:pt x="335" y="1"/>
                    <a:pt x="332" y="1"/>
                  </a:cubicBezTo>
                  <a:cubicBezTo>
                    <a:pt x="111" y="1"/>
                    <a:pt x="0" y="270"/>
                    <a:pt x="154" y="424"/>
                  </a:cubicBezTo>
                  <a:cubicBezTo>
                    <a:pt x="206" y="475"/>
                    <a:pt x="269" y="498"/>
                    <a:pt x="331" y="498"/>
                  </a:cubicBezTo>
                  <a:cubicBezTo>
                    <a:pt x="459" y="498"/>
                    <a:pt x="582" y="400"/>
                    <a:pt x="582" y="251"/>
                  </a:cubicBezTo>
                  <a:cubicBezTo>
                    <a:pt x="586" y="114"/>
                    <a:pt x="476" y="1"/>
                    <a:pt x="340" y="1"/>
                  </a:cubicBezTo>
                  <a:close/>
                </a:path>
              </a:pathLst>
            </a:custGeom>
            <a:solidFill>
              <a:srgbClr val="3B536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80" name="Google Shape;9180;p69"/>
            <p:cNvSpPr/>
            <p:nvPr/>
          </p:nvSpPr>
          <p:spPr>
            <a:xfrm>
              <a:off x="7633522" y="4056904"/>
              <a:ext cx="15368" cy="13142"/>
            </a:xfrm>
            <a:custGeom>
              <a:avLst/>
              <a:gdLst/>
              <a:ahLst/>
              <a:cxnLst/>
              <a:rect l="l" t="t" r="r" b="b"/>
              <a:pathLst>
                <a:path w="587" h="502" extrusionOk="0">
                  <a:moveTo>
                    <a:pt x="337" y="1"/>
                  </a:moveTo>
                  <a:cubicBezTo>
                    <a:pt x="116" y="1"/>
                    <a:pt x="1" y="270"/>
                    <a:pt x="159" y="428"/>
                  </a:cubicBezTo>
                  <a:cubicBezTo>
                    <a:pt x="210" y="479"/>
                    <a:pt x="273" y="502"/>
                    <a:pt x="334" y="502"/>
                  </a:cubicBezTo>
                  <a:cubicBezTo>
                    <a:pt x="463" y="502"/>
                    <a:pt x="587" y="401"/>
                    <a:pt x="587" y="251"/>
                  </a:cubicBezTo>
                  <a:cubicBezTo>
                    <a:pt x="587" y="111"/>
                    <a:pt x="477" y="1"/>
                    <a:pt x="337" y="1"/>
                  </a:cubicBezTo>
                  <a:close/>
                </a:path>
              </a:pathLst>
            </a:custGeom>
            <a:solidFill>
              <a:srgbClr val="3B536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81" name="Google Shape;9181;p69"/>
            <p:cNvSpPr/>
            <p:nvPr/>
          </p:nvSpPr>
          <p:spPr>
            <a:xfrm>
              <a:off x="7655304" y="4121674"/>
              <a:ext cx="15368" cy="13064"/>
            </a:xfrm>
            <a:custGeom>
              <a:avLst/>
              <a:gdLst/>
              <a:ahLst/>
              <a:cxnLst/>
              <a:rect l="l" t="t" r="r" b="b"/>
              <a:pathLst>
                <a:path w="587" h="499" extrusionOk="0">
                  <a:moveTo>
                    <a:pt x="345" y="1"/>
                  </a:moveTo>
                  <a:cubicBezTo>
                    <a:pt x="342" y="1"/>
                    <a:pt x="339" y="1"/>
                    <a:pt x="336" y="1"/>
                  </a:cubicBezTo>
                  <a:cubicBezTo>
                    <a:pt x="111" y="1"/>
                    <a:pt x="0" y="270"/>
                    <a:pt x="159" y="424"/>
                  </a:cubicBezTo>
                  <a:cubicBezTo>
                    <a:pt x="210" y="475"/>
                    <a:pt x="274" y="498"/>
                    <a:pt x="336" y="498"/>
                  </a:cubicBezTo>
                  <a:cubicBezTo>
                    <a:pt x="464" y="498"/>
                    <a:pt x="586" y="400"/>
                    <a:pt x="586" y="251"/>
                  </a:cubicBezTo>
                  <a:cubicBezTo>
                    <a:pt x="586" y="114"/>
                    <a:pt x="480" y="1"/>
                    <a:pt x="345" y="1"/>
                  </a:cubicBezTo>
                  <a:close/>
                </a:path>
              </a:pathLst>
            </a:custGeom>
            <a:solidFill>
              <a:srgbClr val="3B536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82" name="Google Shape;9182;p69"/>
            <p:cNvSpPr/>
            <p:nvPr/>
          </p:nvSpPr>
          <p:spPr>
            <a:xfrm>
              <a:off x="7693527" y="4070858"/>
              <a:ext cx="18378" cy="15734"/>
            </a:xfrm>
            <a:custGeom>
              <a:avLst/>
              <a:gdLst/>
              <a:ahLst/>
              <a:cxnLst/>
              <a:rect l="l" t="t" r="r" b="b"/>
              <a:pathLst>
                <a:path w="702" h="601" extrusionOk="0">
                  <a:moveTo>
                    <a:pt x="404" y="1"/>
                  </a:moveTo>
                  <a:cubicBezTo>
                    <a:pt x="135" y="1"/>
                    <a:pt x="0" y="323"/>
                    <a:pt x="188" y="510"/>
                  </a:cubicBezTo>
                  <a:cubicBezTo>
                    <a:pt x="250" y="573"/>
                    <a:pt x="327" y="601"/>
                    <a:pt x="401" y="601"/>
                  </a:cubicBezTo>
                  <a:cubicBezTo>
                    <a:pt x="555" y="601"/>
                    <a:pt x="702" y="480"/>
                    <a:pt x="702" y="299"/>
                  </a:cubicBezTo>
                  <a:cubicBezTo>
                    <a:pt x="702" y="131"/>
                    <a:pt x="567" y="1"/>
                    <a:pt x="404" y="1"/>
                  </a:cubicBezTo>
                  <a:close/>
                </a:path>
              </a:pathLst>
            </a:custGeom>
            <a:solidFill>
              <a:srgbClr val="3B536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83" name="Google Shape;9183;p69"/>
            <p:cNvSpPr/>
            <p:nvPr/>
          </p:nvSpPr>
          <p:spPr>
            <a:xfrm>
              <a:off x="7552024" y="3826128"/>
              <a:ext cx="281880" cy="340733"/>
            </a:xfrm>
            <a:custGeom>
              <a:avLst/>
              <a:gdLst/>
              <a:ahLst/>
              <a:cxnLst/>
              <a:rect l="l" t="t" r="r" b="b"/>
              <a:pathLst>
                <a:path w="10767" h="13015" extrusionOk="0">
                  <a:moveTo>
                    <a:pt x="3530" y="7679"/>
                  </a:moveTo>
                  <a:cubicBezTo>
                    <a:pt x="4235" y="7679"/>
                    <a:pt x="4935" y="7865"/>
                    <a:pt x="5554" y="8225"/>
                  </a:cubicBezTo>
                  <a:cubicBezTo>
                    <a:pt x="6243" y="8618"/>
                    <a:pt x="6909" y="8749"/>
                    <a:pt x="7493" y="8749"/>
                  </a:cubicBezTo>
                  <a:cubicBezTo>
                    <a:pt x="7936" y="8749"/>
                    <a:pt x="8332" y="8674"/>
                    <a:pt x="8653" y="8580"/>
                  </a:cubicBezTo>
                  <a:cubicBezTo>
                    <a:pt x="9042" y="8465"/>
                    <a:pt x="9417" y="8297"/>
                    <a:pt x="9763" y="8081"/>
                  </a:cubicBezTo>
                  <a:lnTo>
                    <a:pt x="9763" y="8081"/>
                  </a:lnTo>
                  <a:cubicBezTo>
                    <a:pt x="10200" y="9560"/>
                    <a:pt x="9796" y="11160"/>
                    <a:pt x="8715" y="12260"/>
                  </a:cubicBezTo>
                  <a:cubicBezTo>
                    <a:pt x="8485" y="12491"/>
                    <a:pt x="8173" y="12621"/>
                    <a:pt x="7846" y="12625"/>
                  </a:cubicBezTo>
                  <a:lnTo>
                    <a:pt x="3460" y="12625"/>
                  </a:lnTo>
                  <a:cubicBezTo>
                    <a:pt x="3128" y="12625"/>
                    <a:pt x="2816" y="12491"/>
                    <a:pt x="2590" y="12260"/>
                  </a:cubicBezTo>
                  <a:cubicBezTo>
                    <a:pt x="1529" y="11189"/>
                    <a:pt x="1115" y="9637"/>
                    <a:pt x="1509" y="8182"/>
                  </a:cubicBezTo>
                  <a:cubicBezTo>
                    <a:pt x="1884" y="7989"/>
                    <a:pt x="2292" y="7850"/>
                    <a:pt x="2710" y="7764"/>
                  </a:cubicBezTo>
                  <a:cubicBezTo>
                    <a:pt x="2982" y="7707"/>
                    <a:pt x="3256" y="7679"/>
                    <a:pt x="3530" y="7679"/>
                  </a:cubicBezTo>
                  <a:close/>
                  <a:moveTo>
                    <a:pt x="3859" y="0"/>
                  </a:moveTo>
                  <a:cubicBezTo>
                    <a:pt x="3580" y="5"/>
                    <a:pt x="3354" y="231"/>
                    <a:pt x="3354" y="510"/>
                  </a:cubicBezTo>
                  <a:lnTo>
                    <a:pt x="3354" y="956"/>
                  </a:lnTo>
                  <a:cubicBezTo>
                    <a:pt x="3354" y="1235"/>
                    <a:pt x="3580" y="1461"/>
                    <a:pt x="3859" y="1466"/>
                  </a:cubicBezTo>
                  <a:lnTo>
                    <a:pt x="4128" y="1466"/>
                  </a:lnTo>
                  <a:lnTo>
                    <a:pt x="4128" y="3037"/>
                  </a:lnTo>
                  <a:cubicBezTo>
                    <a:pt x="4128" y="3161"/>
                    <a:pt x="4222" y="3224"/>
                    <a:pt x="4317" y="3224"/>
                  </a:cubicBezTo>
                  <a:cubicBezTo>
                    <a:pt x="4412" y="3224"/>
                    <a:pt x="4507" y="3161"/>
                    <a:pt x="4507" y="3037"/>
                  </a:cubicBezTo>
                  <a:lnTo>
                    <a:pt x="4507" y="1466"/>
                  </a:lnTo>
                  <a:lnTo>
                    <a:pt x="6794" y="1466"/>
                  </a:lnTo>
                  <a:lnTo>
                    <a:pt x="6794" y="4641"/>
                  </a:lnTo>
                  <a:cubicBezTo>
                    <a:pt x="6794" y="4924"/>
                    <a:pt x="6967" y="5174"/>
                    <a:pt x="7231" y="5275"/>
                  </a:cubicBezTo>
                  <a:cubicBezTo>
                    <a:pt x="8336" y="5717"/>
                    <a:pt x="9210" y="6601"/>
                    <a:pt x="9638" y="7711"/>
                  </a:cubicBezTo>
                  <a:cubicBezTo>
                    <a:pt x="9297" y="7937"/>
                    <a:pt x="8922" y="8110"/>
                    <a:pt x="8533" y="8220"/>
                  </a:cubicBezTo>
                  <a:cubicBezTo>
                    <a:pt x="8175" y="8325"/>
                    <a:pt x="7823" y="8378"/>
                    <a:pt x="7478" y="8378"/>
                  </a:cubicBezTo>
                  <a:cubicBezTo>
                    <a:pt x="6878" y="8378"/>
                    <a:pt x="6299" y="8218"/>
                    <a:pt x="5747" y="7898"/>
                  </a:cubicBezTo>
                  <a:cubicBezTo>
                    <a:pt x="5049" y="7497"/>
                    <a:pt x="4292" y="7306"/>
                    <a:pt x="3533" y="7306"/>
                  </a:cubicBezTo>
                  <a:cubicBezTo>
                    <a:pt x="2902" y="7306"/>
                    <a:pt x="2271" y="7438"/>
                    <a:pt x="1673" y="7692"/>
                  </a:cubicBezTo>
                  <a:cubicBezTo>
                    <a:pt x="2100" y="6587"/>
                    <a:pt x="2970" y="5712"/>
                    <a:pt x="4075" y="5275"/>
                  </a:cubicBezTo>
                  <a:cubicBezTo>
                    <a:pt x="4334" y="5174"/>
                    <a:pt x="4507" y="4920"/>
                    <a:pt x="4512" y="4641"/>
                  </a:cubicBezTo>
                  <a:lnTo>
                    <a:pt x="4512" y="3993"/>
                  </a:lnTo>
                  <a:cubicBezTo>
                    <a:pt x="4510" y="3868"/>
                    <a:pt x="4415" y="3805"/>
                    <a:pt x="4320" y="3805"/>
                  </a:cubicBezTo>
                  <a:cubicBezTo>
                    <a:pt x="4226" y="3805"/>
                    <a:pt x="4132" y="3868"/>
                    <a:pt x="4132" y="3993"/>
                  </a:cubicBezTo>
                  <a:lnTo>
                    <a:pt x="4132" y="4641"/>
                  </a:lnTo>
                  <a:cubicBezTo>
                    <a:pt x="4132" y="4766"/>
                    <a:pt x="4056" y="4876"/>
                    <a:pt x="3935" y="4924"/>
                  </a:cubicBezTo>
                  <a:cubicBezTo>
                    <a:pt x="827" y="6154"/>
                    <a:pt x="1" y="10166"/>
                    <a:pt x="2321" y="12534"/>
                  </a:cubicBezTo>
                  <a:cubicBezTo>
                    <a:pt x="2619" y="12837"/>
                    <a:pt x="3032" y="13010"/>
                    <a:pt x="3460" y="13014"/>
                  </a:cubicBezTo>
                  <a:lnTo>
                    <a:pt x="7846" y="13014"/>
                  </a:lnTo>
                  <a:cubicBezTo>
                    <a:pt x="8278" y="13014"/>
                    <a:pt x="8687" y="12837"/>
                    <a:pt x="8989" y="12534"/>
                  </a:cubicBezTo>
                  <a:cubicBezTo>
                    <a:pt x="10570" y="10920"/>
                    <a:pt x="10767" y="8407"/>
                    <a:pt x="9460" y="6567"/>
                  </a:cubicBezTo>
                  <a:cubicBezTo>
                    <a:pt x="8936" y="5828"/>
                    <a:pt x="8211" y="5256"/>
                    <a:pt x="7370" y="4920"/>
                  </a:cubicBezTo>
                  <a:cubicBezTo>
                    <a:pt x="7255" y="4876"/>
                    <a:pt x="7173" y="4766"/>
                    <a:pt x="7173" y="4641"/>
                  </a:cubicBezTo>
                  <a:lnTo>
                    <a:pt x="7173" y="1466"/>
                  </a:lnTo>
                  <a:lnTo>
                    <a:pt x="7447" y="1466"/>
                  </a:lnTo>
                  <a:cubicBezTo>
                    <a:pt x="7726" y="1461"/>
                    <a:pt x="7952" y="1235"/>
                    <a:pt x="7952" y="956"/>
                  </a:cubicBezTo>
                  <a:lnTo>
                    <a:pt x="7952" y="510"/>
                  </a:lnTo>
                  <a:cubicBezTo>
                    <a:pt x="7952" y="231"/>
                    <a:pt x="7726" y="5"/>
                    <a:pt x="7447" y="0"/>
                  </a:cubicBezTo>
                  <a:lnTo>
                    <a:pt x="6438" y="0"/>
                  </a:lnTo>
                  <a:cubicBezTo>
                    <a:pt x="6189" y="0"/>
                    <a:pt x="6189" y="380"/>
                    <a:pt x="6438" y="380"/>
                  </a:cubicBezTo>
                  <a:lnTo>
                    <a:pt x="7447" y="380"/>
                  </a:lnTo>
                  <a:cubicBezTo>
                    <a:pt x="7514" y="380"/>
                    <a:pt x="7572" y="438"/>
                    <a:pt x="7572" y="505"/>
                  </a:cubicBezTo>
                  <a:lnTo>
                    <a:pt x="7572" y="952"/>
                  </a:lnTo>
                  <a:cubicBezTo>
                    <a:pt x="7572" y="1021"/>
                    <a:pt x="7519" y="1077"/>
                    <a:pt x="7455" y="1077"/>
                  </a:cubicBezTo>
                  <a:cubicBezTo>
                    <a:pt x="7452" y="1077"/>
                    <a:pt x="7450" y="1077"/>
                    <a:pt x="7447" y="1076"/>
                  </a:cubicBezTo>
                  <a:lnTo>
                    <a:pt x="3859" y="1076"/>
                  </a:lnTo>
                  <a:cubicBezTo>
                    <a:pt x="3856" y="1077"/>
                    <a:pt x="3853" y="1077"/>
                    <a:pt x="3851" y="1077"/>
                  </a:cubicBezTo>
                  <a:cubicBezTo>
                    <a:pt x="3787" y="1077"/>
                    <a:pt x="3734" y="1021"/>
                    <a:pt x="3734" y="952"/>
                  </a:cubicBezTo>
                  <a:lnTo>
                    <a:pt x="3734" y="505"/>
                  </a:lnTo>
                  <a:cubicBezTo>
                    <a:pt x="3734" y="438"/>
                    <a:pt x="3791" y="380"/>
                    <a:pt x="3859" y="380"/>
                  </a:cubicBezTo>
                  <a:lnTo>
                    <a:pt x="5506" y="380"/>
                  </a:lnTo>
                  <a:cubicBezTo>
                    <a:pt x="5761" y="380"/>
                    <a:pt x="5761" y="5"/>
                    <a:pt x="5506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9184" name="Google Shape;9184;p69"/>
          <p:cNvGrpSpPr/>
          <p:nvPr/>
        </p:nvGrpSpPr>
        <p:grpSpPr>
          <a:xfrm>
            <a:off x="4698683" y="3860309"/>
            <a:ext cx="152171" cy="265701"/>
            <a:chOff x="6264910" y="4289828"/>
            <a:chExt cx="202895" cy="354268"/>
          </a:xfrm>
        </p:grpSpPr>
        <p:sp>
          <p:nvSpPr>
            <p:cNvPr id="9185" name="Google Shape;9185;p69"/>
            <p:cNvSpPr/>
            <p:nvPr/>
          </p:nvSpPr>
          <p:spPr>
            <a:xfrm>
              <a:off x="6268811" y="4364781"/>
              <a:ext cx="77493" cy="31468"/>
            </a:xfrm>
            <a:custGeom>
              <a:avLst/>
              <a:gdLst/>
              <a:ahLst/>
              <a:cxnLst/>
              <a:rect l="l" t="t" r="r" b="b"/>
              <a:pathLst>
                <a:path w="2960" h="1202" extrusionOk="0">
                  <a:moveTo>
                    <a:pt x="207" y="1"/>
                  </a:moveTo>
                  <a:cubicBezTo>
                    <a:pt x="0" y="376"/>
                    <a:pt x="0" y="827"/>
                    <a:pt x="202" y="1202"/>
                  </a:cubicBezTo>
                  <a:lnTo>
                    <a:pt x="2806" y="1202"/>
                  </a:lnTo>
                  <a:cubicBezTo>
                    <a:pt x="2907" y="1019"/>
                    <a:pt x="2959" y="818"/>
                    <a:pt x="2959" y="606"/>
                  </a:cubicBezTo>
                  <a:cubicBezTo>
                    <a:pt x="2959" y="395"/>
                    <a:pt x="2902" y="184"/>
                    <a:pt x="2796" y="1"/>
                  </a:cubicBezTo>
                  <a:close/>
                </a:path>
              </a:pathLst>
            </a:custGeom>
            <a:solidFill>
              <a:srgbClr val="8195A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86" name="Google Shape;9186;p69"/>
            <p:cNvSpPr/>
            <p:nvPr/>
          </p:nvSpPr>
          <p:spPr>
            <a:xfrm>
              <a:off x="6324391" y="4364781"/>
              <a:ext cx="21913" cy="31468"/>
            </a:xfrm>
            <a:custGeom>
              <a:avLst/>
              <a:gdLst/>
              <a:ahLst/>
              <a:cxnLst/>
              <a:rect l="l" t="t" r="r" b="b"/>
              <a:pathLst>
                <a:path w="837" h="1202" extrusionOk="0">
                  <a:moveTo>
                    <a:pt x="1" y="1"/>
                  </a:moveTo>
                  <a:cubicBezTo>
                    <a:pt x="106" y="184"/>
                    <a:pt x="159" y="395"/>
                    <a:pt x="159" y="606"/>
                  </a:cubicBezTo>
                  <a:cubicBezTo>
                    <a:pt x="159" y="818"/>
                    <a:pt x="106" y="1019"/>
                    <a:pt x="5" y="1202"/>
                  </a:cubicBezTo>
                  <a:lnTo>
                    <a:pt x="683" y="1202"/>
                  </a:lnTo>
                  <a:cubicBezTo>
                    <a:pt x="784" y="1019"/>
                    <a:pt x="836" y="818"/>
                    <a:pt x="832" y="606"/>
                  </a:cubicBezTo>
                  <a:cubicBezTo>
                    <a:pt x="836" y="395"/>
                    <a:pt x="784" y="184"/>
                    <a:pt x="673" y="1"/>
                  </a:cubicBezTo>
                  <a:close/>
                </a:path>
              </a:pathLst>
            </a:custGeom>
            <a:solidFill>
              <a:srgbClr val="748B9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87" name="Google Shape;9187;p69"/>
            <p:cNvSpPr/>
            <p:nvPr/>
          </p:nvSpPr>
          <p:spPr>
            <a:xfrm>
              <a:off x="6270068" y="4536967"/>
              <a:ext cx="76236" cy="31599"/>
            </a:xfrm>
            <a:custGeom>
              <a:avLst/>
              <a:gdLst/>
              <a:ahLst/>
              <a:cxnLst/>
              <a:rect l="l" t="t" r="r" b="b"/>
              <a:pathLst>
                <a:path w="2912" h="1207" extrusionOk="0">
                  <a:moveTo>
                    <a:pt x="154" y="1"/>
                  </a:moveTo>
                  <a:cubicBezTo>
                    <a:pt x="58" y="183"/>
                    <a:pt x="5" y="390"/>
                    <a:pt x="5" y="596"/>
                  </a:cubicBezTo>
                  <a:cubicBezTo>
                    <a:pt x="0" y="808"/>
                    <a:pt x="58" y="1019"/>
                    <a:pt x="163" y="1206"/>
                  </a:cubicBezTo>
                  <a:lnTo>
                    <a:pt x="2753" y="1206"/>
                  </a:lnTo>
                  <a:cubicBezTo>
                    <a:pt x="2859" y="1019"/>
                    <a:pt x="2911" y="808"/>
                    <a:pt x="2911" y="596"/>
                  </a:cubicBezTo>
                  <a:cubicBezTo>
                    <a:pt x="2911" y="390"/>
                    <a:pt x="2859" y="183"/>
                    <a:pt x="2758" y="1"/>
                  </a:cubicBezTo>
                  <a:close/>
                </a:path>
              </a:pathLst>
            </a:custGeom>
            <a:solidFill>
              <a:srgbClr val="8195A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88" name="Google Shape;9188;p69"/>
            <p:cNvSpPr/>
            <p:nvPr/>
          </p:nvSpPr>
          <p:spPr>
            <a:xfrm>
              <a:off x="6324391" y="4536967"/>
              <a:ext cx="23169" cy="31599"/>
            </a:xfrm>
            <a:custGeom>
              <a:avLst/>
              <a:gdLst/>
              <a:ahLst/>
              <a:cxnLst/>
              <a:rect l="l" t="t" r="r" b="b"/>
              <a:pathLst>
                <a:path w="885" h="1207" extrusionOk="0">
                  <a:moveTo>
                    <a:pt x="10" y="1"/>
                  </a:moveTo>
                  <a:cubicBezTo>
                    <a:pt x="212" y="375"/>
                    <a:pt x="207" y="832"/>
                    <a:pt x="1" y="1206"/>
                  </a:cubicBezTo>
                  <a:lnTo>
                    <a:pt x="678" y="1206"/>
                  </a:lnTo>
                  <a:cubicBezTo>
                    <a:pt x="884" y="832"/>
                    <a:pt x="884" y="375"/>
                    <a:pt x="683" y="1"/>
                  </a:cubicBezTo>
                  <a:close/>
                </a:path>
              </a:pathLst>
            </a:custGeom>
            <a:solidFill>
              <a:srgbClr val="748B9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89" name="Google Shape;9189;p69"/>
            <p:cNvSpPr/>
            <p:nvPr/>
          </p:nvSpPr>
          <p:spPr>
            <a:xfrm>
              <a:off x="6386150" y="4450940"/>
              <a:ext cx="76367" cy="31468"/>
            </a:xfrm>
            <a:custGeom>
              <a:avLst/>
              <a:gdLst/>
              <a:ahLst/>
              <a:cxnLst/>
              <a:rect l="l" t="t" r="r" b="b"/>
              <a:pathLst>
                <a:path w="2917" h="1202" extrusionOk="0">
                  <a:moveTo>
                    <a:pt x="159" y="1"/>
                  </a:moveTo>
                  <a:cubicBezTo>
                    <a:pt x="58" y="183"/>
                    <a:pt x="0" y="390"/>
                    <a:pt x="5" y="601"/>
                  </a:cubicBezTo>
                  <a:cubicBezTo>
                    <a:pt x="5" y="808"/>
                    <a:pt x="58" y="1014"/>
                    <a:pt x="159" y="1202"/>
                  </a:cubicBezTo>
                  <a:lnTo>
                    <a:pt x="2758" y="1202"/>
                  </a:lnTo>
                  <a:cubicBezTo>
                    <a:pt x="2864" y="1019"/>
                    <a:pt x="2916" y="808"/>
                    <a:pt x="2916" y="601"/>
                  </a:cubicBezTo>
                  <a:cubicBezTo>
                    <a:pt x="2916" y="390"/>
                    <a:pt x="2859" y="178"/>
                    <a:pt x="2753" y="1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90" name="Google Shape;9190;p69"/>
            <p:cNvSpPr/>
            <p:nvPr/>
          </p:nvSpPr>
          <p:spPr>
            <a:xfrm>
              <a:off x="6438327" y="4450809"/>
              <a:ext cx="24190" cy="31468"/>
            </a:xfrm>
            <a:custGeom>
              <a:avLst/>
              <a:gdLst/>
              <a:ahLst/>
              <a:cxnLst/>
              <a:rect l="l" t="t" r="r" b="b"/>
              <a:pathLst>
                <a:path w="924" h="1202" extrusionOk="0">
                  <a:moveTo>
                    <a:pt x="1" y="1"/>
                  </a:moveTo>
                  <a:cubicBezTo>
                    <a:pt x="107" y="183"/>
                    <a:pt x="160" y="390"/>
                    <a:pt x="160" y="601"/>
                  </a:cubicBezTo>
                  <a:cubicBezTo>
                    <a:pt x="160" y="813"/>
                    <a:pt x="107" y="1019"/>
                    <a:pt x="1" y="1202"/>
                  </a:cubicBezTo>
                  <a:lnTo>
                    <a:pt x="765" y="1202"/>
                  </a:lnTo>
                  <a:cubicBezTo>
                    <a:pt x="871" y="1019"/>
                    <a:pt x="923" y="813"/>
                    <a:pt x="923" y="601"/>
                  </a:cubicBezTo>
                  <a:cubicBezTo>
                    <a:pt x="923" y="390"/>
                    <a:pt x="871" y="183"/>
                    <a:pt x="765" y="1"/>
                  </a:cubicBezTo>
                  <a:close/>
                </a:path>
              </a:pathLst>
            </a:custGeom>
            <a:solidFill>
              <a:srgbClr val="4C657B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91" name="Google Shape;9191;p69"/>
            <p:cNvSpPr/>
            <p:nvPr/>
          </p:nvSpPr>
          <p:spPr>
            <a:xfrm>
              <a:off x="6264910" y="4289828"/>
              <a:ext cx="86734" cy="354268"/>
            </a:xfrm>
            <a:custGeom>
              <a:avLst/>
              <a:gdLst/>
              <a:ahLst/>
              <a:cxnLst/>
              <a:rect l="l" t="t" r="r" b="b"/>
              <a:pathLst>
                <a:path w="3313" h="13532" extrusionOk="0">
                  <a:moveTo>
                    <a:pt x="1653" y="2057"/>
                  </a:moveTo>
                  <a:cubicBezTo>
                    <a:pt x="1984" y="2249"/>
                    <a:pt x="2301" y="2441"/>
                    <a:pt x="2537" y="2667"/>
                  </a:cubicBezTo>
                  <a:lnTo>
                    <a:pt x="774" y="2667"/>
                  </a:lnTo>
                  <a:cubicBezTo>
                    <a:pt x="1004" y="2441"/>
                    <a:pt x="1321" y="2249"/>
                    <a:pt x="1653" y="2057"/>
                  </a:cubicBezTo>
                  <a:close/>
                  <a:moveTo>
                    <a:pt x="2820" y="3061"/>
                  </a:moveTo>
                  <a:cubicBezTo>
                    <a:pt x="2935" y="3316"/>
                    <a:pt x="2935" y="3613"/>
                    <a:pt x="2820" y="3868"/>
                  </a:cubicBezTo>
                  <a:lnTo>
                    <a:pt x="485" y="3868"/>
                  </a:lnTo>
                  <a:cubicBezTo>
                    <a:pt x="370" y="3613"/>
                    <a:pt x="370" y="3320"/>
                    <a:pt x="490" y="3061"/>
                  </a:cubicBezTo>
                  <a:close/>
                  <a:moveTo>
                    <a:pt x="2546" y="4272"/>
                  </a:moveTo>
                  <a:cubicBezTo>
                    <a:pt x="2316" y="4497"/>
                    <a:pt x="1994" y="4694"/>
                    <a:pt x="1653" y="4891"/>
                  </a:cubicBezTo>
                  <a:cubicBezTo>
                    <a:pt x="1316" y="4694"/>
                    <a:pt x="995" y="4507"/>
                    <a:pt x="759" y="4272"/>
                  </a:cubicBezTo>
                  <a:close/>
                  <a:moveTo>
                    <a:pt x="2883" y="6952"/>
                  </a:moveTo>
                  <a:cubicBezTo>
                    <a:pt x="2782" y="7500"/>
                    <a:pt x="2244" y="7831"/>
                    <a:pt x="1653" y="8168"/>
                  </a:cubicBezTo>
                  <a:cubicBezTo>
                    <a:pt x="1062" y="7831"/>
                    <a:pt x="529" y="7500"/>
                    <a:pt x="423" y="6952"/>
                  </a:cubicBezTo>
                  <a:close/>
                  <a:moveTo>
                    <a:pt x="1653" y="8629"/>
                  </a:moveTo>
                  <a:cubicBezTo>
                    <a:pt x="1994" y="8816"/>
                    <a:pt x="2316" y="9013"/>
                    <a:pt x="2546" y="9244"/>
                  </a:cubicBezTo>
                  <a:lnTo>
                    <a:pt x="759" y="9244"/>
                  </a:lnTo>
                  <a:cubicBezTo>
                    <a:pt x="995" y="9013"/>
                    <a:pt x="1316" y="8816"/>
                    <a:pt x="1653" y="8629"/>
                  </a:cubicBezTo>
                  <a:close/>
                  <a:moveTo>
                    <a:pt x="2820" y="9642"/>
                  </a:moveTo>
                  <a:cubicBezTo>
                    <a:pt x="2935" y="9897"/>
                    <a:pt x="2935" y="10190"/>
                    <a:pt x="2820" y="10450"/>
                  </a:cubicBezTo>
                  <a:lnTo>
                    <a:pt x="490" y="10450"/>
                  </a:lnTo>
                  <a:cubicBezTo>
                    <a:pt x="370" y="10190"/>
                    <a:pt x="365" y="9897"/>
                    <a:pt x="485" y="9642"/>
                  </a:cubicBezTo>
                  <a:close/>
                  <a:moveTo>
                    <a:pt x="2537" y="10843"/>
                  </a:moveTo>
                  <a:cubicBezTo>
                    <a:pt x="2301" y="11074"/>
                    <a:pt x="1984" y="11261"/>
                    <a:pt x="1653" y="11449"/>
                  </a:cubicBezTo>
                  <a:cubicBezTo>
                    <a:pt x="1316" y="11261"/>
                    <a:pt x="1004" y="11069"/>
                    <a:pt x="769" y="10843"/>
                  </a:cubicBezTo>
                  <a:close/>
                  <a:moveTo>
                    <a:pt x="202" y="1"/>
                  </a:moveTo>
                  <a:cubicBezTo>
                    <a:pt x="107" y="1"/>
                    <a:pt x="12" y="63"/>
                    <a:pt x="5" y="188"/>
                  </a:cubicBezTo>
                  <a:cubicBezTo>
                    <a:pt x="5" y="1000"/>
                    <a:pt x="620" y="1456"/>
                    <a:pt x="1259" y="1831"/>
                  </a:cubicBezTo>
                  <a:cubicBezTo>
                    <a:pt x="596" y="2220"/>
                    <a:pt x="5" y="2710"/>
                    <a:pt x="5" y="3474"/>
                  </a:cubicBezTo>
                  <a:cubicBezTo>
                    <a:pt x="5" y="4281"/>
                    <a:pt x="620" y="4742"/>
                    <a:pt x="1259" y="5117"/>
                  </a:cubicBezTo>
                  <a:cubicBezTo>
                    <a:pt x="620" y="5492"/>
                    <a:pt x="5" y="5948"/>
                    <a:pt x="5" y="6755"/>
                  </a:cubicBezTo>
                  <a:cubicBezTo>
                    <a:pt x="5" y="7567"/>
                    <a:pt x="620" y="8023"/>
                    <a:pt x="1259" y="8398"/>
                  </a:cubicBezTo>
                  <a:cubicBezTo>
                    <a:pt x="620" y="8773"/>
                    <a:pt x="5" y="9229"/>
                    <a:pt x="5" y="10041"/>
                  </a:cubicBezTo>
                  <a:cubicBezTo>
                    <a:pt x="5" y="10301"/>
                    <a:pt x="77" y="10555"/>
                    <a:pt x="216" y="10771"/>
                  </a:cubicBezTo>
                  <a:cubicBezTo>
                    <a:pt x="279" y="10839"/>
                    <a:pt x="399" y="11175"/>
                    <a:pt x="1259" y="11679"/>
                  </a:cubicBezTo>
                  <a:cubicBezTo>
                    <a:pt x="625" y="12059"/>
                    <a:pt x="10" y="12515"/>
                    <a:pt x="10" y="13322"/>
                  </a:cubicBezTo>
                  <a:cubicBezTo>
                    <a:pt x="0" y="13462"/>
                    <a:pt x="102" y="13531"/>
                    <a:pt x="204" y="13531"/>
                  </a:cubicBezTo>
                  <a:cubicBezTo>
                    <a:pt x="306" y="13531"/>
                    <a:pt x="409" y="13462"/>
                    <a:pt x="399" y="13322"/>
                  </a:cubicBezTo>
                  <a:cubicBezTo>
                    <a:pt x="399" y="12655"/>
                    <a:pt x="999" y="12285"/>
                    <a:pt x="1658" y="11910"/>
                  </a:cubicBezTo>
                  <a:cubicBezTo>
                    <a:pt x="2311" y="12285"/>
                    <a:pt x="2911" y="12655"/>
                    <a:pt x="2911" y="13322"/>
                  </a:cubicBezTo>
                  <a:cubicBezTo>
                    <a:pt x="2904" y="13462"/>
                    <a:pt x="3006" y="13531"/>
                    <a:pt x="3108" y="13531"/>
                  </a:cubicBezTo>
                  <a:cubicBezTo>
                    <a:pt x="3210" y="13531"/>
                    <a:pt x="3313" y="13462"/>
                    <a:pt x="3305" y="13322"/>
                  </a:cubicBezTo>
                  <a:cubicBezTo>
                    <a:pt x="3305" y="12515"/>
                    <a:pt x="2690" y="12059"/>
                    <a:pt x="2052" y="11679"/>
                  </a:cubicBezTo>
                  <a:cubicBezTo>
                    <a:pt x="2714" y="11290"/>
                    <a:pt x="3305" y="10805"/>
                    <a:pt x="3305" y="10036"/>
                  </a:cubicBezTo>
                  <a:cubicBezTo>
                    <a:pt x="3305" y="9229"/>
                    <a:pt x="2690" y="8773"/>
                    <a:pt x="2052" y="8393"/>
                  </a:cubicBezTo>
                  <a:cubicBezTo>
                    <a:pt x="2690" y="8019"/>
                    <a:pt x="3305" y="7562"/>
                    <a:pt x="3305" y="6750"/>
                  </a:cubicBezTo>
                  <a:cubicBezTo>
                    <a:pt x="3305" y="6587"/>
                    <a:pt x="3277" y="6419"/>
                    <a:pt x="3219" y="6260"/>
                  </a:cubicBezTo>
                  <a:cubicBezTo>
                    <a:pt x="3185" y="6168"/>
                    <a:pt x="3113" y="6129"/>
                    <a:pt x="3040" y="6129"/>
                  </a:cubicBezTo>
                  <a:cubicBezTo>
                    <a:pt x="2917" y="6129"/>
                    <a:pt x="2792" y="6241"/>
                    <a:pt x="2849" y="6395"/>
                  </a:cubicBezTo>
                  <a:cubicBezTo>
                    <a:pt x="2863" y="6448"/>
                    <a:pt x="2873" y="6501"/>
                    <a:pt x="2878" y="6553"/>
                  </a:cubicBezTo>
                  <a:lnTo>
                    <a:pt x="423" y="6553"/>
                  </a:lnTo>
                  <a:cubicBezTo>
                    <a:pt x="529" y="6006"/>
                    <a:pt x="1067" y="5674"/>
                    <a:pt x="1658" y="5338"/>
                  </a:cubicBezTo>
                  <a:cubicBezTo>
                    <a:pt x="1883" y="5463"/>
                    <a:pt x="2104" y="5602"/>
                    <a:pt x="2316" y="5756"/>
                  </a:cubicBezTo>
                  <a:cubicBezTo>
                    <a:pt x="2356" y="5786"/>
                    <a:pt x="2397" y="5799"/>
                    <a:pt x="2437" y="5799"/>
                  </a:cubicBezTo>
                  <a:cubicBezTo>
                    <a:pt x="2602" y="5799"/>
                    <a:pt x="2727" y="5566"/>
                    <a:pt x="2556" y="5434"/>
                  </a:cubicBezTo>
                  <a:cubicBezTo>
                    <a:pt x="2393" y="5319"/>
                    <a:pt x="2229" y="5213"/>
                    <a:pt x="2056" y="5112"/>
                  </a:cubicBezTo>
                  <a:cubicBezTo>
                    <a:pt x="2690" y="4738"/>
                    <a:pt x="3310" y="4281"/>
                    <a:pt x="3310" y="3469"/>
                  </a:cubicBezTo>
                  <a:cubicBezTo>
                    <a:pt x="3310" y="3210"/>
                    <a:pt x="3238" y="2955"/>
                    <a:pt x="3099" y="2739"/>
                  </a:cubicBezTo>
                  <a:cubicBezTo>
                    <a:pt x="3036" y="2672"/>
                    <a:pt x="2916" y="2336"/>
                    <a:pt x="2056" y="1831"/>
                  </a:cubicBezTo>
                  <a:cubicBezTo>
                    <a:pt x="2690" y="1456"/>
                    <a:pt x="3301" y="1000"/>
                    <a:pt x="3301" y="188"/>
                  </a:cubicBezTo>
                  <a:cubicBezTo>
                    <a:pt x="3296" y="63"/>
                    <a:pt x="3201" y="1"/>
                    <a:pt x="3106" y="1"/>
                  </a:cubicBezTo>
                  <a:cubicBezTo>
                    <a:pt x="3011" y="1"/>
                    <a:pt x="2916" y="63"/>
                    <a:pt x="2911" y="188"/>
                  </a:cubicBezTo>
                  <a:cubicBezTo>
                    <a:pt x="2911" y="861"/>
                    <a:pt x="2311" y="1226"/>
                    <a:pt x="1653" y="1601"/>
                  </a:cubicBezTo>
                  <a:cubicBezTo>
                    <a:pt x="999" y="1226"/>
                    <a:pt x="399" y="861"/>
                    <a:pt x="399" y="188"/>
                  </a:cubicBezTo>
                  <a:cubicBezTo>
                    <a:pt x="392" y="63"/>
                    <a:pt x="297" y="1"/>
                    <a:pt x="202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92" name="Google Shape;9192;p69"/>
            <p:cNvSpPr/>
            <p:nvPr/>
          </p:nvSpPr>
          <p:spPr>
            <a:xfrm>
              <a:off x="6380731" y="4289828"/>
              <a:ext cx="87075" cy="353823"/>
            </a:xfrm>
            <a:custGeom>
              <a:avLst/>
              <a:gdLst/>
              <a:ahLst/>
              <a:cxnLst/>
              <a:rect l="l" t="t" r="r" b="b"/>
              <a:pathLst>
                <a:path w="3326" h="13515" extrusionOk="0">
                  <a:moveTo>
                    <a:pt x="2907" y="3628"/>
                  </a:moveTo>
                  <a:cubicBezTo>
                    <a:pt x="2821" y="4199"/>
                    <a:pt x="2273" y="4541"/>
                    <a:pt x="1668" y="4891"/>
                  </a:cubicBezTo>
                  <a:cubicBezTo>
                    <a:pt x="1062" y="4545"/>
                    <a:pt x="515" y="4204"/>
                    <a:pt x="433" y="3628"/>
                  </a:cubicBezTo>
                  <a:close/>
                  <a:moveTo>
                    <a:pt x="1668" y="5338"/>
                  </a:moveTo>
                  <a:cubicBezTo>
                    <a:pt x="2002" y="5529"/>
                    <a:pt x="2317" y="5724"/>
                    <a:pt x="2551" y="5948"/>
                  </a:cubicBezTo>
                  <a:lnTo>
                    <a:pt x="779" y="5948"/>
                  </a:lnTo>
                  <a:cubicBezTo>
                    <a:pt x="1014" y="5718"/>
                    <a:pt x="1331" y="5530"/>
                    <a:pt x="1668" y="5338"/>
                  </a:cubicBezTo>
                  <a:close/>
                  <a:moveTo>
                    <a:pt x="2835" y="6352"/>
                  </a:moveTo>
                  <a:cubicBezTo>
                    <a:pt x="2950" y="6606"/>
                    <a:pt x="2950" y="6904"/>
                    <a:pt x="2835" y="7159"/>
                  </a:cubicBezTo>
                  <a:lnTo>
                    <a:pt x="500" y="7159"/>
                  </a:lnTo>
                  <a:cubicBezTo>
                    <a:pt x="380" y="6904"/>
                    <a:pt x="380" y="6606"/>
                    <a:pt x="500" y="6352"/>
                  </a:cubicBezTo>
                  <a:close/>
                  <a:moveTo>
                    <a:pt x="2552" y="7553"/>
                  </a:moveTo>
                  <a:cubicBezTo>
                    <a:pt x="2321" y="7788"/>
                    <a:pt x="2004" y="7975"/>
                    <a:pt x="1668" y="8168"/>
                  </a:cubicBezTo>
                  <a:lnTo>
                    <a:pt x="1668" y="8163"/>
                  </a:lnTo>
                  <a:cubicBezTo>
                    <a:pt x="1331" y="7975"/>
                    <a:pt x="1010" y="7778"/>
                    <a:pt x="779" y="7553"/>
                  </a:cubicBezTo>
                  <a:close/>
                  <a:moveTo>
                    <a:pt x="1668" y="8619"/>
                  </a:moveTo>
                  <a:cubicBezTo>
                    <a:pt x="2254" y="8955"/>
                    <a:pt x="2792" y="9287"/>
                    <a:pt x="2902" y="9830"/>
                  </a:cubicBezTo>
                  <a:lnTo>
                    <a:pt x="438" y="9830"/>
                  </a:lnTo>
                  <a:cubicBezTo>
                    <a:pt x="548" y="9282"/>
                    <a:pt x="1082" y="8955"/>
                    <a:pt x="1668" y="8619"/>
                  </a:cubicBezTo>
                  <a:close/>
                  <a:moveTo>
                    <a:pt x="2902" y="10229"/>
                  </a:moveTo>
                  <a:cubicBezTo>
                    <a:pt x="2797" y="10781"/>
                    <a:pt x="2259" y="11117"/>
                    <a:pt x="1668" y="11449"/>
                  </a:cubicBezTo>
                  <a:cubicBezTo>
                    <a:pt x="1077" y="11112"/>
                    <a:pt x="539" y="10781"/>
                    <a:pt x="438" y="10229"/>
                  </a:cubicBezTo>
                  <a:close/>
                  <a:moveTo>
                    <a:pt x="217" y="1"/>
                  </a:moveTo>
                  <a:cubicBezTo>
                    <a:pt x="122" y="1"/>
                    <a:pt x="27" y="63"/>
                    <a:pt x="20" y="188"/>
                  </a:cubicBezTo>
                  <a:cubicBezTo>
                    <a:pt x="20" y="1000"/>
                    <a:pt x="644" y="1456"/>
                    <a:pt x="1283" y="1836"/>
                  </a:cubicBezTo>
                  <a:cubicBezTo>
                    <a:pt x="1134" y="1922"/>
                    <a:pt x="981" y="2009"/>
                    <a:pt x="841" y="2105"/>
                  </a:cubicBezTo>
                  <a:cubicBezTo>
                    <a:pt x="688" y="2215"/>
                    <a:pt x="765" y="2460"/>
                    <a:pt x="957" y="2465"/>
                  </a:cubicBezTo>
                  <a:cubicBezTo>
                    <a:pt x="1072" y="2465"/>
                    <a:pt x="1010" y="2436"/>
                    <a:pt x="1668" y="2062"/>
                  </a:cubicBezTo>
                  <a:cubicBezTo>
                    <a:pt x="2239" y="2384"/>
                    <a:pt x="2768" y="2710"/>
                    <a:pt x="2893" y="3229"/>
                  </a:cubicBezTo>
                  <a:lnTo>
                    <a:pt x="467" y="3229"/>
                  </a:lnTo>
                  <a:cubicBezTo>
                    <a:pt x="472" y="3167"/>
                    <a:pt x="481" y="3109"/>
                    <a:pt x="500" y="3051"/>
                  </a:cubicBezTo>
                  <a:cubicBezTo>
                    <a:pt x="548" y="2955"/>
                    <a:pt x="500" y="2835"/>
                    <a:pt x="399" y="2792"/>
                  </a:cubicBezTo>
                  <a:cubicBezTo>
                    <a:pt x="374" y="2781"/>
                    <a:pt x="348" y="2775"/>
                    <a:pt x="322" y="2775"/>
                  </a:cubicBezTo>
                  <a:cubicBezTo>
                    <a:pt x="248" y="2775"/>
                    <a:pt x="176" y="2818"/>
                    <a:pt x="140" y="2893"/>
                  </a:cubicBezTo>
                  <a:cubicBezTo>
                    <a:pt x="73" y="3056"/>
                    <a:pt x="30" y="3234"/>
                    <a:pt x="25" y="3412"/>
                  </a:cubicBezTo>
                  <a:cubicBezTo>
                    <a:pt x="25" y="3421"/>
                    <a:pt x="20" y="3421"/>
                    <a:pt x="20" y="3431"/>
                  </a:cubicBezTo>
                  <a:cubicBezTo>
                    <a:pt x="20" y="3436"/>
                    <a:pt x="25" y="3436"/>
                    <a:pt x="25" y="3436"/>
                  </a:cubicBezTo>
                  <a:cubicBezTo>
                    <a:pt x="1" y="4248"/>
                    <a:pt x="572" y="4704"/>
                    <a:pt x="1274" y="5112"/>
                  </a:cubicBezTo>
                  <a:cubicBezTo>
                    <a:pt x="640" y="5492"/>
                    <a:pt x="20" y="5948"/>
                    <a:pt x="20" y="6755"/>
                  </a:cubicBezTo>
                  <a:cubicBezTo>
                    <a:pt x="20" y="7567"/>
                    <a:pt x="640" y="8023"/>
                    <a:pt x="1274" y="8398"/>
                  </a:cubicBezTo>
                  <a:cubicBezTo>
                    <a:pt x="592" y="8802"/>
                    <a:pt x="20" y="9258"/>
                    <a:pt x="20" y="10041"/>
                  </a:cubicBezTo>
                  <a:cubicBezTo>
                    <a:pt x="20" y="10853"/>
                    <a:pt x="640" y="11309"/>
                    <a:pt x="1274" y="11684"/>
                  </a:cubicBezTo>
                  <a:cubicBezTo>
                    <a:pt x="640" y="12064"/>
                    <a:pt x="20" y="12520"/>
                    <a:pt x="20" y="13327"/>
                  </a:cubicBezTo>
                  <a:cubicBezTo>
                    <a:pt x="27" y="13452"/>
                    <a:pt x="122" y="13514"/>
                    <a:pt x="217" y="13514"/>
                  </a:cubicBezTo>
                  <a:cubicBezTo>
                    <a:pt x="312" y="13514"/>
                    <a:pt x="407" y="13452"/>
                    <a:pt x="414" y="13327"/>
                  </a:cubicBezTo>
                  <a:cubicBezTo>
                    <a:pt x="414" y="12659"/>
                    <a:pt x="1010" y="12289"/>
                    <a:pt x="1668" y="11915"/>
                  </a:cubicBezTo>
                  <a:cubicBezTo>
                    <a:pt x="2326" y="12289"/>
                    <a:pt x="2926" y="12659"/>
                    <a:pt x="2926" y="13327"/>
                  </a:cubicBezTo>
                  <a:cubicBezTo>
                    <a:pt x="2934" y="13452"/>
                    <a:pt x="3028" y="13514"/>
                    <a:pt x="3123" y="13514"/>
                  </a:cubicBezTo>
                  <a:cubicBezTo>
                    <a:pt x="3218" y="13514"/>
                    <a:pt x="3313" y="13452"/>
                    <a:pt x="3320" y="13327"/>
                  </a:cubicBezTo>
                  <a:cubicBezTo>
                    <a:pt x="3320" y="12520"/>
                    <a:pt x="2701" y="12064"/>
                    <a:pt x="2066" y="11684"/>
                  </a:cubicBezTo>
                  <a:cubicBezTo>
                    <a:pt x="2739" y="11290"/>
                    <a:pt x="3325" y="10829"/>
                    <a:pt x="3320" y="10036"/>
                  </a:cubicBezTo>
                  <a:cubicBezTo>
                    <a:pt x="3311" y="9234"/>
                    <a:pt x="2701" y="8778"/>
                    <a:pt x="2066" y="8403"/>
                  </a:cubicBezTo>
                  <a:cubicBezTo>
                    <a:pt x="2701" y="8028"/>
                    <a:pt x="3320" y="7572"/>
                    <a:pt x="3320" y="6760"/>
                  </a:cubicBezTo>
                  <a:cubicBezTo>
                    <a:pt x="3320" y="5948"/>
                    <a:pt x="2701" y="5492"/>
                    <a:pt x="2066" y="5117"/>
                  </a:cubicBezTo>
                  <a:cubicBezTo>
                    <a:pt x="2787" y="4694"/>
                    <a:pt x="3320" y="4257"/>
                    <a:pt x="3320" y="3431"/>
                  </a:cubicBezTo>
                  <a:cubicBezTo>
                    <a:pt x="3320" y="3421"/>
                    <a:pt x="3316" y="3412"/>
                    <a:pt x="3316" y="3412"/>
                  </a:cubicBezTo>
                  <a:cubicBezTo>
                    <a:pt x="3282" y="2643"/>
                    <a:pt x="2686" y="2196"/>
                    <a:pt x="2066" y="1831"/>
                  </a:cubicBezTo>
                  <a:cubicBezTo>
                    <a:pt x="2701" y="1456"/>
                    <a:pt x="3320" y="1000"/>
                    <a:pt x="3320" y="188"/>
                  </a:cubicBezTo>
                  <a:cubicBezTo>
                    <a:pt x="3313" y="63"/>
                    <a:pt x="3218" y="1"/>
                    <a:pt x="3123" y="1"/>
                  </a:cubicBezTo>
                  <a:cubicBezTo>
                    <a:pt x="3028" y="1"/>
                    <a:pt x="2934" y="63"/>
                    <a:pt x="2926" y="188"/>
                  </a:cubicBezTo>
                  <a:cubicBezTo>
                    <a:pt x="2926" y="861"/>
                    <a:pt x="2331" y="1231"/>
                    <a:pt x="1673" y="1601"/>
                  </a:cubicBezTo>
                  <a:cubicBezTo>
                    <a:pt x="1014" y="1226"/>
                    <a:pt x="414" y="861"/>
                    <a:pt x="414" y="188"/>
                  </a:cubicBezTo>
                  <a:cubicBezTo>
                    <a:pt x="407" y="63"/>
                    <a:pt x="312" y="1"/>
                    <a:pt x="217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9193" name="Google Shape;9193;p69"/>
          <p:cNvGrpSpPr/>
          <p:nvPr/>
        </p:nvGrpSpPr>
        <p:grpSpPr>
          <a:xfrm>
            <a:off x="5979455" y="3512848"/>
            <a:ext cx="251897" cy="254764"/>
            <a:chOff x="7972606" y="3826547"/>
            <a:chExt cx="335863" cy="339685"/>
          </a:xfrm>
        </p:grpSpPr>
        <p:sp>
          <p:nvSpPr>
            <p:cNvPr id="9194" name="Google Shape;9194;p69"/>
            <p:cNvSpPr/>
            <p:nvPr/>
          </p:nvSpPr>
          <p:spPr>
            <a:xfrm>
              <a:off x="8048318" y="3874299"/>
              <a:ext cx="198759" cy="189622"/>
            </a:xfrm>
            <a:custGeom>
              <a:avLst/>
              <a:gdLst/>
              <a:ahLst/>
              <a:cxnLst/>
              <a:rect l="l" t="t" r="r" b="b"/>
              <a:pathLst>
                <a:path w="7592" h="7243" extrusionOk="0">
                  <a:moveTo>
                    <a:pt x="1134" y="0"/>
                  </a:moveTo>
                  <a:cubicBezTo>
                    <a:pt x="510" y="0"/>
                    <a:pt x="1" y="505"/>
                    <a:pt x="1" y="1129"/>
                  </a:cubicBezTo>
                  <a:cubicBezTo>
                    <a:pt x="1" y="1754"/>
                    <a:pt x="510" y="2263"/>
                    <a:pt x="1134" y="2263"/>
                  </a:cubicBezTo>
                  <a:cubicBezTo>
                    <a:pt x="726" y="2263"/>
                    <a:pt x="351" y="2479"/>
                    <a:pt x="150" y="2830"/>
                  </a:cubicBezTo>
                  <a:cubicBezTo>
                    <a:pt x="289" y="3310"/>
                    <a:pt x="390" y="3800"/>
                    <a:pt x="447" y="4290"/>
                  </a:cubicBezTo>
                  <a:cubicBezTo>
                    <a:pt x="644" y="4444"/>
                    <a:pt x="885" y="4526"/>
                    <a:pt x="1130" y="4526"/>
                  </a:cubicBezTo>
                  <a:cubicBezTo>
                    <a:pt x="904" y="4526"/>
                    <a:pt x="678" y="4593"/>
                    <a:pt x="491" y="4723"/>
                  </a:cubicBezTo>
                  <a:cubicBezTo>
                    <a:pt x="544" y="5352"/>
                    <a:pt x="558" y="5981"/>
                    <a:pt x="539" y="6615"/>
                  </a:cubicBezTo>
                  <a:cubicBezTo>
                    <a:pt x="544" y="7047"/>
                    <a:pt x="2354" y="7243"/>
                    <a:pt x="4101" y="7243"/>
                  </a:cubicBezTo>
                  <a:cubicBezTo>
                    <a:pt x="5697" y="7243"/>
                    <a:pt x="7241" y="7079"/>
                    <a:pt x="7308" y="6784"/>
                  </a:cubicBezTo>
                  <a:cubicBezTo>
                    <a:pt x="7481" y="6591"/>
                    <a:pt x="7562" y="6308"/>
                    <a:pt x="7591" y="5967"/>
                  </a:cubicBezTo>
                  <a:lnTo>
                    <a:pt x="7341" y="5078"/>
                  </a:lnTo>
                  <a:cubicBezTo>
                    <a:pt x="7437" y="4910"/>
                    <a:pt x="7485" y="4718"/>
                    <a:pt x="7485" y="4521"/>
                  </a:cubicBezTo>
                  <a:cubicBezTo>
                    <a:pt x="7485" y="3896"/>
                    <a:pt x="6976" y="3392"/>
                    <a:pt x="6352" y="3392"/>
                  </a:cubicBezTo>
                  <a:cubicBezTo>
                    <a:pt x="6976" y="3392"/>
                    <a:pt x="7485" y="2883"/>
                    <a:pt x="7485" y="2258"/>
                  </a:cubicBezTo>
                  <a:cubicBezTo>
                    <a:pt x="7485" y="1634"/>
                    <a:pt x="6976" y="1129"/>
                    <a:pt x="6352" y="1129"/>
                  </a:cubicBezTo>
                  <a:lnTo>
                    <a:pt x="5381" y="1211"/>
                  </a:lnTo>
                  <a:lnTo>
                    <a:pt x="3392" y="1248"/>
                  </a:lnTo>
                  <a:lnTo>
                    <a:pt x="3392" y="1248"/>
                  </a:lnTo>
                  <a:cubicBezTo>
                    <a:pt x="3925" y="1228"/>
                    <a:pt x="4390" y="877"/>
                    <a:pt x="4670" y="466"/>
                  </a:cubicBezTo>
                  <a:lnTo>
                    <a:pt x="1134" y="0"/>
                  </a:lnTo>
                  <a:close/>
                </a:path>
              </a:pathLst>
            </a:custGeom>
            <a:solidFill>
              <a:srgbClr val="8195A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95" name="Google Shape;9195;p69"/>
            <p:cNvSpPr/>
            <p:nvPr/>
          </p:nvSpPr>
          <p:spPr>
            <a:xfrm>
              <a:off x="8052507" y="3989779"/>
              <a:ext cx="163965" cy="19373"/>
            </a:xfrm>
            <a:custGeom>
              <a:avLst/>
              <a:gdLst/>
              <a:ahLst/>
              <a:cxnLst/>
              <a:rect l="l" t="t" r="r" b="b"/>
              <a:pathLst>
                <a:path w="6263" h="740" extrusionOk="0">
                  <a:moveTo>
                    <a:pt x="283" y="0"/>
                  </a:moveTo>
                  <a:cubicBezTo>
                    <a:pt x="122" y="0"/>
                    <a:pt x="1" y="222"/>
                    <a:pt x="167" y="350"/>
                  </a:cubicBezTo>
                  <a:cubicBezTo>
                    <a:pt x="393" y="528"/>
                    <a:pt x="672" y="624"/>
                    <a:pt x="960" y="624"/>
                  </a:cubicBezTo>
                  <a:cubicBezTo>
                    <a:pt x="1782" y="701"/>
                    <a:pt x="2617" y="739"/>
                    <a:pt x="3458" y="739"/>
                  </a:cubicBezTo>
                  <a:cubicBezTo>
                    <a:pt x="4299" y="739"/>
                    <a:pt x="5154" y="696"/>
                    <a:pt x="6009" y="619"/>
                  </a:cubicBezTo>
                  <a:cubicBezTo>
                    <a:pt x="6263" y="605"/>
                    <a:pt x="6237" y="233"/>
                    <a:pt x="6001" y="233"/>
                  </a:cubicBezTo>
                  <a:cubicBezTo>
                    <a:pt x="5991" y="233"/>
                    <a:pt x="5981" y="233"/>
                    <a:pt x="5971" y="235"/>
                  </a:cubicBezTo>
                  <a:cubicBezTo>
                    <a:pt x="5142" y="312"/>
                    <a:pt x="4311" y="350"/>
                    <a:pt x="3480" y="350"/>
                  </a:cubicBezTo>
                  <a:cubicBezTo>
                    <a:pt x="2649" y="350"/>
                    <a:pt x="1818" y="312"/>
                    <a:pt x="989" y="235"/>
                  </a:cubicBezTo>
                  <a:lnTo>
                    <a:pt x="970" y="235"/>
                  </a:lnTo>
                  <a:cubicBezTo>
                    <a:pt x="768" y="235"/>
                    <a:pt x="566" y="168"/>
                    <a:pt x="403" y="43"/>
                  </a:cubicBezTo>
                  <a:cubicBezTo>
                    <a:pt x="363" y="13"/>
                    <a:pt x="322" y="0"/>
                    <a:pt x="283" y="0"/>
                  </a:cubicBezTo>
                  <a:close/>
                </a:path>
              </a:pathLst>
            </a:custGeom>
            <a:solidFill>
              <a:srgbClr val="748B9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96" name="Google Shape;9196;p69"/>
            <p:cNvSpPr/>
            <p:nvPr/>
          </p:nvSpPr>
          <p:spPr>
            <a:xfrm>
              <a:off x="8046302" y="3936712"/>
              <a:ext cx="168442" cy="25133"/>
            </a:xfrm>
            <a:custGeom>
              <a:avLst/>
              <a:gdLst/>
              <a:ahLst/>
              <a:cxnLst/>
              <a:rect l="l" t="t" r="r" b="b"/>
              <a:pathLst>
                <a:path w="6434" h="960" extrusionOk="0">
                  <a:moveTo>
                    <a:pt x="6216" y="0"/>
                  </a:moveTo>
                  <a:cubicBezTo>
                    <a:pt x="6203" y="0"/>
                    <a:pt x="6191" y="2"/>
                    <a:pt x="6179" y="4"/>
                  </a:cubicBezTo>
                  <a:cubicBezTo>
                    <a:pt x="5463" y="174"/>
                    <a:pt x="4700" y="260"/>
                    <a:pt x="3881" y="260"/>
                  </a:cubicBezTo>
                  <a:cubicBezTo>
                    <a:pt x="3061" y="260"/>
                    <a:pt x="2184" y="174"/>
                    <a:pt x="1240" y="4"/>
                  </a:cubicBezTo>
                  <a:lnTo>
                    <a:pt x="1207" y="4"/>
                  </a:lnTo>
                  <a:cubicBezTo>
                    <a:pt x="731" y="4"/>
                    <a:pt x="294" y="259"/>
                    <a:pt x="58" y="667"/>
                  </a:cubicBezTo>
                  <a:cubicBezTo>
                    <a:pt x="1" y="758"/>
                    <a:pt x="34" y="878"/>
                    <a:pt x="126" y="931"/>
                  </a:cubicBezTo>
                  <a:cubicBezTo>
                    <a:pt x="159" y="950"/>
                    <a:pt x="188" y="955"/>
                    <a:pt x="227" y="960"/>
                  </a:cubicBezTo>
                  <a:cubicBezTo>
                    <a:pt x="294" y="960"/>
                    <a:pt x="361" y="917"/>
                    <a:pt x="390" y="854"/>
                  </a:cubicBezTo>
                  <a:cubicBezTo>
                    <a:pt x="558" y="571"/>
                    <a:pt x="856" y="393"/>
                    <a:pt x="1187" y="383"/>
                  </a:cubicBezTo>
                  <a:cubicBezTo>
                    <a:pt x="2149" y="555"/>
                    <a:pt x="3043" y="640"/>
                    <a:pt x="3880" y="640"/>
                  </a:cubicBezTo>
                  <a:cubicBezTo>
                    <a:pt x="4729" y="640"/>
                    <a:pt x="5520" y="553"/>
                    <a:pt x="6265" y="379"/>
                  </a:cubicBezTo>
                  <a:cubicBezTo>
                    <a:pt x="6371" y="355"/>
                    <a:pt x="6433" y="249"/>
                    <a:pt x="6409" y="148"/>
                  </a:cubicBezTo>
                  <a:cubicBezTo>
                    <a:pt x="6388" y="59"/>
                    <a:pt x="6304" y="0"/>
                    <a:pt x="6216" y="0"/>
                  </a:cubicBezTo>
                  <a:close/>
                </a:path>
              </a:pathLst>
            </a:custGeom>
            <a:solidFill>
              <a:srgbClr val="748B9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97" name="Google Shape;9197;p69"/>
            <p:cNvSpPr/>
            <p:nvPr/>
          </p:nvSpPr>
          <p:spPr>
            <a:xfrm>
              <a:off x="8076017" y="3967133"/>
              <a:ext cx="162866" cy="16467"/>
            </a:xfrm>
            <a:custGeom>
              <a:avLst/>
              <a:gdLst/>
              <a:ahLst/>
              <a:cxnLst/>
              <a:rect l="l" t="t" r="r" b="b"/>
              <a:pathLst>
                <a:path w="6221" h="629" extrusionOk="0">
                  <a:moveTo>
                    <a:pt x="268" y="0"/>
                  </a:moveTo>
                  <a:cubicBezTo>
                    <a:pt x="50" y="0"/>
                    <a:pt x="0" y="334"/>
                    <a:pt x="235" y="384"/>
                  </a:cubicBezTo>
                  <a:cubicBezTo>
                    <a:pt x="1032" y="540"/>
                    <a:pt x="1859" y="618"/>
                    <a:pt x="2707" y="618"/>
                  </a:cubicBezTo>
                  <a:cubicBezTo>
                    <a:pt x="3555" y="618"/>
                    <a:pt x="4424" y="540"/>
                    <a:pt x="5308" y="384"/>
                  </a:cubicBezTo>
                  <a:cubicBezTo>
                    <a:pt x="5515" y="384"/>
                    <a:pt x="5716" y="456"/>
                    <a:pt x="5880" y="586"/>
                  </a:cubicBezTo>
                  <a:cubicBezTo>
                    <a:pt x="5913" y="615"/>
                    <a:pt x="5957" y="629"/>
                    <a:pt x="6000" y="629"/>
                  </a:cubicBezTo>
                  <a:cubicBezTo>
                    <a:pt x="6058" y="624"/>
                    <a:pt x="6110" y="605"/>
                    <a:pt x="6154" y="562"/>
                  </a:cubicBezTo>
                  <a:cubicBezTo>
                    <a:pt x="6221" y="480"/>
                    <a:pt x="6206" y="360"/>
                    <a:pt x="6120" y="293"/>
                  </a:cubicBezTo>
                  <a:cubicBezTo>
                    <a:pt x="5885" y="105"/>
                    <a:pt x="5596" y="4"/>
                    <a:pt x="5294" y="4"/>
                  </a:cubicBezTo>
                  <a:lnTo>
                    <a:pt x="5260" y="4"/>
                  </a:lnTo>
                  <a:cubicBezTo>
                    <a:pt x="4395" y="158"/>
                    <a:pt x="3546" y="235"/>
                    <a:pt x="2719" y="235"/>
                  </a:cubicBezTo>
                  <a:cubicBezTo>
                    <a:pt x="1892" y="235"/>
                    <a:pt x="1088" y="158"/>
                    <a:pt x="312" y="4"/>
                  </a:cubicBezTo>
                  <a:cubicBezTo>
                    <a:pt x="297" y="2"/>
                    <a:pt x="282" y="0"/>
                    <a:pt x="268" y="0"/>
                  </a:cubicBezTo>
                  <a:close/>
                </a:path>
              </a:pathLst>
            </a:custGeom>
            <a:solidFill>
              <a:srgbClr val="748B9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98" name="Google Shape;9198;p69"/>
            <p:cNvSpPr/>
            <p:nvPr/>
          </p:nvSpPr>
          <p:spPr>
            <a:xfrm>
              <a:off x="8075991" y="3902364"/>
              <a:ext cx="162892" cy="16467"/>
            </a:xfrm>
            <a:custGeom>
              <a:avLst/>
              <a:gdLst/>
              <a:ahLst/>
              <a:cxnLst/>
              <a:rect l="l" t="t" r="r" b="b"/>
              <a:pathLst>
                <a:path w="6222" h="629" extrusionOk="0">
                  <a:moveTo>
                    <a:pt x="270" y="0"/>
                  </a:moveTo>
                  <a:cubicBezTo>
                    <a:pt x="51" y="0"/>
                    <a:pt x="1" y="339"/>
                    <a:pt x="236" y="384"/>
                  </a:cubicBezTo>
                  <a:cubicBezTo>
                    <a:pt x="1033" y="540"/>
                    <a:pt x="1860" y="618"/>
                    <a:pt x="2708" y="618"/>
                  </a:cubicBezTo>
                  <a:cubicBezTo>
                    <a:pt x="3556" y="618"/>
                    <a:pt x="4425" y="540"/>
                    <a:pt x="5309" y="384"/>
                  </a:cubicBezTo>
                  <a:cubicBezTo>
                    <a:pt x="5516" y="389"/>
                    <a:pt x="5717" y="456"/>
                    <a:pt x="5881" y="586"/>
                  </a:cubicBezTo>
                  <a:cubicBezTo>
                    <a:pt x="5914" y="615"/>
                    <a:pt x="5958" y="629"/>
                    <a:pt x="6001" y="629"/>
                  </a:cubicBezTo>
                  <a:cubicBezTo>
                    <a:pt x="6059" y="629"/>
                    <a:pt x="6111" y="605"/>
                    <a:pt x="6155" y="566"/>
                  </a:cubicBezTo>
                  <a:cubicBezTo>
                    <a:pt x="6222" y="480"/>
                    <a:pt x="6207" y="360"/>
                    <a:pt x="6121" y="293"/>
                  </a:cubicBezTo>
                  <a:cubicBezTo>
                    <a:pt x="5886" y="110"/>
                    <a:pt x="5597" y="4"/>
                    <a:pt x="5295" y="4"/>
                  </a:cubicBezTo>
                  <a:lnTo>
                    <a:pt x="5261" y="4"/>
                  </a:lnTo>
                  <a:cubicBezTo>
                    <a:pt x="4396" y="161"/>
                    <a:pt x="3547" y="239"/>
                    <a:pt x="2720" y="239"/>
                  </a:cubicBezTo>
                  <a:cubicBezTo>
                    <a:pt x="1893" y="239"/>
                    <a:pt x="1089" y="161"/>
                    <a:pt x="313" y="4"/>
                  </a:cubicBezTo>
                  <a:cubicBezTo>
                    <a:pt x="298" y="2"/>
                    <a:pt x="283" y="0"/>
                    <a:pt x="270" y="0"/>
                  </a:cubicBezTo>
                  <a:close/>
                </a:path>
              </a:pathLst>
            </a:custGeom>
            <a:solidFill>
              <a:srgbClr val="748B9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99" name="Google Shape;9199;p69"/>
            <p:cNvSpPr/>
            <p:nvPr/>
          </p:nvSpPr>
          <p:spPr>
            <a:xfrm>
              <a:off x="8076095" y="4016718"/>
              <a:ext cx="167343" cy="25630"/>
            </a:xfrm>
            <a:custGeom>
              <a:avLst/>
              <a:gdLst/>
              <a:ahLst/>
              <a:cxnLst/>
              <a:rect l="l" t="t" r="r" b="b"/>
              <a:pathLst>
                <a:path w="6392" h="979" extrusionOk="0">
                  <a:moveTo>
                    <a:pt x="6116" y="1"/>
                  </a:moveTo>
                  <a:cubicBezTo>
                    <a:pt x="6069" y="1"/>
                    <a:pt x="6020" y="20"/>
                    <a:pt x="5978" y="66"/>
                  </a:cubicBezTo>
                  <a:cubicBezTo>
                    <a:pt x="5795" y="258"/>
                    <a:pt x="5545" y="368"/>
                    <a:pt x="5286" y="368"/>
                  </a:cubicBezTo>
                  <a:lnTo>
                    <a:pt x="5252" y="368"/>
                  </a:lnTo>
                  <a:cubicBezTo>
                    <a:pt x="4472" y="517"/>
                    <a:pt x="3676" y="592"/>
                    <a:pt x="2856" y="592"/>
                  </a:cubicBezTo>
                  <a:cubicBezTo>
                    <a:pt x="2035" y="592"/>
                    <a:pt x="1188" y="517"/>
                    <a:pt x="304" y="368"/>
                  </a:cubicBezTo>
                  <a:cubicBezTo>
                    <a:pt x="290" y="366"/>
                    <a:pt x="277" y="365"/>
                    <a:pt x="265" y="365"/>
                  </a:cubicBezTo>
                  <a:cubicBezTo>
                    <a:pt x="44" y="365"/>
                    <a:pt x="1" y="707"/>
                    <a:pt x="242" y="748"/>
                  </a:cubicBezTo>
                  <a:cubicBezTo>
                    <a:pt x="1102" y="897"/>
                    <a:pt x="1981" y="974"/>
                    <a:pt x="2860" y="978"/>
                  </a:cubicBezTo>
                  <a:cubicBezTo>
                    <a:pt x="3681" y="978"/>
                    <a:pt x="4503" y="906"/>
                    <a:pt x="5310" y="753"/>
                  </a:cubicBezTo>
                  <a:cubicBezTo>
                    <a:pt x="5670" y="748"/>
                    <a:pt x="6016" y="594"/>
                    <a:pt x="6261" y="330"/>
                  </a:cubicBezTo>
                  <a:cubicBezTo>
                    <a:pt x="6392" y="185"/>
                    <a:pt x="6262" y="1"/>
                    <a:pt x="6116" y="1"/>
                  </a:cubicBezTo>
                  <a:close/>
                </a:path>
              </a:pathLst>
            </a:custGeom>
            <a:solidFill>
              <a:srgbClr val="748B9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200" name="Google Shape;9200;p69"/>
            <p:cNvSpPr/>
            <p:nvPr/>
          </p:nvSpPr>
          <p:spPr>
            <a:xfrm>
              <a:off x="8053868" y="3874168"/>
              <a:ext cx="116737" cy="26939"/>
            </a:xfrm>
            <a:custGeom>
              <a:avLst/>
              <a:gdLst/>
              <a:ahLst/>
              <a:cxnLst/>
              <a:rect l="l" t="t" r="r" b="b"/>
              <a:pathLst>
                <a:path w="4459" h="1029" extrusionOk="0">
                  <a:moveTo>
                    <a:pt x="918" y="1"/>
                  </a:moveTo>
                  <a:cubicBezTo>
                    <a:pt x="553" y="1"/>
                    <a:pt x="211" y="178"/>
                    <a:pt x="0" y="471"/>
                  </a:cubicBezTo>
                  <a:cubicBezTo>
                    <a:pt x="152" y="418"/>
                    <a:pt x="311" y="391"/>
                    <a:pt x="470" y="391"/>
                  </a:cubicBezTo>
                  <a:cubicBezTo>
                    <a:pt x="667" y="391"/>
                    <a:pt x="864" y="432"/>
                    <a:pt x="1047" y="515"/>
                  </a:cubicBezTo>
                  <a:cubicBezTo>
                    <a:pt x="1823" y="854"/>
                    <a:pt x="2602" y="1028"/>
                    <a:pt x="3381" y="1028"/>
                  </a:cubicBezTo>
                  <a:cubicBezTo>
                    <a:pt x="3562" y="1028"/>
                    <a:pt x="3744" y="1019"/>
                    <a:pt x="3925" y="1000"/>
                  </a:cubicBezTo>
                  <a:cubicBezTo>
                    <a:pt x="4136" y="856"/>
                    <a:pt x="4314" y="678"/>
                    <a:pt x="4458" y="466"/>
                  </a:cubicBezTo>
                  <a:lnTo>
                    <a:pt x="918" y="1"/>
                  </a:lnTo>
                  <a:close/>
                </a:path>
              </a:pathLst>
            </a:custGeom>
            <a:solidFill>
              <a:srgbClr val="748B9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201" name="Google Shape;9201;p69"/>
            <p:cNvSpPr/>
            <p:nvPr/>
          </p:nvSpPr>
          <p:spPr>
            <a:xfrm>
              <a:off x="7988968" y="3831678"/>
              <a:ext cx="305887" cy="329528"/>
            </a:xfrm>
            <a:custGeom>
              <a:avLst/>
              <a:gdLst/>
              <a:ahLst/>
              <a:cxnLst/>
              <a:rect l="l" t="t" r="r" b="b"/>
              <a:pathLst>
                <a:path w="11684" h="12587" extrusionOk="0">
                  <a:moveTo>
                    <a:pt x="2944" y="1"/>
                  </a:moveTo>
                  <a:cubicBezTo>
                    <a:pt x="2576" y="1"/>
                    <a:pt x="2208" y="70"/>
                    <a:pt x="1859" y="206"/>
                  </a:cubicBezTo>
                  <a:cubicBezTo>
                    <a:pt x="1148" y="480"/>
                    <a:pt x="577" y="1037"/>
                    <a:pt x="279" y="1739"/>
                  </a:cubicBezTo>
                  <a:cubicBezTo>
                    <a:pt x="260" y="1777"/>
                    <a:pt x="245" y="1820"/>
                    <a:pt x="231" y="1859"/>
                  </a:cubicBezTo>
                  <a:cubicBezTo>
                    <a:pt x="0" y="2488"/>
                    <a:pt x="72" y="3194"/>
                    <a:pt x="437" y="3766"/>
                  </a:cubicBezTo>
                  <a:cubicBezTo>
                    <a:pt x="716" y="4222"/>
                    <a:pt x="913" y="4727"/>
                    <a:pt x="1023" y="5251"/>
                  </a:cubicBezTo>
                  <a:cubicBezTo>
                    <a:pt x="1038" y="5251"/>
                    <a:pt x="1148" y="5712"/>
                    <a:pt x="1192" y="6144"/>
                  </a:cubicBezTo>
                  <a:cubicBezTo>
                    <a:pt x="1316" y="7446"/>
                    <a:pt x="1254" y="8892"/>
                    <a:pt x="1129" y="10155"/>
                  </a:cubicBezTo>
                  <a:cubicBezTo>
                    <a:pt x="1091" y="10573"/>
                    <a:pt x="1398" y="10953"/>
                    <a:pt x="1821" y="10991"/>
                  </a:cubicBezTo>
                  <a:cubicBezTo>
                    <a:pt x="1848" y="10994"/>
                    <a:pt x="1874" y="10995"/>
                    <a:pt x="1900" y="10995"/>
                  </a:cubicBezTo>
                  <a:cubicBezTo>
                    <a:pt x="2290" y="10995"/>
                    <a:pt x="2621" y="10700"/>
                    <a:pt x="2662" y="10304"/>
                  </a:cubicBezTo>
                  <a:cubicBezTo>
                    <a:pt x="2820" y="8681"/>
                    <a:pt x="2849" y="7408"/>
                    <a:pt x="2748" y="6303"/>
                  </a:cubicBezTo>
                  <a:cubicBezTo>
                    <a:pt x="2623" y="4919"/>
                    <a:pt x="2297" y="3814"/>
                    <a:pt x="1744" y="2940"/>
                  </a:cubicBezTo>
                  <a:cubicBezTo>
                    <a:pt x="1638" y="2781"/>
                    <a:pt x="1614" y="2580"/>
                    <a:pt x="1682" y="2397"/>
                  </a:cubicBezTo>
                  <a:cubicBezTo>
                    <a:pt x="1686" y="2378"/>
                    <a:pt x="1696" y="2359"/>
                    <a:pt x="1706" y="2339"/>
                  </a:cubicBezTo>
                  <a:cubicBezTo>
                    <a:pt x="1840" y="2013"/>
                    <a:pt x="2104" y="1758"/>
                    <a:pt x="2436" y="1633"/>
                  </a:cubicBezTo>
                  <a:cubicBezTo>
                    <a:pt x="2601" y="1565"/>
                    <a:pt x="2776" y="1531"/>
                    <a:pt x="2950" y="1531"/>
                  </a:cubicBezTo>
                  <a:cubicBezTo>
                    <a:pt x="3144" y="1531"/>
                    <a:pt x="3339" y="1573"/>
                    <a:pt x="3522" y="1657"/>
                  </a:cubicBezTo>
                  <a:cubicBezTo>
                    <a:pt x="4295" y="1998"/>
                    <a:pt x="5073" y="2169"/>
                    <a:pt x="5852" y="2169"/>
                  </a:cubicBezTo>
                  <a:cubicBezTo>
                    <a:pt x="6630" y="2169"/>
                    <a:pt x="7408" y="1998"/>
                    <a:pt x="8181" y="1657"/>
                  </a:cubicBezTo>
                  <a:cubicBezTo>
                    <a:pt x="8362" y="1576"/>
                    <a:pt x="8557" y="1535"/>
                    <a:pt x="8753" y="1535"/>
                  </a:cubicBezTo>
                  <a:cubicBezTo>
                    <a:pt x="8927" y="1535"/>
                    <a:pt x="9102" y="1567"/>
                    <a:pt x="9267" y="1633"/>
                  </a:cubicBezTo>
                  <a:cubicBezTo>
                    <a:pt x="9599" y="1758"/>
                    <a:pt x="9858" y="2013"/>
                    <a:pt x="9997" y="2339"/>
                  </a:cubicBezTo>
                  <a:lnTo>
                    <a:pt x="10017" y="2383"/>
                  </a:lnTo>
                  <a:cubicBezTo>
                    <a:pt x="10103" y="2613"/>
                    <a:pt x="10118" y="2868"/>
                    <a:pt x="10060" y="3108"/>
                  </a:cubicBezTo>
                  <a:cubicBezTo>
                    <a:pt x="9791" y="4309"/>
                    <a:pt x="9700" y="5673"/>
                    <a:pt x="9776" y="7283"/>
                  </a:cubicBezTo>
                  <a:cubicBezTo>
                    <a:pt x="9829" y="8263"/>
                    <a:pt x="9282" y="9175"/>
                    <a:pt x="8393" y="9589"/>
                  </a:cubicBezTo>
                  <a:lnTo>
                    <a:pt x="8345" y="9613"/>
                  </a:lnTo>
                  <a:cubicBezTo>
                    <a:pt x="7711" y="9934"/>
                    <a:pt x="7394" y="10660"/>
                    <a:pt x="7581" y="11342"/>
                  </a:cubicBezTo>
                  <a:lnTo>
                    <a:pt x="7725" y="11885"/>
                  </a:lnTo>
                  <a:cubicBezTo>
                    <a:pt x="7773" y="12058"/>
                    <a:pt x="7836" y="12226"/>
                    <a:pt x="7922" y="12380"/>
                  </a:cubicBezTo>
                  <a:cubicBezTo>
                    <a:pt x="7994" y="12509"/>
                    <a:pt x="8052" y="12581"/>
                    <a:pt x="8210" y="12586"/>
                  </a:cubicBezTo>
                  <a:lnTo>
                    <a:pt x="8220" y="12586"/>
                  </a:lnTo>
                  <a:cubicBezTo>
                    <a:pt x="8451" y="12586"/>
                    <a:pt x="8566" y="12336"/>
                    <a:pt x="8647" y="12168"/>
                  </a:cubicBezTo>
                  <a:lnTo>
                    <a:pt x="9017" y="11015"/>
                  </a:lnTo>
                  <a:cubicBezTo>
                    <a:pt x="9017" y="11001"/>
                    <a:pt x="9022" y="10987"/>
                    <a:pt x="9037" y="10982"/>
                  </a:cubicBezTo>
                  <a:cubicBezTo>
                    <a:pt x="10492" y="10304"/>
                    <a:pt x="11391" y="8810"/>
                    <a:pt x="11304" y="7206"/>
                  </a:cubicBezTo>
                  <a:cubicBezTo>
                    <a:pt x="11232" y="5741"/>
                    <a:pt x="11314" y="4511"/>
                    <a:pt x="11559" y="3449"/>
                  </a:cubicBezTo>
                  <a:cubicBezTo>
                    <a:pt x="11684" y="2911"/>
                    <a:pt x="11640" y="2344"/>
                    <a:pt x="11439" y="1825"/>
                  </a:cubicBezTo>
                  <a:cubicBezTo>
                    <a:pt x="11429" y="1796"/>
                    <a:pt x="11415" y="1768"/>
                    <a:pt x="11405" y="1739"/>
                  </a:cubicBezTo>
                  <a:cubicBezTo>
                    <a:pt x="11107" y="1037"/>
                    <a:pt x="10535" y="480"/>
                    <a:pt x="9824" y="206"/>
                  </a:cubicBezTo>
                  <a:cubicBezTo>
                    <a:pt x="9476" y="70"/>
                    <a:pt x="9108" y="1"/>
                    <a:pt x="8740" y="1"/>
                  </a:cubicBezTo>
                  <a:cubicBezTo>
                    <a:pt x="8333" y="1"/>
                    <a:pt x="7926" y="85"/>
                    <a:pt x="7547" y="254"/>
                  </a:cubicBezTo>
                  <a:cubicBezTo>
                    <a:pt x="6973" y="509"/>
                    <a:pt x="6406" y="636"/>
                    <a:pt x="5840" y="636"/>
                  </a:cubicBezTo>
                  <a:cubicBezTo>
                    <a:pt x="5274" y="636"/>
                    <a:pt x="4708" y="509"/>
                    <a:pt x="4136" y="254"/>
                  </a:cubicBezTo>
                  <a:cubicBezTo>
                    <a:pt x="3758" y="85"/>
                    <a:pt x="3351" y="1"/>
                    <a:pt x="2944" y="1"/>
                  </a:cubicBezTo>
                  <a:close/>
                </a:path>
              </a:pathLst>
            </a:custGeom>
            <a:solidFill>
              <a:srgbClr val="8599A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202" name="Google Shape;9202;p69"/>
            <p:cNvSpPr/>
            <p:nvPr/>
          </p:nvSpPr>
          <p:spPr>
            <a:xfrm>
              <a:off x="8191706" y="4076775"/>
              <a:ext cx="27306" cy="21782"/>
            </a:xfrm>
            <a:custGeom>
              <a:avLst/>
              <a:gdLst/>
              <a:ahLst/>
              <a:cxnLst/>
              <a:rect l="l" t="t" r="r" b="b"/>
              <a:pathLst>
                <a:path w="1043" h="832" extrusionOk="0">
                  <a:moveTo>
                    <a:pt x="1043" y="1"/>
                  </a:moveTo>
                  <a:lnTo>
                    <a:pt x="1043" y="1"/>
                  </a:lnTo>
                  <a:cubicBezTo>
                    <a:pt x="923" y="87"/>
                    <a:pt x="793" y="164"/>
                    <a:pt x="654" y="227"/>
                  </a:cubicBezTo>
                  <a:lnTo>
                    <a:pt x="610" y="246"/>
                  </a:lnTo>
                  <a:cubicBezTo>
                    <a:pt x="351" y="375"/>
                    <a:pt x="140" y="577"/>
                    <a:pt x="0" y="832"/>
                  </a:cubicBezTo>
                  <a:cubicBezTo>
                    <a:pt x="20" y="817"/>
                    <a:pt x="44" y="803"/>
                    <a:pt x="63" y="793"/>
                  </a:cubicBezTo>
                  <a:cubicBezTo>
                    <a:pt x="77" y="789"/>
                    <a:pt x="92" y="779"/>
                    <a:pt x="111" y="774"/>
                  </a:cubicBezTo>
                  <a:cubicBezTo>
                    <a:pt x="481" y="601"/>
                    <a:pt x="803" y="332"/>
                    <a:pt x="1043" y="1"/>
                  </a:cubicBezTo>
                  <a:close/>
                </a:path>
              </a:pathLst>
            </a:custGeom>
            <a:solidFill>
              <a:srgbClr val="738A9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203" name="Google Shape;9203;p69"/>
            <p:cNvSpPr/>
            <p:nvPr/>
          </p:nvSpPr>
          <p:spPr>
            <a:xfrm>
              <a:off x="8016876" y="3890400"/>
              <a:ext cx="46810" cy="228551"/>
            </a:xfrm>
            <a:custGeom>
              <a:avLst/>
              <a:gdLst/>
              <a:ahLst/>
              <a:cxnLst/>
              <a:rect l="l" t="t" r="r" b="b"/>
              <a:pathLst>
                <a:path w="1788" h="8730" extrusionOk="0">
                  <a:moveTo>
                    <a:pt x="688" y="0"/>
                  </a:moveTo>
                  <a:cubicBezTo>
                    <a:pt x="419" y="140"/>
                    <a:pt x="207" y="365"/>
                    <a:pt x="92" y="644"/>
                  </a:cubicBezTo>
                  <a:cubicBezTo>
                    <a:pt x="82" y="663"/>
                    <a:pt x="78" y="687"/>
                    <a:pt x="68" y="706"/>
                  </a:cubicBezTo>
                  <a:cubicBezTo>
                    <a:pt x="1" y="884"/>
                    <a:pt x="25" y="1086"/>
                    <a:pt x="135" y="1249"/>
                  </a:cubicBezTo>
                  <a:cubicBezTo>
                    <a:pt x="688" y="2119"/>
                    <a:pt x="1019" y="3219"/>
                    <a:pt x="1139" y="4612"/>
                  </a:cubicBezTo>
                  <a:cubicBezTo>
                    <a:pt x="1240" y="5712"/>
                    <a:pt x="1211" y="6985"/>
                    <a:pt x="1048" y="8609"/>
                  </a:cubicBezTo>
                  <a:cubicBezTo>
                    <a:pt x="1048" y="8652"/>
                    <a:pt x="1038" y="8691"/>
                    <a:pt x="1029" y="8729"/>
                  </a:cubicBezTo>
                  <a:cubicBezTo>
                    <a:pt x="1341" y="8647"/>
                    <a:pt x="1567" y="8383"/>
                    <a:pt x="1596" y="8061"/>
                  </a:cubicBezTo>
                  <a:cubicBezTo>
                    <a:pt x="1759" y="6438"/>
                    <a:pt x="1788" y="5165"/>
                    <a:pt x="1687" y="4064"/>
                  </a:cubicBezTo>
                  <a:cubicBezTo>
                    <a:pt x="1562" y="2671"/>
                    <a:pt x="1235" y="1576"/>
                    <a:pt x="683" y="702"/>
                  </a:cubicBezTo>
                  <a:cubicBezTo>
                    <a:pt x="572" y="543"/>
                    <a:pt x="548" y="337"/>
                    <a:pt x="616" y="159"/>
                  </a:cubicBezTo>
                  <a:cubicBezTo>
                    <a:pt x="620" y="140"/>
                    <a:pt x="635" y="116"/>
                    <a:pt x="640" y="96"/>
                  </a:cubicBezTo>
                  <a:cubicBezTo>
                    <a:pt x="654" y="63"/>
                    <a:pt x="673" y="29"/>
                    <a:pt x="688" y="0"/>
                  </a:cubicBezTo>
                  <a:close/>
                </a:path>
              </a:pathLst>
            </a:custGeom>
            <a:solidFill>
              <a:srgbClr val="738A9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204" name="Google Shape;9204;p69"/>
            <p:cNvSpPr/>
            <p:nvPr/>
          </p:nvSpPr>
          <p:spPr>
            <a:xfrm>
              <a:off x="8005697" y="3831678"/>
              <a:ext cx="289420" cy="273686"/>
            </a:xfrm>
            <a:custGeom>
              <a:avLst/>
              <a:gdLst/>
              <a:ahLst/>
              <a:cxnLst/>
              <a:rect l="l" t="t" r="r" b="b"/>
              <a:pathLst>
                <a:path w="11055" h="10454" extrusionOk="0">
                  <a:moveTo>
                    <a:pt x="8112" y="1"/>
                  </a:moveTo>
                  <a:cubicBezTo>
                    <a:pt x="7706" y="1"/>
                    <a:pt x="7299" y="85"/>
                    <a:pt x="6918" y="254"/>
                  </a:cubicBezTo>
                  <a:cubicBezTo>
                    <a:pt x="6344" y="509"/>
                    <a:pt x="5778" y="636"/>
                    <a:pt x="5213" y="636"/>
                  </a:cubicBezTo>
                  <a:cubicBezTo>
                    <a:pt x="4647" y="636"/>
                    <a:pt x="4081" y="509"/>
                    <a:pt x="3507" y="254"/>
                  </a:cubicBezTo>
                  <a:cubicBezTo>
                    <a:pt x="3127" y="87"/>
                    <a:pt x="2720" y="3"/>
                    <a:pt x="2312" y="3"/>
                  </a:cubicBezTo>
                  <a:cubicBezTo>
                    <a:pt x="1947" y="3"/>
                    <a:pt x="1582" y="70"/>
                    <a:pt x="1235" y="206"/>
                  </a:cubicBezTo>
                  <a:cubicBezTo>
                    <a:pt x="745" y="394"/>
                    <a:pt x="322" y="716"/>
                    <a:pt x="0" y="1133"/>
                  </a:cubicBezTo>
                  <a:cubicBezTo>
                    <a:pt x="211" y="975"/>
                    <a:pt x="442" y="845"/>
                    <a:pt x="687" y="749"/>
                  </a:cubicBezTo>
                  <a:cubicBezTo>
                    <a:pt x="1034" y="613"/>
                    <a:pt x="1400" y="546"/>
                    <a:pt x="1764" y="546"/>
                  </a:cubicBezTo>
                  <a:cubicBezTo>
                    <a:pt x="2172" y="546"/>
                    <a:pt x="2579" y="630"/>
                    <a:pt x="2959" y="797"/>
                  </a:cubicBezTo>
                  <a:cubicBezTo>
                    <a:pt x="3536" y="1052"/>
                    <a:pt x="4102" y="1179"/>
                    <a:pt x="4667" y="1179"/>
                  </a:cubicBezTo>
                  <a:cubicBezTo>
                    <a:pt x="5232" y="1179"/>
                    <a:pt x="5796" y="1052"/>
                    <a:pt x="6370" y="797"/>
                  </a:cubicBezTo>
                  <a:cubicBezTo>
                    <a:pt x="6753" y="630"/>
                    <a:pt x="7161" y="546"/>
                    <a:pt x="7570" y="546"/>
                  </a:cubicBezTo>
                  <a:cubicBezTo>
                    <a:pt x="7935" y="546"/>
                    <a:pt x="8300" y="613"/>
                    <a:pt x="8647" y="749"/>
                  </a:cubicBezTo>
                  <a:cubicBezTo>
                    <a:pt x="9358" y="1028"/>
                    <a:pt x="9930" y="1580"/>
                    <a:pt x="10228" y="2286"/>
                  </a:cubicBezTo>
                  <a:cubicBezTo>
                    <a:pt x="10242" y="2315"/>
                    <a:pt x="10252" y="2339"/>
                    <a:pt x="10266" y="2368"/>
                  </a:cubicBezTo>
                  <a:cubicBezTo>
                    <a:pt x="10468" y="2887"/>
                    <a:pt x="10507" y="3454"/>
                    <a:pt x="10382" y="3997"/>
                  </a:cubicBezTo>
                  <a:cubicBezTo>
                    <a:pt x="10141" y="5054"/>
                    <a:pt x="10060" y="6283"/>
                    <a:pt x="10132" y="7749"/>
                  </a:cubicBezTo>
                  <a:cubicBezTo>
                    <a:pt x="10180" y="8733"/>
                    <a:pt x="9863" y="9694"/>
                    <a:pt x="9243" y="10453"/>
                  </a:cubicBezTo>
                  <a:cubicBezTo>
                    <a:pt x="10209" y="9661"/>
                    <a:pt x="10742" y="8455"/>
                    <a:pt x="10675" y="7206"/>
                  </a:cubicBezTo>
                  <a:cubicBezTo>
                    <a:pt x="10603" y="5741"/>
                    <a:pt x="10684" y="4511"/>
                    <a:pt x="10925" y="3449"/>
                  </a:cubicBezTo>
                  <a:cubicBezTo>
                    <a:pt x="11054" y="2911"/>
                    <a:pt x="11011" y="2344"/>
                    <a:pt x="10809" y="1825"/>
                  </a:cubicBezTo>
                  <a:cubicBezTo>
                    <a:pt x="10800" y="1796"/>
                    <a:pt x="10790" y="1768"/>
                    <a:pt x="10776" y="1739"/>
                  </a:cubicBezTo>
                  <a:cubicBezTo>
                    <a:pt x="10478" y="1037"/>
                    <a:pt x="9906" y="480"/>
                    <a:pt x="9195" y="206"/>
                  </a:cubicBezTo>
                  <a:cubicBezTo>
                    <a:pt x="8846" y="70"/>
                    <a:pt x="8479" y="1"/>
                    <a:pt x="8112" y="1"/>
                  </a:cubicBezTo>
                  <a:close/>
                </a:path>
              </a:pathLst>
            </a:custGeom>
            <a:solidFill>
              <a:srgbClr val="738A9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205" name="Google Shape;9205;p69"/>
            <p:cNvSpPr/>
            <p:nvPr/>
          </p:nvSpPr>
          <p:spPr>
            <a:xfrm>
              <a:off x="8202518" y="4127329"/>
              <a:ext cx="20394" cy="33877"/>
            </a:xfrm>
            <a:custGeom>
              <a:avLst/>
              <a:gdLst/>
              <a:ahLst/>
              <a:cxnLst/>
              <a:rect l="l" t="t" r="r" b="b"/>
              <a:pathLst>
                <a:path w="779" h="1294" extrusionOk="0">
                  <a:moveTo>
                    <a:pt x="779" y="1"/>
                  </a:moveTo>
                  <a:lnTo>
                    <a:pt x="779" y="1"/>
                  </a:lnTo>
                  <a:cubicBezTo>
                    <a:pt x="639" y="87"/>
                    <a:pt x="495" y="164"/>
                    <a:pt x="346" y="236"/>
                  </a:cubicBezTo>
                  <a:cubicBezTo>
                    <a:pt x="337" y="241"/>
                    <a:pt x="327" y="256"/>
                    <a:pt x="327" y="270"/>
                  </a:cubicBezTo>
                  <a:lnTo>
                    <a:pt x="0" y="1288"/>
                  </a:lnTo>
                  <a:cubicBezTo>
                    <a:pt x="20" y="1293"/>
                    <a:pt x="39" y="1293"/>
                    <a:pt x="58" y="1293"/>
                  </a:cubicBezTo>
                  <a:lnTo>
                    <a:pt x="73" y="1293"/>
                  </a:lnTo>
                  <a:cubicBezTo>
                    <a:pt x="303" y="1293"/>
                    <a:pt x="418" y="1043"/>
                    <a:pt x="500" y="880"/>
                  </a:cubicBezTo>
                  <a:lnTo>
                    <a:pt x="779" y="1"/>
                  </a:lnTo>
                  <a:close/>
                </a:path>
              </a:pathLst>
            </a:custGeom>
            <a:solidFill>
              <a:srgbClr val="738A9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206" name="Google Shape;9206;p69"/>
            <p:cNvSpPr/>
            <p:nvPr/>
          </p:nvSpPr>
          <p:spPr>
            <a:xfrm>
              <a:off x="7972606" y="3826547"/>
              <a:ext cx="335863" cy="339685"/>
            </a:xfrm>
            <a:custGeom>
              <a:avLst/>
              <a:gdLst/>
              <a:ahLst/>
              <a:cxnLst/>
              <a:rect l="l" t="t" r="r" b="b"/>
              <a:pathLst>
                <a:path w="12829" h="12975" extrusionOk="0">
                  <a:moveTo>
                    <a:pt x="3070" y="2040"/>
                  </a:moveTo>
                  <a:cubicBezTo>
                    <a:pt x="2480" y="2646"/>
                    <a:pt x="2609" y="3645"/>
                    <a:pt x="3335" y="4087"/>
                  </a:cubicBezTo>
                  <a:cubicBezTo>
                    <a:pt x="3253" y="4135"/>
                    <a:pt x="3181" y="4193"/>
                    <a:pt x="3114" y="4255"/>
                  </a:cubicBezTo>
                  <a:cubicBezTo>
                    <a:pt x="2672" y="2996"/>
                    <a:pt x="2326" y="3030"/>
                    <a:pt x="2504" y="2617"/>
                  </a:cubicBezTo>
                  <a:cubicBezTo>
                    <a:pt x="2614" y="2362"/>
                    <a:pt x="2816" y="2156"/>
                    <a:pt x="3070" y="2040"/>
                  </a:cubicBezTo>
                  <a:close/>
                  <a:moveTo>
                    <a:pt x="10248" y="4942"/>
                  </a:moveTo>
                  <a:lnTo>
                    <a:pt x="10248" y="4942"/>
                  </a:lnTo>
                  <a:cubicBezTo>
                    <a:pt x="10233" y="5105"/>
                    <a:pt x="10224" y="5278"/>
                    <a:pt x="10214" y="5447"/>
                  </a:cubicBezTo>
                  <a:cubicBezTo>
                    <a:pt x="10128" y="5355"/>
                    <a:pt x="10032" y="5278"/>
                    <a:pt x="9931" y="5216"/>
                  </a:cubicBezTo>
                  <a:cubicBezTo>
                    <a:pt x="10051" y="5144"/>
                    <a:pt x="10156" y="5048"/>
                    <a:pt x="10248" y="4942"/>
                  </a:cubicBezTo>
                  <a:close/>
                  <a:moveTo>
                    <a:pt x="9389" y="1923"/>
                  </a:moveTo>
                  <a:cubicBezTo>
                    <a:pt x="10084" y="1923"/>
                    <a:pt x="10670" y="2534"/>
                    <a:pt x="10502" y="3266"/>
                  </a:cubicBezTo>
                  <a:cubicBezTo>
                    <a:pt x="10483" y="3352"/>
                    <a:pt x="10464" y="3448"/>
                    <a:pt x="10445" y="3539"/>
                  </a:cubicBezTo>
                  <a:cubicBezTo>
                    <a:pt x="10228" y="3064"/>
                    <a:pt x="9758" y="2761"/>
                    <a:pt x="9239" y="2761"/>
                  </a:cubicBezTo>
                  <a:cubicBezTo>
                    <a:pt x="8999" y="2776"/>
                    <a:pt x="8999" y="3131"/>
                    <a:pt x="9239" y="3145"/>
                  </a:cubicBezTo>
                  <a:cubicBezTo>
                    <a:pt x="9758" y="3145"/>
                    <a:pt x="10176" y="3563"/>
                    <a:pt x="10176" y="4082"/>
                  </a:cubicBezTo>
                  <a:cubicBezTo>
                    <a:pt x="10176" y="4601"/>
                    <a:pt x="9758" y="5019"/>
                    <a:pt x="9239" y="5019"/>
                  </a:cubicBezTo>
                  <a:lnTo>
                    <a:pt x="9220" y="5019"/>
                  </a:lnTo>
                  <a:cubicBezTo>
                    <a:pt x="9061" y="5032"/>
                    <a:pt x="8092" y="5247"/>
                    <a:pt x="6697" y="5247"/>
                  </a:cubicBezTo>
                  <a:cubicBezTo>
                    <a:pt x="5979" y="5247"/>
                    <a:pt x="5148" y="5190"/>
                    <a:pt x="4257" y="5019"/>
                  </a:cubicBezTo>
                  <a:cubicBezTo>
                    <a:pt x="4244" y="5016"/>
                    <a:pt x="4232" y="5015"/>
                    <a:pt x="4219" y="5015"/>
                  </a:cubicBezTo>
                  <a:cubicBezTo>
                    <a:pt x="4142" y="5015"/>
                    <a:pt x="4069" y="5065"/>
                    <a:pt x="4036" y="5139"/>
                  </a:cubicBezTo>
                  <a:cubicBezTo>
                    <a:pt x="3998" y="5250"/>
                    <a:pt x="4065" y="5370"/>
                    <a:pt x="4180" y="5394"/>
                  </a:cubicBezTo>
                  <a:cubicBezTo>
                    <a:pt x="4982" y="5552"/>
                    <a:pt x="5798" y="5629"/>
                    <a:pt x="6609" y="5629"/>
                  </a:cubicBezTo>
                  <a:cubicBezTo>
                    <a:pt x="6634" y="5629"/>
                    <a:pt x="6659" y="5629"/>
                    <a:pt x="6683" y="5629"/>
                  </a:cubicBezTo>
                  <a:lnTo>
                    <a:pt x="6707" y="5629"/>
                  </a:lnTo>
                  <a:cubicBezTo>
                    <a:pt x="7557" y="5629"/>
                    <a:pt x="8413" y="5552"/>
                    <a:pt x="9253" y="5398"/>
                  </a:cubicBezTo>
                  <a:cubicBezTo>
                    <a:pt x="9767" y="5398"/>
                    <a:pt x="10185" y="5821"/>
                    <a:pt x="10180" y="6340"/>
                  </a:cubicBezTo>
                  <a:cubicBezTo>
                    <a:pt x="10176" y="6859"/>
                    <a:pt x="9753" y="7272"/>
                    <a:pt x="9239" y="7272"/>
                  </a:cubicBezTo>
                  <a:cubicBezTo>
                    <a:pt x="9111" y="7272"/>
                    <a:pt x="8270" y="7501"/>
                    <a:pt x="6835" y="7501"/>
                  </a:cubicBezTo>
                  <a:cubicBezTo>
                    <a:pt x="6117" y="7501"/>
                    <a:pt x="5251" y="7443"/>
                    <a:pt x="4252" y="7272"/>
                  </a:cubicBezTo>
                  <a:cubicBezTo>
                    <a:pt x="4239" y="7270"/>
                    <a:pt x="4226" y="7269"/>
                    <a:pt x="4213" y="7269"/>
                  </a:cubicBezTo>
                  <a:cubicBezTo>
                    <a:pt x="3996" y="7269"/>
                    <a:pt x="3949" y="7606"/>
                    <a:pt x="4190" y="7647"/>
                  </a:cubicBezTo>
                  <a:cubicBezTo>
                    <a:pt x="5055" y="7801"/>
                    <a:pt x="5929" y="7877"/>
                    <a:pt x="6808" y="7882"/>
                  </a:cubicBezTo>
                  <a:cubicBezTo>
                    <a:pt x="7629" y="7882"/>
                    <a:pt x="8451" y="7805"/>
                    <a:pt x="9258" y="7652"/>
                  </a:cubicBezTo>
                  <a:cubicBezTo>
                    <a:pt x="9614" y="7647"/>
                    <a:pt x="9955" y="7493"/>
                    <a:pt x="10200" y="7234"/>
                  </a:cubicBezTo>
                  <a:lnTo>
                    <a:pt x="10200" y="7234"/>
                  </a:lnTo>
                  <a:cubicBezTo>
                    <a:pt x="10209" y="7575"/>
                    <a:pt x="10253" y="7988"/>
                    <a:pt x="10008" y="8521"/>
                  </a:cubicBezTo>
                  <a:cubicBezTo>
                    <a:pt x="9902" y="8632"/>
                    <a:pt x="9287" y="8790"/>
                    <a:pt x="7980" y="8848"/>
                  </a:cubicBezTo>
                  <a:cubicBezTo>
                    <a:pt x="7645" y="8863"/>
                    <a:pt x="7302" y="8871"/>
                    <a:pt x="6961" y="8871"/>
                  </a:cubicBezTo>
                  <a:cubicBezTo>
                    <a:pt x="6143" y="8871"/>
                    <a:pt x="5343" y="8827"/>
                    <a:pt x="4733" y="8742"/>
                  </a:cubicBezTo>
                  <a:cubicBezTo>
                    <a:pt x="3805" y="8617"/>
                    <a:pt x="3637" y="8449"/>
                    <a:pt x="3618" y="8420"/>
                  </a:cubicBezTo>
                  <a:cubicBezTo>
                    <a:pt x="3637" y="7829"/>
                    <a:pt x="3628" y="7234"/>
                    <a:pt x="3584" y="6643"/>
                  </a:cubicBezTo>
                  <a:cubicBezTo>
                    <a:pt x="3732" y="6564"/>
                    <a:pt x="3837" y="6538"/>
                    <a:pt x="4000" y="6538"/>
                  </a:cubicBezTo>
                  <a:cubicBezTo>
                    <a:pt x="4325" y="6538"/>
                    <a:pt x="4878" y="6643"/>
                    <a:pt x="6448" y="6643"/>
                  </a:cubicBezTo>
                  <a:cubicBezTo>
                    <a:pt x="6534" y="6644"/>
                    <a:pt x="6624" y="6644"/>
                    <a:pt x="6716" y="6644"/>
                  </a:cubicBezTo>
                  <a:cubicBezTo>
                    <a:pt x="7732" y="6644"/>
                    <a:pt x="8996" y="6575"/>
                    <a:pt x="9124" y="6513"/>
                  </a:cubicBezTo>
                  <a:cubicBezTo>
                    <a:pt x="9310" y="6420"/>
                    <a:pt x="9239" y="6147"/>
                    <a:pt x="9043" y="6147"/>
                  </a:cubicBezTo>
                  <a:cubicBezTo>
                    <a:pt x="9036" y="6147"/>
                    <a:pt x="9029" y="6147"/>
                    <a:pt x="9023" y="6148"/>
                  </a:cubicBezTo>
                  <a:cubicBezTo>
                    <a:pt x="8212" y="6225"/>
                    <a:pt x="7405" y="6259"/>
                    <a:pt x="6602" y="6259"/>
                  </a:cubicBezTo>
                  <a:cubicBezTo>
                    <a:pt x="6549" y="6259"/>
                    <a:pt x="6496" y="6259"/>
                    <a:pt x="6443" y="6258"/>
                  </a:cubicBezTo>
                  <a:cubicBezTo>
                    <a:pt x="5131" y="6244"/>
                    <a:pt x="4089" y="6148"/>
                    <a:pt x="4017" y="6148"/>
                  </a:cubicBezTo>
                  <a:cubicBezTo>
                    <a:pt x="3839" y="6148"/>
                    <a:pt x="3661" y="6095"/>
                    <a:pt x="3512" y="5999"/>
                  </a:cubicBezTo>
                  <a:cubicBezTo>
                    <a:pt x="3455" y="5552"/>
                    <a:pt x="3368" y="5110"/>
                    <a:pt x="3248" y="4678"/>
                  </a:cubicBezTo>
                  <a:cubicBezTo>
                    <a:pt x="3421" y="4428"/>
                    <a:pt x="3700" y="4279"/>
                    <a:pt x="4002" y="4274"/>
                  </a:cubicBezTo>
                  <a:cubicBezTo>
                    <a:pt x="4891" y="4442"/>
                    <a:pt x="5790" y="4529"/>
                    <a:pt x="6688" y="4529"/>
                  </a:cubicBezTo>
                  <a:cubicBezTo>
                    <a:pt x="7668" y="4529"/>
                    <a:pt x="8648" y="4390"/>
                    <a:pt x="9090" y="4265"/>
                  </a:cubicBezTo>
                  <a:cubicBezTo>
                    <a:pt x="9308" y="4202"/>
                    <a:pt x="9254" y="3889"/>
                    <a:pt x="9050" y="3889"/>
                  </a:cubicBezTo>
                  <a:cubicBezTo>
                    <a:pt x="9034" y="3889"/>
                    <a:pt x="9017" y="3891"/>
                    <a:pt x="8999" y="3895"/>
                  </a:cubicBezTo>
                  <a:cubicBezTo>
                    <a:pt x="8152" y="4083"/>
                    <a:pt x="7344" y="4146"/>
                    <a:pt x="6635" y="4146"/>
                  </a:cubicBezTo>
                  <a:cubicBezTo>
                    <a:pt x="5204" y="4146"/>
                    <a:pt x="4173" y="3890"/>
                    <a:pt x="4022" y="3890"/>
                  </a:cubicBezTo>
                  <a:cubicBezTo>
                    <a:pt x="3503" y="3890"/>
                    <a:pt x="3085" y="3467"/>
                    <a:pt x="3085" y="2953"/>
                  </a:cubicBezTo>
                  <a:cubicBezTo>
                    <a:pt x="3085" y="2434"/>
                    <a:pt x="3503" y="2012"/>
                    <a:pt x="4022" y="2012"/>
                  </a:cubicBezTo>
                  <a:lnTo>
                    <a:pt x="4031" y="2012"/>
                  </a:lnTo>
                  <a:cubicBezTo>
                    <a:pt x="4041" y="2021"/>
                    <a:pt x="4055" y="2026"/>
                    <a:pt x="4070" y="2031"/>
                  </a:cubicBezTo>
                  <a:cubicBezTo>
                    <a:pt x="4868" y="2388"/>
                    <a:pt x="5676" y="2564"/>
                    <a:pt x="6483" y="2564"/>
                  </a:cubicBezTo>
                  <a:cubicBezTo>
                    <a:pt x="6686" y="2564"/>
                    <a:pt x="6889" y="2553"/>
                    <a:pt x="7091" y="2530"/>
                  </a:cubicBezTo>
                  <a:lnTo>
                    <a:pt x="7091" y="2530"/>
                  </a:lnTo>
                  <a:cubicBezTo>
                    <a:pt x="6861" y="2727"/>
                    <a:pt x="6573" y="2876"/>
                    <a:pt x="6251" y="2881"/>
                  </a:cubicBezTo>
                  <a:cubicBezTo>
                    <a:pt x="5602" y="2862"/>
                    <a:pt x="4930" y="2824"/>
                    <a:pt x="4243" y="2761"/>
                  </a:cubicBezTo>
                  <a:cubicBezTo>
                    <a:pt x="4232" y="2760"/>
                    <a:pt x="4222" y="2759"/>
                    <a:pt x="4212" y="2759"/>
                  </a:cubicBezTo>
                  <a:cubicBezTo>
                    <a:pt x="3976" y="2759"/>
                    <a:pt x="3951" y="3132"/>
                    <a:pt x="4204" y="3145"/>
                  </a:cubicBezTo>
                  <a:cubicBezTo>
                    <a:pt x="5052" y="3230"/>
                    <a:pt x="5903" y="3270"/>
                    <a:pt x="6755" y="3270"/>
                  </a:cubicBezTo>
                  <a:cubicBezTo>
                    <a:pt x="7264" y="3270"/>
                    <a:pt x="7774" y="3256"/>
                    <a:pt x="8283" y="3227"/>
                  </a:cubicBezTo>
                  <a:cubicBezTo>
                    <a:pt x="8533" y="3213"/>
                    <a:pt x="8514" y="2842"/>
                    <a:pt x="8273" y="2842"/>
                  </a:cubicBezTo>
                  <a:cubicBezTo>
                    <a:pt x="8268" y="2842"/>
                    <a:pt x="8264" y="2842"/>
                    <a:pt x="8259" y="2843"/>
                  </a:cubicBezTo>
                  <a:cubicBezTo>
                    <a:pt x="7932" y="2867"/>
                    <a:pt x="7601" y="2881"/>
                    <a:pt x="7260" y="2886"/>
                  </a:cubicBezTo>
                  <a:cubicBezTo>
                    <a:pt x="7428" y="2751"/>
                    <a:pt x="7572" y="2598"/>
                    <a:pt x="7697" y="2425"/>
                  </a:cubicBezTo>
                  <a:cubicBezTo>
                    <a:pt x="8105" y="2334"/>
                    <a:pt x="8504" y="2204"/>
                    <a:pt x="8888" y="2031"/>
                  </a:cubicBezTo>
                  <a:cubicBezTo>
                    <a:pt x="9056" y="1957"/>
                    <a:pt x="9225" y="1923"/>
                    <a:pt x="9389" y="1923"/>
                  </a:cubicBezTo>
                  <a:close/>
                  <a:moveTo>
                    <a:pt x="9385" y="1"/>
                  </a:moveTo>
                  <a:cubicBezTo>
                    <a:pt x="8965" y="1"/>
                    <a:pt x="8532" y="88"/>
                    <a:pt x="8105" y="277"/>
                  </a:cubicBezTo>
                  <a:cubicBezTo>
                    <a:pt x="7557" y="520"/>
                    <a:pt x="7017" y="641"/>
                    <a:pt x="6477" y="641"/>
                  </a:cubicBezTo>
                  <a:cubicBezTo>
                    <a:pt x="5936" y="641"/>
                    <a:pt x="5396" y="520"/>
                    <a:pt x="4848" y="277"/>
                  </a:cubicBezTo>
                  <a:cubicBezTo>
                    <a:pt x="4442" y="97"/>
                    <a:pt x="4007" y="7"/>
                    <a:pt x="3572" y="7"/>
                  </a:cubicBezTo>
                  <a:cubicBezTo>
                    <a:pt x="3182" y="7"/>
                    <a:pt x="2792" y="79"/>
                    <a:pt x="2422" y="225"/>
                  </a:cubicBezTo>
                  <a:cubicBezTo>
                    <a:pt x="870" y="835"/>
                    <a:pt x="1" y="2641"/>
                    <a:pt x="904" y="4073"/>
                  </a:cubicBezTo>
                  <a:cubicBezTo>
                    <a:pt x="1149" y="4457"/>
                    <a:pt x="1336" y="4937"/>
                    <a:pt x="1471" y="5495"/>
                  </a:cubicBezTo>
                  <a:cubicBezTo>
                    <a:pt x="1495" y="5598"/>
                    <a:pt x="1572" y="5643"/>
                    <a:pt x="1650" y="5643"/>
                  </a:cubicBezTo>
                  <a:cubicBezTo>
                    <a:pt x="1761" y="5643"/>
                    <a:pt x="1874" y="5552"/>
                    <a:pt x="1841" y="5408"/>
                  </a:cubicBezTo>
                  <a:cubicBezTo>
                    <a:pt x="1725" y="4860"/>
                    <a:pt x="1519" y="4342"/>
                    <a:pt x="1226" y="3866"/>
                  </a:cubicBezTo>
                  <a:cubicBezTo>
                    <a:pt x="255" y="2333"/>
                    <a:pt x="1710" y="388"/>
                    <a:pt x="3560" y="388"/>
                  </a:cubicBezTo>
                  <a:cubicBezTo>
                    <a:pt x="3925" y="388"/>
                    <a:pt x="4305" y="464"/>
                    <a:pt x="4685" y="633"/>
                  </a:cubicBezTo>
                  <a:cubicBezTo>
                    <a:pt x="5285" y="897"/>
                    <a:pt x="5877" y="1029"/>
                    <a:pt x="6469" y="1029"/>
                  </a:cubicBezTo>
                  <a:cubicBezTo>
                    <a:pt x="7061" y="1029"/>
                    <a:pt x="7654" y="897"/>
                    <a:pt x="8254" y="633"/>
                  </a:cubicBezTo>
                  <a:cubicBezTo>
                    <a:pt x="8629" y="466"/>
                    <a:pt x="9009" y="389"/>
                    <a:pt x="9378" y="389"/>
                  </a:cubicBezTo>
                  <a:cubicBezTo>
                    <a:pt x="11000" y="389"/>
                    <a:pt x="12388" y="1870"/>
                    <a:pt x="11996" y="3611"/>
                  </a:cubicBezTo>
                  <a:cubicBezTo>
                    <a:pt x="11751" y="4692"/>
                    <a:pt x="11670" y="5937"/>
                    <a:pt x="11737" y="7421"/>
                  </a:cubicBezTo>
                  <a:cubicBezTo>
                    <a:pt x="11819" y="8949"/>
                    <a:pt x="10964" y="10371"/>
                    <a:pt x="9575" y="11014"/>
                  </a:cubicBezTo>
                  <a:cubicBezTo>
                    <a:pt x="9431" y="11082"/>
                    <a:pt x="9484" y="11120"/>
                    <a:pt x="9095" y="12302"/>
                  </a:cubicBezTo>
                  <a:cubicBezTo>
                    <a:pt x="9042" y="12403"/>
                    <a:pt x="8960" y="12600"/>
                    <a:pt x="8845" y="12600"/>
                  </a:cubicBezTo>
                  <a:cubicBezTo>
                    <a:pt x="8782" y="12600"/>
                    <a:pt x="8773" y="12600"/>
                    <a:pt x="8715" y="12494"/>
                  </a:cubicBezTo>
                  <a:cubicBezTo>
                    <a:pt x="8542" y="12177"/>
                    <a:pt x="8518" y="11937"/>
                    <a:pt x="8393" y="11500"/>
                  </a:cubicBezTo>
                  <a:cubicBezTo>
                    <a:pt x="8225" y="10885"/>
                    <a:pt x="8523" y="10241"/>
                    <a:pt x="9095" y="9967"/>
                  </a:cubicBezTo>
                  <a:cubicBezTo>
                    <a:pt x="10056" y="9520"/>
                    <a:pt x="10646" y="8531"/>
                    <a:pt x="10589" y="7474"/>
                  </a:cubicBezTo>
                  <a:cubicBezTo>
                    <a:pt x="10512" y="5889"/>
                    <a:pt x="10603" y="4539"/>
                    <a:pt x="10872" y="3357"/>
                  </a:cubicBezTo>
                  <a:cubicBezTo>
                    <a:pt x="11095" y="2374"/>
                    <a:pt x="10310" y="1543"/>
                    <a:pt x="9379" y="1543"/>
                  </a:cubicBezTo>
                  <a:cubicBezTo>
                    <a:pt x="9164" y="1543"/>
                    <a:pt x="8940" y="1587"/>
                    <a:pt x="8720" y="1685"/>
                  </a:cubicBezTo>
                  <a:cubicBezTo>
                    <a:pt x="7973" y="2014"/>
                    <a:pt x="7221" y="2179"/>
                    <a:pt x="6469" y="2179"/>
                  </a:cubicBezTo>
                  <a:cubicBezTo>
                    <a:pt x="5717" y="2179"/>
                    <a:pt x="4966" y="2014"/>
                    <a:pt x="4219" y="1685"/>
                  </a:cubicBezTo>
                  <a:cubicBezTo>
                    <a:pt x="3998" y="1587"/>
                    <a:pt x="3778" y="1544"/>
                    <a:pt x="3568" y="1544"/>
                  </a:cubicBezTo>
                  <a:cubicBezTo>
                    <a:pt x="2551" y="1544"/>
                    <a:pt x="1750" y="2550"/>
                    <a:pt x="2196" y="3246"/>
                  </a:cubicBezTo>
                  <a:cubicBezTo>
                    <a:pt x="2480" y="3698"/>
                    <a:pt x="2696" y="4188"/>
                    <a:pt x="2845" y="4702"/>
                  </a:cubicBezTo>
                  <a:lnTo>
                    <a:pt x="2845" y="4707"/>
                  </a:lnTo>
                  <a:cubicBezTo>
                    <a:pt x="3363" y="6470"/>
                    <a:pt x="3263" y="8660"/>
                    <a:pt x="3085" y="10486"/>
                  </a:cubicBezTo>
                  <a:cubicBezTo>
                    <a:pt x="3053" y="10785"/>
                    <a:pt x="2799" y="11007"/>
                    <a:pt x="2504" y="11007"/>
                  </a:cubicBezTo>
                  <a:cubicBezTo>
                    <a:pt x="2487" y="11007"/>
                    <a:pt x="2469" y="11006"/>
                    <a:pt x="2451" y="11005"/>
                  </a:cubicBezTo>
                  <a:cubicBezTo>
                    <a:pt x="2134" y="10971"/>
                    <a:pt x="1903" y="10688"/>
                    <a:pt x="1932" y="10371"/>
                  </a:cubicBezTo>
                  <a:cubicBezTo>
                    <a:pt x="2047" y="9213"/>
                    <a:pt x="2158" y="7700"/>
                    <a:pt x="1994" y="6321"/>
                  </a:cubicBezTo>
                  <a:cubicBezTo>
                    <a:pt x="1977" y="6208"/>
                    <a:pt x="1892" y="6156"/>
                    <a:pt x="1806" y="6156"/>
                  </a:cubicBezTo>
                  <a:cubicBezTo>
                    <a:pt x="1702" y="6156"/>
                    <a:pt x="1597" y="6232"/>
                    <a:pt x="1610" y="6369"/>
                  </a:cubicBezTo>
                  <a:cubicBezTo>
                    <a:pt x="1769" y="7714"/>
                    <a:pt x="1663" y="9194"/>
                    <a:pt x="1552" y="10337"/>
                  </a:cubicBezTo>
                  <a:cubicBezTo>
                    <a:pt x="1480" y="10870"/>
                    <a:pt x="1869" y="11360"/>
                    <a:pt x="2407" y="11413"/>
                  </a:cubicBezTo>
                  <a:cubicBezTo>
                    <a:pt x="2440" y="11416"/>
                    <a:pt x="2471" y="11418"/>
                    <a:pt x="2503" y="11418"/>
                  </a:cubicBezTo>
                  <a:cubicBezTo>
                    <a:pt x="3005" y="11418"/>
                    <a:pt x="3428" y="11031"/>
                    <a:pt x="3460" y="10524"/>
                  </a:cubicBezTo>
                  <a:cubicBezTo>
                    <a:pt x="3522" y="9929"/>
                    <a:pt x="3560" y="9376"/>
                    <a:pt x="3580" y="8867"/>
                  </a:cubicBezTo>
                  <a:cubicBezTo>
                    <a:pt x="3950" y="9040"/>
                    <a:pt x="4608" y="9126"/>
                    <a:pt x="5011" y="9165"/>
                  </a:cubicBezTo>
                  <a:cubicBezTo>
                    <a:pt x="5588" y="9227"/>
                    <a:pt x="6280" y="9256"/>
                    <a:pt x="6976" y="9256"/>
                  </a:cubicBezTo>
                  <a:cubicBezTo>
                    <a:pt x="7433" y="9256"/>
                    <a:pt x="7889" y="9247"/>
                    <a:pt x="8321" y="9213"/>
                  </a:cubicBezTo>
                  <a:cubicBezTo>
                    <a:pt x="8773" y="9189"/>
                    <a:pt x="9220" y="9136"/>
                    <a:pt x="9666" y="9054"/>
                  </a:cubicBezTo>
                  <a:lnTo>
                    <a:pt x="9666" y="9054"/>
                  </a:lnTo>
                  <a:cubicBezTo>
                    <a:pt x="9383" y="9376"/>
                    <a:pt x="9119" y="9511"/>
                    <a:pt x="8874" y="9636"/>
                  </a:cubicBezTo>
                  <a:cubicBezTo>
                    <a:pt x="8163" y="10006"/>
                    <a:pt x="7802" y="10817"/>
                    <a:pt x="8014" y="11591"/>
                  </a:cubicBezTo>
                  <a:cubicBezTo>
                    <a:pt x="8134" y="12009"/>
                    <a:pt x="8168" y="12302"/>
                    <a:pt x="8374" y="12672"/>
                  </a:cubicBezTo>
                  <a:cubicBezTo>
                    <a:pt x="8451" y="12816"/>
                    <a:pt x="8557" y="12965"/>
                    <a:pt x="8826" y="12974"/>
                  </a:cubicBezTo>
                  <a:cubicBezTo>
                    <a:pt x="8832" y="12975"/>
                    <a:pt x="8838" y="12975"/>
                    <a:pt x="8843" y="12975"/>
                  </a:cubicBezTo>
                  <a:cubicBezTo>
                    <a:pt x="9139" y="12975"/>
                    <a:pt x="9299" y="12739"/>
                    <a:pt x="9431" y="12475"/>
                  </a:cubicBezTo>
                  <a:cubicBezTo>
                    <a:pt x="9474" y="12388"/>
                    <a:pt x="9397" y="12581"/>
                    <a:pt x="9806" y="11322"/>
                  </a:cubicBezTo>
                  <a:cubicBezTo>
                    <a:pt x="11295" y="10596"/>
                    <a:pt x="12208" y="9050"/>
                    <a:pt x="12121" y="7392"/>
                  </a:cubicBezTo>
                  <a:cubicBezTo>
                    <a:pt x="12054" y="5941"/>
                    <a:pt x="12131" y="4731"/>
                    <a:pt x="12366" y="3683"/>
                  </a:cubicBezTo>
                  <a:cubicBezTo>
                    <a:pt x="12829" y="1694"/>
                    <a:pt x="11240" y="1"/>
                    <a:pt x="9385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9207" name="Google Shape;9207;p69"/>
          <p:cNvGrpSpPr/>
          <p:nvPr/>
        </p:nvGrpSpPr>
        <p:grpSpPr>
          <a:xfrm>
            <a:off x="3982163" y="2824935"/>
            <a:ext cx="278954" cy="275401"/>
            <a:chOff x="5309550" y="2909330"/>
            <a:chExt cx="371939" cy="367201"/>
          </a:xfrm>
        </p:grpSpPr>
        <p:sp>
          <p:nvSpPr>
            <p:cNvPr id="9208" name="Google Shape;9208;p69"/>
            <p:cNvSpPr/>
            <p:nvPr/>
          </p:nvSpPr>
          <p:spPr>
            <a:xfrm>
              <a:off x="5340102" y="2937683"/>
              <a:ext cx="311202" cy="310678"/>
            </a:xfrm>
            <a:custGeom>
              <a:avLst/>
              <a:gdLst/>
              <a:ahLst/>
              <a:cxnLst/>
              <a:rect l="l" t="t" r="r" b="b"/>
              <a:pathLst>
                <a:path w="11887" h="11867" extrusionOk="0">
                  <a:moveTo>
                    <a:pt x="6089" y="1"/>
                  </a:moveTo>
                  <a:cubicBezTo>
                    <a:pt x="5715" y="1"/>
                    <a:pt x="5377" y="419"/>
                    <a:pt x="5007" y="481"/>
                  </a:cubicBezTo>
                  <a:cubicBezTo>
                    <a:pt x="4969" y="488"/>
                    <a:pt x="4931" y="490"/>
                    <a:pt x="4891" y="490"/>
                  </a:cubicBezTo>
                  <a:cubicBezTo>
                    <a:pt x="4618" y="490"/>
                    <a:pt x="4307" y="358"/>
                    <a:pt x="4034" y="358"/>
                  </a:cubicBezTo>
                  <a:cubicBezTo>
                    <a:pt x="3958" y="358"/>
                    <a:pt x="3884" y="368"/>
                    <a:pt x="3815" y="395"/>
                  </a:cubicBezTo>
                  <a:cubicBezTo>
                    <a:pt x="3469" y="529"/>
                    <a:pt x="3306" y="1058"/>
                    <a:pt x="2989" y="1255"/>
                  </a:cubicBezTo>
                  <a:cubicBezTo>
                    <a:pt x="2672" y="1452"/>
                    <a:pt x="2124" y="1375"/>
                    <a:pt x="1855" y="1629"/>
                  </a:cubicBezTo>
                  <a:cubicBezTo>
                    <a:pt x="1586" y="1884"/>
                    <a:pt x="1644" y="2432"/>
                    <a:pt x="1423" y="2744"/>
                  </a:cubicBezTo>
                  <a:cubicBezTo>
                    <a:pt x="1212" y="3042"/>
                    <a:pt x="683" y="3171"/>
                    <a:pt x="525" y="3522"/>
                  </a:cubicBezTo>
                  <a:cubicBezTo>
                    <a:pt x="366" y="3873"/>
                    <a:pt x="625" y="4353"/>
                    <a:pt x="544" y="4714"/>
                  </a:cubicBezTo>
                  <a:cubicBezTo>
                    <a:pt x="462" y="5083"/>
                    <a:pt x="20" y="5400"/>
                    <a:pt x="11" y="5780"/>
                  </a:cubicBezTo>
                  <a:cubicBezTo>
                    <a:pt x="1" y="6160"/>
                    <a:pt x="429" y="6501"/>
                    <a:pt x="491" y="6871"/>
                  </a:cubicBezTo>
                  <a:cubicBezTo>
                    <a:pt x="553" y="7245"/>
                    <a:pt x="270" y="7716"/>
                    <a:pt x="405" y="8062"/>
                  </a:cubicBezTo>
                  <a:cubicBezTo>
                    <a:pt x="539" y="8408"/>
                    <a:pt x="1067" y="8576"/>
                    <a:pt x="1264" y="8888"/>
                  </a:cubicBezTo>
                  <a:cubicBezTo>
                    <a:pt x="1461" y="9205"/>
                    <a:pt x="1385" y="9758"/>
                    <a:pt x="1639" y="10022"/>
                  </a:cubicBezTo>
                  <a:cubicBezTo>
                    <a:pt x="1894" y="10291"/>
                    <a:pt x="2441" y="10233"/>
                    <a:pt x="2754" y="10454"/>
                  </a:cubicBezTo>
                  <a:cubicBezTo>
                    <a:pt x="3052" y="10666"/>
                    <a:pt x="3181" y="11199"/>
                    <a:pt x="3532" y="11357"/>
                  </a:cubicBezTo>
                  <a:cubicBezTo>
                    <a:pt x="3616" y="11395"/>
                    <a:pt x="3708" y="11409"/>
                    <a:pt x="3803" y="11409"/>
                  </a:cubicBezTo>
                  <a:cubicBezTo>
                    <a:pt x="4050" y="11409"/>
                    <a:pt x="4325" y="11317"/>
                    <a:pt x="4566" y="11317"/>
                  </a:cubicBezTo>
                  <a:cubicBezTo>
                    <a:pt x="4620" y="11317"/>
                    <a:pt x="4673" y="11322"/>
                    <a:pt x="4723" y="11333"/>
                  </a:cubicBezTo>
                  <a:cubicBezTo>
                    <a:pt x="5093" y="11420"/>
                    <a:pt x="5410" y="11862"/>
                    <a:pt x="5790" y="11867"/>
                  </a:cubicBezTo>
                  <a:cubicBezTo>
                    <a:pt x="5794" y="11867"/>
                    <a:pt x="5798" y="11867"/>
                    <a:pt x="5802" y="11867"/>
                  </a:cubicBezTo>
                  <a:cubicBezTo>
                    <a:pt x="6177" y="11867"/>
                    <a:pt x="6515" y="11448"/>
                    <a:pt x="6880" y="11386"/>
                  </a:cubicBezTo>
                  <a:cubicBezTo>
                    <a:pt x="6918" y="11380"/>
                    <a:pt x="6958" y="11377"/>
                    <a:pt x="6997" y="11377"/>
                  </a:cubicBezTo>
                  <a:cubicBezTo>
                    <a:pt x="7273" y="11377"/>
                    <a:pt x="7584" y="11509"/>
                    <a:pt x="7856" y="11509"/>
                  </a:cubicBezTo>
                  <a:cubicBezTo>
                    <a:pt x="7931" y="11509"/>
                    <a:pt x="8004" y="11499"/>
                    <a:pt x="8072" y="11473"/>
                  </a:cubicBezTo>
                  <a:cubicBezTo>
                    <a:pt x="8418" y="11338"/>
                    <a:pt x="8586" y="10815"/>
                    <a:pt x="8898" y="10613"/>
                  </a:cubicBezTo>
                  <a:cubicBezTo>
                    <a:pt x="9215" y="10416"/>
                    <a:pt x="9763" y="10498"/>
                    <a:pt x="10032" y="10238"/>
                  </a:cubicBezTo>
                  <a:cubicBezTo>
                    <a:pt x="10306" y="9984"/>
                    <a:pt x="10248" y="9441"/>
                    <a:pt x="10469" y="9128"/>
                  </a:cubicBezTo>
                  <a:cubicBezTo>
                    <a:pt x="10680" y="8831"/>
                    <a:pt x="11214" y="8696"/>
                    <a:pt x="11367" y="8350"/>
                  </a:cubicBezTo>
                  <a:cubicBezTo>
                    <a:pt x="11526" y="7999"/>
                    <a:pt x="11266" y="7519"/>
                    <a:pt x="11343" y="7159"/>
                  </a:cubicBezTo>
                  <a:cubicBezTo>
                    <a:pt x="11430" y="6789"/>
                    <a:pt x="11872" y="6472"/>
                    <a:pt x="11877" y="6092"/>
                  </a:cubicBezTo>
                  <a:cubicBezTo>
                    <a:pt x="11886" y="5718"/>
                    <a:pt x="11459" y="5372"/>
                    <a:pt x="11396" y="5002"/>
                  </a:cubicBezTo>
                  <a:cubicBezTo>
                    <a:pt x="11334" y="4632"/>
                    <a:pt x="11617" y="4161"/>
                    <a:pt x="11483" y="3810"/>
                  </a:cubicBezTo>
                  <a:cubicBezTo>
                    <a:pt x="11348" y="3464"/>
                    <a:pt x="10825" y="3296"/>
                    <a:pt x="10623" y="2984"/>
                  </a:cubicBezTo>
                  <a:cubicBezTo>
                    <a:pt x="10426" y="2667"/>
                    <a:pt x="10503" y="2119"/>
                    <a:pt x="10248" y="1850"/>
                  </a:cubicBezTo>
                  <a:cubicBezTo>
                    <a:pt x="9993" y="1577"/>
                    <a:pt x="9451" y="1634"/>
                    <a:pt x="9138" y="1413"/>
                  </a:cubicBezTo>
                  <a:cubicBezTo>
                    <a:pt x="8836" y="1202"/>
                    <a:pt x="8706" y="673"/>
                    <a:pt x="8355" y="515"/>
                  </a:cubicBezTo>
                  <a:cubicBezTo>
                    <a:pt x="8271" y="476"/>
                    <a:pt x="8179" y="462"/>
                    <a:pt x="8082" y="462"/>
                  </a:cubicBezTo>
                  <a:cubicBezTo>
                    <a:pt x="7837" y="462"/>
                    <a:pt x="7564" y="550"/>
                    <a:pt x="7324" y="550"/>
                  </a:cubicBezTo>
                  <a:cubicBezTo>
                    <a:pt x="7269" y="550"/>
                    <a:pt x="7215" y="546"/>
                    <a:pt x="7164" y="534"/>
                  </a:cubicBezTo>
                  <a:cubicBezTo>
                    <a:pt x="6794" y="452"/>
                    <a:pt x="6477" y="10"/>
                    <a:pt x="6102" y="1"/>
                  </a:cubicBezTo>
                  <a:cubicBezTo>
                    <a:pt x="6098" y="1"/>
                    <a:pt x="6094" y="1"/>
                    <a:pt x="6089" y="1"/>
                  </a:cubicBez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209" name="Google Shape;9209;p69"/>
            <p:cNvSpPr/>
            <p:nvPr/>
          </p:nvSpPr>
          <p:spPr>
            <a:xfrm>
              <a:off x="5465138" y="2980461"/>
              <a:ext cx="186271" cy="268031"/>
            </a:xfrm>
            <a:custGeom>
              <a:avLst/>
              <a:gdLst/>
              <a:ahLst/>
              <a:cxnLst/>
              <a:rect l="l" t="t" r="r" b="b"/>
              <a:pathLst>
                <a:path w="7115" h="10238" extrusionOk="0">
                  <a:moveTo>
                    <a:pt x="5035" y="0"/>
                  </a:moveTo>
                  <a:lnTo>
                    <a:pt x="5035" y="0"/>
                  </a:lnTo>
                  <a:cubicBezTo>
                    <a:pt x="6577" y="4093"/>
                    <a:pt x="4228" y="8614"/>
                    <a:pt x="0" y="9714"/>
                  </a:cubicBezTo>
                  <a:cubicBezTo>
                    <a:pt x="351" y="9820"/>
                    <a:pt x="668" y="10228"/>
                    <a:pt x="1019" y="10238"/>
                  </a:cubicBezTo>
                  <a:cubicBezTo>
                    <a:pt x="1023" y="10238"/>
                    <a:pt x="1027" y="10238"/>
                    <a:pt x="1031" y="10238"/>
                  </a:cubicBezTo>
                  <a:cubicBezTo>
                    <a:pt x="1406" y="10238"/>
                    <a:pt x="1748" y="9819"/>
                    <a:pt x="2114" y="9757"/>
                  </a:cubicBezTo>
                  <a:cubicBezTo>
                    <a:pt x="2153" y="9750"/>
                    <a:pt x="2194" y="9747"/>
                    <a:pt x="2235" y="9747"/>
                  </a:cubicBezTo>
                  <a:cubicBezTo>
                    <a:pt x="2505" y="9747"/>
                    <a:pt x="2816" y="9880"/>
                    <a:pt x="3087" y="9880"/>
                  </a:cubicBezTo>
                  <a:cubicBezTo>
                    <a:pt x="3162" y="9880"/>
                    <a:pt x="3234" y="9870"/>
                    <a:pt x="3301" y="9844"/>
                  </a:cubicBezTo>
                  <a:cubicBezTo>
                    <a:pt x="3651" y="9704"/>
                    <a:pt x="3810" y="9181"/>
                    <a:pt x="4132" y="8984"/>
                  </a:cubicBezTo>
                  <a:cubicBezTo>
                    <a:pt x="4454" y="8782"/>
                    <a:pt x="4992" y="8864"/>
                    <a:pt x="5265" y="8609"/>
                  </a:cubicBezTo>
                  <a:cubicBezTo>
                    <a:pt x="5539" y="8350"/>
                    <a:pt x="5477" y="7807"/>
                    <a:pt x="5698" y="7494"/>
                  </a:cubicBezTo>
                  <a:cubicBezTo>
                    <a:pt x="5919" y="7187"/>
                    <a:pt x="6447" y="7067"/>
                    <a:pt x="6601" y="6716"/>
                  </a:cubicBezTo>
                  <a:cubicBezTo>
                    <a:pt x="6755" y="6365"/>
                    <a:pt x="6490" y="5885"/>
                    <a:pt x="6572" y="5525"/>
                  </a:cubicBezTo>
                  <a:cubicBezTo>
                    <a:pt x="6659" y="5150"/>
                    <a:pt x="7096" y="4833"/>
                    <a:pt x="7105" y="4458"/>
                  </a:cubicBezTo>
                  <a:cubicBezTo>
                    <a:pt x="7115" y="4088"/>
                    <a:pt x="6692" y="3738"/>
                    <a:pt x="6625" y="3368"/>
                  </a:cubicBezTo>
                  <a:cubicBezTo>
                    <a:pt x="6563" y="2998"/>
                    <a:pt x="6846" y="2527"/>
                    <a:pt x="6711" y="2176"/>
                  </a:cubicBezTo>
                  <a:cubicBezTo>
                    <a:pt x="6577" y="1826"/>
                    <a:pt x="6053" y="1672"/>
                    <a:pt x="5852" y="1350"/>
                  </a:cubicBezTo>
                  <a:cubicBezTo>
                    <a:pt x="5655" y="1028"/>
                    <a:pt x="5736" y="490"/>
                    <a:pt x="5477" y="216"/>
                  </a:cubicBezTo>
                  <a:cubicBezTo>
                    <a:pt x="5366" y="96"/>
                    <a:pt x="5208" y="43"/>
                    <a:pt x="5035" y="0"/>
                  </a:cubicBezTo>
                  <a:close/>
                </a:path>
              </a:pathLst>
            </a:custGeom>
            <a:solidFill>
              <a:srgbClr val="EDF1F4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210" name="Google Shape;9210;p69"/>
            <p:cNvSpPr/>
            <p:nvPr/>
          </p:nvSpPr>
          <p:spPr>
            <a:xfrm>
              <a:off x="5467599" y="3048451"/>
              <a:ext cx="130115" cy="140744"/>
            </a:xfrm>
            <a:custGeom>
              <a:avLst/>
              <a:gdLst/>
              <a:ahLst/>
              <a:cxnLst/>
              <a:rect l="l" t="t" r="r" b="b"/>
              <a:pathLst>
                <a:path w="4970" h="5376" extrusionOk="0">
                  <a:moveTo>
                    <a:pt x="3552" y="1"/>
                  </a:moveTo>
                  <a:cubicBezTo>
                    <a:pt x="3319" y="1"/>
                    <a:pt x="3107" y="117"/>
                    <a:pt x="3053" y="372"/>
                  </a:cubicBezTo>
                  <a:cubicBezTo>
                    <a:pt x="2721" y="1890"/>
                    <a:pt x="1948" y="2812"/>
                    <a:pt x="833" y="3975"/>
                  </a:cubicBezTo>
                  <a:cubicBezTo>
                    <a:pt x="0" y="4841"/>
                    <a:pt x="534" y="5376"/>
                    <a:pt x="1449" y="5376"/>
                  </a:cubicBezTo>
                  <a:cubicBezTo>
                    <a:pt x="2307" y="5376"/>
                    <a:pt x="3500" y="4906"/>
                    <a:pt x="4215" y="3797"/>
                  </a:cubicBezTo>
                  <a:cubicBezTo>
                    <a:pt x="4970" y="2625"/>
                    <a:pt x="4537" y="1294"/>
                    <a:pt x="4259" y="478"/>
                  </a:cubicBezTo>
                  <a:cubicBezTo>
                    <a:pt x="4156" y="174"/>
                    <a:pt x="3838" y="1"/>
                    <a:pt x="3552" y="1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211" name="Google Shape;9211;p69"/>
            <p:cNvSpPr/>
            <p:nvPr/>
          </p:nvSpPr>
          <p:spPr>
            <a:xfrm>
              <a:off x="5478463" y="3049236"/>
              <a:ext cx="119381" cy="139958"/>
            </a:xfrm>
            <a:custGeom>
              <a:avLst/>
              <a:gdLst/>
              <a:ahLst/>
              <a:cxnLst/>
              <a:rect l="l" t="t" r="r" b="b"/>
              <a:pathLst>
                <a:path w="4560" h="5346" extrusionOk="0">
                  <a:moveTo>
                    <a:pt x="3334" y="1"/>
                  </a:moveTo>
                  <a:lnTo>
                    <a:pt x="3334" y="1"/>
                  </a:lnTo>
                  <a:cubicBezTo>
                    <a:pt x="3613" y="827"/>
                    <a:pt x="3988" y="2100"/>
                    <a:pt x="3258" y="3224"/>
                  </a:cubicBezTo>
                  <a:cubicBezTo>
                    <a:pt x="2543" y="4332"/>
                    <a:pt x="1349" y="4803"/>
                    <a:pt x="490" y="4803"/>
                  </a:cubicBezTo>
                  <a:cubicBezTo>
                    <a:pt x="310" y="4803"/>
                    <a:pt x="144" y="4783"/>
                    <a:pt x="0" y="4743"/>
                  </a:cubicBezTo>
                  <a:lnTo>
                    <a:pt x="0" y="4743"/>
                  </a:lnTo>
                  <a:cubicBezTo>
                    <a:pt x="16" y="5126"/>
                    <a:pt x="445" y="5345"/>
                    <a:pt x="1030" y="5345"/>
                  </a:cubicBezTo>
                  <a:cubicBezTo>
                    <a:pt x="1887" y="5345"/>
                    <a:pt x="3079" y="4875"/>
                    <a:pt x="3796" y="3767"/>
                  </a:cubicBezTo>
                  <a:cubicBezTo>
                    <a:pt x="4559" y="2600"/>
                    <a:pt x="4127" y="1264"/>
                    <a:pt x="3848" y="448"/>
                  </a:cubicBezTo>
                  <a:cubicBezTo>
                    <a:pt x="3767" y="222"/>
                    <a:pt x="3570" y="49"/>
                    <a:pt x="3334" y="1"/>
                  </a:cubicBezTo>
                  <a:close/>
                </a:path>
              </a:pathLst>
            </a:custGeom>
            <a:solidFill>
              <a:srgbClr val="49627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212" name="Google Shape;9212;p69"/>
            <p:cNvSpPr/>
            <p:nvPr/>
          </p:nvSpPr>
          <p:spPr>
            <a:xfrm>
              <a:off x="5420736" y="3021485"/>
              <a:ext cx="68722" cy="68827"/>
            </a:xfrm>
            <a:custGeom>
              <a:avLst/>
              <a:gdLst/>
              <a:ahLst/>
              <a:cxnLst/>
              <a:rect l="l" t="t" r="r" b="b"/>
              <a:pathLst>
                <a:path w="2625" h="2629" extrusionOk="0">
                  <a:moveTo>
                    <a:pt x="1454" y="1"/>
                  </a:moveTo>
                  <a:cubicBezTo>
                    <a:pt x="990" y="1"/>
                    <a:pt x="488" y="371"/>
                    <a:pt x="284" y="830"/>
                  </a:cubicBezTo>
                  <a:cubicBezTo>
                    <a:pt x="0" y="1469"/>
                    <a:pt x="289" y="2224"/>
                    <a:pt x="928" y="2507"/>
                  </a:cubicBezTo>
                  <a:cubicBezTo>
                    <a:pt x="1107" y="2588"/>
                    <a:pt x="1321" y="2628"/>
                    <a:pt x="1535" y="2628"/>
                  </a:cubicBezTo>
                  <a:cubicBezTo>
                    <a:pt x="2080" y="2628"/>
                    <a:pt x="2625" y="2367"/>
                    <a:pt x="2604" y="1863"/>
                  </a:cubicBezTo>
                  <a:cubicBezTo>
                    <a:pt x="2580" y="1272"/>
                    <a:pt x="2345" y="513"/>
                    <a:pt x="1960" y="187"/>
                  </a:cubicBezTo>
                  <a:cubicBezTo>
                    <a:pt x="1811" y="57"/>
                    <a:pt x="1635" y="1"/>
                    <a:pt x="1454" y="1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213" name="Google Shape;9213;p69"/>
            <p:cNvSpPr/>
            <p:nvPr/>
          </p:nvSpPr>
          <p:spPr>
            <a:xfrm>
              <a:off x="5428276" y="3022218"/>
              <a:ext cx="61183" cy="68147"/>
            </a:xfrm>
            <a:custGeom>
              <a:avLst/>
              <a:gdLst/>
              <a:ahLst/>
              <a:cxnLst/>
              <a:rect l="l" t="t" r="r" b="b"/>
              <a:pathLst>
                <a:path w="2337" h="2603" extrusionOk="0">
                  <a:moveTo>
                    <a:pt x="1384" y="0"/>
                  </a:moveTo>
                  <a:lnTo>
                    <a:pt x="1384" y="0"/>
                  </a:lnTo>
                  <a:cubicBezTo>
                    <a:pt x="1562" y="380"/>
                    <a:pt x="1663" y="788"/>
                    <a:pt x="1682" y="1201"/>
                  </a:cubicBezTo>
                  <a:cubicBezTo>
                    <a:pt x="1703" y="1709"/>
                    <a:pt x="1157" y="1969"/>
                    <a:pt x="610" y="1969"/>
                  </a:cubicBezTo>
                  <a:cubicBezTo>
                    <a:pt x="398" y="1969"/>
                    <a:pt x="185" y="1929"/>
                    <a:pt x="5" y="1850"/>
                  </a:cubicBezTo>
                  <a:cubicBezTo>
                    <a:pt x="1" y="1845"/>
                    <a:pt x="1" y="1845"/>
                    <a:pt x="1" y="1845"/>
                  </a:cubicBezTo>
                  <a:lnTo>
                    <a:pt x="1" y="1845"/>
                  </a:lnTo>
                  <a:cubicBezTo>
                    <a:pt x="126" y="2128"/>
                    <a:pt x="356" y="2359"/>
                    <a:pt x="640" y="2484"/>
                  </a:cubicBezTo>
                  <a:cubicBezTo>
                    <a:pt x="819" y="2563"/>
                    <a:pt x="1032" y="2603"/>
                    <a:pt x="1245" y="2603"/>
                  </a:cubicBezTo>
                  <a:cubicBezTo>
                    <a:pt x="1791" y="2603"/>
                    <a:pt x="2337" y="2343"/>
                    <a:pt x="2316" y="1835"/>
                  </a:cubicBezTo>
                  <a:cubicBezTo>
                    <a:pt x="2297" y="1244"/>
                    <a:pt x="2057" y="485"/>
                    <a:pt x="1672" y="159"/>
                  </a:cubicBezTo>
                  <a:cubicBezTo>
                    <a:pt x="1591" y="82"/>
                    <a:pt x="1490" y="29"/>
                    <a:pt x="1384" y="0"/>
                  </a:cubicBezTo>
                  <a:close/>
                </a:path>
              </a:pathLst>
            </a:custGeom>
            <a:solidFill>
              <a:srgbClr val="49627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214" name="Google Shape;9214;p69"/>
            <p:cNvSpPr/>
            <p:nvPr/>
          </p:nvSpPr>
          <p:spPr>
            <a:xfrm>
              <a:off x="5546767" y="2918310"/>
              <a:ext cx="34846" cy="41286"/>
            </a:xfrm>
            <a:custGeom>
              <a:avLst/>
              <a:gdLst/>
              <a:ahLst/>
              <a:cxnLst/>
              <a:rect l="l" t="t" r="r" b="b"/>
              <a:pathLst>
                <a:path w="1331" h="1577" extrusionOk="0">
                  <a:moveTo>
                    <a:pt x="827" y="0"/>
                  </a:moveTo>
                  <a:cubicBezTo>
                    <a:pt x="657" y="0"/>
                    <a:pt x="498" y="98"/>
                    <a:pt x="428" y="260"/>
                  </a:cubicBezTo>
                  <a:lnTo>
                    <a:pt x="0" y="1221"/>
                  </a:lnTo>
                  <a:cubicBezTo>
                    <a:pt x="55" y="1209"/>
                    <a:pt x="111" y="1203"/>
                    <a:pt x="167" y="1203"/>
                  </a:cubicBezTo>
                  <a:cubicBezTo>
                    <a:pt x="268" y="1203"/>
                    <a:pt x="370" y="1223"/>
                    <a:pt x="466" y="1260"/>
                  </a:cubicBezTo>
                  <a:cubicBezTo>
                    <a:pt x="605" y="1332"/>
                    <a:pt x="721" y="1442"/>
                    <a:pt x="802" y="1577"/>
                  </a:cubicBezTo>
                  <a:lnTo>
                    <a:pt x="1230" y="616"/>
                  </a:lnTo>
                  <a:cubicBezTo>
                    <a:pt x="1331" y="395"/>
                    <a:pt x="1230" y="135"/>
                    <a:pt x="1009" y="39"/>
                  </a:cubicBezTo>
                  <a:cubicBezTo>
                    <a:pt x="949" y="13"/>
                    <a:pt x="887" y="0"/>
                    <a:pt x="827" y="0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215" name="Google Shape;9215;p69"/>
            <p:cNvSpPr/>
            <p:nvPr/>
          </p:nvSpPr>
          <p:spPr>
            <a:xfrm>
              <a:off x="5632663" y="3017480"/>
              <a:ext cx="43040" cy="32306"/>
            </a:xfrm>
            <a:custGeom>
              <a:avLst/>
              <a:gdLst/>
              <a:ahLst/>
              <a:cxnLst/>
              <a:rect l="l" t="t" r="r" b="b"/>
              <a:pathLst>
                <a:path w="1644" h="1234" extrusionOk="0">
                  <a:moveTo>
                    <a:pt x="1148" y="1"/>
                  </a:moveTo>
                  <a:cubicBezTo>
                    <a:pt x="1094" y="1"/>
                    <a:pt x="1039" y="11"/>
                    <a:pt x="985" y="32"/>
                  </a:cubicBezTo>
                  <a:lnTo>
                    <a:pt x="0" y="407"/>
                  </a:lnTo>
                  <a:cubicBezTo>
                    <a:pt x="140" y="513"/>
                    <a:pt x="260" y="623"/>
                    <a:pt x="312" y="767"/>
                  </a:cubicBezTo>
                  <a:cubicBezTo>
                    <a:pt x="356" y="916"/>
                    <a:pt x="361" y="1079"/>
                    <a:pt x="317" y="1233"/>
                  </a:cubicBezTo>
                  <a:lnTo>
                    <a:pt x="1307" y="854"/>
                  </a:lnTo>
                  <a:cubicBezTo>
                    <a:pt x="1533" y="767"/>
                    <a:pt x="1643" y="508"/>
                    <a:pt x="1557" y="282"/>
                  </a:cubicBezTo>
                  <a:cubicBezTo>
                    <a:pt x="1490" y="109"/>
                    <a:pt x="1325" y="1"/>
                    <a:pt x="1148" y="1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216" name="Google Shape;9216;p69"/>
            <p:cNvSpPr/>
            <p:nvPr/>
          </p:nvSpPr>
          <p:spPr>
            <a:xfrm>
              <a:off x="5629522" y="3144086"/>
              <a:ext cx="42909" cy="33249"/>
            </a:xfrm>
            <a:custGeom>
              <a:avLst/>
              <a:gdLst/>
              <a:ahLst/>
              <a:cxnLst/>
              <a:rect l="l" t="t" r="r" b="b"/>
              <a:pathLst>
                <a:path w="1639" h="1270" extrusionOk="0">
                  <a:moveTo>
                    <a:pt x="356" y="0"/>
                  </a:moveTo>
                  <a:lnTo>
                    <a:pt x="356" y="0"/>
                  </a:lnTo>
                  <a:cubicBezTo>
                    <a:pt x="380" y="168"/>
                    <a:pt x="384" y="327"/>
                    <a:pt x="322" y="466"/>
                  </a:cubicBezTo>
                  <a:cubicBezTo>
                    <a:pt x="245" y="605"/>
                    <a:pt x="135" y="726"/>
                    <a:pt x="0" y="802"/>
                  </a:cubicBezTo>
                  <a:lnTo>
                    <a:pt x="961" y="1230"/>
                  </a:lnTo>
                  <a:cubicBezTo>
                    <a:pt x="1019" y="1257"/>
                    <a:pt x="1080" y="1269"/>
                    <a:pt x="1140" y="1269"/>
                  </a:cubicBezTo>
                  <a:cubicBezTo>
                    <a:pt x="1308" y="1269"/>
                    <a:pt x="1467" y="1172"/>
                    <a:pt x="1537" y="1009"/>
                  </a:cubicBezTo>
                  <a:cubicBezTo>
                    <a:pt x="1638" y="788"/>
                    <a:pt x="1537" y="529"/>
                    <a:pt x="1316" y="428"/>
                  </a:cubicBezTo>
                  <a:lnTo>
                    <a:pt x="356" y="0"/>
                  </a:ln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217" name="Google Shape;9217;p69"/>
            <p:cNvSpPr/>
            <p:nvPr/>
          </p:nvSpPr>
          <p:spPr>
            <a:xfrm>
              <a:off x="5539463" y="3230114"/>
              <a:ext cx="33720" cy="41469"/>
            </a:xfrm>
            <a:custGeom>
              <a:avLst/>
              <a:gdLst/>
              <a:ahLst/>
              <a:cxnLst/>
              <a:rect l="l" t="t" r="r" b="b"/>
              <a:pathLst>
                <a:path w="1288" h="1584" extrusionOk="0">
                  <a:moveTo>
                    <a:pt x="817" y="0"/>
                  </a:moveTo>
                  <a:cubicBezTo>
                    <a:pt x="716" y="139"/>
                    <a:pt x="606" y="255"/>
                    <a:pt x="466" y="308"/>
                  </a:cubicBezTo>
                  <a:cubicBezTo>
                    <a:pt x="388" y="332"/>
                    <a:pt x="306" y="344"/>
                    <a:pt x="225" y="344"/>
                  </a:cubicBezTo>
                  <a:cubicBezTo>
                    <a:pt x="149" y="344"/>
                    <a:pt x="73" y="333"/>
                    <a:pt x="0" y="312"/>
                  </a:cubicBezTo>
                  <a:lnTo>
                    <a:pt x="0" y="312"/>
                  </a:lnTo>
                  <a:lnTo>
                    <a:pt x="375" y="1302"/>
                  </a:lnTo>
                  <a:cubicBezTo>
                    <a:pt x="441" y="1475"/>
                    <a:pt x="609" y="1583"/>
                    <a:pt x="786" y="1583"/>
                  </a:cubicBezTo>
                  <a:cubicBezTo>
                    <a:pt x="839" y="1583"/>
                    <a:pt x="894" y="1573"/>
                    <a:pt x="947" y="1552"/>
                  </a:cubicBezTo>
                  <a:cubicBezTo>
                    <a:pt x="1173" y="1465"/>
                    <a:pt x="1288" y="1211"/>
                    <a:pt x="1197" y="985"/>
                  </a:cubicBezTo>
                  <a:lnTo>
                    <a:pt x="817" y="0"/>
                  </a:ln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218" name="Google Shape;9218;p69"/>
            <p:cNvSpPr/>
            <p:nvPr/>
          </p:nvSpPr>
          <p:spPr>
            <a:xfrm>
              <a:off x="5410160" y="3226841"/>
              <a:ext cx="34741" cy="41233"/>
            </a:xfrm>
            <a:custGeom>
              <a:avLst/>
              <a:gdLst/>
              <a:ahLst/>
              <a:cxnLst/>
              <a:rect l="l" t="t" r="r" b="b"/>
              <a:pathLst>
                <a:path w="1327" h="1575" extrusionOk="0">
                  <a:moveTo>
                    <a:pt x="524" y="0"/>
                  </a:moveTo>
                  <a:lnTo>
                    <a:pt x="97" y="961"/>
                  </a:lnTo>
                  <a:cubicBezTo>
                    <a:pt x="1" y="1182"/>
                    <a:pt x="102" y="1441"/>
                    <a:pt x="323" y="1538"/>
                  </a:cubicBezTo>
                  <a:cubicBezTo>
                    <a:pt x="381" y="1563"/>
                    <a:pt x="441" y="1575"/>
                    <a:pt x="501" y="1575"/>
                  </a:cubicBezTo>
                  <a:cubicBezTo>
                    <a:pt x="668" y="1575"/>
                    <a:pt x="828" y="1480"/>
                    <a:pt x="899" y="1317"/>
                  </a:cubicBezTo>
                  <a:lnTo>
                    <a:pt x="1327" y="356"/>
                  </a:lnTo>
                  <a:lnTo>
                    <a:pt x="1327" y="356"/>
                  </a:lnTo>
                  <a:cubicBezTo>
                    <a:pt x="1263" y="363"/>
                    <a:pt x="1200" y="368"/>
                    <a:pt x="1137" y="368"/>
                  </a:cubicBezTo>
                  <a:cubicBezTo>
                    <a:pt x="1040" y="368"/>
                    <a:pt x="946" y="355"/>
                    <a:pt x="861" y="317"/>
                  </a:cubicBezTo>
                  <a:cubicBezTo>
                    <a:pt x="721" y="245"/>
                    <a:pt x="606" y="135"/>
                    <a:pt x="524" y="0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219" name="Google Shape;9219;p69"/>
            <p:cNvSpPr/>
            <p:nvPr/>
          </p:nvSpPr>
          <p:spPr>
            <a:xfrm>
              <a:off x="5315833" y="3136782"/>
              <a:ext cx="43171" cy="32228"/>
            </a:xfrm>
            <a:custGeom>
              <a:avLst/>
              <a:gdLst/>
              <a:ahLst/>
              <a:cxnLst/>
              <a:rect l="l" t="t" r="r" b="b"/>
              <a:pathLst>
                <a:path w="1649" h="1231" extrusionOk="0">
                  <a:moveTo>
                    <a:pt x="1332" y="1"/>
                  </a:moveTo>
                  <a:lnTo>
                    <a:pt x="342" y="380"/>
                  </a:lnTo>
                  <a:cubicBezTo>
                    <a:pt x="116" y="467"/>
                    <a:pt x="1" y="721"/>
                    <a:pt x="87" y="947"/>
                  </a:cubicBezTo>
                  <a:cubicBezTo>
                    <a:pt x="158" y="1122"/>
                    <a:pt x="326" y="1230"/>
                    <a:pt x="504" y="1230"/>
                  </a:cubicBezTo>
                  <a:cubicBezTo>
                    <a:pt x="555" y="1230"/>
                    <a:pt x="608" y="1221"/>
                    <a:pt x="659" y="1202"/>
                  </a:cubicBezTo>
                  <a:lnTo>
                    <a:pt x="1649" y="822"/>
                  </a:lnTo>
                  <a:cubicBezTo>
                    <a:pt x="1509" y="716"/>
                    <a:pt x="1389" y="606"/>
                    <a:pt x="1336" y="467"/>
                  </a:cubicBezTo>
                  <a:cubicBezTo>
                    <a:pt x="1288" y="313"/>
                    <a:pt x="1288" y="154"/>
                    <a:pt x="1332" y="1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220" name="Google Shape;9220;p69"/>
            <p:cNvSpPr/>
            <p:nvPr/>
          </p:nvSpPr>
          <p:spPr>
            <a:xfrm>
              <a:off x="5319367" y="3009102"/>
              <a:ext cx="42909" cy="33249"/>
            </a:xfrm>
            <a:custGeom>
              <a:avLst/>
              <a:gdLst/>
              <a:ahLst/>
              <a:cxnLst/>
              <a:rect l="l" t="t" r="r" b="b"/>
              <a:pathLst>
                <a:path w="1639" h="1270" extrusionOk="0">
                  <a:moveTo>
                    <a:pt x="498" y="1"/>
                  </a:moveTo>
                  <a:cubicBezTo>
                    <a:pt x="331" y="1"/>
                    <a:pt x="171" y="98"/>
                    <a:pt x="96" y="261"/>
                  </a:cubicBezTo>
                  <a:cubicBezTo>
                    <a:pt x="0" y="482"/>
                    <a:pt x="101" y="741"/>
                    <a:pt x="322" y="842"/>
                  </a:cubicBezTo>
                  <a:lnTo>
                    <a:pt x="1283" y="1270"/>
                  </a:lnTo>
                  <a:cubicBezTo>
                    <a:pt x="1259" y="1102"/>
                    <a:pt x="1254" y="943"/>
                    <a:pt x="1317" y="804"/>
                  </a:cubicBezTo>
                  <a:cubicBezTo>
                    <a:pt x="1389" y="664"/>
                    <a:pt x="1504" y="544"/>
                    <a:pt x="1638" y="467"/>
                  </a:cubicBezTo>
                  <a:lnTo>
                    <a:pt x="678" y="40"/>
                  </a:lnTo>
                  <a:cubicBezTo>
                    <a:pt x="619" y="13"/>
                    <a:pt x="558" y="1"/>
                    <a:pt x="498" y="1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221" name="Google Shape;9221;p69"/>
            <p:cNvSpPr/>
            <p:nvPr/>
          </p:nvSpPr>
          <p:spPr>
            <a:xfrm>
              <a:off x="5418459" y="2914723"/>
              <a:ext cx="33746" cy="41600"/>
            </a:xfrm>
            <a:custGeom>
              <a:avLst/>
              <a:gdLst/>
              <a:ahLst/>
              <a:cxnLst/>
              <a:rect l="l" t="t" r="r" b="b"/>
              <a:pathLst>
                <a:path w="1289" h="1589" extrusionOk="0">
                  <a:moveTo>
                    <a:pt x="502" y="1"/>
                  </a:moveTo>
                  <a:cubicBezTo>
                    <a:pt x="449" y="1"/>
                    <a:pt x="395" y="11"/>
                    <a:pt x="342" y="32"/>
                  </a:cubicBezTo>
                  <a:cubicBezTo>
                    <a:pt x="111" y="119"/>
                    <a:pt x="1" y="373"/>
                    <a:pt x="87" y="599"/>
                  </a:cubicBezTo>
                  <a:lnTo>
                    <a:pt x="472" y="1589"/>
                  </a:lnTo>
                  <a:cubicBezTo>
                    <a:pt x="573" y="1449"/>
                    <a:pt x="683" y="1334"/>
                    <a:pt x="822" y="1281"/>
                  </a:cubicBezTo>
                  <a:cubicBezTo>
                    <a:pt x="894" y="1255"/>
                    <a:pt x="970" y="1244"/>
                    <a:pt x="1048" y="1244"/>
                  </a:cubicBezTo>
                  <a:cubicBezTo>
                    <a:pt x="1126" y="1244"/>
                    <a:pt x="1207" y="1255"/>
                    <a:pt x="1288" y="1272"/>
                  </a:cubicBezTo>
                  <a:lnTo>
                    <a:pt x="909" y="282"/>
                  </a:lnTo>
                  <a:cubicBezTo>
                    <a:pt x="843" y="109"/>
                    <a:pt x="678" y="1"/>
                    <a:pt x="502" y="1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222" name="Google Shape;9222;p69"/>
            <p:cNvSpPr/>
            <p:nvPr/>
          </p:nvSpPr>
          <p:spPr>
            <a:xfrm>
              <a:off x="5414453" y="3016040"/>
              <a:ext cx="80530" cy="79770"/>
            </a:xfrm>
            <a:custGeom>
              <a:avLst/>
              <a:gdLst/>
              <a:ahLst/>
              <a:cxnLst/>
              <a:rect l="l" t="t" r="r" b="b"/>
              <a:pathLst>
                <a:path w="3076" h="3047" extrusionOk="0">
                  <a:moveTo>
                    <a:pt x="1688" y="418"/>
                  </a:moveTo>
                  <a:cubicBezTo>
                    <a:pt x="1823" y="418"/>
                    <a:pt x="1952" y="459"/>
                    <a:pt x="2061" y="553"/>
                  </a:cubicBezTo>
                  <a:cubicBezTo>
                    <a:pt x="2397" y="841"/>
                    <a:pt x="2618" y="1557"/>
                    <a:pt x="2638" y="2086"/>
                  </a:cubicBezTo>
                  <a:cubicBezTo>
                    <a:pt x="2654" y="2452"/>
                    <a:pt x="2213" y="2632"/>
                    <a:pt x="1776" y="2632"/>
                  </a:cubicBezTo>
                  <a:cubicBezTo>
                    <a:pt x="1587" y="2632"/>
                    <a:pt x="1400" y="2599"/>
                    <a:pt x="1249" y="2532"/>
                  </a:cubicBezTo>
                  <a:cubicBezTo>
                    <a:pt x="711" y="2292"/>
                    <a:pt x="471" y="1663"/>
                    <a:pt x="711" y="1125"/>
                  </a:cubicBezTo>
                  <a:cubicBezTo>
                    <a:pt x="878" y="745"/>
                    <a:pt x="1307" y="418"/>
                    <a:pt x="1688" y="418"/>
                  </a:cubicBezTo>
                  <a:close/>
                  <a:moveTo>
                    <a:pt x="1695" y="1"/>
                  </a:moveTo>
                  <a:cubicBezTo>
                    <a:pt x="1151" y="1"/>
                    <a:pt x="572" y="414"/>
                    <a:pt x="332" y="957"/>
                  </a:cubicBezTo>
                  <a:cubicBezTo>
                    <a:pt x="0" y="1701"/>
                    <a:pt x="332" y="2576"/>
                    <a:pt x="1081" y="2907"/>
                  </a:cubicBezTo>
                  <a:cubicBezTo>
                    <a:pt x="1289" y="3001"/>
                    <a:pt x="1531" y="3047"/>
                    <a:pt x="1773" y="3047"/>
                  </a:cubicBezTo>
                  <a:cubicBezTo>
                    <a:pt x="2425" y="3047"/>
                    <a:pt x="3075" y="2711"/>
                    <a:pt x="3051" y="2066"/>
                  </a:cubicBezTo>
                  <a:cubicBezTo>
                    <a:pt x="3027" y="1442"/>
                    <a:pt x="2772" y="616"/>
                    <a:pt x="2330" y="236"/>
                  </a:cubicBezTo>
                  <a:cubicBezTo>
                    <a:pt x="2142" y="72"/>
                    <a:pt x="1922" y="1"/>
                    <a:pt x="1695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223" name="Google Shape;9223;p69"/>
            <p:cNvSpPr/>
            <p:nvPr/>
          </p:nvSpPr>
          <p:spPr>
            <a:xfrm>
              <a:off x="5309550" y="2909330"/>
              <a:ext cx="371939" cy="367201"/>
            </a:xfrm>
            <a:custGeom>
              <a:avLst/>
              <a:gdLst/>
              <a:ahLst/>
              <a:cxnLst/>
              <a:rect l="l" t="t" r="r" b="b"/>
              <a:pathLst>
                <a:path w="14207" h="14026" extrusionOk="0">
                  <a:moveTo>
                    <a:pt x="4661" y="411"/>
                  </a:moveTo>
                  <a:cubicBezTo>
                    <a:pt x="4757" y="411"/>
                    <a:pt x="4843" y="469"/>
                    <a:pt x="4882" y="560"/>
                  </a:cubicBezTo>
                  <a:lnTo>
                    <a:pt x="5141" y="1238"/>
                  </a:lnTo>
                  <a:cubicBezTo>
                    <a:pt x="4982" y="1247"/>
                    <a:pt x="4829" y="1305"/>
                    <a:pt x="4704" y="1406"/>
                  </a:cubicBezTo>
                  <a:lnTo>
                    <a:pt x="4444" y="728"/>
                  </a:lnTo>
                  <a:cubicBezTo>
                    <a:pt x="4387" y="575"/>
                    <a:pt x="4497" y="411"/>
                    <a:pt x="4661" y="411"/>
                  </a:cubicBezTo>
                  <a:close/>
                  <a:moveTo>
                    <a:pt x="9876" y="563"/>
                  </a:moveTo>
                  <a:cubicBezTo>
                    <a:pt x="10020" y="563"/>
                    <a:pt x="10162" y="696"/>
                    <a:pt x="10099" y="872"/>
                  </a:cubicBezTo>
                  <a:lnTo>
                    <a:pt x="9801" y="1535"/>
                  </a:lnTo>
                  <a:cubicBezTo>
                    <a:pt x="9681" y="1430"/>
                    <a:pt x="9537" y="1367"/>
                    <a:pt x="9378" y="1348"/>
                  </a:cubicBezTo>
                  <a:lnTo>
                    <a:pt x="9676" y="685"/>
                  </a:lnTo>
                  <a:cubicBezTo>
                    <a:pt x="9724" y="599"/>
                    <a:pt x="9800" y="563"/>
                    <a:pt x="9876" y="563"/>
                  </a:cubicBezTo>
                  <a:close/>
                  <a:moveTo>
                    <a:pt x="866" y="4016"/>
                  </a:moveTo>
                  <a:cubicBezTo>
                    <a:pt x="962" y="4016"/>
                    <a:pt x="1097" y="4101"/>
                    <a:pt x="1634" y="4331"/>
                  </a:cubicBezTo>
                  <a:cubicBezTo>
                    <a:pt x="1581" y="4389"/>
                    <a:pt x="1538" y="4456"/>
                    <a:pt x="1504" y="4528"/>
                  </a:cubicBezTo>
                  <a:cubicBezTo>
                    <a:pt x="1475" y="4600"/>
                    <a:pt x="1456" y="4677"/>
                    <a:pt x="1447" y="4759"/>
                  </a:cubicBezTo>
                  <a:lnTo>
                    <a:pt x="784" y="4461"/>
                  </a:lnTo>
                  <a:cubicBezTo>
                    <a:pt x="587" y="4384"/>
                    <a:pt x="591" y="4106"/>
                    <a:pt x="788" y="4033"/>
                  </a:cubicBezTo>
                  <a:cubicBezTo>
                    <a:pt x="816" y="4022"/>
                    <a:pt x="839" y="4016"/>
                    <a:pt x="866" y="4016"/>
                  </a:cubicBezTo>
                  <a:close/>
                  <a:moveTo>
                    <a:pt x="13511" y="4328"/>
                  </a:moveTo>
                  <a:cubicBezTo>
                    <a:pt x="13743" y="4328"/>
                    <a:pt x="13847" y="4695"/>
                    <a:pt x="13577" y="4788"/>
                  </a:cubicBezTo>
                  <a:lnTo>
                    <a:pt x="12899" y="5047"/>
                  </a:lnTo>
                  <a:cubicBezTo>
                    <a:pt x="12895" y="4889"/>
                    <a:pt x="12832" y="4740"/>
                    <a:pt x="12736" y="4615"/>
                  </a:cubicBezTo>
                  <a:lnTo>
                    <a:pt x="13409" y="4351"/>
                  </a:lnTo>
                  <a:cubicBezTo>
                    <a:pt x="13445" y="4335"/>
                    <a:pt x="13479" y="4328"/>
                    <a:pt x="13511" y="4328"/>
                  </a:cubicBezTo>
                  <a:close/>
                  <a:moveTo>
                    <a:pt x="1327" y="8996"/>
                  </a:moveTo>
                  <a:cubicBezTo>
                    <a:pt x="1336" y="9155"/>
                    <a:pt x="1394" y="9308"/>
                    <a:pt x="1495" y="9433"/>
                  </a:cubicBezTo>
                  <a:lnTo>
                    <a:pt x="822" y="9693"/>
                  </a:lnTo>
                  <a:cubicBezTo>
                    <a:pt x="786" y="9708"/>
                    <a:pt x="751" y="9715"/>
                    <a:pt x="719" y="9715"/>
                  </a:cubicBezTo>
                  <a:cubicBezTo>
                    <a:pt x="487" y="9715"/>
                    <a:pt x="379" y="9349"/>
                    <a:pt x="649" y="9260"/>
                  </a:cubicBezTo>
                  <a:lnTo>
                    <a:pt x="1327" y="8996"/>
                  </a:lnTo>
                  <a:close/>
                  <a:moveTo>
                    <a:pt x="12789" y="9289"/>
                  </a:moveTo>
                  <a:lnTo>
                    <a:pt x="13452" y="9582"/>
                  </a:lnTo>
                  <a:cubicBezTo>
                    <a:pt x="13644" y="9664"/>
                    <a:pt x="13639" y="9938"/>
                    <a:pt x="13442" y="10014"/>
                  </a:cubicBezTo>
                  <a:cubicBezTo>
                    <a:pt x="13414" y="10025"/>
                    <a:pt x="13389" y="10030"/>
                    <a:pt x="13364" y="10030"/>
                  </a:cubicBezTo>
                  <a:cubicBezTo>
                    <a:pt x="13247" y="10030"/>
                    <a:pt x="13112" y="9924"/>
                    <a:pt x="12597" y="9712"/>
                  </a:cubicBezTo>
                  <a:cubicBezTo>
                    <a:pt x="12703" y="9597"/>
                    <a:pt x="12770" y="9448"/>
                    <a:pt x="12789" y="9289"/>
                  </a:cubicBezTo>
                  <a:close/>
                  <a:moveTo>
                    <a:pt x="4430" y="12508"/>
                  </a:moveTo>
                  <a:cubicBezTo>
                    <a:pt x="4550" y="12613"/>
                    <a:pt x="4699" y="12681"/>
                    <a:pt x="4857" y="12695"/>
                  </a:cubicBezTo>
                  <a:lnTo>
                    <a:pt x="4555" y="13363"/>
                  </a:lnTo>
                  <a:cubicBezTo>
                    <a:pt x="4514" y="13472"/>
                    <a:pt x="4431" y="13517"/>
                    <a:pt x="4347" y="13517"/>
                  </a:cubicBezTo>
                  <a:cubicBezTo>
                    <a:pt x="4190" y="13517"/>
                    <a:pt x="4029" y="13361"/>
                    <a:pt x="4132" y="13171"/>
                  </a:cubicBezTo>
                  <a:lnTo>
                    <a:pt x="4430" y="12508"/>
                  </a:lnTo>
                  <a:close/>
                  <a:moveTo>
                    <a:pt x="9522" y="12642"/>
                  </a:moveTo>
                  <a:cubicBezTo>
                    <a:pt x="9748" y="13276"/>
                    <a:pt x="9849" y="13344"/>
                    <a:pt x="9782" y="13497"/>
                  </a:cubicBezTo>
                  <a:lnTo>
                    <a:pt x="9777" y="13497"/>
                  </a:lnTo>
                  <a:cubicBezTo>
                    <a:pt x="9737" y="13589"/>
                    <a:pt x="9652" y="13634"/>
                    <a:pt x="9566" y="13634"/>
                  </a:cubicBezTo>
                  <a:cubicBezTo>
                    <a:pt x="9476" y="13634"/>
                    <a:pt x="9386" y="13584"/>
                    <a:pt x="9349" y="13483"/>
                  </a:cubicBezTo>
                  <a:lnTo>
                    <a:pt x="9085" y="12806"/>
                  </a:lnTo>
                  <a:cubicBezTo>
                    <a:pt x="9244" y="12796"/>
                    <a:pt x="9397" y="12738"/>
                    <a:pt x="9522" y="12642"/>
                  </a:cubicBezTo>
                  <a:close/>
                  <a:moveTo>
                    <a:pt x="4658" y="1"/>
                  </a:moveTo>
                  <a:cubicBezTo>
                    <a:pt x="4579" y="1"/>
                    <a:pt x="4499" y="15"/>
                    <a:pt x="4420" y="46"/>
                  </a:cubicBezTo>
                  <a:cubicBezTo>
                    <a:pt x="4094" y="171"/>
                    <a:pt x="3925" y="536"/>
                    <a:pt x="4046" y="868"/>
                  </a:cubicBezTo>
                  <a:lnTo>
                    <a:pt x="4387" y="1752"/>
                  </a:lnTo>
                  <a:cubicBezTo>
                    <a:pt x="4074" y="2189"/>
                    <a:pt x="4046" y="2208"/>
                    <a:pt x="3589" y="2285"/>
                  </a:cubicBezTo>
                  <a:cubicBezTo>
                    <a:pt x="3344" y="2323"/>
                    <a:pt x="3066" y="2371"/>
                    <a:pt x="2869" y="2563"/>
                  </a:cubicBezTo>
                  <a:cubicBezTo>
                    <a:pt x="2537" y="2871"/>
                    <a:pt x="2595" y="3438"/>
                    <a:pt x="2407" y="3702"/>
                  </a:cubicBezTo>
                  <a:cubicBezTo>
                    <a:pt x="2335" y="3803"/>
                    <a:pt x="2196" y="3889"/>
                    <a:pt x="2047" y="3981"/>
                  </a:cubicBezTo>
                  <a:cubicBezTo>
                    <a:pt x="2023" y="3995"/>
                    <a:pt x="2004" y="4019"/>
                    <a:pt x="1980" y="4029"/>
                  </a:cubicBezTo>
                  <a:lnTo>
                    <a:pt x="1120" y="3644"/>
                  </a:lnTo>
                  <a:cubicBezTo>
                    <a:pt x="1035" y="3607"/>
                    <a:pt x="947" y="3589"/>
                    <a:pt x="860" y="3589"/>
                  </a:cubicBezTo>
                  <a:cubicBezTo>
                    <a:pt x="610" y="3589"/>
                    <a:pt x="372" y="3734"/>
                    <a:pt x="265" y="3976"/>
                  </a:cubicBezTo>
                  <a:cubicBezTo>
                    <a:pt x="121" y="4298"/>
                    <a:pt x="265" y="4682"/>
                    <a:pt x="591" y="4826"/>
                  </a:cubicBezTo>
                  <a:lnTo>
                    <a:pt x="1451" y="5210"/>
                  </a:lnTo>
                  <a:cubicBezTo>
                    <a:pt x="1538" y="5729"/>
                    <a:pt x="1557" y="5753"/>
                    <a:pt x="1264" y="6162"/>
                  </a:cubicBezTo>
                  <a:cubicBezTo>
                    <a:pt x="1120" y="6373"/>
                    <a:pt x="966" y="6589"/>
                    <a:pt x="957" y="6853"/>
                  </a:cubicBezTo>
                  <a:cubicBezTo>
                    <a:pt x="942" y="7310"/>
                    <a:pt x="1389" y="7675"/>
                    <a:pt x="1437" y="7987"/>
                  </a:cubicBezTo>
                  <a:cubicBezTo>
                    <a:pt x="1461" y="8136"/>
                    <a:pt x="1408" y="8343"/>
                    <a:pt x="1370" y="8525"/>
                  </a:cubicBezTo>
                  <a:lnTo>
                    <a:pt x="486" y="8861"/>
                  </a:lnTo>
                  <a:cubicBezTo>
                    <a:pt x="159" y="8996"/>
                    <a:pt x="1" y="9366"/>
                    <a:pt x="130" y="9697"/>
                  </a:cubicBezTo>
                  <a:cubicBezTo>
                    <a:pt x="228" y="9952"/>
                    <a:pt x="472" y="10111"/>
                    <a:pt x="732" y="10111"/>
                  </a:cubicBezTo>
                  <a:cubicBezTo>
                    <a:pt x="805" y="10111"/>
                    <a:pt x="879" y="10098"/>
                    <a:pt x="952" y="10072"/>
                  </a:cubicBezTo>
                  <a:lnTo>
                    <a:pt x="1836" y="9731"/>
                  </a:lnTo>
                  <a:cubicBezTo>
                    <a:pt x="2273" y="10038"/>
                    <a:pt x="2292" y="10067"/>
                    <a:pt x="2369" y="10528"/>
                  </a:cubicBezTo>
                  <a:cubicBezTo>
                    <a:pt x="2489" y="11249"/>
                    <a:pt x="2672" y="11403"/>
                    <a:pt x="3339" y="11557"/>
                  </a:cubicBezTo>
                  <a:cubicBezTo>
                    <a:pt x="3810" y="11662"/>
                    <a:pt x="3829" y="11686"/>
                    <a:pt x="4118" y="12133"/>
                  </a:cubicBezTo>
                  <a:lnTo>
                    <a:pt x="3733" y="12993"/>
                  </a:lnTo>
                  <a:cubicBezTo>
                    <a:pt x="3537" y="13443"/>
                    <a:pt x="3884" y="13907"/>
                    <a:pt x="4324" y="13907"/>
                  </a:cubicBezTo>
                  <a:cubicBezTo>
                    <a:pt x="4401" y="13907"/>
                    <a:pt x="4480" y="13893"/>
                    <a:pt x="4560" y="13862"/>
                  </a:cubicBezTo>
                  <a:cubicBezTo>
                    <a:pt x="4718" y="13800"/>
                    <a:pt x="4848" y="13675"/>
                    <a:pt x="4920" y="13517"/>
                  </a:cubicBezTo>
                  <a:lnTo>
                    <a:pt x="5304" y="12657"/>
                  </a:lnTo>
                  <a:cubicBezTo>
                    <a:pt x="5499" y="12624"/>
                    <a:pt x="5623" y="12602"/>
                    <a:pt x="5724" y="12602"/>
                  </a:cubicBezTo>
                  <a:cubicBezTo>
                    <a:pt x="5892" y="12602"/>
                    <a:pt x="5995" y="12664"/>
                    <a:pt x="6251" y="12844"/>
                  </a:cubicBezTo>
                  <a:cubicBezTo>
                    <a:pt x="6542" y="13049"/>
                    <a:pt x="6747" y="13152"/>
                    <a:pt x="6960" y="13152"/>
                  </a:cubicBezTo>
                  <a:cubicBezTo>
                    <a:pt x="7161" y="13152"/>
                    <a:pt x="7369" y="13060"/>
                    <a:pt x="7663" y="12873"/>
                  </a:cubicBezTo>
                  <a:cubicBezTo>
                    <a:pt x="7902" y="12721"/>
                    <a:pt x="8011" y="12663"/>
                    <a:pt x="8162" y="12663"/>
                  </a:cubicBezTo>
                  <a:cubicBezTo>
                    <a:pt x="8269" y="12663"/>
                    <a:pt x="8398" y="12692"/>
                    <a:pt x="8609" y="12738"/>
                  </a:cubicBezTo>
                  <a:lnTo>
                    <a:pt x="8951" y="13622"/>
                  </a:lnTo>
                  <a:cubicBezTo>
                    <a:pt x="9054" y="13873"/>
                    <a:pt x="9296" y="14025"/>
                    <a:pt x="9552" y="14025"/>
                  </a:cubicBezTo>
                  <a:cubicBezTo>
                    <a:pt x="9628" y="14025"/>
                    <a:pt x="9706" y="14011"/>
                    <a:pt x="9782" y="13983"/>
                  </a:cubicBezTo>
                  <a:cubicBezTo>
                    <a:pt x="10113" y="13858"/>
                    <a:pt x="10281" y="13488"/>
                    <a:pt x="10161" y="13156"/>
                  </a:cubicBezTo>
                  <a:lnTo>
                    <a:pt x="9820" y="12272"/>
                  </a:lnTo>
                  <a:cubicBezTo>
                    <a:pt x="10128" y="11840"/>
                    <a:pt x="10156" y="11821"/>
                    <a:pt x="10618" y="11739"/>
                  </a:cubicBezTo>
                  <a:cubicBezTo>
                    <a:pt x="11338" y="11619"/>
                    <a:pt x="11492" y="11441"/>
                    <a:pt x="11641" y="10773"/>
                  </a:cubicBezTo>
                  <a:cubicBezTo>
                    <a:pt x="11751" y="10307"/>
                    <a:pt x="11771" y="10283"/>
                    <a:pt x="12217" y="9990"/>
                  </a:cubicBezTo>
                  <a:cubicBezTo>
                    <a:pt x="12860" y="10263"/>
                    <a:pt x="13116" y="10432"/>
                    <a:pt x="13364" y="10432"/>
                  </a:cubicBezTo>
                  <a:cubicBezTo>
                    <a:pt x="13434" y="10432"/>
                    <a:pt x="13504" y="10418"/>
                    <a:pt x="13582" y="10389"/>
                  </a:cubicBezTo>
                  <a:cubicBezTo>
                    <a:pt x="14125" y="10197"/>
                    <a:pt x="14144" y="9438"/>
                    <a:pt x="13620" y="9203"/>
                  </a:cubicBezTo>
                  <a:lnTo>
                    <a:pt x="12760" y="8818"/>
                  </a:lnTo>
                  <a:cubicBezTo>
                    <a:pt x="12674" y="8299"/>
                    <a:pt x="12654" y="8280"/>
                    <a:pt x="12948" y="7867"/>
                  </a:cubicBezTo>
                  <a:cubicBezTo>
                    <a:pt x="13341" y="7310"/>
                    <a:pt x="13370" y="7074"/>
                    <a:pt x="12976" y="6459"/>
                  </a:cubicBezTo>
                  <a:cubicBezTo>
                    <a:pt x="12717" y="6051"/>
                    <a:pt x="12727" y="6022"/>
                    <a:pt x="12842" y="5513"/>
                  </a:cubicBezTo>
                  <a:lnTo>
                    <a:pt x="13726" y="5172"/>
                  </a:lnTo>
                  <a:cubicBezTo>
                    <a:pt x="14048" y="5037"/>
                    <a:pt x="14206" y="4668"/>
                    <a:pt x="14081" y="4341"/>
                  </a:cubicBezTo>
                  <a:cubicBezTo>
                    <a:pt x="13983" y="4081"/>
                    <a:pt x="13735" y="3925"/>
                    <a:pt x="13475" y="3925"/>
                  </a:cubicBezTo>
                  <a:cubicBezTo>
                    <a:pt x="13403" y="3925"/>
                    <a:pt x="13330" y="3936"/>
                    <a:pt x="13260" y="3961"/>
                  </a:cubicBezTo>
                  <a:lnTo>
                    <a:pt x="12371" y="4302"/>
                  </a:lnTo>
                  <a:cubicBezTo>
                    <a:pt x="11939" y="3995"/>
                    <a:pt x="11919" y="3966"/>
                    <a:pt x="11843" y="3505"/>
                  </a:cubicBezTo>
                  <a:cubicBezTo>
                    <a:pt x="11722" y="2784"/>
                    <a:pt x="11540" y="2631"/>
                    <a:pt x="10872" y="2477"/>
                  </a:cubicBezTo>
                  <a:cubicBezTo>
                    <a:pt x="10401" y="2371"/>
                    <a:pt x="10382" y="2352"/>
                    <a:pt x="10089" y="1900"/>
                  </a:cubicBezTo>
                  <a:lnTo>
                    <a:pt x="10473" y="1041"/>
                  </a:lnTo>
                  <a:cubicBezTo>
                    <a:pt x="10618" y="714"/>
                    <a:pt x="10473" y="330"/>
                    <a:pt x="10147" y="185"/>
                  </a:cubicBezTo>
                  <a:cubicBezTo>
                    <a:pt x="10062" y="148"/>
                    <a:pt x="9973" y="130"/>
                    <a:pt x="9887" y="130"/>
                  </a:cubicBezTo>
                  <a:cubicBezTo>
                    <a:pt x="9639" y="130"/>
                    <a:pt x="9403" y="274"/>
                    <a:pt x="9296" y="512"/>
                  </a:cubicBezTo>
                  <a:lnTo>
                    <a:pt x="8907" y="1372"/>
                  </a:lnTo>
                  <a:cubicBezTo>
                    <a:pt x="8709" y="1405"/>
                    <a:pt x="8584" y="1428"/>
                    <a:pt x="8482" y="1428"/>
                  </a:cubicBezTo>
                  <a:cubicBezTo>
                    <a:pt x="8317" y="1428"/>
                    <a:pt x="8213" y="1368"/>
                    <a:pt x="7961" y="1189"/>
                  </a:cubicBezTo>
                  <a:cubicBezTo>
                    <a:pt x="7903" y="1146"/>
                    <a:pt x="7841" y="1108"/>
                    <a:pt x="7783" y="1069"/>
                  </a:cubicBezTo>
                  <a:cubicBezTo>
                    <a:pt x="7743" y="1044"/>
                    <a:pt x="7703" y="1033"/>
                    <a:pt x="7666" y="1033"/>
                  </a:cubicBezTo>
                  <a:cubicBezTo>
                    <a:pt x="7485" y="1033"/>
                    <a:pt x="7366" y="1292"/>
                    <a:pt x="7557" y="1415"/>
                  </a:cubicBezTo>
                  <a:cubicBezTo>
                    <a:pt x="7615" y="1454"/>
                    <a:pt x="7668" y="1487"/>
                    <a:pt x="7721" y="1526"/>
                  </a:cubicBezTo>
                  <a:cubicBezTo>
                    <a:pt x="8050" y="1759"/>
                    <a:pt x="8225" y="1844"/>
                    <a:pt x="8484" y="1844"/>
                  </a:cubicBezTo>
                  <a:cubicBezTo>
                    <a:pt x="8599" y="1844"/>
                    <a:pt x="8730" y="1828"/>
                    <a:pt x="8898" y="1800"/>
                  </a:cubicBezTo>
                  <a:cubicBezTo>
                    <a:pt x="9047" y="1773"/>
                    <a:pt x="9159" y="1756"/>
                    <a:pt x="9251" y="1756"/>
                  </a:cubicBezTo>
                  <a:cubicBezTo>
                    <a:pt x="9479" y="1756"/>
                    <a:pt x="9578" y="1861"/>
                    <a:pt x="9786" y="2194"/>
                  </a:cubicBezTo>
                  <a:cubicBezTo>
                    <a:pt x="10079" y="2664"/>
                    <a:pt x="10204" y="2760"/>
                    <a:pt x="10776" y="2885"/>
                  </a:cubicBezTo>
                  <a:cubicBezTo>
                    <a:pt x="11285" y="3001"/>
                    <a:pt x="11333" y="3044"/>
                    <a:pt x="11425" y="3572"/>
                  </a:cubicBezTo>
                  <a:cubicBezTo>
                    <a:pt x="11458" y="3784"/>
                    <a:pt x="11497" y="3995"/>
                    <a:pt x="11607" y="4173"/>
                  </a:cubicBezTo>
                  <a:cubicBezTo>
                    <a:pt x="11780" y="4456"/>
                    <a:pt x="12092" y="4586"/>
                    <a:pt x="12318" y="4797"/>
                  </a:cubicBezTo>
                  <a:cubicBezTo>
                    <a:pt x="12376" y="4841"/>
                    <a:pt x="12419" y="4898"/>
                    <a:pt x="12448" y="4965"/>
                  </a:cubicBezTo>
                  <a:cubicBezTo>
                    <a:pt x="12448" y="4970"/>
                    <a:pt x="12491" y="5042"/>
                    <a:pt x="12453" y="5263"/>
                  </a:cubicBezTo>
                  <a:cubicBezTo>
                    <a:pt x="12400" y="5585"/>
                    <a:pt x="12304" y="5835"/>
                    <a:pt x="12352" y="6114"/>
                  </a:cubicBezTo>
                  <a:cubicBezTo>
                    <a:pt x="12419" y="6522"/>
                    <a:pt x="12837" y="6877"/>
                    <a:pt x="12832" y="7161"/>
                  </a:cubicBezTo>
                  <a:cubicBezTo>
                    <a:pt x="12827" y="7449"/>
                    <a:pt x="12395" y="7771"/>
                    <a:pt x="12304" y="8189"/>
                  </a:cubicBezTo>
                  <a:cubicBezTo>
                    <a:pt x="12217" y="8564"/>
                    <a:pt x="12443" y="9106"/>
                    <a:pt x="12342" y="9342"/>
                  </a:cubicBezTo>
                  <a:cubicBezTo>
                    <a:pt x="12237" y="9577"/>
                    <a:pt x="11674" y="9784"/>
                    <a:pt x="11458" y="10087"/>
                  </a:cubicBezTo>
                  <a:cubicBezTo>
                    <a:pt x="11213" y="10437"/>
                    <a:pt x="11256" y="10975"/>
                    <a:pt x="11055" y="11167"/>
                  </a:cubicBezTo>
                  <a:cubicBezTo>
                    <a:pt x="10853" y="11360"/>
                    <a:pt x="10305" y="11297"/>
                    <a:pt x="9950" y="11518"/>
                  </a:cubicBezTo>
                  <a:cubicBezTo>
                    <a:pt x="9613" y="11729"/>
                    <a:pt x="9402" y="12268"/>
                    <a:pt x="9162" y="12364"/>
                  </a:cubicBezTo>
                  <a:cubicBezTo>
                    <a:pt x="9127" y="12377"/>
                    <a:pt x="9082" y="12382"/>
                    <a:pt x="9033" y="12382"/>
                  </a:cubicBezTo>
                  <a:cubicBezTo>
                    <a:pt x="8901" y="12382"/>
                    <a:pt x="8736" y="12346"/>
                    <a:pt x="8638" y="12325"/>
                  </a:cubicBezTo>
                  <a:cubicBezTo>
                    <a:pt x="8435" y="12280"/>
                    <a:pt x="8285" y="12254"/>
                    <a:pt x="8154" y="12254"/>
                  </a:cubicBezTo>
                  <a:cubicBezTo>
                    <a:pt x="7923" y="12254"/>
                    <a:pt x="7750" y="12334"/>
                    <a:pt x="7447" y="12527"/>
                  </a:cubicBezTo>
                  <a:cubicBezTo>
                    <a:pt x="7223" y="12671"/>
                    <a:pt x="7094" y="12743"/>
                    <a:pt x="6970" y="12743"/>
                  </a:cubicBezTo>
                  <a:cubicBezTo>
                    <a:pt x="6840" y="12743"/>
                    <a:pt x="6716" y="12665"/>
                    <a:pt x="6496" y="12508"/>
                  </a:cubicBezTo>
                  <a:cubicBezTo>
                    <a:pt x="6166" y="12275"/>
                    <a:pt x="5991" y="12189"/>
                    <a:pt x="5732" y="12189"/>
                  </a:cubicBezTo>
                  <a:cubicBezTo>
                    <a:pt x="5618" y="12189"/>
                    <a:pt x="5487" y="12206"/>
                    <a:pt x="5319" y="12234"/>
                  </a:cubicBezTo>
                  <a:cubicBezTo>
                    <a:pt x="5149" y="12264"/>
                    <a:pt x="5033" y="12274"/>
                    <a:pt x="4954" y="12274"/>
                  </a:cubicBezTo>
                  <a:cubicBezTo>
                    <a:pt x="4822" y="12274"/>
                    <a:pt x="4793" y="12247"/>
                    <a:pt x="4781" y="12244"/>
                  </a:cubicBezTo>
                  <a:cubicBezTo>
                    <a:pt x="4536" y="12138"/>
                    <a:pt x="4353" y="11585"/>
                    <a:pt x="4036" y="11364"/>
                  </a:cubicBezTo>
                  <a:cubicBezTo>
                    <a:pt x="3685" y="11119"/>
                    <a:pt x="3147" y="11158"/>
                    <a:pt x="2955" y="10956"/>
                  </a:cubicBezTo>
                  <a:cubicBezTo>
                    <a:pt x="2763" y="10759"/>
                    <a:pt x="2830" y="10211"/>
                    <a:pt x="2604" y="9856"/>
                  </a:cubicBezTo>
                  <a:cubicBezTo>
                    <a:pt x="2455" y="9616"/>
                    <a:pt x="2210" y="9496"/>
                    <a:pt x="1961" y="9294"/>
                  </a:cubicBezTo>
                  <a:cubicBezTo>
                    <a:pt x="1792" y="9153"/>
                    <a:pt x="1760" y="9063"/>
                    <a:pt x="1763" y="9063"/>
                  </a:cubicBezTo>
                  <a:lnTo>
                    <a:pt x="1763" y="9063"/>
                  </a:lnTo>
                  <a:cubicBezTo>
                    <a:pt x="1763" y="9063"/>
                    <a:pt x="1764" y="9063"/>
                    <a:pt x="1764" y="9063"/>
                  </a:cubicBezTo>
                  <a:cubicBezTo>
                    <a:pt x="1672" y="8823"/>
                    <a:pt x="1927" y="8304"/>
                    <a:pt x="1860" y="7915"/>
                  </a:cubicBezTo>
                  <a:cubicBezTo>
                    <a:pt x="1788" y="7502"/>
                    <a:pt x="1375" y="7146"/>
                    <a:pt x="1379" y="6863"/>
                  </a:cubicBezTo>
                  <a:cubicBezTo>
                    <a:pt x="1384" y="6575"/>
                    <a:pt x="1812" y="6253"/>
                    <a:pt x="1908" y="5835"/>
                  </a:cubicBezTo>
                  <a:cubicBezTo>
                    <a:pt x="1999" y="5441"/>
                    <a:pt x="1754" y="4937"/>
                    <a:pt x="1869" y="4682"/>
                  </a:cubicBezTo>
                  <a:cubicBezTo>
                    <a:pt x="1975" y="4447"/>
                    <a:pt x="2532" y="4250"/>
                    <a:pt x="2753" y="3937"/>
                  </a:cubicBezTo>
                  <a:cubicBezTo>
                    <a:pt x="2998" y="3587"/>
                    <a:pt x="2955" y="3049"/>
                    <a:pt x="3157" y="2856"/>
                  </a:cubicBezTo>
                  <a:cubicBezTo>
                    <a:pt x="3359" y="2664"/>
                    <a:pt x="3901" y="2732"/>
                    <a:pt x="4257" y="2506"/>
                  </a:cubicBezTo>
                  <a:cubicBezTo>
                    <a:pt x="4540" y="2328"/>
                    <a:pt x="4670" y="2021"/>
                    <a:pt x="4882" y="1790"/>
                  </a:cubicBezTo>
                  <a:cubicBezTo>
                    <a:pt x="4972" y="1694"/>
                    <a:pt x="5038" y="1641"/>
                    <a:pt x="5189" y="1641"/>
                  </a:cubicBezTo>
                  <a:cubicBezTo>
                    <a:pt x="5279" y="1641"/>
                    <a:pt x="5400" y="1659"/>
                    <a:pt x="5573" y="1699"/>
                  </a:cubicBezTo>
                  <a:cubicBezTo>
                    <a:pt x="5728" y="1736"/>
                    <a:pt x="5891" y="1772"/>
                    <a:pt x="6052" y="1772"/>
                  </a:cubicBezTo>
                  <a:cubicBezTo>
                    <a:pt x="6101" y="1772"/>
                    <a:pt x="6150" y="1769"/>
                    <a:pt x="6198" y="1761"/>
                  </a:cubicBezTo>
                  <a:cubicBezTo>
                    <a:pt x="6476" y="1708"/>
                    <a:pt x="6717" y="1516"/>
                    <a:pt x="6942" y="1386"/>
                  </a:cubicBezTo>
                  <a:cubicBezTo>
                    <a:pt x="7166" y="1279"/>
                    <a:pt x="7048" y="985"/>
                    <a:pt x="6861" y="985"/>
                  </a:cubicBezTo>
                  <a:cubicBezTo>
                    <a:pt x="6823" y="985"/>
                    <a:pt x="6782" y="998"/>
                    <a:pt x="6741" y="1026"/>
                  </a:cubicBezTo>
                  <a:cubicBezTo>
                    <a:pt x="6335" y="1255"/>
                    <a:pt x="6257" y="1358"/>
                    <a:pt x="6049" y="1358"/>
                  </a:cubicBezTo>
                  <a:cubicBezTo>
                    <a:pt x="5947" y="1358"/>
                    <a:pt x="5813" y="1333"/>
                    <a:pt x="5593" y="1286"/>
                  </a:cubicBezTo>
                  <a:lnTo>
                    <a:pt x="5251" y="402"/>
                  </a:lnTo>
                  <a:cubicBezTo>
                    <a:pt x="5149" y="152"/>
                    <a:pt x="4912" y="1"/>
                    <a:pt x="4658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224" name="Google Shape;9224;p69"/>
            <p:cNvSpPr/>
            <p:nvPr/>
          </p:nvSpPr>
          <p:spPr>
            <a:xfrm>
              <a:off x="5471918" y="3042927"/>
              <a:ext cx="132340" cy="151635"/>
            </a:xfrm>
            <a:custGeom>
              <a:avLst/>
              <a:gdLst/>
              <a:ahLst/>
              <a:cxnLst/>
              <a:rect l="l" t="t" r="r" b="b"/>
              <a:pathLst>
                <a:path w="5055" h="5792" extrusionOk="0">
                  <a:moveTo>
                    <a:pt x="3399" y="1"/>
                  </a:moveTo>
                  <a:cubicBezTo>
                    <a:pt x="3073" y="1"/>
                    <a:pt x="2770" y="170"/>
                    <a:pt x="2691" y="535"/>
                  </a:cubicBezTo>
                  <a:cubicBezTo>
                    <a:pt x="2604" y="958"/>
                    <a:pt x="2460" y="1366"/>
                    <a:pt x="2278" y="1755"/>
                  </a:cubicBezTo>
                  <a:cubicBezTo>
                    <a:pt x="2177" y="1923"/>
                    <a:pt x="2321" y="2067"/>
                    <a:pt x="2463" y="2067"/>
                  </a:cubicBezTo>
                  <a:cubicBezTo>
                    <a:pt x="2537" y="2067"/>
                    <a:pt x="2610" y="2028"/>
                    <a:pt x="2648" y="1933"/>
                  </a:cubicBezTo>
                  <a:cubicBezTo>
                    <a:pt x="2849" y="1515"/>
                    <a:pt x="2998" y="1078"/>
                    <a:pt x="3094" y="621"/>
                  </a:cubicBezTo>
                  <a:cubicBezTo>
                    <a:pt x="3126" y="476"/>
                    <a:pt x="3250" y="413"/>
                    <a:pt x="3393" y="413"/>
                  </a:cubicBezTo>
                  <a:cubicBezTo>
                    <a:pt x="3595" y="413"/>
                    <a:pt x="3836" y="541"/>
                    <a:pt x="3906" y="746"/>
                  </a:cubicBezTo>
                  <a:cubicBezTo>
                    <a:pt x="4166" y="1510"/>
                    <a:pt x="4598" y="2788"/>
                    <a:pt x="3887" y="3888"/>
                  </a:cubicBezTo>
                  <a:cubicBezTo>
                    <a:pt x="3187" y="4969"/>
                    <a:pt x="2058" y="5371"/>
                    <a:pt x="1291" y="5371"/>
                  </a:cubicBezTo>
                  <a:cubicBezTo>
                    <a:pt x="869" y="5371"/>
                    <a:pt x="556" y="5249"/>
                    <a:pt x="486" y="5051"/>
                  </a:cubicBezTo>
                  <a:cubicBezTo>
                    <a:pt x="423" y="4878"/>
                    <a:pt x="543" y="4614"/>
                    <a:pt x="827" y="4321"/>
                  </a:cubicBezTo>
                  <a:cubicBezTo>
                    <a:pt x="1355" y="3773"/>
                    <a:pt x="1783" y="3297"/>
                    <a:pt x="2138" y="2783"/>
                  </a:cubicBezTo>
                  <a:cubicBezTo>
                    <a:pt x="2255" y="2622"/>
                    <a:pt x="2114" y="2452"/>
                    <a:pt x="1966" y="2452"/>
                  </a:cubicBezTo>
                  <a:cubicBezTo>
                    <a:pt x="1907" y="2452"/>
                    <a:pt x="1847" y="2479"/>
                    <a:pt x="1802" y="2543"/>
                  </a:cubicBezTo>
                  <a:cubicBezTo>
                    <a:pt x="1456" y="3038"/>
                    <a:pt x="1038" y="3494"/>
                    <a:pt x="519" y="4037"/>
                  </a:cubicBezTo>
                  <a:cubicBezTo>
                    <a:pt x="10" y="4570"/>
                    <a:pt x="1" y="4959"/>
                    <a:pt x="87" y="5195"/>
                  </a:cubicBezTo>
                  <a:cubicBezTo>
                    <a:pt x="226" y="5583"/>
                    <a:pt x="696" y="5791"/>
                    <a:pt x="1290" y="5791"/>
                  </a:cubicBezTo>
                  <a:cubicBezTo>
                    <a:pt x="2231" y="5791"/>
                    <a:pt x="3485" y="5269"/>
                    <a:pt x="4233" y="4114"/>
                  </a:cubicBezTo>
                  <a:cubicBezTo>
                    <a:pt x="5054" y="2846"/>
                    <a:pt x="4564" y="1395"/>
                    <a:pt x="4300" y="617"/>
                  </a:cubicBezTo>
                  <a:cubicBezTo>
                    <a:pt x="4168" y="218"/>
                    <a:pt x="3769" y="1"/>
                    <a:pt x="3399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8923;p69">
            <a:extLst>
              <a:ext uri="{FF2B5EF4-FFF2-40B4-BE49-F238E27FC236}">
                <a16:creationId xmlns:a16="http://schemas.microsoft.com/office/drawing/2014/main" id="{85B5F263-97BD-F945-887C-00A4F35D45A8}"/>
              </a:ext>
            </a:extLst>
          </p:cNvPr>
          <p:cNvSpPr/>
          <p:nvPr/>
        </p:nvSpPr>
        <p:spPr>
          <a:xfrm>
            <a:off x="2355664" y="1446213"/>
            <a:ext cx="2146672" cy="1648177"/>
          </a:xfrm>
          <a:custGeom>
            <a:avLst/>
            <a:gdLst/>
            <a:ahLst/>
            <a:cxnLst/>
            <a:rect l="l" t="t" r="r" b="b"/>
            <a:pathLst>
              <a:path w="14639" h="10943" extrusionOk="0">
                <a:moveTo>
                  <a:pt x="4809" y="0"/>
                </a:moveTo>
                <a:cubicBezTo>
                  <a:pt x="4803" y="0"/>
                  <a:pt x="4796" y="0"/>
                  <a:pt x="4790" y="0"/>
                </a:cubicBezTo>
                <a:cubicBezTo>
                  <a:pt x="2076" y="0"/>
                  <a:pt x="0" y="2830"/>
                  <a:pt x="1432" y="5799"/>
                </a:cubicBezTo>
                <a:lnTo>
                  <a:pt x="567" y="5799"/>
                </a:lnTo>
                <a:cubicBezTo>
                  <a:pt x="293" y="5799"/>
                  <a:pt x="293" y="6212"/>
                  <a:pt x="567" y="6212"/>
                </a:cubicBezTo>
                <a:lnTo>
                  <a:pt x="1653" y="6212"/>
                </a:lnTo>
                <a:cubicBezTo>
                  <a:pt x="2844" y="8206"/>
                  <a:pt x="5347" y="9652"/>
                  <a:pt x="7288" y="10910"/>
                </a:cubicBezTo>
                <a:cubicBezTo>
                  <a:pt x="7322" y="10932"/>
                  <a:pt x="7360" y="10943"/>
                  <a:pt x="7399" y="10943"/>
                </a:cubicBezTo>
                <a:cubicBezTo>
                  <a:pt x="7437" y="10943"/>
                  <a:pt x="7476" y="10932"/>
                  <a:pt x="7509" y="10910"/>
                </a:cubicBezTo>
                <a:cubicBezTo>
                  <a:pt x="9450" y="9657"/>
                  <a:pt x="11953" y="8211"/>
                  <a:pt x="13144" y="6212"/>
                </a:cubicBezTo>
                <a:lnTo>
                  <a:pt x="14230" y="6212"/>
                </a:lnTo>
                <a:cubicBezTo>
                  <a:pt x="14345" y="6212"/>
                  <a:pt x="14437" y="6121"/>
                  <a:pt x="14437" y="6005"/>
                </a:cubicBezTo>
                <a:cubicBezTo>
                  <a:pt x="14451" y="5895"/>
                  <a:pt x="14360" y="5794"/>
                  <a:pt x="14249" y="5794"/>
                </a:cubicBezTo>
                <a:lnTo>
                  <a:pt x="13389" y="5794"/>
                </a:lnTo>
                <a:cubicBezTo>
                  <a:pt x="14638" y="3195"/>
                  <a:pt x="13216" y="615"/>
                  <a:pt x="10877" y="87"/>
                </a:cubicBezTo>
                <a:cubicBezTo>
                  <a:pt x="10864" y="85"/>
                  <a:pt x="10852" y="84"/>
                  <a:pt x="10840" y="84"/>
                </a:cubicBezTo>
                <a:cubicBezTo>
                  <a:pt x="10610" y="84"/>
                  <a:pt x="10548" y="426"/>
                  <a:pt x="10786" y="490"/>
                </a:cubicBezTo>
                <a:cubicBezTo>
                  <a:pt x="12923" y="971"/>
                  <a:pt x="14216" y="3392"/>
                  <a:pt x="12933" y="5799"/>
                </a:cubicBezTo>
                <a:lnTo>
                  <a:pt x="12169" y="5799"/>
                </a:lnTo>
                <a:lnTo>
                  <a:pt x="11453" y="4363"/>
                </a:lnTo>
                <a:cubicBezTo>
                  <a:pt x="11415" y="4287"/>
                  <a:pt x="11343" y="4250"/>
                  <a:pt x="11271" y="4250"/>
                </a:cubicBezTo>
                <a:cubicBezTo>
                  <a:pt x="11188" y="4250"/>
                  <a:pt x="11105" y="4299"/>
                  <a:pt x="11074" y="4391"/>
                </a:cubicBezTo>
                <a:lnTo>
                  <a:pt x="10411" y="6433"/>
                </a:lnTo>
                <a:lnTo>
                  <a:pt x="9676" y="4752"/>
                </a:lnTo>
                <a:cubicBezTo>
                  <a:pt x="9635" y="4666"/>
                  <a:pt x="9564" y="4629"/>
                  <a:pt x="9493" y="4629"/>
                </a:cubicBezTo>
                <a:cubicBezTo>
                  <a:pt x="9361" y="4629"/>
                  <a:pt x="9231" y="4753"/>
                  <a:pt x="9296" y="4915"/>
                </a:cubicBezTo>
                <a:lnTo>
                  <a:pt x="10252" y="7096"/>
                </a:lnTo>
                <a:cubicBezTo>
                  <a:pt x="10289" y="7178"/>
                  <a:pt x="10365" y="7218"/>
                  <a:pt x="10440" y="7218"/>
                </a:cubicBezTo>
                <a:cubicBezTo>
                  <a:pt x="10523" y="7218"/>
                  <a:pt x="10606" y="7170"/>
                  <a:pt x="10637" y="7077"/>
                </a:cubicBezTo>
                <a:lnTo>
                  <a:pt x="11304" y="5001"/>
                </a:lnTo>
                <a:lnTo>
                  <a:pt x="11847" y="6097"/>
                </a:lnTo>
                <a:cubicBezTo>
                  <a:pt x="11886" y="6169"/>
                  <a:pt x="11953" y="6212"/>
                  <a:pt x="12030" y="6217"/>
                </a:cubicBezTo>
                <a:lnTo>
                  <a:pt x="12674" y="6217"/>
                </a:lnTo>
                <a:cubicBezTo>
                  <a:pt x="11357" y="8211"/>
                  <a:pt x="8513" y="9733"/>
                  <a:pt x="7408" y="10497"/>
                </a:cubicBezTo>
                <a:cubicBezTo>
                  <a:pt x="5655" y="9354"/>
                  <a:pt x="3320" y="7994"/>
                  <a:pt x="2148" y="6217"/>
                </a:cubicBezTo>
                <a:lnTo>
                  <a:pt x="3147" y="6217"/>
                </a:lnTo>
                <a:cubicBezTo>
                  <a:pt x="3224" y="6217"/>
                  <a:pt x="3301" y="6169"/>
                  <a:pt x="3334" y="6097"/>
                </a:cubicBezTo>
                <a:lnTo>
                  <a:pt x="4209" y="4286"/>
                </a:lnTo>
                <a:lnTo>
                  <a:pt x="5314" y="7524"/>
                </a:lnTo>
                <a:cubicBezTo>
                  <a:pt x="5347" y="7614"/>
                  <a:pt x="5428" y="7659"/>
                  <a:pt x="5509" y="7659"/>
                </a:cubicBezTo>
                <a:cubicBezTo>
                  <a:pt x="5593" y="7659"/>
                  <a:pt x="5676" y="7611"/>
                  <a:pt x="5708" y="7514"/>
                </a:cubicBezTo>
                <a:lnTo>
                  <a:pt x="6577" y="4564"/>
                </a:lnTo>
                <a:lnTo>
                  <a:pt x="7365" y="5885"/>
                </a:lnTo>
                <a:cubicBezTo>
                  <a:pt x="7405" y="5952"/>
                  <a:pt x="7473" y="5985"/>
                  <a:pt x="7542" y="5985"/>
                </a:cubicBezTo>
                <a:cubicBezTo>
                  <a:pt x="7620" y="5985"/>
                  <a:pt x="7699" y="5941"/>
                  <a:pt x="7735" y="5857"/>
                </a:cubicBezTo>
                <a:lnTo>
                  <a:pt x="8677" y="3531"/>
                </a:lnTo>
                <a:lnTo>
                  <a:pt x="8960" y="4175"/>
                </a:lnTo>
                <a:cubicBezTo>
                  <a:pt x="8998" y="4259"/>
                  <a:pt x="9068" y="4294"/>
                  <a:pt x="9137" y="4294"/>
                </a:cubicBezTo>
                <a:cubicBezTo>
                  <a:pt x="9268" y="4294"/>
                  <a:pt x="9400" y="4170"/>
                  <a:pt x="9335" y="4007"/>
                </a:cubicBezTo>
                <a:lnTo>
                  <a:pt x="8854" y="2921"/>
                </a:lnTo>
                <a:cubicBezTo>
                  <a:pt x="8819" y="2838"/>
                  <a:pt x="8744" y="2798"/>
                  <a:pt x="8668" y="2798"/>
                </a:cubicBezTo>
                <a:cubicBezTo>
                  <a:pt x="8591" y="2798"/>
                  <a:pt x="8514" y="2841"/>
                  <a:pt x="8480" y="2926"/>
                </a:cubicBezTo>
                <a:lnTo>
                  <a:pt x="7504" y="5319"/>
                </a:lnTo>
                <a:lnTo>
                  <a:pt x="6688" y="3945"/>
                </a:lnTo>
                <a:cubicBezTo>
                  <a:pt x="6647" y="3877"/>
                  <a:pt x="6580" y="3844"/>
                  <a:pt x="6513" y="3844"/>
                </a:cubicBezTo>
                <a:cubicBezTo>
                  <a:pt x="6428" y="3844"/>
                  <a:pt x="6345" y="3896"/>
                  <a:pt x="6318" y="3993"/>
                </a:cubicBezTo>
                <a:lnTo>
                  <a:pt x="5491" y="6779"/>
                </a:lnTo>
                <a:lnTo>
                  <a:pt x="4439" y="3676"/>
                </a:lnTo>
                <a:cubicBezTo>
                  <a:pt x="4406" y="3584"/>
                  <a:pt x="4324" y="3537"/>
                  <a:pt x="4242" y="3537"/>
                </a:cubicBezTo>
                <a:cubicBezTo>
                  <a:pt x="4169" y="3537"/>
                  <a:pt x="4096" y="3575"/>
                  <a:pt x="4060" y="3652"/>
                </a:cubicBezTo>
                <a:lnTo>
                  <a:pt x="3013" y="5799"/>
                </a:lnTo>
                <a:lnTo>
                  <a:pt x="1893" y="5799"/>
                </a:lnTo>
                <a:cubicBezTo>
                  <a:pt x="442" y="3080"/>
                  <a:pt x="2287" y="414"/>
                  <a:pt x="4790" y="414"/>
                </a:cubicBezTo>
                <a:cubicBezTo>
                  <a:pt x="4796" y="414"/>
                  <a:pt x="4802" y="414"/>
                  <a:pt x="4807" y="414"/>
                </a:cubicBezTo>
                <a:cubicBezTo>
                  <a:pt x="5733" y="414"/>
                  <a:pt x="6620" y="797"/>
                  <a:pt x="7255" y="1471"/>
                </a:cubicBezTo>
                <a:cubicBezTo>
                  <a:pt x="7293" y="1511"/>
                  <a:pt x="7347" y="1532"/>
                  <a:pt x="7401" y="1532"/>
                </a:cubicBezTo>
                <a:cubicBezTo>
                  <a:pt x="7455" y="1532"/>
                  <a:pt x="7509" y="1511"/>
                  <a:pt x="7548" y="1471"/>
                </a:cubicBezTo>
                <a:cubicBezTo>
                  <a:pt x="8114" y="880"/>
                  <a:pt x="8874" y="510"/>
                  <a:pt x="9685" y="428"/>
                </a:cubicBezTo>
                <a:cubicBezTo>
                  <a:pt x="9951" y="405"/>
                  <a:pt x="9923" y="19"/>
                  <a:pt x="9674" y="19"/>
                </a:cubicBezTo>
                <a:cubicBezTo>
                  <a:pt x="9667" y="19"/>
                  <a:pt x="9659" y="19"/>
                  <a:pt x="9652" y="20"/>
                </a:cubicBezTo>
                <a:cubicBezTo>
                  <a:pt x="8806" y="101"/>
                  <a:pt x="8018" y="457"/>
                  <a:pt x="7403" y="1033"/>
                </a:cubicBezTo>
                <a:cubicBezTo>
                  <a:pt x="6697" y="370"/>
                  <a:pt x="5772" y="0"/>
                  <a:pt x="4809" y="0"/>
                </a:cubicBezTo>
                <a:close/>
              </a:path>
            </a:pathLst>
          </a:custGeom>
          <a:solidFill>
            <a:srgbClr val="869FB2"/>
          </a:solidFill>
          <a:ln>
            <a:solidFill>
              <a:srgbClr val="869FB2"/>
            </a:solidFill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 dirty="0"/>
          </a:p>
        </p:txBody>
      </p:sp>
      <p:pic>
        <p:nvPicPr>
          <p:cNvPr id="39" name="Resim 38">
            <a:extLst>
              <a:ext uri="{FF2B5EF4-FFF2-40B4-BE49-F238E27FC236}">
                <a16:creationId xmlns:a16="http://schemas.microsoft.com/office/drawing/2014/main" id="{8806A650-1EF2-204D-8784-EADDB0B46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084" y="2473951"/>
            <a:ext cx="307833" cy="453028"/>
          </a:xfrm>
          <a:prstGeom prst="rect">
            <a:avLst/>
          </a:prstGeom>
        </p:spPr>
      </p:pic>
      <p:grpSp>
        <p:nvGrpSpPr>
          <p:cNvPr id="40" name="Google Shape;16995;p74">
            <a:extLst>
              <a:ext uri="{FF2B5EF4-FFF2-40B4-BE49-F238E27FC236}">
                <a16:creationId xmlns:a16="http://schemas.microsoft.com/office/drawing/2014/main" id="{09B878D9-B3C1-D049-B5E2-A61AD4866B60}"/>
              </a:ext>
            </a:extLst>
          </p:cNvPr>
          <p:cNvGrpSpPr/>
          <p:nvPr/>
        </p:nvGrpSpPr>
        <p:grpSpPr>
          <a:xfrm>
            <a:off x="2084777" y="2883218"/>
            <a:ext cx="2417559" cy="1429042"/>
            <a:chOff x="4667521" y="1657932"/>
            <a:chExt cx="363786" cy="209183"/>
          </a:xfrm>
        </p:grpSpPr>
        <p:sp>
          <p:nvSpPr>
            <p:cNvPr id="52" name="Google Shape;17007;p74">
              <a:extLst>
                <a:ext uri="{FF2B5EF4-FFF2-40B4-BE49-F238E27FC236}">
                  <a16:creationId xmlns:a16="http://schemas.microsoft.com/office/drawing/2014/main" id="{8971B229-6101-CF40-89F9-BCD23BB6E031}"/>
                </a:ext>
              </a:extLst>
            </p:cNvPr>
            <p:cNvSpPr/>
            <p:nvPr/>
          </p:nvSpPr>
          <p:spPr>
            <a:xfrm>
              <a:off x="4673299" y="1725604"/>
              <a:ext cx="121470" cy="136696"/>
            </a:xfrm>
            <a:custGeom>
              <a:avLst/>
              <a:gdLst/>
              <a:ahLst/>
              <a:cxnLst/>
              <a:rect l="l" t="t" r="r" b="b"/>
              <a:pathLst>
                <a:path w="4667" h="5252" extrusionOk="0">
                  <a:moveTo>
                    <a:pt x="3100" y="0"/>
                  </a:moveTo>
                  <a:lnTo>
                    <a:pt x="222" y="1088"/>
                  </a:lnTo>
                  <a:cubicBezTo>
                    <a:pt x="74" y="1140"/>
                    <a:pt x="1" y="1306"/>
                    <a:pt x="57" y="1454"/>
                  </a:cubicBezTo>
                  <a:lnTo>
                    <a:pt x="1419" y="5067"/>
                  </a:lnTo>
                  <a:cubicBezTo>
                    <a:pt x="1462" y="5181"/>
                    <a:pt x="1571" y="5251"/>
                    <a:pt x="1684" y="5251"/>
                  </a:cubicBezTo>
                  <a:cubicBezTo>
                    <a:pt x="1718" y="5251"/>
                    <a:pt x="1752" y="5245"/>
                    <a:pt x="1784" y="5232"/>
                  </a:cubicBezTo>
                  <a:lnTo>
                    <a:pt x="4666" y="4145"/>
                  </a:lnTo>
                  <a:lnTo>
                    <a:pt x="3100" y="0"/>
                  </a:ln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3" name="Google Shape;17008;p74">
              <a:extLst>
                <a:ext uri="{FF2B5EF4-FFF2-40B4-BE49-F238E27FC236}">
                  <a16:creationId xmlns:a16="http://schemas.microsoft.com/office/drawing/2014/main" id="{7F4B6B95-F2F4-EB42-A2EF-A7BEDA4468A7}"/>
                </a:ext>
              </a:extLst>
            </p:cNvPr>
            <p:cNvSpPr/>
            <p:nvPr/>
          </p:nvSpPr>
          <p:spPr>
            <a:xfrm>
              <a:off x="4706901" y="1817819"/>
              <a:ext cx="87765" cy="44481"/>
            </a:xfrm>
            <a:custGeom>
              <a:avLst/>
              <a:gdLst/>
              <a:ahLst/>
              <a:cxnLst/>
              <a:rect l="l" t="t" r="r" b="b"/>
              <a:pathLst>
                <a:path w="3372" h="1709" extrusionOk="0">
                  <a:moveTo>
                    <a:pt x="3146" y="1"/>
                  </a:moveTo>
                  <a:lnTo>
                    <a:pt x="3090" y="22"/>
                  </a:lnTo>
                  <a:lnTo>
                    <a:pt x="1" y="1186"/>
                  </a:lnTo>
                  <a:lnTo>
                    <a:pt x="128" y="1524"/>
                  </a:lnTo>
                  <a:cubicBezTo>
                    <a:pt x="168" y="1638"/>
                    <a:pt x="276" y="1708"/>
                    <a:pt x="391" y="1708"/>
                  </a:cubicBezTo>
                  <a:cubicBezTo>
                    <a:pt x="425" y="1708"/>
                    <a:pt x="460" y="1702"/>
                    <a:pt x="493" y="1689"/>
                  </a:cubicBezTo>
                  <a:lnTo>
                    <a:pt x="3372" y="606"/>
                  </a:lnTo>
                  <a:lnTo>
                    <a:pt x="3146" y="1"/>
                  </a:lnTo>
                  <a:close/>
                </a:path>
              </a:pathLst>
            </a:custGeom>
            <a:solidFill>
              <a:srgbClr val="74879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4" name="Google Shape;17009;p74">
              <a:extLst>
                <a:ext uri="{FF2B5EF4-FFF2-40B4-BE49-F238E27FC236}">
                  <a16:creationId xmlns:a16="http://schemas.microsoft.com/office/drawing/2014/main" id="{64B28B55-2F90-A94B-AEB3-4959AF12840F}"/>
                </a:ext>
              </a:extLst>
            </p:cNvPr>
            <p:cNvSpPr/>
            <p:nvPr/>
          </p:nvSpPr>
          <p:spPr>
            <a:xfrm>
              <a:off x="4790787" y="1663424"/>
              <a:ext cx="236017" cy="146092"/>
            </a:xfrm>
            <a:custGeom>
              <a:avLst/>
              <a:gdLst/>
              <a:ahLst/>
              <a:cxnLst/>
              <a:rect l="l" t="t" r="r" b="b"/>
              <a:pathLst>
                <a:path w="9068" h="5613" extrusionOk="0">
                  <a:moveTo>
                    <a:pt x="8068" y="1"/>
                  </a:moveTo>
                  <a:cubicBezTo>
                    <a:pt x="7706" y="1"/>
                    <a:pt x="7413" y="292"/>
                    <a:pt x="7379" y="324"/>
                  </a:cubicBezTo>
                  <a:lnTo>
                    <a:pt x="4997" y="2302"/>
                  </a:lnTo>
                  <a:lnTo>
                    <a:pt x="4994" y="2298"/>
                  </a:lnTo>
                  <a:cubicBezTo>
                    <a:pt x="4994" y="2298"/>
                    <a:pt x="4958" y="1619"/>
                    <a:pt x="4248" y="1619"/>
                  </a:cubicBezTo>
                  <a:cubicBezTo>
                    <a:pt x="3699" y="1619"/>
                    <a:pt x="3283" y="1617"/>
                    <a:pt x="2960" y="1617"/>
                  </a:cubicBezTo>
                  <a:cubicBezTo>
                    <a:pt x="2114" y="1617"/>
                    <a:pt x="1897" y="1633"/>
                    <a:pt x="1584" y="1753"/>
                  </a:cubicBezTo>
                  <a:lnTo>
                    <a:pt x="1" y="2407"/>
                  </a:lnTo>
                  <a:lnTo>
                    <a:pt x="1208" y="5612"/>
                  </a:lnTo>
                  <a:cubicBezTo>
                    <a:pt x="2166" y="5214"/>
                    <a:pt x="2099" y="5168"/>
                    <a:pt x="3065" y="5168"/>
                  </a:cubicBezTo>
                  <a:cubicBezTo>
                    <a:pt x="3354" y="5168"/>
                    <a:pt x="3736" y="5173"/>
                    <a:pt x="4265" y="5173"/>
                  </a:cubicBezTo>
                  <a:cubicBezTo>
                    <a:pt x="4536" y="5159"/>
                    <a:pt x="5145" y="5067"/>
                    <a:pt x="5599" y="4543"/>
                  </a:cubicBezTo>
                  <a:lnTo>
                    <a:pt x="8530" y="1397"/>
                  </a:lnTo>
                  <a:cubicBezTo>
                    <a:pt x="8621" y="1292"/>
                    <a:pt x="9068" y="704"/>
                    <a:pt x="8565" y="212"/>
                  </a:cubicBezTo>
                  <a:cubicBezTo>
                    <a:pt x="8396" y="56"/>
                    <a:pt x="8226" y="1"/>
                    <a:pt x="8068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5" name="Google Shape;17010;p74">
              <a:extLst>
                <a:ext uri="{FF2B5EF4-FFF2-40B4-BE49-F238E27FC236}">
                  <a16:creationId xmlns:a16="http://schemas.microsoft.com/office/drawing/2014/main" id="{FBEEEDC6-A15C-8445-9342-22E6ED63D8A2}"/>
                </a:ext>
              </a:extLst>
            </p:cNvPr>
            <p:cNvSpPr/>
            <p:nvPr/>
          </p:nvSpPr>
          <p:spPr>
            <a:xfrm>
              <a:off x="4790787" y="1719201"/>
              <a:ext cx="47917" cy="90315"/>
            </a:xfrm>
            <a:custGeom>
              <a:avLst/>
              <a:gdLst/>
              <a:ahLst/>
              <a:cxnLst/>
              <a:rect l="l" t="t" r="r" b="b"/>
              <a:pathLst>
                <a:path w="1841" h="3470" extrusionOk="0">
                  <a:moveTo>
                    <a:pt x="634" y="0"/>
                  </a:moveTo>
                  <a:lnTo>
                    <a:pt x="1" y="264"/>
                  </a:lnTo>
                  <a:lnTo>
                    <a:pt x="1208" y="3469"/>
                  </a:lnTo>
                  <a:lnTo>
                    <a:pt x="1841" y="3206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rgbClr val="B3C3CF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6" name="Google Shape;17011;p74">
              <a:extLst>
                <a:ext uri="{FF2B5EF4-FFF2-40B4-BE49-F238E27FC236}">
                  <a16:creationId xmlns:a16="http://schemas.microsoft.com/office/drawing/2014/main" id="{034DD0BF-E532-DF48-8A45-B45DF5CFE8DC}"/>
                </a:ext>
              </a:extLst>
            </p:cNvPr>
            <p:cNvSpPr/>
            <p:nvPr/>
          </p:nvSpPr>
          <p:spPr>
            <a:xfrm>
              <a:off x="4752709" y="1715115"/>
              <a:ext cx="73840" cy="118946"/>
            </a:xfrm>
            <a:custGeom>
              <a:avLst/>
              <a:gdLst/>
              <a:ahLst/>
              <a:cxnLst/>
              <a:rect l="l" t="t" r="r" b="b"/>
              <a:pathLst>
                <a:path w="2837" h="4570" extrusionOk="0">
                  <a:moveTo>
                    <a:pt x="1168" y="0"/>
                  </a:moveTo>
                  <a:cubicBezTo>
                    <a:pt x="1139" y="0"/>
                    <a:pt x="1109" y="5"/>
                    <a:pt x="1080" y="16"/>
                  </a:cubicBezTo>
                  <a:lnTo>
                    <a:pt x="0" y="425"/>
                  </a:lnTo>
                  <a:lnTo>
                    <a:pt x="1562" y="4569"/>
                  </a:lnTo>
                  <a:lnTo>
                    <a:pt x="2643" y="4161"/>
                  </a:lnTo>
                  <a:cubicBezTo>
                    <a:pt x="2773" y="4112"/>
                    <a:pt x="2836" y="3968"/>
                    <a:pt x="2790" y="3841"/>
                  </a:cubicBezTo>
                  <a:lnTo>
                    <a:pt x="1404" y="164"/>
                  </a:lnTo>
                  <a:cubicBezTo>
                    <a:pt x="1366" y="63"/>
                    <a:pt x="1270" y="0"/>
                    <a:pt x="1168" y="0"/>
                  </a:cubicBezTo>
                  <a:close/>
                </a:path>
              </a:pathLst>
            </a:custGeom>
            <a:solidFill>
              <a:srgbClr val="D0DAE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7" name="Google Shape;17012;p74">
              <a:extLst>
                <a:ext uri="{FF2B5EF4-FFF2-40B4-BE49-F238E27FC236}">
                  <a16:creationId xmlns:a16="http://schemas.microsoft.com/office/drawing/2014/main" id="{5148B4C2-7CFF-DC49-86D9-67546A5B8C68}"/>
                </a:ext>
              </a:extLst>
            </p:cNvPr>
            <p:cNvSpPr/>
            <p:nvPr/>
          </p:nvSpPr>
          <p:spPr>
            <a:xfrm>
              <a:off x="4787508" y="1804545"/>
              <a:ext cx="39119" cy="29515"/>
            </a:xfrm>
            <a:custGeom>
              <a:avLst/>
              <a:gdLst/>
              <a:ahLst/>
              <a:cxnLst/>
              <a:rect l="l" t="t" r="r" b="b"/>
              <a:pathLst>
                <a:path w="1503" h="1134" extrusionOk="0">
                  <a:moveTo>
                    <a:pt x="1298" y="0"/>
                  </a:moveTo>
                  <a:cubicBezTo>
                    <a:pt x="1270" y="36"/>
                    <a:pt x="1228" y="67"/>
                    <a:pt x="1182" y="85"/>
                  </a:cubicBezTo>
                  <a:lnTo>
                    <a:pt x="0" y="528"/>
                  </a:lnTo>
                  <a:lnTo>
                    <a:pt x="225" y="1133"/>
                  </a:lnTo>
                  <a:lnTo>
                    <a:pt x="1306" y="725"/>
                  </a:lnTo>
                  <a:cubicBezTo>
                    <a:pt x="1436" y="679"/>
                    <a:pt x="1503" y="532"/>
                    <a:pt x="1453" y="401"/>
                  </a:cubicBezTo>
                  <a:lnTo>
                    <a:pt x="1298" y="0"/>
                  </a:lnTo>
                  <a:close/>
                </a:path>
              </a:pathLst>
            </a:custGeom>
            <a:solidFill>
              <a:srgbClr val="B0C1C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2" name="Google Shape;17017;p74">
              <a:extLst>
                <a:ext uri="{FF2B5EF4-FFF2-40B4-BE49-F238E27FC236}">
                  <a16:creationId xmlns:a16="http://schemas.microsoft.com/office/drawing/2014/main" id="{24E88FF5-2E8E-C64D-BF3C-E24CE7E2117A}"/>
                </a:ext>
              </a:extLst>
            </p:cNvPr>
            <p:cNvSpPr/>
            <p:nvPr/>
          </p:nvSpPr>
          <p:spPr>
            <a:xfrm>
              <a:off x="4667521" y="1657932"/>
              <a:ext cx="363786" cy="209183"/>
            </a:xfrm>
            <a:custGeom>
              <a:avLst/>
              <a:gdLst/>
              <a:ahLst/>
              <a:cxnLst/>
              <a:rect l="l" t="t" r="r" b="b"/>
              <a:pathLst>
                <a:path w="13977" h="8037" extrusionOk="0">
                  <a:moveTo>
                    <a:pt x="4446" y="2384"/>
                  </a:moveTo>
                  <a:cubicBezTo>
                    <a:pt x="4467" y="2384"/>
                    <a:pt x="4488" y="2395"/>
                    <a:pt x="4494" y="2418"/>
                  </a:cubicBezTo>
                  <a:lnTo>
                    <a:pt x="5880" y="6094"/>
                  </a:lnTo>
                  <a:cubicBezTo>
                    <a:pt x="5891" y="6119"/>
                    <a:pt x="5877" y="6147"/>
                    <a:pt x="5852" y="6158"/>
                  </a:cubicBezTo>
                  <a:lnTo>
                    <a:pt x="4958" y="6495"/>
                  </a:lnTo>
                  <a:lnTo>
                    <a:pt x="3541" y="2724"/>
                  </a:lnTo>
                  <a:lnTo>
                    <a:pt x="4431" y="2386"/>
                  </a:lnTo>
                  <a:cubicBezTo>
                    <a:pt x="4436" y="2384"/>
                    <a:pt x="4441" y="2384"/>
                    <a:pt x="4446" y="2384"/>
                  </a:cubicBezTo>
                  <a:close/>
                  <a:moveTo>
                    <a:pt x="3161" y="2864"/>
                  </a:moveTo>
                  <a:lnTo>
                    <a:pt x="4582" y="6636"/>
                  </a:lnTo>
                  <a:lnTo>
                    <a:pt x="1943" y="7632"/>
                  </a:lnTo>
                  <a:cubicBezTo>
                    <a:pt x="1932" y="7636"/>
                    <a:pt x="1921" y="7638"/>
                    <a:pt x="1910" y="7638"/>
                  </a:cubicBezTo>
                  <a:cubicBezTo>
                    <a:pt x="1876" y="7638"/>
                    <a:pt x="1845" y="7617"/>
                    <a:pt x="1834" y="7583"/>
                  </a:cubicBezTo>
                  <a:lnTo>
                    <a:pt x="469" y="3969"/>
                  </a:lnTo>
                  <a:cubicBezTo>
                    <a:pt x="455" y="3927"/>
                    <a:pt x="476" y="3878"/>
                    <a:pt x="518" y="3860"/>
                  </a:cubicBezTo>
                  <a:lnTo>
                    <a:pt x="3161" y="2864"/>
                  </a:lnTo>
                  <a:close/>
                  <a:moveTo>
                    <a:pt x="12814" y="1"/>
                  </a:moveTo>
                  <a:cubicBezTo>
                    <a:pt x="12507" y="1"/>
                    <a:pt x="12213" y="161"/>
                    <a:pt x="11992" y="370"/>
                  </a:cubicBezTo>
                  <a:lnTo>
                    <a:pt x="9853" y="2143"/>
                  </a:lnTo>
                  <a:cubicBezTo>
                    <a:pt x="9733" y="1879"/>
                    <a:pt x="9476" y="1619"/>
                    <a:pt x="8991" y="1619"/>
                  </a:cubicBezTo>
                  <a:cubicBezTo>
                    <a:pt x="8429" y="1619"/>
                    <a:pt x="8004" y="1616"/>
                    <a:pt x="7673" y="1616"/>
                  </a:cubicBezTo>
                  <a:cubicBezTo>
                    <a:pt x="6829" y="1616"/>
                    <a:pt x="6594" y="1634"/>
                    <a:pt x="6253" y="1763"/>
                  </a:cubicBezTo>
                  <a:lnTo>
                    <a:pt x="6250" y="1763"/>
                  </a:lnTo>
                  <a:lnTo>
                    <a:pt x="4888" y="2326"/>
                  </a:lnTo>
                  <a:lnTo>
                    <a:pt x="4871" y="2277"/>
                  </a:lnTo>
                  <a:cubicBezTo>
                    <a:pt x="4802" y="2096"/>
                    <a:pt x="4630" y="1984"/>
                    <a:pt x="4447" y="1984"/>
                  </a:cubicBezTo>
                  <a:cubicBezTo>
                    <a:pt x="4395" y="1984"/>
                    <a:pt x="4342" y="1993"/>
                    <a:pt x="4290" y="2013"/>
                  </a:cubicBezTo>
                  <a:lnTo>
                    <a:pt x="381" y="3487"/>
                  </a:lnTo>
                  <a:cubicBezTo>
                    <a:pt x="128" y="3579"/>
                    <a:pt x="1" y="3860"/>
                    <a:pt x="96" y="4110"/>
                  </a:cubicBezTo>
                  <a:lnTo>
                    <a:pt x="1461" y="7723"/>
                  </a:lnTo>
                  <a:cubicBezTo>
                    <a:pt x="1532" y="7917"/>
                    <a:pt x="1717" y="8036"/>
                    <a:pt x="1913" y="8036"/>
                  </a:cubicBezTo>
                  <a:cubicBezTo>
                    <a:pt x="1970" y="8036"/>
                    <a:pt x="2028" y="8026"/>
                    <a:pt x="2084" y="8005"/>
                  </a:cubicBezTo>
                  <a:lnTo>
                    <a:pt x="5993" y="6534"/>
                  </a:lnTo>
                  <a:cubicBezTo>
                    <a:pt x="6225" y="6446"/>
                    <a:pt x="6345" y="6186"/>
                    <a:pt x="6257" y="5950"/>
                  </a:cubicBezTo>
                  <a:lnTo>
                    <a:pt x="6239" y="5904"/>
                  </a:lnTo>
                  <a:cubicBezTo>
                    <a:pt x="6946" y="5605"/>
                    <a:pt x="6964" y="5567"/>
                    <a:pt x="7699" y="5567"/>
                  </a:cubicBezTo>
                  <a:cubicBezTo>
                    <a:pt x="7956" y="5552"/>
                    <a:pt x="7956" y="5176"/>
                    <a:pt x="7699" y="5165"/>
                  </a:cubicBezTo>
                  <a:cubicBezTo>
                    <a:pt x="6901" y="5169"/>
                    <a:pt x="6830" y="5218"/>
                    <a:pt x="6098" y="5528"/>
                  </a:cubicBezTo>
                  <a:lnTo>
                    <a:pt x="5032" y="2699"/>
                  </a:lnTo>
                  <a:lnTo>
                    <a:pt x="6401" y="2136"/>
                  </a:lnTo>
                  <a:cubicBezTo>
                    <a:pt x="6679" y="2029"/>
                    <a:pt x="6878" y="2014"/>
                    <a:pt x="7658" y="2014"/>
                  </a:cubicBezTo>
                  <a:cubicBezTo>
                    <a:pt x="7984" y="2014"/>
                    <a:pt x="8412" y="2016"/>
                    <a:pt x="8991" y="2016"/>
                  </a:cubicBezTo>
                  <a:cubicBezTo>
                    <a:pt x="9212" y="2016"/>
                    <a:pt x="9360" y="2094"/>
                    <a:pt x="9455" y="2249"/>
                  </a:cubicBezTo>
                  <a:cubicBezTo>
                    <a:pt x="9501" y="2323"/>
                    <a:pt x="9529" y="2410"/>
                    <a:pt x="9540" y="2498"/>
                  </a:cubicBezTo>
                  <a:cubicBezTo>
                    <a:pt x="9536" y="2579"/>
                    <a:pt x="9487" y="2945"/>
                    <a:pt x="9128" y="3005"/>
                  </a:cubicBezTo>
                  <a:cubicBezTo>
                    <a:pt x="8579" y="3097"/>
                    <a:pt x="7397" y="3269"/>
                    <a:pt x="7383" y="3269"/>
                  </a:cubicBezTo>
                  <a:cubicBezTo>
                    <a:pt x="7143" y="3308"/>
                    <a:pt x="7168" y="3663"/>
                    <a:pt x="7411" y="3667"/>
                  </a:cubicBezTo>
                  <a:lnTo>
                    <a:pt x="7439" y="3667"/>
                  </a:lnTo>
                  <a:cubicBezTo>
                    <a:pt x="7453" y="3667"/>
                    <a:pt x="8642" y="3494"/>
                    <a:pt x="9195" y="3403"/>
                  </a:cubicBezTo>
                  <a:cubicBezTo>
                    <a:pt x="9701" y="3315"/>
                    <a:pt x="9891" y="2885"/>
                    <a:pt x="9934" y="2600"/>
                  </a:cubicBezTo>
                  <a:lnTo>
                    <a:pt x="12252" y="679"/>
                  </a:lnTo>
                  <a:lnTo>
                    <a:pt x="12259" y="672"/>
                  </a:lnTo>
                  <a:lnTo>
                    <a:pt x="12266" y="665"/>
                  </a:lnTo>
                  <a:cubicBezTo>
                    <a:pt x="12412" y="528"/>
                    <a:pt x="12602" y="403"/>
                    <a:pt x="12805" y="403"/>
                  </a:cubicBezTo>
                  <a:cubicBezTo>
                    <a:pt x="12926" y="403"/>
                    <a:pt x="13051" y="447"/>
                    <a:pt x="13174" y="560"/>
                  </a:cubicBezTo>
                  <a:cubicBezTo>
                    <a:pt x="13547" y="929"/>
                    <a:pt x="13202" y="1373"/>
                    <a:pt x="13125" y="1464"/>
                  </a:cubicBezTo>
                  <a:lnTo>
                    <a:pt x="10198" y="4606"/>
                  </a:lnTo>
                  <a:lnTo>
                    <a:pt x="10194" y="4613"/>
                  </a:lnTo>
                  <a:cubicBezTo>
                    <a:pt x="9782" y="5081"/>
                    <a:pt x="9230" y="5162"/>
                    <a:pt x="9005" y="5172"/>
                  </a:cubicBezTo>
                  <a:lnTo>
                    <a:pt x="8635" y="5172"/>
                  </a:lnTo>
                  <a:cubicBezTo>
                    <a:pt x="8382" y="5183"/>
                    <a:pt x="8382" y="5560"/>
                    <a:pt x="8635" y="5574"/>
                  </a:cubicBezTo>
                  <a:lnTo>
                    <a:pt x="9019" y="5574"/>
                  </a:lnTo>
                  <a:cubicBezTo>
                    <a:pt x="9293" y="5560"/>
                    <a:pt x="9979" y="5465"/>
                    <a:pt x="10493" y="4877"/>
                  </a:cubicBezTo>
                  <a:lnTo>
                    <a:pt x="13420" y="1728"/>
                  </a:lnTo>
                  <a:lnTo>
                    <a:pt x="13420" y="1724"/>
                  </a:lnTo>
                  <a:cubicBezTo>
                    <a:pt x="13681" y="1429"/>
                    <a:pt x="13976" y="788"/>
                    <a:pt x="13449" y="268"/>
                  </a:cubicBezTo>
                  <a:lnTo>
                    <a:pt x="13445" y="264"/>
                  </a:lnTo>
                  <a:cubicBezTo>
                    <a:pt x="13242" y="77"/>
                    <a:pt x="13025" y="1"/>
                    <a:pt x="1281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63" name="Dikdörtgen 62">
            <a:extLst>
              <a:ext uri="{FF2B5EF4-FFF2-40B4-BE49-F238E27FC236}">
                <a16:creationId xmlns:a16="http://schemas.microsoft.com/office/drawing/2014/main" id="{66BFA595-0C96-C44E-BC0F-AB840A2C9F7F}"/>
              </a:ext>
            </a:extLst>
          </p:cNvPr>
          <p:cNvSpPr/>
          <p:nvPr/>
        </p:nvSpPr>
        <p:spPr>
          <a:xfrm rot="16200000">
            <a:off x="150302" y="1243742"/>
            <a:ext cx="6557396" cy="5732393"/>
          </a:xfrm>
          <a:prstGeom prst="rect">
            <a:avLst/>
          </a:prstGeom>
          <a:noFill/>
        </p:spPr>
        <p:txBody>
          <a:bodyPr spcFirstLastPara="1" wrap="none" lIns="68580" tIns="34290" rIns="68580" bIns="34290" numCol="1">
            <a:prstTxWarp prst="textCircle">
              <a:avLst>
                <a:gd name="adj" fmla="val 17638153"/>
              </a:avLst>
            </a:prstTxWarp>
            <a:spAutoFit/>
          </a:bodyPr>
          <a:lstStyle/>
          <a:p>
            <a:pPr algn="ctr"/>
            <a:r>
              <a:rPr lang="tr-TR" sz="4050" b="1" dirty="0">
                <a:ln w="22225">
                  <a:solidFill>
                    <a:srgbClr val="869FB2"/>
                  </a:solidFill>
                  <a:prstDash val="solid"/>
                </a:ln>
                <a:solidFill>
                  <a:srgbClr val="869FB2"/>
                </a:solidFill>
              </a:rPr>
              <a:t>Yaşam Desteği Uygulama ve Araştırma Merkezi</a:t>
            </a:r>
          </a:p>
        </p:txBody>
      </p:sp>
    </p:spTree>
    <p:extLst>
      <p:ext uri="{BB962C8B-B14F-4D97-AF65-F5344CB8AC3E}">
        <p14:creationId xmlns:p14="http://schemas.microsoft.com/office/powerpoint/2010/main" val="814141206"/>
      </p:ext>
    </p:extLst>
  </p:cSld>
  <p:clrMapOvr>
    <a:masterClrMapping/>
  </p:clrMapOvr>
</p:sld>
</file>

<file path=ppt/theme/theme1.xml><?xml version="1.0" encoding="utf-8"?>
<a:theme xmlns:a="http://schemas.openxmlformats.org/drawingml/2006/main" name="VINTAGE DISEASE">
  <a:themeElements>
    <a:clrScheme name="Simple Light">
      <a:dk1>
        <a:srgbClr val="242424"/>
      </a:dk1>
      <a:lt1>
        <a:srgbClr val="FFFFFF"/>
      </a:lt1>
      <a:dk2>
        <a:srgbClr val="FFEDD9"/>
      </a:dk2>
      <a:lt2>
        <a:srgbClr val="EEEEEE"/>
      </a:lt2>
      <a:accent1>
        <a:srgbClr val="4FBBD2"/>
      </a:accent1>
      <a:accent2>
        <a:srgbClr val="0085A0"/>
      </a:accent2>
      <a:accent3>
        <a:srgbClr val="21A8A4"/>
      </a:accent3>
      <a:accent4>
        <a:srgbClr val="F27050"/>
      </a:accent4>
      <a:accent5>
        <a:srgbClr val="FFA733"/>
      </a:accent5>
      <a:accent6>
        <a:srgbClr val="173F6D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Macintosh PowerPoint</Application>
  <PresentationFormat>Özel</PresentationFormat>
  <Paragraphs>6</Paragraphs>
  <Slides>5</Slides>
  <Notes>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2</vt:i4>
      </vt:variant>
      <vt:variant>
        <vt:lpstr>Slayt Başlıkları</vt:lpstr>
      </vt:variant>
      <vt:variant>
        <vt:i4>5</vt:i4>
      </vt:variant>
    </vt:vector>
  </HeadingPairs>
  <TitlesOfParts>
    <vt:vector size="12" baseType="lpstr">
      <vt:lpstr>Proxima Nova Semibold</vt:lpstr>
      <vt:lpstr>Anton</vt:lpstr>
      <vt:lpstr>Arial</vt:lpstr>
      <vt:lpstr>Space Mono</vt:lpstr>
      <vt:lpstr>Proxima Nova</vt:lpstr>
      <vt:lpstr>VINTAGE DISEASE</vt:lpstr>
      <vt:lpstr>SlidesGo Final Pages</vt:lpstr>
      <vt:lpstr>ALTERNATIVE ICONS</vt:lpstr>
      <vt:lpstr>PowerPoint Sunusu</vt:lpstr>
      <vt:lpstr>Educational Icons</vt:lpstr>
      <vt:lpstr>Educational Icons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ALTERNATIVE ICONS</dc:title>
  <cp:lastModifiedBy>Microsoft Office User</cp:lastModifiedBy>
  <cp:revision>1</cp:revision>
  <dcterms:modified xsi:type="dcterms:W3CDTF">2021-12-19T23:49:35Z</dcterms:modified>
</cp:coreProperties>
</file>